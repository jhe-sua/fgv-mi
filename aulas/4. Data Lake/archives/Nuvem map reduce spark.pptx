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9" r:id="rId2"/>
    <p:sldId id="388" r:id="rId3"/>
    <p:sldId id="414" r:id="rId4"/>
    <p:sldId id="257" r:id="rId5"/>
    <p:sldId id="290" r:id="rId6"/>
    <p:sldId id="416" r:id="rId7"/>
    <p:sldId id="435" r:id="rId8"/>
    <p:sldId id="421" r:id="rId9"/>
    <p:sldId id="425" r:id="rId10"/>
    <p:sldId id="411" r:id="rId11"/>
    <p:sldId id="427" r:id="rId12"/>
    <p:sldId id="429" r:id="rId13"/>
    <p:sldId id="430" r:id="rId14"/>
    <p:sldId id="431" r:id="rId15"/>
    <p:sldId id="432" r:id="rId16"/>
    <p:sldId id="433" r:id="rId17"/>
    <p:sldId id="434" r:id="rId18"/>
    <p:sldId id="436" r:id="rId19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388"/>
            <p14:sldId id="414"/>
            <p14:sldId id="257"/>
            <p14:sldId id="290"/>
            <p14:sldId id="416"/>
            <p14:sldId id="435"/>
            <p14:sldId id="421"/>
            <p14:sldId id="425"/>
            <p14:sldId id="411"/>
            <p14:sldId id="427"/>
            <p14:sldId id="429"/>
            <p14:sldId id="430"/>
            <p14:sldId id="431"/>
            <p14:sldId id="432"/>
            <p14:sldId id="433"/>
            <p14:sldId id="434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81048" autoAdjust="0"/>
  </p:normalViewPr>
  <p:slideViewPr>
    <p:cSldViewPr snapToGrid="0">
      <p:cViewPr varScale="1">
        <p:scale>
          <a:sx n="84" d="100"/>
          <a:sy n="84" d="100"/>
        </p:scale>
        <p:origin x="1710" y="96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">
      <pc:chgData name="Júlio César Chaves" userId="3f913fe9-3202-435d-b9f5-b2fca763184f" providerId="ADAL" clId="{7A7FD5F8-2641-428B-ABB1-B633F315EF85}" dt="2021-07-22T19:00:03.876" v="4135" actId="478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134347623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1973556232" sldId="258"/>
        </pc:sldMkLst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221929567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3299603461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232265564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4194616122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707613668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2433912047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2922335283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4165603622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3409443414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3386399796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4073243059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4075410136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1408141345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3581256741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1098512717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2523993563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3720525686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4001810253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726449632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7-21T12:00:33.810" v="1830" actId="20577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">
        <pc:chgData name="Júlio César Chaves" userId="3f913fe9-3202-435d-b9f5-b2fca763184f" providerId="ADAL" clId="{7A7FD5F8-2641-428B-ABB1-B633F315EF85}" dt="2021-07-22T19:00:03.876" v="4135" actId="478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3f913fe9-3202-435d-b9f5-b2fca763184f" providerId="ADAL" clId="{35391A9B-D9F5-4D7A-9649-289A5FB18BFC}"/>
    <pc:docChg chg="modSld">
      <pc:chgData name="Júlio César Chaves" userId="3f913fe9-3202-435d-b9f5-b2fca763184f" providerId="ADAL" clId="{35391A9B-D9F5-4D7A-9649-289A5FB18BFC}" dt="2021-10-23T18:24:18.221" v="0" actId="6549"/>
      <pc:docMkLst>
        <pc:docMk/>
      </pc:docMkLst>
      <pc:sldChg chg="modSp mod">
        <pc:chgData name="Júlio César Chaves" userId="3f913fe9-3202-435d-b9f5-b2fca763184f" providerId="ADAL" clId="{35391A9B-D9F5-4D7A-9649-289A5FB18BFC}" dt="2021-10-23T18:24:18.221" v="0" actId="6549"/>
        <pc:sldMkLst>
          <pc:docMk/>
          <pc:sldMk cId="467722025" sldId="387"/>
        </pc:sldMkLst>
        <pc:spChg chg="mod">
          <ac:chgData name="Júlio César Chaves" userId="3f913fe9-3202-435d-b9f5-b2fca763184f" providerId="ADAL" clId="{35391A9B-D9F5-4D7A-9649-289A5FB18BFC}" dt="2021-10-23T18:24:18.221" v="0" actId="6549"/>
          <ac:spMkLst>
            <pc:docMk/>
            <pc:sldMk cId="467722025" sldId="387"/>
            <ac:spMk id="3" creationId="{211AE318-89DC-41D9-9A2A-95157788302B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134347623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134347623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232265564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232265564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2922335283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2922335283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3409443414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3409443414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3386399796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3386399796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4073243059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4073243059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4075410136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4075410136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1408141345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1408141345" sldId="272"/>
            <ac:spMk id="38915" creationId="{6E4DEB2C-7903-4914-ADEC-25843E2E107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3581256741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3581256741" sldId="273"/>
            <ac:spMk id="40963" creationId="{C177136C-D124-4902-8CD0-428012A2B16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1098512717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1098512717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4001810253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4001810253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726449632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726449632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1045682687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1045682687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3847207527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3847207527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EB35C7BC-C572-4BBC-BC40-118383433461}"/>
    <pc:docChg chg="modSld">
      <pc:chgData name="Júlio César Chaves" userId="3f913fe9-3202-435d-b9f5-b2fca763184f" providerId="ADAL" clId="{EB35C7BC-C572-4BBC-BC40-118383433461}" dt="2022-09-07T15:05:42.072" v="1" actId="1076"/>
      <pc:docMkLst>
        <pc:docMk/>
      </pc:docMkLst>
      <pc:sldChg chg="modSp mod">
        <pc:chgData name="Júlio César Chaves" userId="3f913fe9-3202-435d-b9f5-b2fca763184f" providerId="ADAL" clId="{EB35C7BC-C572-4BBC-BC40-118383433461}" dt="2022-09-07T15:05:42.072" v="1" actId="1076"/>
        <pc:sldMkLst>
          <pc:docMk/>
          <pc:sldMk cId="915493869" sldId="385"/>
        </pc:sldMkLst>
        <pc:spChg chg="mod">
          <ac:chgData name="Júlio César Chaves" userId="3f913fe9-3202-435d-b9f5-b2fca763184f" providerId="ADAL" clId="{EB35C7BC-C572-4BBC-BC40-118383433461}" dt="2022-09-07T15:05:42.072" v="1" actId="1076"/>
          <ac:spMkLst>
            <pc:docMk/>
            <pc:sldMk cId="915493869" sldId="385"/>
            <ac:spMk id="2" creationId="{D8B88666-6921-4DD7-8271-F5E3159B2299}"/>
          </ac:spMkLst>
        </pc:spChg>
      </pc:sldChg>
      <pc:sldChg chg="modSp mod">
        <pc:chgData name="Júlio César Chaves" userId="3f913fe9-3202-435d-b9f5-b2fca763184f" providerId="ADAL" clId="{EB35C7BC-C572-4BBC-BC40-118383433461}" dt="2022-09-07T15:03:59.254" v="0" actId="6549"/>
        <pc:sldMkLst>
          <pc:docMk/>
          <pc:sldMk cId="2228450538" sldId="386"/>
        </pc:sldMkLst>
        <pc:spChg chg="mod">
          <ac:chgData name="Júlio César Chaves" userId="3f913fe9-3202-435d-b9f5-b2fca763184f" providerId="ADAL" clId="{EB35C7BC-C572-4BBC-BC40-118383433461}" dt="2022-09-07T15:03:59.254" v="0" actId="6549"/>
          <ac:spMkLst>
            <pc:docMk/>
            <pc:sldMk cId="2228450538" sldId="386"/>
            <ac:spMk id="3" creationId="{205FD9AB-5146-4CAF-8368-1199025424C2}"/>
          </ac:spMkLst>
        </pc:spChg>
      </pc:sld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3f913fe9-3202-435d-b9f5-b2fca763184f" providerId="ADAL" clId="{334F1DB0-D3E4-45C1-9611-4EC0CD7495C9}"/>
    <pc:docChg chg="undo custSel addSld delSld modSld modSection">
      <pc:chgData name="Júlio César Chaves" userId="3f913fe9-3202-435d-b9f5-b2fca763184f" providerId="ADAL" clId="{334F1DB0-D3E4-45C1-9611-4EC0CD7495C9}" dt="2021-07-30T21:29:33.714" v="7065" actId="20577"/>
      <pc:docMkLst>
        <pc:docMk/>
      </pc:docMkLst>
      <pc:sldChg chg="modSp mod">
        <pc:chgData name="Júlio César Chaves" userId="3f913fe9-3202-435d-b9f5-b2fca763184f" providerId="ADAL" clId="{334F1DB0-D3E4-45C1-9611-4EC0CD7495C9}" dt="2021-07-29T14:52:25.412" v="1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34F1DB0-D3E4-45C1-9611-4EC0CD7495C9}" dt="2021-07-29T14:52:25.4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modSp mod modNotesTx">
        <pc:chgData name="Júlio César Chaves" userId="3f913fe9-3202-435d-b9f5-b2fca763184f" providerId="ADAL" clId="{334F1DB0-D3E4-45C1-9611-4EC0CD7495C9}" dt="2021-07-29T17:59:05.896" v="932" actId="20577"/>
        <pc:sldMkLst>
          <pc:docMk/>
          <pc:sldMk cId="2433912047" sldId="265"/>
        </pc:sldMkLst>
        <pc:spChg chg="mod">
          <ac:chgData name="Júlio César Chaves" userId="3f913fe9-3202-435d-b9f5-b2fca763184f" providerId="ADAL" clId="{334F1DB0-D3E4-45C1-9611-4EC0CD7495C9}" dt="2021-07-29T17:21:02.055" v="92" actId="20577"/>
          <ac:spMkLst>
            <pc:docMk/>
            <pc:sldMk cId="2433912047" sldId="265"/>
            <ac:spMk id="7" creationId="{5E519C21-F392-4F09-9DE9-E8E152953395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29T18:07:46.985" v="1158" actId="20577"/>
        <pc:sldMkLst>
          <pc:docMk/>
          <pc:sldMk cId="2922335283" sldId="266"/>
        </pc:sldMkLst>
        <pc:spChg chg="del">
          <ac:chgData name="Júlio César Chaves" userId="3f913fe9-3202-435d-b9f5-b2fca763184f" providerId="ADAL" clId="{334F1DB0-D3E4-45C1-9611-4EC0CD7495C9}" dt="2021-07-29T17:30:52.161" v="262" actId="478"/>
          <ac:spMkLst>
            <pc:docMk/>
            <pc:sldMk cId="2922335283" sldId="266"/>
            <ac:spMk id="7" creationId="{10E072BC-F8CC-4006-8A15-7E5C86552296}"/>
          </ac:spMkLst>
        </pc:spChg>
        <pc:spChg chg="add mod">
          <ac:chgData name="Júlio César Chaves" userId="3f913fe9-3202-435d-b9f5-b2fca763184f" providerId="ADAL" clId="{334F1DB0-D3E4-45C1-9611-4EC0CD7495C9}" dt="2021-07-29T17:30:52.520" v="263"/>
          <ac:spMkLst>
            <pc:docMk/>
            <pc:sldMk cId="2922335283" sldId="266"/>
            <ac:spMk id="8" creationId="{6D798F84-A261-452A-B22D-83517EFB9697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29T18:16:38.353" v="1354" actId="20577"/>
        <pc:sldMkLst>
          <pc:docMk/>
          <pc:sldMk cId="4165603622" sldId="267"/>
        </pc:sldMkLst>
        <pc:spChg chg="del">
          <ac:chgData name="Júlio César Chaves" userId="3f913fe9-3202-435d-b9f5-b2fca763184f" providerId="ADAL" clId="{334F1DB0-D3E4-45C1-9611-4EC0CD7495C9}" dt="2021-07-29T17:30:58.972" v="264" actId="478"/>
          <ac:spMkLst>
            <pc:docMk/>
            <pc:sldMk cId="4165603622" sldId="267"/>
            <ac:spMk id="7" creationId="{9ABA818A-7C26-4CB4-80F7-DD0EC2E11B20}"/>
          </ac:spMkLst>
        </pc:spChg>
        <pc:spChg chg="add mod">
          <ac:chgData name="Júlio César Chaves" userId="3f913fe9-3202-435d-b9f5-b2fca763184f" providerId="ADAL" clId="{334F1DB0-D3E4-45C1-9611-4EC0CD7495C9}" dt="2021-07-29T17:30:59.298" v="265"/>
          <ac:spMkLst>
            <pc:docMk/>
            <pc:sldMk cId="4165603622" sldId="267"/>
            <ac:spMk id="8" creationId="{5DCC9F0D-A112-4744-9782-3FCFBB925B9E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29T18:30:12.475" v="1892" actId="20577"/>
        <pc:sldMkLst>
          <pc:docMk/>
          <pc:sldMk cId="3409443414" sldId="268"/>
        </pc:sldMkLst>
        <pc:spChg chg="del">
          <ac:chgData name="Júlio César Chaves" userId="3f913fe9-3202-435d-b9f5-b2fca763184f" providerId="ADAL" clId="{334F1DB0-D3E4-45C1-9611-4EC0CD7495C9}" dt="2021-07-29T17:31:04.960" v="266" actId="478"/>
          <ac:spMkLst>
            <pc:docMk/>
            <pc:sldMk cId="3409443414" sldId="268"/>
            <ac:spMk id="7" creationId="{FDB4C0DD-87BA-49F7-9E78-4F4ADEE4632F}"/>
          </ac:spMkLst>
        </pc:spChg>
        <pc:spChg chg="add mod">
          <ac:chgData name="Júlio César Chaves" userId="3f913fe9-3202-435d-b9f5-b2fca763184f" providerId="ADAL" clId="{334F1DB0-D3E4-45C1-9611-4EC0CD7495C9}" dt="2021-07-29T17:31:05.287" v="267"/>
          <ac:spMkLst>
            <pc:docMk/>
            <pc:sldMk cId="3409443414" sldId="268"/>
            <ac:spMk id="8" creationId="{8C357621-CA1A-4931-948F-FBFBBB7B64D7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29T18:31:22.612" v="1918"/>
        <pc:sldMkLst>
          <pc:docMk/>
          <pc:sldMk cId="3386399796" sldId="269"/>
        </pc:sldMkLst>
        <pc:spChg chg="del">
          <ac:chgData name="Júlio César Chaves" userId="3f913fe9-3202-435d-b9f5-b2fca763184f" providerId="ADAL" clId="{334F1DB0-D3E4-45C1-9611-4EC0CD7495C9}" dt="2021-07-29T18:31:22.302" v="1917" actId="478"/>
          <ac:spMkLst>
            <pc:docMk/>
            <pc:sldMk cId="3386399796" sldId="269"/>
            <ac:spMk id="7" creationId="{77B0849E-930C-4032-B262-697FAC774732}"/>
          </ac:spMkLst>
        </pc:spChg>
        <pc:spChg chg="add mod">
          <ac:chgData name="Júlio César Chaves" userId="3f913fe9-3202-435d-b9f5-b2fca763184f" providerId="ADAL" clId="{334F1DB0-D3E4-45C1-9611-4EC0CD7495C9}" dt="2021-07-29T18:31:22.612" v="1918"/>
          <ac:spMkLst>
            <pc:docMk/>
            <pc:sldMk cId="3386399796" sldId="269"/>
            <ac:spMk id="8" creationId="{E8258C3E-93FF-4D70-8BE6-BCE166147339}"/>
          </ac:spMkLst>
        </pc:spChg>
      </pc:sldChg>
      <pc:sldChg chg="addSp delSp modSp mod modNotesTx">
        <pc:chgData name="Júlio César Chaves" userId="3f913fe9-3202-435d-b9f5-b2fca763184f" providerId="ADAL" clId="{334F1DB0-D3E4-45C1-9611-4EC0CD7495C9}" dt="2021-07-30T11:57:09.547" v="3034" actId="20577"/>
        <pc:sldMkLst>
          <pc:docMk/>
          <pc:sldMk cId="4073243059" sldId="270"/>
        </pc:sldMkLst>
        <pc:spChg chg="del">
          <ac:chgData name="Júlio César Chaves" userId="3f913fe9-3202-435d-b9f5-b2fca763184f" providerId="ADAL" clId="{334F1DB0-D3E4-45C1-9611-4EC0CD7495C9}" dt="2021-07-29T18:31:47.626" v="1920" actId="478"/>
          <ac:spMkLst>
            <pc:docMk/>
            <pc:sldMk cId="4073243059" sldId="270"/>
            <ac:spMk id="8" creationId="{1B76D88A-48FA-4BF3-A215-1F3BA8203A86}"/>
          </ac:spMkLst>
        </pc:spChg>
        <pc:spChg chg="add mod">
          <ac:chgData name="Júlio César Chaves" userId="3f913fe9-3202-435d-b9f5-b2fca763184f" providerId="ADAL" clId="{334F1DB0-D3E4-45C1-9611-4EC0CD7495C9}" dt="2021-07-29T18:31:48.566" v="1921"/>
          <ac:spMkLst>
            <pc:docMk/>
            <pc:sldMk cId="4073243059" sldId="270"/>
            <ac:spMk id="9" creationId="{D280F610-54A0-41B7-82DE-A5A61F480DF9}"/>
          </ac:spMkLst>
        </pc:spChg>
        <pc:picChg chg="mod">
          <ac:chgData name="Júlio César Chaves" userId="3f913fe9-3202-435d-b9f5-b2fca763184f" providerId="ADAL" clId="{334F1DB0-D3E4-45C1-9611-4EC0CD7495C9}" dt="2021-07-29T18:31:44.360" v="1919" actId="1076"/>
          <ac:picMkLst>
            <pc:docMk/>
            <pc:sldMk cId="4073243059" sldId="270"/>
            <ac:picMk id="5" creationId="{9EC4CB1D-8C57-47DE-AF2F-4A7960DC3945}"/>
          </ac:picMkLst>
        </pc:picChg>
      </pc:sldChg>
      <pc:sldChg chg="addSp delSp modSp modNotesTx">
        <pc:chgData name="Júlio César Chaves" userId="3f913fe9-3202-435d-b9f5-b2fca763184f" providerId="ADAL" clId="{334F1DB0-D3E4-45C1-9611-4EC0CD7495C9}" dt="2021-07-29T21:34:02.084" v="2570" actId="20577"/>
        <pc:sldMkLst>
          <pc:docMk/>
          <pc:sldMk cId="4075410136" sldId="271"/>
        </pc:sldMkLst>
        <pc:spChg chg="del">
          <ac:chgData name="Júlio César Chaves" userId="3f913fe9-3202-435d-b9f5-b2fca763184f" providerId="ADAL" clId="{334F1DB0-D3E4-45C1-9611-4EC0CD7495C9}" dt="2021-07-29T18:31:53.903" v="1922" actId="478"/>
          <ac:spMkLst>
            <pc:docMk/>
            <pc:sldMk cId="4075410136" sldId="271"/>
            <ac:spMk id="8" creationId="{4D7C244C-DED6-4D16-9BCF-0D11275E0887}"/>
          </ac:spMkLst>
        </pc:spChg>
        <pc:spChg chg="add mod">
          <ac:chgData name="Júlio César Chaves" userId="3f913fe9-3202-435d-b9f5-b2fca763184f" providerId="ADAL" clId="{334F1DB0-D3E4-45C1-9611-4EC0CD7495C9}" dt="2021-07-29T18:31:54.513" v="1923"/>
          <ac:spMkLst>
            <pc:docMk/>
            <pc:sldMk cId="4075410136" sldId="271"/>
            <ac:spMk id="9" creationId="{FFE61716-0EB2-45A2-BC2F-D0BBF056DCDC}"/>
          </ac:spMkLst>
        </pc:spChg>
        <pc:picChg chg="ord">
          <ac:chgData name="Júlio César Chaves" userId="3f913fe9-3202-435d-b9f5-b2fca763184f" providerId="ADAL" clId="{334F1DB0-D3E4-45C1-9611-4EC0CD7495C9}" dt="2021-07-29T21:12:57.043" v="2291" actId="166"/>
          <ac:picMkLst>
            <pc:docMk/>
            <pc:sldMk cId="4075410136" sldId="271"/>
            <ac:picMk id="5" creationId="{D969DFC2-6301-4DFB-B1D7-5475C61FD418}"/>
          </ac:picMkLst>
        </pc:picChg>
        <pc:picChg chg="add del mod ord">
          <ac:chgData name="Júlio César Chaves" userId="3f913fe9-3202-435d-b9f5-b2fca763184f" providerId="ADAL" clId="{334F1DB0-D3E4-45C1-9611-4EC0CD7495C9}" dt="2021-07-29T21:22:36.400" v="2312" actId="478"/>
          <ac:picMkLst>
            <pc:docMk/>
            <pc:sldMk cId="4075410136" sldId="271"/>
            <ac:picMk id="8" creationId="{71934FF5-4E57-42CF-996C-6EF693317531}"/>
          </ac:picMkLst>
        </pc:picChg>
      </pc:sldChg>
      <pc:sldChg chg="addSp delSp modSp modNotesTx">
        <pc:chgData name="Júlio César Chaves" userId="3f913fe9-3202-435d-b9f5-b2fca763184f" providerId="ADAL" clId="{334F1DB0-D3E4-45C1-9611-4EC0CD7495C9}" dt="2021-07-29T21:38:57.858" v="2679" actId="20577"/>
        <pc:sldMkLst>
          <pc:docMk/>
          <pc:sldMk cId="1408141345" sldId="272"/>
        </pc:sldMkLst>
        <pc:spChg chg="del">
          <ac:chgData name="Júlio César Chaves" userId="3f913fe9-3202-435d-b9f5-b2fca763184f" providerId="ADAL" clId="{334F1DB0-D3E4-45C1-9611-4EC0CD7495C9}" dt="2021-07-29T18:31:58.222" v="1924" actId="478"/>
          <ac:spMkLst>
            <pc:docMk/>
            <pc:sldMk cId="1408141345" sldId="272"/>
            <ac:spMk id="7" creationId="{A933D211-D1B8-46CE-BDCE-DB9C2E8C9942}"/>
          </ac:spMkLst>
        </pc:spChg>
        <pc:spChg chg="add mod">
          <ac:chgData name="Júlio César Chaves" userId="3f913fe9-3202-435d-b9f5-b2fca763184f" providerId="ADAL" clId="{334F1DB0-D3E4-45C1-9611-4EC0CD7495C9}" dt="2021-07-29T18:31:58.967" v="1925"/>
          <ac:spMkLst>
            <pc:docMk/>
            <pc:sldMk cId="1408141345" sldId="272"/>
            <ac:spMk id="8" creationId="{93819DD1-5588-4AE7-B6CF-703CB7C16807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29T21:43:03.202" v="2704" actId="20577"/>
        <pc:sldMkLst>
          <pc:docMk/>
          <pc:sldMk cId="3581256741" sldId="273"/>
        </pc:sldMkLst>
        <pc:spChg chg="del">
          <ac:chgData name="Júlio César Chaves" userId="3f913fe9-3202-435d-b9f5-b2fca763184f" providerId="ADAL" clId="{334F1DB0-D3E4-45C1-9611-4EC0CD7495C9}" dt="2021-07-29T18:32:04.486" v="1926" actId="478"/>
          <ac:spMkLst>
            <pc:docMk/>
            <pc:sldMk cId="3581256741" sldId="273"/>
            <ac:spMk id="7" creationId="{75869BFE-C0B3-4382-B754-C331FB80377C}"/>
          </ac:spMkLst>
        </pc:spChg>
        <pc:spChg chg="add mod">
          <ac:chgData name="Júlio César Chaves" userId="3f913fe9-3202-435d-b9f5-b2fca763184f" providerId="ADAL" clId="{334F1DB0-D3E4-45C1-9611-4EC0CD7495C9}" dt="2021-07-29T18:32:05.361" v="1927"/>
          <ac:spMkLst>
            <pc:docMk/>
            <pc:sldMk cId="3581256741" sldId="273"/>
            <ac:spMk id="8" creationId="{18943FCF-A081-4509-AE7A-41EF3087EAB9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29T22:08:44.911" v="2795" actId="20577"/>
        <pc:sldMkLst>
          <pc:docMk/>
          <pc:sldMk cId="1098512717" sldId="274"/>
        </pc:sldMkLst>
        <pc:spChg chg="del">
          <ac:chgData name="Júlio César Chaves" userId="3f913fe9-3202-435d-b9f5-b2fca763184f" providerId="ADAL" clId="{334F1DB0-D3E4-45C1-9611-4EC0CD7495C9}" dt="2021-07-29T18:32:10.751" v="1928" actId="478"/>
          <ac:spMkLst>
            <pc:docMk/>
            <pc:sldMk cId="1098512717" sldId="274"/>
            <ac:spMk id="7" creationId="{2881B2AA-94EF-4B0C-9F85-FBBBAC181783}"/>
          </ac:spMkLst>
        </pc:spChg>
        <pc:spChg chg="add mod">
          <ac:chgData name="Júlio César Chaves" userId="3f913fe9-3202-435d-b9f5-b2fca763184f" providerId="ADAL" clId="{334F1DB0-D3E4-45C1-9611-4EC0CD7495C9}" dt="2021-07-29T18:32:11.528" v="1929"/>
          <ac:spMkLst>
            <pc:docMk/>
            <pc:sldMk cId="1098512717" sldId="274"/>
            <ac:spMk id="8" creationId="{149C601C-812D-4C83-B7CC-8F5BF1409569}"/>
          </ac:spMkLst>
        </pc:spChg>
      </pc:sldChg>
      <pc:sldChg chg="addSp delSp modSp mod">
        <pc:chgData name="Júlio César Chaves" userId="3f913fe9-3202-435d-b9f5-b2fca763184f" providerId="ADAL" clId="{334F1DB0-D3E4-45C1-9611-4EC0CD7495C9}" dt="2021-07-29T18:32:16.516" v="1931"/>
        <pc:sldMkLst>
          <pc:docMk/>
          <pc:sldMk cId="445570098" sldId="275"/>
        </pc:sldMkLst>
        <pc:spChg chg="del">
          <ac:chgData name="Júlio César Chaves" userId="3f913fe9-3202-435d-b9f5-b2fca763184f" providerId="ADAL" clId="{334F1DB0-D3E4-45C1-9611-4EC0CD7495C9}" dt="2021-07-29T18:32:16.235" v="1930" actId="478"/>
          <ac:spMkLst>
            <pc:docMk/>
            <pc:sldMk cId="445570098" sldId="275"/>
            <ac:spMk id="7" creationId="{F4A95D9E-3482-406C-B2ED-2C943A11672E}"/>
          </ac:spMkLst>
        </pc:spChg>
        <pc:spChg chg="add mod">
          <ac:chgData name="Júlio César Chaves" userId="3f913fe9-3202-435d-b9f5-b2fca763184f" providerId="ADAL" clId="{334F1DB0-D3E4-45C1-9611-4EC0CD7495C9}" dt="2021-07-29T18:32:16.516" v="1931"/>
          <ac:spMkLst>
            <pc:docMk/>
            <pc:sldMk cId="445570098" sldId="275"/>
            <ac:spMk id="8" creationId="{417F00EA-1C88-49D4-B091-65DDD63DD8A1}"/>
          </ac:spMkLst>
        </pc:spChg>
        <pc:spChg chg="mod">
          <ac:chgData name="Júlio César Chaves" userId="3f913fe9-3202-435d-b9f5-b2fca763184f" providerId="ADAL" clId="{334F1DB0-D3E4-45C1-9611-4EC0CD7495C9}" dt="2021-07-29T18:30:41.050" v="1893" actId="27636"/>
          <ac:spMkLst>
            <pc:docMk/>
            <pc:sldMk cId="445570098" sldId="275"/>
            <ac:spMk id="19459" creationId="{66A94393-BA78-45C3-A0D1-4E0E7DBF753D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29T18:32:19.893" v="1933"/>
        <pc:sldMkLst>
          <pc:docMk/>
          <pc:sldMk cId="2523993563" sldId="276"/>
        </pc:sldMkLst>
        <pc:spChg chg="del">
          <ac:chgData name="Júlio César Chaves" userId="3f913fe9-3202-435d-b9f5-b2fca763184f" providerId="ADAL" clId="{334F1DB0-D3E4-45C1-9611-4EC0CD7495C9}" dt="2021-07-29T18:32:19.582" v="1932" actId="478"/>
          <ac:spMkLst>
            <pc:docMk/>
            <pc:sldMk cId="2523993563" sldId="276"/>
            <ac:spMk id="7" creationId="{0FC2F87F-6FD0-489E-9A5A-1CAAB2651519}"/>
          </ac:spMkLst>
        </pc:spChg>
        <pc:spChg chg="add mod">
          <ac:chgData name="Júlio César Chaves" userId="3f913fe9-3202-435d-b9f5-b2fca763184f" providerId="ADAL" clId="{334F1DB0-D3E4-45C1-9611-4EC0CD7495C9}" dt="2021-07-29T18:32:19.893" v="1933"/>
          <ac:spMkLst>
            <pc:docMk/>
            <pc:sldMk cId="2523993563" sldId="276"/>
            <ac:spMk id="8" creationId="{F9BA2D38-F861-4C3E-9545-66F3AD08A4C5}"/>
          </ac:spMkLst>
        </pc:spChg>
      </pc:sldChg>
      <pc:sldChg chg="addSp delSp modSp mod modNotesTx">
        <pc:chgData name="Júlio César Chaves" userId="3f913fe9-3202-435d-b9f5-b2fca763184f" providerId="ADAL" clId="{334F1DB0-D3E4-45C1-9611-4EC0CD7495C9}" dt="2021-07-29T22:13:43.989" v="2932" actId="20577"/>
        <pc:sldMkLst>
          <pc:docMk/>
          <pc:sldMk cId="2355252257" sldId="277"/>
        </pc:sldMkLst>
        <pc:spChg chg="del">
          <ac:chgData name="Júlio César Chaves" userId="3f913fe9-3202-435d-b9f5-b2fca763184f" providerId="ADAL" clId="{334F1DB0-D3E4-45C1-9611-4EC0CD7495C9}" dt="2021-07-29T18:32:26.083" v="1934" actId="478"/>
          <ac:spMkLst>
            <pc:docMk/>
            <pc:sldMk cId="2355252257" sldId="277"/>
            <ac:spMk id="7" creationId="{A3B6F36C-F9C6-4068-853B-2B79EACC150E}"/>
          </ac:spMkLst>
        </pc:spChg>
        <pc:spChg chg="add mod">
          <ac:chgData name="Júlio César Chaves" userId="3f913fe9-3202-435d-b9f5-b2fca763184f" providerId="ADAL" clId="{334F1DB0-D3E4-45C1-9611-4EC0CD7495C9}" dt="2021-07-29T18:32:26.438" v="1935"/>
          <ac:spMkLst>
            <pc:docMk/>
            <pc:sldMk cId="2355252257" sldId="277"/>
            <ac:spMk id="8" creationId="{FB058384-5954-4695-80AB-C5BD307D71F8}"/>
          </ac:spMkLst>
        </pc:spChg>
        <pc:spChg chg="mod">
          <ac:chgData name="Júlio César Chaves" userId="3f913fe9-3202-435d-b9f5-b2fca763184f" providerId="ADAL" clId="{334F1DB0-D3E4-45C1-9611-4EC0CD7495C9}" dt="2021-07-29T18:30:41.059" v="1894" actId="27636"/>
          <ac:spMkLst>
            <pc:docMk/>
            <pc:sldMk cId="2355252257" sldId="277"/>
            <ac:spMk id="39939" creationId="{EE536267-8996-40AA-BCB5-EE3F28496370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29T18:32:32.031" v="1937"/>
        <pc:sldMkLst>
          <pc:docMk/>
          <pc:sldMk cId="3720525686" sldId="278"/>
        </pc:sldMkLst>
        <pc:spChg chg="del">
          <ac:chgData name="Júlio César Chaves" userId="3f913fe9-3202-435d-b9f5-b2fca763184f" providerId="ADAL" clId="{334F1DB0-D3E4-45C1-9611-4EC0CD7495C9}" dt="2021-07-29T18:32:31.622" v="1936" actId="478"/>
          <ac:spMkLst>
            <pc:docMk/>
            <pc:sldMk cId="3720525686" sldId="278"/>
            <ac:spMk id="7" creationId="{644A38E0-99B6-4675-8C90-0E5489ADEEB5}"/>
          </ac:spMkLst>
        </pc:spChg>
        <pc:spChg chg="add mod">
          <ac:chgData name="Júlio César Chaves" userId="3f913fe9-3202-435d-b9f5-b2fca763184f" providerId="ADAL" clId="{334F1DB0-D3E4-45C1-9611-4EC0CD7495C9}" dt="2021-07-29T18:32:32.031" v="1937"/>
          <ac:spMkLst>
            <pc:docMk/>
            <pc:sldMk cId="3720525686" sldId="278"/>
            <ac:spMk id="8" creationId="{E8B929A5-BC5F-4431-BEE2-4BFF42422777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29T22:15:31.006" v="2954" actId="20577"/>
        <pc:sldMkLst>
          <pc:docMk/>
          <pc:sldMk cId="3790508906" sldId="279"/>
        </pc:sldMkLst>
        <pc:spChg chg="del">
          <ac:chgData name="Júlio César Chaves" userId="3f913fe9-3202-435d-b9f5-b2fca763184f" providerId="ADAL" clId="{334F1DB0-D3E4-45C1-9611-4EC0CD7495C9}" dt="2021-07-29T18:32:36.726" v="1938" actId="478"/>
          <ac:spMkLst>
            <pc:docMk/>
            <pc:sldMk cId="3790508906" sldId="279"/>
            <ac:spMk id="9" creationId="{BBDA4824-551C-45E0-A23A-138FE1603D2B}"/>
          </ac:spMkLst>
        </pc:spChg>
        <pc:spChg chg="add mod">
          <ac:chgData name="Júlio César Chaves" userId="3f913fe9-3202-435d-b9f5-b2fca763184f" providerId="ADAL" clId="{334F1DB0-D3E4-45C1-9611-4EC0CD7495C9}" dt="2021-07-29T18:32:37.053" v="1939"/>
          <ac:spMkLst>
            <pc:docMk/>
            <pc:sldMk cId="3790508906" sldId="279"/>
            <ac:spMk id="10" creationId="{DA578B18-0293-4552-935C-89B3A5F90A2C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29T18:32:40.397" v="1941"/>
        <pc:sldMkLst>
          <pc:docMk/>
          <pc:sldMk cId="1416372192" sldId="280"/>
        </pc:sldMkLst>
        <pc:spChg chg="del">
          <ac:chgData name="Júlio César Chaves" userId="3f913fe9-3202-435d-b9f5-b2fca763184f" providerId="ADAL" clId="{334F1DB0-D3E4-45C1-9611-4EC0CD7495C9}" dt="2021-07-29T18:32:40.055" v="1940" actId="478"/>
          <ac:spMkLst>
            <pc:docMk/>
            <pc:sldMk cId="1416372192" sldId="280"/>
            <ac:spMk id="8" creationId="{6763856C-88AF-48B1-B105-AD136FB2E21B}"/>
          </ac:spMkLst>
        </pc:spChg>
        <pc:spChg chg="add mod">
          <ac:chgData name="Júlio César Chaves" userId="3f913fe9-3202-435d-b9f5-b2fca763184f" providerId="ADAL" clId="{334F1DB0-D3E4-45C1-9611-4EC0CD7495C9}" dt="2021-07-29T18:32:40.397" v="1941"/>
          <ac:spMkLst>
            <pc:docMk/>
            <pc:sldMk cId="1416372192" sldId="280"/>
            <ac:spMk id="9" creationId="{EFD52B5C-DB5E-451D-A40B-3E42F87B748C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29T18:32:44.503" v="1943"/>
        <pc:sldMkLst>
          <pc:docMk/>
          <pc:sldMk cId="4057733979" sldId="281"/>
        </pc:sldMkLst>
        <pc:spChg chg="del">
          <ac:chgData name="Júlio César Chaves" userId="3f913fe9-3202-435d-b9f5-b2fca763184f" providerId="ADAL" clId="{334F1DB0-D3E4-45C1-9611-4EC0CD7495C9}" dt="2021-07-29T18:32:44.218" v="1942" actId="478"/>
          <ac:spMkLst>
            <pc:docMk/>
            <pc:sldMk cId="4057733979" sldId="281"/>
            <ac:spMk id="8" creationId="{DAD1374C-AF0F-437F-92DD-AE0A4666A7D7}"/>
          </ac:spMkLst>
        </pc:spChg>
        <pc:spChg chg="add mod">
          <ac:chgData name="Júlio César Chaves" userId="3f913fe9-3202-435d-b9f5-b2fca763184f" providerId="ADAL" clId="{334F1DB0-D3E4-45C1-9611-4EC0CD7495C9}" dt="2021-07-29T18:32:44.503" v="1943"/>
          <ac:spMkLst>
            <pc:docMk/>
            <pc:sldMk cId="4057733979" sldId="281"/>
            <ac:spMk id="9" creationId="{6C283C3F-3ED8-47DE-AC8C-E18CD2C93651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1:59:14.517" v="3052" actId="20577"/>
        <pc:sldMkLst>
          <pc:docMk/>
          <pc:sldMk cId="2390052468" sldId="282"/>
        </pc:sldMkLst>
        <pc:spChg chg="del">
          <ac:chgData name="Júlio César Chaves" userId="3f913fe9-3202-435d-b9f5-b2fca763184f" providerId="ADAL" clId="{334F1DB0-D3E4-45C1-9611-4EC0CD7495C9}" dt="2021-07-29T18:32:49.242" v="1944" actId="478"/>
          <ac:spMkLst>
            <pc:docMk/>
            <pc:sldMk cId="2390052468" sldId="282"/>
            <ac:spMk id="8" creationId="{BF6299DE-E550-46A7-BB12-41FE886EACFE}"/>
          </ac:spMkLst>
        </pc:spChg>
        <pc:spChg chg="add mod">
          <ac:chgData name="Júlio César Chaves" userId="3f913fe9-3202-435d-b9f5-b2fca763184f" providerId="ADAL" clId="{334F1DB0-D3E4-45C1-9611-4EC0CD7495C9}" dt="2021-07-29T18:32:49.585" v="1945"/>
          <ac:spMkLst>
            <pc:docMk/>
            <pc:sldMk cId="2390052468" sldId="282"/>
            <ac:spMk id="9" creationId="{87D74ABE-8B24-4CBE-9882-6DF63F065F54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2:01:52.185" v="3107" actId="20577"/>
        <pc:sldMkLst>
          <pc:docMk/>
          <pc:sldMk cId="2105462523" sldId="283"/>
        </pc:sldMkLst>
        <pc:spChg chg="del">
          <ac:chgData name="Júlio César Chaves" userId="3f913fe9-3202-435d-b9f5-b2fca763184f" providerId="ADAL" clId="{334F1DB0-D3E4-45C1-9611-4EC0CD7495C9}" dt="2021-07-29T18:32:53.051" v="1946" actId="478"/>
          <ac:spMkLst>
            <pc:docMk/>
            <pc:sldMk cId="2105462523" sldId="283"/>
            <ac:spMk id="7" creationId="{0E7874AD-14DA-4126-B8FD-00C80CFC5963}"/>
          </ac:spMkLst>
        </pc:spChg>
        <pc:spChg chg="add mod">
          <ac:chgData name="Júlio César Chaves" userId="3f913fe9-3202-435d-b9f5-b2fca763184f" providerId="ADAL" clId="{334F1DB0-D3E4-45C1-9611-4EC0CD7495C9}" dt="2021-07-29T18:32:53.352" v="1947"/>
          <ac:spMkLst>
            <pc:docMk/>
            <pc:sldMk cId="2105462523" sldId="283"/>
            <ac:spMk id="8" creationId="{8D8F699B-8601-42E2-A4CF-4A3CBDB287B5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2:04:17.906" v="3191" actId="20577"/>
        <pc:sldMkLst>
          <pc:docMk/>
          <pc:sldMk cId="2307549240" sldId="284"/>
        </pc:sldMkLst>
        <pc:spChg chg="del">
          <ac:chgData name="Júlio César Chaves" userId="3f913fe9-3202-435d-b9f5-b2fca763184f" providerId="ADAL" clId="{334F1DB0-D3E4-45C1-9611-4EC0CD7495C9}" dt="2021-07-29T18:32:58.390" v="1948" actId="478"/>
          <ac:spMkLst>
            <pc:docMk/>
            <pc:sldMk cId="2307549240" sldId="284"/>
            <ac:spMk id="7" creationId="{1F55811C-336C-4268-887E-E4F20183AC20}"/>
          </ac:spMkLst>
        </pc:spChg>
        <pc:spChg chg="add mod">
          <ac:chgData name="Júlio César Chaves" userId="3f913fe9-3202-435d-b9f5-b2fca763184f" providerId="ADAL" clId="{334F1DB0-D3E4-45C1-9611-4EC0CD7495C9}" dt="2021-07-29T18:32:58.710" v="1949"/>
          <ac:spMkLst>
            <pc:docMk/>
            <pc:sldMk cId="2307549240" sldId="284"/>
            <ac:spMk id="8" creationId="{E16078C3-DA6A-4861-A5C2-085BEC5CFA1F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2:08:46.445" v="3279" actId="20577"/>
        <pc:sldMkLst>
          <pc:docMk/>
          <pc:sldMk cId="1295012585" sldId="285"/>
        </pc:sldMkLst>
        <pc:spChg chg="del">
          <ac:chgData name="Júlio César Chaves" userId="3f913fe9-3202-435d-b9f5-b2fca763184f" providerId="ADAL" clId="{334F1DB0-D3E4-45C1-9611-4EC0CD7495C9}" dt="2021-07-29T18:33:04.210" v="1950" actId="478"/>
          <ac:spMkLst>
            <pc:docMk/>
            <pc:sldMk cId="1295012585" sldId="285"/>
            <ac:spMk id="7" creationId="{E1CCBA16-76FE-4485-A643-35A4C30E741E}"/>
          </ac:spMkLst>
        </pc:spChg>
        <pc:spChg chg="add mod">
          <ac:chgData name="Júlio César Chaves" userId="3f913fe9-3202-435d-b9f5-b2fca763184f" providerId="ADAL" clId="{334F1DB0-D3E4-45C1-9611-4EC0CD7495C9}" dt="2021-07-29T18:33:04.561" v="1951"/>
          <ac:spMkLst>
            <pc:docMk/>
            <pc:sldMk cId="1295012585" sldId="285"/>
            <ac:spMk id="8" creationId="{AB28F6DD-796B-40AF-8E2A-6C3D77F186F3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2:55:49.462" v="3480" actId="20577"/>
        <pc:sldMkLst>
          <pc:docMk/>
          <pc:sldMk cId="412676248" sldId="286"/>
        </pc:sldMkLst>
        <pc:spChg chg="del">
          <ac:chgData name="Júlio César Chaves" userId="3f913fe9-3202-435d-b9f5-b2fca763184f" providerId="ADAL" clId="{334F1DB0-D3E4-45C1-9611-4EC0CD7495C9}" dt="2021-07-29T18:33:08.371" v="1952" actId="478"/>
          <ac:spMkLst>
            <pc:docMk/>
            <pc:sldMk cId="412676248" sldId="286"/>
            <ac:spMk id="7" creationId="{7D95FFDF-3E66-47BF-B94C-AC6EC40F31D3}"/>
          </ac:spMkLst>
        </pc:spChg>
        <pc:spChg chg="add mod">
          <ac:chgData name="Júlio César Chaves" userId="3f913fe9-3202-435d-b9f5-b2fca763184f" providerId="ADAL" clId="{334F1DB0-D3E4-45C1-9611-4EC0CD7495C9}" dt="2021-07-29T18:33:08.671" v="1953"/>
          <ac:spMkLst>
            <pc:docMk/>
            <pc:sldMk cId="412676248" sldId="286"/>
            <ac:spMk id="8" creationId="{2329B8A7-BA19-42B6-8FC4-A91CFF2C6BF5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2:57:37.361" v="3533" actId="20577"/>
        <pc:sldMkLst>
          <pc:docMk/>
          <pc:sldMk cId="641765676" sldId="287"/>
        </pc:sldMkLst>
        <pc:spChg chg="del">
          <ac:chgData name="Júlio César Chaves" userId="3f913fe9-3202-435d-b9f5-b2fca763184f" providerId="ADAL" clId="{334F1DB0-D3E4-45C1-9611-4EC0CD7495C9}" dt="2021-07-29T18:33:12.526" v="1954" actId="478"/>
          <ac:spMkLst>
            <pc:docMk/>
            <pc:sldMk cId="641765676" sldId="287"/>
            <ac:spMk id="7" creationId="{74A949FC-D3D1-49E3-BB19-F5A4300C8BEB}"/>
          </ac:spMkLst>
        </pc:spChg>
        <pc:spChg chg="add mod">
          <ac:chgData name="Júlio César Chaves" userId="3f913fe9-3202-435d-b9f5-b2fca763184f" providerId="ADAL" clId="{334F1DB0-D3E4-45C1-9611-4EC0CD7495C9}" dt="2021-07-29T18:33:12.821" v="1955"/>
          <ac:spMkLst>
            <pc:docMk/>
            <pc:sldMk cId="641765676" sldId="287"/>
            <ac:spMk id="8" creationId="{58F84F9B-D4D5-4D8D-95F9-8141C486EFD7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2:58:56.305" v="3574" actId="20577"/>
        <pc:sldMkLst>
          <pc:docMk/>
          <pc:sldMk cId="3043459738" sldId="288"/>
        </pc:sldMkLst>
        <pc:spChg chg="del">
          <ac:chgData name="Júlio César Chaves" userId="3f913fe9-3202-435d-b9f5-b2fca763184f" providerId="ADAL" clId="{334F1DB0-D3E4-45C1-9611-4EC0CD7495C9}" dt="2021-07-29T18:33:20.802" v="1956" actId="478"/>
          <ac:spMkLst>
            <pc:docMk/>
            <pc:sldMk cId="3043459738" sldId="288"/>
            <ac:spMk id="7" creationId="{28198E9B-AC6A-476F-9E39-590B02DB7FC7}"/>
          </ac:spMkLst>
        </pc:spChg>
        <pc:spChg chg="add mod">
          <ac:chgData name="Júlio César Chaves" userId="3f913fe9-3202-435d-b9f5-b2fca763184f" providerId="ADAL" clId="{334F1DB0-D3E4-45C1-9611-4EC0CD7495C9}" dt="2021-07-29T18:33:21.178" v="1957"/>
          <ac:spMkLst>
            <pc:docMk/>
            <pc:sldMk cId="3043459738" sldId="288"/>
            <ac:spMk id="8" creationId="{67F27196-EEB8-452C-BC47-4533A2FE7E30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00:31.214" v="3627" actId="20577"/>
        <pc:sldMkLst>
          <pc:docMk/>
          <pc:sldMk cId="1856053580" sldId="289"/>
        </pc:sldMkLst>
        <pc:spChg chg="del">
          <ac:chgData name="Júlio César Chaves" userId="3f913fe9-3202-435d-b9f5-b2fca763184f" providerId="ADAL" clId="{334F1DB0-D3E4-45C1-9611-4EC0CD7495C9}" dt="2021-07-29T18:33:24.330" v="1958" actId="478"/>
          <ac:spMkLst>
            <pc:docMk/>
            <pc:sldMk cId="1856053580" sldId="289"/>
            <ac:spMk id="7" creationId="{216F2358-2F10-42F6-A5D2-F5A2F7D766E7}"/>
          </ac:spMkLst>
        </pc:spChg>
        <pc:spChg chg="add mod">
          <ac:chgData name="Júlio César Chaves" userId="3f913fe9-3202-435d-b9f5-b2fca763184f" providerId="ADAL" clId="{334F1DB0-D3E4-45C1-9611-4EC0CD7495C9}" dt="2021-07-29T18:33:24.625" v="1959"/>
          <ac:spMkLst>
            <pc:docMk/>
            <pc:sldMk cId="1856053580" sldId="289"/>
            <ac:spMk id="8" creationId="{2582CE4E-4601-4E6D-AF3E-4FE693E8DBB9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02:15.695" v="3660" actId="20577"/>
        <pc:sldMkLst>
          <pc:docMk/>
          <pc:sldMk cId="2175202111" sldId="290"/>
        </pc:sldMkLst>
        <pc:spChg chg="del">
          <ac:chgData name="Júlio César Chaves" userId="3f913fe9-3202-435d-b9f5-b2fca763184f" providerId="ADAL" clId="{334F1DB0-D3E4-45C1-9611-4EC0CD7495C9}" dt="2021-07-29T18:33:27.418" v="1960" actId="478"/>
          <ac:spMkLst>
            <pc:docMk/>
            <pc:sldMk cId="2175202111" sldId="290"/>
            <ac:spMk id="8" creationId="{86909060-1CF6-41A9-BF1A-CBB324AF6883}"/>
          </ac:spMkLst>
        </pc:spChg>
        <pc:spChg chg="add mod">
          <ac:chgData name="Júlio César Chaves" userId="3f913fe9-3202-435d-b9f5-b2fca763184f" providerId="ADAL" clId="{334F1DB0-D3E4-45C1-9611-4EC0CD7495C9}" dt="2021-07-29T18:33:27.692" v="1961"/>
          <ac:spMkLst>
            <pc:docMk/>
            <pc:sldMk cId="2175202111" sldId="290"/>
            <ac:spMk id="9" creationId="{883178AF-18DF-4272-B937-30ACBCAC2B5D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28:10.790" v="3747" actId="20577"/>
        <pc:sldMkLst>
          <pc:docMk/>
          <pc:sldMk cId="1648001069" sldId="291"/>
        </pc:sldMkLst>
        <pc:spChg chg="del">
          <ac:chgData name="Júlio César Chaves" userId="3f913fe9-3202-435d-b9f5-b2fca763184f" providerId="ADAL" clId="{334F1DB0-D3E4-45C1-9611-4EC0CD7495C9}" dt="2021-07-29T18:33:31.689" v="1962" actId="478"/>
          <ac:spMkLst>
            <pc:docMk/>
            <pc:sldMk cId="1648001069" sldId="291"/>
            <ac:spMk id="7" creationId="{8370BC3C-3427-4D89-B7E4-6D3FB0B187AC}"/>
          </ac:spMkLst>
        </pc:spChg>
        <pc:spChg chg="add mod">
          <ac:chgData name="Júlio César Chaves" userId="3f913fe9-3202-435d-b9f5-b2fca763184f" providerId="ADAL" clId="{334F1DB0-D3E4-45C1-9611-4EC0CD7495C9}" dt="2021-07-29T18:33:31.977" v="1963"/>
          <ac:spMkLst>
            <pc:docMk/>
            <pc:sldMk cId="1648001069" sldId="291"/>
            <ac:spMk id="8" creationId="{614EF3FE-4B20-4AD2-BEFC-CBA852BE1CDE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29T18:33:36.238" v="1965"/>
        <pc:sldMkLst>
          <pc:docMk/>
          <pc:sldMk cId="1509187883" sldId="292"/>
        </pc:sldMkLst>
        <pc:spChg chg="del">
          <ac:chgData name="Júlio César Chaves" userId="3f913fe9-3202-435d-b9f5-b2fca763184f" providerId="ADAL" clId="{334F1DB0-D3E4-45C1-9611-4EC0CD7495C9}" dt="2021-07-29T18:33:35.954" v="1964" actId="478"/>
          <ac:spMkLst>
            <pc:docMk/>
            <pc:sldMk cId="1509187883" sldId="292"/>
            <ac:spMk id="7" creationId="{08B9C045-572A-44B1-82E4-FD2415E748F0}"/>
          </ac:spMkLst>
        </pc:spChg>
        <pc:spChg chg="add mod">
          <ac:chgData name="Júlio César Chaves" userId="3f913fe9-3202-435d-b9f5-b2fca763184f" providerId="ADAL" clId="{334F1DB0-D3E4-45C1-9611-4EC0CD7495C9}" dt="2021-07-29T18:33:36.238" v="1965"/>
          <ac:spMkLst>
            <pc:docMk/>
            <pc:sldMk cId="1509187883" sldId="292"/>
            <ac:spMk id="8" creationId="{AE77660B-31BE-427B-AE8E-F77B41C3233F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50:37.666" v="4144" actId="20577"/>
        <pc:sldMkLst>
          <pc:docMk/>
          <pc:sldMk cId="4001810253" sldId="293"/>
        </pc:sldMkLst>
        <pc:spChg chg="del">
          <ac:chgData name="Júlio César Chaves" userId="3f913fe9-3202-435d-b9f5-b2fca763184f" providerId="ADAL" clId="{334F1DB0-D3E4-45C1-9611-4EC0CD7495C9}" dt="2021-07-30T13:36:28.328" v="3835" actId="478"/>
          <ac:spMkLst>
            <pc:docMk/>
            <pc:sldMk cId="4001810253" sldId="293"/>
            <ac:spMk id="7" creationId="{460DF999-0C85-4DF6-942C-41F322C53588}"/>
          </ac:spMkLst>
        </pc:spChg>
        <pc:spChg chg="add mod">
          <ac:chgData name="Júlio César Chaves" userId="3f913fe9-3202-435d-b9f5-b2fca763184f" providerId="ADAL" clId="{334F1DB0-D3E4-45C1-9611-4EC0CD7495C9}" dt="2021-07-30T13:36:28.627" v="3836"/>
          <ac:spMkLst>
            <pc:docMk/>
            <pc:sldMk cId="4001810253" sldId="293"/>
            <ac:spMk id="8" creationId="{C87D35AB-EED1-4F4B-B944-0385A01EC49A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56:53.379" v="4265"/>
        <pc:sldMkLst>
          <pc:docMk/>
          <pc:sldMk cId="786531412" sldId="294"/>
        </pc:sldMkLst>
        <pc:spChg chg="del">
          <ac:chgData name="Júlio César Chaves" userId="3f913fe9-3202-435d-b9f5-b2fca763184f" providerId="ADAL" clId="{334F1DB0-D3E4-45C1-9611-4EC0CD7495C9}" dt="2021-07-30T13:56:53.025" v="4264" actId="478"/>
          <ac:spMkLst>
            <pc:docMk/>
            <pc:sldMk cId="786531412" sldId="294"/>
            <ac:spMk id="7" creationId="{F2E78473-7750-4199-828E-9C87C8A72B02}"/>
          </ac:spMkLst>
        </pc:spChg>
        <pc:spChg chg="add mod">
          <ac:chgData name="Júlio César Chaves" userId="3f913fe9-3202-435d-b9f5-b2fca763184f" providerId="ADAL" clId="{334F1DB0-D3E4-45C1-9611-4EC0CD7495C9}" dt="2021-07-30T13:56:53.379" v="4265"/>
          <ac:spMkLst>
            <pc:docMk/>
            <pc:sldMk cId="786531412" sldId="294"/>
            <ac:spMk id="8" creationId="{4EFB1009-F6C3-4846-B8DD-4BF3C2452381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56:57.892" v="4267"/>
        <pc:sldMkLst>
          <pc:docMk/>
          <pc:sldMk cId="497987387" sldId="295"/>
        </pc:sldMkLst>
        <pc:spChg chg="del">
          <ac:chgData name="Júlio César Chaves" userId="3f913fe9-3202-435d-b9f5-b2fca763184f" providerId="ADAL" clId="{334F1DB0-D3E4-45C1-9611-4EC0CD7495C9}" dt="2021-07-30T13:56:57.121" v="4266" actId="478"/>
          <ac:spMkLst>
            <pc:docMk/>
            <pc:sldMk cId="497987387" sldId="295"/>
            <ac:spMk id="7" creationId="{B3D1C8A5-8CBA-4927-A3FF-F30EDFC3D2C6}"/>
          </ac:spMkLst>
        </pc:spChg>
        <pc:spChg chg="add mod">
          <ac:chgData name="Júlio César Chaves" userId="3f913fe9-3202-435d-b9f5-b2fca763184f" providerId="ADAL" clId="{334F1DB0-D3E4-45C1-9611-4EC0CD7495C9}" dt="2021-07-30T13:56:57.892" v="4267"/>
          <ac:spMkLst>
            <pc:docMk/>
            <pc:sldMk cId="497987387" sldId="295"/>
            <ac:spMk id="8" creationId="{7A49154F-A0AE-4B5F-A3D5-CC5D601BA3AE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3:57:05.675" v="4269"/>
        <pc:sldMkLst>
          <pc:docMk/>
          <pc:sldMk cId="2986827585" sldId="296"/>
        </pc:sldMkLst>
        <pc:spChg chg="del">
          <ac:chgData name="Júlio César Chaves" userId="3f913fe9-3202-435d-b9f5-b2fca763184f" providerId="ADAL" clId="{334F1DB0-D3E4-45C1-9611-4EC0CD7495C9}" dt="2021-07-30T13:57:05.402" v="4268" actId="478"/>
          <ac:spMkLst>
            <pc:docMk/>
            <pc:sldMk cId="2986827585" sldId="296"/>
            <ac:spMk id="7" creationId="{98F4B3D8-37CC-4FA8-8FBE-EF600B9E2127}"/>
          </ac:spMkLst>
        </pc:spChg>
        <pc:spChg chg="add mod">
          <ac:chgData name="Júlio César Chaves" userId="3f913fe9-3202-435d-b9f5-b2fca763184f" providerId="ADAL" clId="{334F1DB0-D3E4-45C1-9611-4EC0CD7495C9}" dt="2021-07-30T13:57:05.675" v="4269"/>
          <ac:spMkLst>
            <pc:docMk/>
            <pc:sldMk cId="2986827585" sldId="296"/>
            <ac:spMk id="8" creationId="{39A67035-FF86-47A5-B1AF-C463FB4CEA81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30T13:57:10.217" v="4271"/>
        <pc:sldMkLst>
          <pc:docMk/>
          <pc:sldMk cId="1677336531" sldId="297"/>
        </pc:sldMkLst>
        <pc:spChg chg="del">
          <ac:chgData name="Júlio César Chaves" userId="3f913fe9-3202-435d-b9f5-b2fca763184f" providerId="ADAL" clId="{334F1DB0-D3E4-45C1-9611-4EC0CD7495C9}" dt="2021-07-30T13:57:09.859" v="4270" actId="478"/>
          <ac:spMkLst>
            <pc:docMk/>
            <pc:sldMk cId="1677336531" sldId="297"/>
            <ac:spMk id="7" creationId="{9FA5E9F8-D98E-4621-A51B-260CECEEA624}"/>
          </ac:spMkLst>
        </pc:spChg>
        <pc:spChg chg="add mod">
          <ac:chgData name="Júlio César Chaves" userId="3f913fe9-3202-435d-b9f5-b2fca763184f" providerId="ADAL" clId="{334F1DB0-D3E4-45C1-9611-4EC0CD7495C9}" dt="2021-07-30T13:57:10.217" v="4271"/>
          <ac:spMkLst>
            <pc:docMk/>
            <pc:sldMk cId="1677336531" sldId="297"/>
            <ac:spMk id="8" creationId="{2EC99788-4A78-4844-A519-3AD0C14753F9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02:03.039" v="4400" actId="20577"/>
        <pc:sldMkLst>
          <pc:docMk/>
          <pc:sldMk cId="3399362261" sldId="298"/>
        </pc:sldMkLst>
        <pc:spChg chg="del">
          <ac:chgData name="Júlio César Chaves" userId="3f913fe9-3202-435d-b9f5-b2fca763184f" providerId="ADAL" clId="{334F1DB0-D3E4-45C1-9611-4EC0CD7495C9}" dt="2021-07-30T13:57:14.574" v="4272" actId="478"/>
          <ac:spMkLst>
            <pc:docMk/>
            <pc:sldMk cId="3399362261" sldId="298"/>
            <ac:spMk id="10" creationId="{C1FAD809-B3FB-42A6-9618-E6CDC9A46F26}"/>
          </ac:spMkLst>
        </pc:spChg>
        <pc:spChg chg="add mod">
          <ac:chgData name="Júlio César Chaves" userId="3f913fe9-3202-435d-b9f5-b2fca763184f" providerId="ADAL" clId="{334F1DB0-D3E4-45C1-9611-4EC0CD7495C9}" dt="2021-07-30T13:57:14.875" v="4273"/>
          <ac:spMkLst>
            <pc:docMk/>
            <pc:sldMk cId="3399362261" sldId="298"/>
            <ac:spMk id="11" creationId="{8030B3FB-8447-4A9A-833D-8F26481A37C5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20:14.168" v="4658"/>
        <pc:sldMkLst>
          <pc:docMk/>
          <pc:sldMk cId="726449632" sldId="299"/>
        </pc:sldMkLst>
        <pc:spChg chg="del">
          <ac:chgData name="Júlio César Chaves" userId="3f913fe9-3202-435d-b9f5-b2fca763184f" providerId="ADAL" clId="{334F1DB0-D3E4-45C1-9611-4EC0CD7495C9}" dt="2021-07-30T14:20:13.852" v="4657" actId="478"/>
          <ac:spMkLst>
            <pc:docMk/>
            <pc:sldMk cId="726449632" sldId="299"/>
            <ac:spMk id="11" creationId="{9C13D19B-F874-4D77-81CC-55AE546B87FE}"/>
          </ac:spMkLst>
        </pc:spChg>
        <pc:spChg chg="add mod">
          <ac:chgData name="Júlio César Chaves" userId="3f913fe9-3202-435d-b9f5-b2fca763184f" providerId="ADAL" clId="{334F1DB0-D3E4-45C1-9611-4EC0CD7495C9}" dt="2021-07-30T14:20:14.168" v="4658"/>
          <ac:spMkLst>
            <pc:docMk/>
            <pc:sldMk cId="726449632" sldId="299"/>
            <ac:spMk id="12" creationId="{9F1CD717-DA16-440E-A898-72FD62BE7767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20:19.758" v="4660"/>
        <pc:sldMkLst>
          <pc:docMk/>
          <pc:sldMk cId="3389660424" sldId="300"/>
        </pc:sldMkLst>
        <pc:spChg chg="del">
          <ac:chgData name="Júlio César Chaves" userId="3f913fe9-3202-435d-b9f5-b2fca763184f" providerId="ADAL" clId="{334F1DB0-D3E4-45C1-9611-4EC0CD7495C9}" dt="2021-07-30T14:20:19.072" v="4659" actId="478"/>
          <ac:spMkLst>
            <pc:docMk/>
            <pc:sldMk cId="3389660424" sldId="300"/>
            <ac:spMk id="10" creationId="{2855D01D-F29E-4FD9-ADE3-9FB3863E72A9}"/>
          </ac:spMkLst>
        </pc:spChg>
        <pc:spChg chg="add mod">
          <ac:chgData name="Júlio César Chaves" userId="3f913fe9-3202-435d-b9f5-b2fca763184f" providerId="ADAL" clId="{334F1DB0-D3E4-45C1-9611-4EC0CD7495C9}" dt="2021-07-30T14:20:19.758" v="4660"/>
          <ac:spMkLst>
            <pc:docMk/>
            <pc:sldMk cId="3389660424" sldId="300"/>
            <ac:spMk id="11" creationId="{A24FB560-D73E-4761-A230-F73FAA5E63A5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25:57.690" v="4714" actId="20577"/>
        <pc:sldMkLst>
          <pc:docMk/>
          <pc:sldMk cId="3039829254" sldId="301"/>
        </pc:sldMkLst>
        <pc:spChg chg="del">
          <ac:chgData name="Júlio César Chaves" userId="3f913fe9-3202-435d-b9f5-b2fca763184f" providerId="ADAL" clId="{334F1DB0-D3E4-45C1-9611-4EC0CD7495C9}" dt="2021-07-30T14:20:24.802" v="4661" actId="478"/>
          <ac:spMkLst>
            <pc:docMk/>
            <pc:sldMk cId="3039829254" sldId="301"/>
            <ac:spMk id="7" creationId="{4ADA2E4B-1466-44C5-AFCE-BF9518336318}"/>
          </ac:spMkLst>
        </pc:spChg>
        <pc:spChg chg="add mod">
          <ac:chgData name="Júlio César Chaves" userId="3f913fe9-3202-435d-b9f5-b2fca763184f" providerId="ADAL" clId="{334F1DB0-D3E4-45C1-9611-4EC0CD7495C9}" dt="2021-07-30T14:20:25.134" v="4662"/>
          <ac:spMkLst>
            <pc:docMk/>
            <pc:sldMk cId="3039829254" sldId="301"/>
            <ac:spMk id="8" creationId="{232C05E8-9ED7-4103-9CA9-71CE894ACA4E}"/>
          </ac:spMkLst>
        </pc:spChg>
      </pc:sldChg>
      <pc:sldChg chg="delSp modNotesTx">
        <pc:chgData name="Júlio César Chaves" userId="3f913fe9-3202-435d-b9f5-b2fca763184f" providerId="ADAL" clId="{334F1DB0-D3E4-45C1-9611-4EC0CD7495C9}" dt="2021-07-30T14:35:35.222" v="4963" actId="20577"/>
        <pc:sldMkLst>
          <pc:docMk/>
          <pc:sldMk cId="270213281" sldId="302"/>
        </pc:sldMkLst>
        <pc:spChg chg="del">
          <ac:chgData name="Júlio César Chaves" userId="3f913fe9-3202-435d-b9f5-b2fca763184f" providerId="ADAL" clId="{334F1DB0-D3E4-45C1-9611-4EC0CD7495C9}" dt="2021-07-30T14:20:29.118" v="4663" actId="478"/>
          <ac:spMkLst>
            <pc:docMk/>
            <pc:sldMk cId="270213281" sldId="302"/>
            <ac:spMk id="7" creationId="{6CCA27DE-603A-47B2-A8FE-ADD5D472B44A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37:37.439" v="5023" actId="20577"/>
        <pc:sldMkLst>
          <pc:docMk/>
          <pc:sldMk cId="2604995243" sldId="303"/>
        </pc:sldMkLst>
        <pc:spChg chg="del">
          <ac:chgData name="Júlio César Chaves" userId="3f913fe9-3202-435d-b9f5-b2fca763184f" providerId="ADAL" clId="{334F1DB0-D3E4-45C1-9611-4EC0CD7495C9}" dt="2021-07-30T14:20:33.464" v="4664" actId="478"/>
          <ac:spMkLst>
            <pc:docMk/>
            <pc:sldMk cId="2604995243" sldId="303"/>
            <ac:spMk id="9" creationId="{B87763A1-3735-42C8-B980-BA7BC47AF72B}"/>
          </ac:spMkLst>
        </pc:spChg>
        <pc:spChg chg="add mod">
          <ac:chgData name="Júlio César Chaves" userId="3f913fe9-3202-435d-b9f5-b2fca763184f" providerId="ADAL" clId="{334F1DB0-D3E4-45C1-9611-4EC0CD7495C9}" dt="2021-07-30T14:20:33.747" v="4665"/>
          <ac:spMkLst>
            <pc:docMk/>
            <pc:sldMk cId="2604995243" sldId="303"/>
            <ac:spMk id="12" creationId="{79C1CB8F-2EF5-4279-8215-64DEEBC6BA80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54:37.571" v="5113" actId="20577"/>
        <pc:sldMkLst>
          <pc:docMk/>
          <pc:sldMk cId="3847207527" sldId="305"/>
        </pc:sldMkLst>
        <pc:spChg chg="del">
          <ac:chgData name="Júlio César Chaves" userId="3f913fe9-3202-435d-b9f5-b2fca763184f" providerId="ADAL" clId="{334F1DB0-D3E4-45C1-9611-4EC0CD7495C9}" dt="2021-07-30T14:20:38.332" v="4666" actId="478"/>
          <ac:spMkLst>
            <pc:docMk/>
            <pc:sldMk cId="3847207527" sldId="305"/>
            <ac:spMk id="7" creationId="{01066F96-CAB0-42F8-901E-05F8F0014684}"/>
          </ac:spMkLst>
        </pc:spChg>
        <pc:spChg chg="add mod">
          <ac:chgData name="Júlio César Chaves" userId="3f913fe9-3202-435d-b9f5-b2fca763184f" providerId="ADAL" clId="{334F1DB0-D3E4-45C1-9611-4EC0CD7495C9}" dt="2021-07-30T14:20:38.664" v="4667"/>
          <ac:spMkLst>
            <pc:docMk/>
            <pc:sldMk cId="3847207527" sldId="305"/>
            <ac:spMk id="8" creationId="{25BC1C3B-BD83-4838-93E8-7BA01A2E44D8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58:02.541" v="5222" actId="6549"/>
        <pc:sldMkLst>
          <pc:docMk/>
          <pc:sldMk cId="3322774482" sldId="306"/>
        </pc:sldMkLst>
        <pc:spChg chg="del">
          <ac:chgData name="Júlio César Chaves" userId="3f913fe9-3202-435d-b9f5-b2fca763184f" providerId="ADAL" clId="{334F1DB0-D3E4-45C1-9611-4EC0CD7495C9}" dt="2021-07-30T14:20:42.973" v="4668" actId="478"/>
          <ac:spMkLst>
            <pc:docMk/>
            <pc:sldMk cId="3322774482" sldId="306"/>
            <ac:spMk id="7" creationId="{80839A8B-3AB4-42E4-9805-47C9D87F9517}"/>
          </ac:spMkLst>
        </pc:spChg>
        <pc:spChg chg="add mod">
          <ac:chgData name="Júlio César Chaves" userId="3f913fe9-3202-435d-b9f5-b2fca763184f" providerId="ADAL" clId="{334F1DB0-D3E4-45C1-9611-4EC0CD7495C9}" dt="2021-07-30T14:20:43.322" v="4669"/>
          <ac:spMkLst>
            <pc:docMk/>
            <pc:sldMk cId="3322774482" sldId="306"/>
            <ac:spMk id="8" creationId="{DB860C06-E746-4472-B658-5E914950D3C4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4:58:27.361" v="5227" actId="20577"/>
        <pc:sldMkLst>
          <pc:docMk/>
          <pc:sldMk cId="1289661860" sldId="307"/>
        </pc:sldMkLst>
        <pc:spChg chg="add mod">
          <ac:chgData name="Júlio César Chaves" userId="3f913fe9-3202-435d-b9f5-b2fca763184f" providerId="ADAL" clId="{334F1DB0-D3E4-45C1-9611-4EC0CD7495C9}" dt="2021-07-30T14:20:47.231" v="4671"/>
          <ac:spMkLst>
            <pc:docMk/>
            <pc:sldMk cId="1289661860" sldId="307"/>
            <ac:spMk id="12" creationId="{0A20B033-DF37-4AFB-BE91-1DE95CE20E09}"/>
          </ac:spMkLst>
        </pc:spChg>
        <pc:spChg chg="del">
          <ac:chgData name="Júlio César Chaves" userId="3f913fe9-3202-435d-b9f5-b2fca763184f" providerId="ADAL" clId="{334F1DB0-D3E4-45C1-9611-4EC0CD7495C9}" dt="2021-07-30T14:20:46.730" v="4670" actId="478"/>
          <ac:spMkLst>
            <pc:docMk/>
            <pc:sldMk cId="1289661860" sldId="307"/>
            <ac:spMk id="15" creationId="{E5F532F9-43AF-4AB2-B0F9-BD1F2DF9DB5C}"/>
          </ac:spMkLst>
        </pc:spChg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413171414" sldId="308"/>
        </pc:sldMkLst>
      </pc:sldChg>
      <pc:sldChg chg="addSp delSp modSp modNotesTx">
        <pc:chgData name="Júlio César Chaves" userId="3f913fe9-3202-435d-b9f5-b2fca763184f" providerId="ADAL" clId="{334F1DB0-D3E4-45C1-9611-4EC0CD7495C9}" dt="2021-07-30T14:58:58.885" v="5236" actId="20577"/>
        <pc:sldMkLst>
          <pc:docMk/>
          <pc:sldMk cId="2955245858" sldId="308"/>
        </pc:sldMkLst>
        <pc:spChg chg="del">
          <ac:chgData name="Júlio César Chaves" userId="3f913fe9-3202-435d-b9f5-b2fca763184f" providerId="ADAL" clId="{334F1DB0-D3E4-45C1-9611-4EC0CD7495C9}" dt="2021-07-30T14:20:52.623" v="4672" actId="478"/>
          <ac:spMkLst>
            <pc:docMk/>
            <pc:sldMk cId="2955245858" sldId="308"/>
            <ac:spMk id="8" creationId="{AE9E02EC-A53E-42A4-A9DA-270E6E62C6D5}"/>
          </ac:spMkLst>
        </pc:spChg>
        <pc:spChg chg="add mod">
          <ac:chgData name="Júlio César Chaves" userId="3f913fe9-3202-435d-b9f5-b2fca763184f" providerId="ADAL" clId="{334F1DB0-D3E4-45C1-9611-4EC0CD7495C9}" dt="2021-07-30T14:20:52.971" v="4673"/>
          <ac:spMkLst>
            <pc:docMk/>
            <pc:sldMk cId="2955245858" sldId="308"/>
            <ac:spMk id="9" creationId="{081AF2F1-09F7-4334-90D6-9F6A850853A5}"/>
          </ac:spMkLst>
        </pc:spChg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136365273" sldId="309"/>
        </pc:sldMkLst>
      </pc:sldChg>
      <pc:sldChg chg="addSp delSp modSp modNotesTx">
        <pc:chgData name="Júlio César Chaves" userId="3f913fe9-3202-435d-b9f5-b2fca763184f" providerId="ADAL" clId="{334F1DB0-D3E4-45C1-9611-4EC0CD7495C9}" dt="2021-07-30T15:10:11.595" v="5260" actId="20577"/>
        <pc:sldMkLst>
          <pc:docMk/>
          <pc:sldMk cId="3160077281" sldId="309"/>
        </pc:sldMkLst>
        <pc:spChg chg="del">
          <ac:chgData name="Júlio César Chaves" userId="3f913fe9-3202-435d-b9f5-b2fca763184f" providerId="ADAL" clId="{334F1DB0-D3E4-45C1-9611-4EC0CD7495C9}" dt="2021-07-30T14:20:57.297" v="4674" actId="478"/>
          <ac:spMkLst>
            <pc:docMk/>
            <pc:sldMk cId="3160077281" sldId="309"/>
            <ac:spMk id="8" creationId="{87641750-2521-48CB-A27E-3B7ECBBE0E29}"/>
          </ac:spMkLst>
        </pc:spChg>
        <pc:spChg chg="add mod">
          <ac:chgData name="Júlio César Chaves" userId="3f913fe9-3202-435d-b9f5-b2fca763184f" providerId="ADAL" clId="{334F1DB0-D3E4-45C1-9611-4EC0CD7495C9}" dt="2021-07-30T14:20:57.652" v="4675"/>
          <ac:spMkLst>
            <pc:docMk/>
            <pc:sldMk cId="3160077281" sldId="309"/>
            <ac:spMk id="9" creationId="{13120856-3505-4696-AED9-5EF0BB2ED0F3}"/>
          </ac:spMkLst>
        </pc:spChg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76247137" sldId="310"/>
        </pc:sldMkLst>
      </pc:sldChg>
      <pc:sldChg chg="addSp delSp modSp modNotesTx">
        <pc:chgData name="Júlio César Chaves" userId="3f913fe9-3202-435d-b9f5-b2fca763184f" providerId="ADAL" clId="{334F1DB0-D3E4-45C1-9611-4EC0CD7495C9}" dt="2021-07-30T15:10:19.809" v="5272" actId="20577"/>
        <pc:sldMkLst>
          <pc:docMk/>
          <pc:sldMk cId="4027222465" sldId="310"/>
        </pc:sldMkLst>
        <pc:spChg chg="del">
          <ac:chgData name="Júlio César Chaves" userId="3f913fe9-3202-435d-b9f5-b2fca763184f" providerId="ADAL" clId="{334F1DB0-D3E4-45C1-9611-4EC0CD7495C9}" dt="2021-07-30T14:21:01.694" v="4676" actId="478"/>
          <ac:spMkLst>
            <pc:docMk/>
            <pc:sldMk cId="4027222465" sldId="310"/>
            <ac:spMk id="7" creationId="{09268B4D-FCD2-42B5-BE9D-51F7C9CD4334}"/>
          </ac:spMkLst>
        </pc:spChg>
        <pc:spChg chg="add mod">
          <ac:chgData name="Júlio César Chaves" userId="3f913fe9-3202-435d-b9f5-b2fca763184f" providerId="ADAL" clId="{334F1DB0-D3E4-45C1-9611-4EC0CD7495C9}" dt="2021-07-30T14:21:01.972" v="4677"/>
          <ac:spMkLst>
            <pc:docMk/>
            <pc:sldMk cId="4027222465" sldId="310"/>
            <ac:spMk id="8" creationId="{DBF3B018-D95E-415D-BE99-83ED69835BA5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5:25:54.025" v="5520" actId="20577"/>
        <pc:sldMkLst>
          <pc:docMk/>
          <pc:sldMk cId="873282337" sldId="311"/>
        </pc:sldMkLst>
        <pc:spChg chg="del">
          <ac:chgData name="Júlio César Chaves" userId="3f913fe9-3202-435d-b9f5-b2fca763184f" providerId="ADAL" clId="{334F1DB0-D3E4-45C1-9611-4EC0CD7495C9}" dt="2021-07-30T14:21:05.807" v="4678" actId="478"/>
          <ac:spMkLst>
            <pc:docMk/>
            <pc:sldMk cId="873282337" sldId="311"/>
            <ac:spMk id="7" creationId="{62BF8FBE-DB53-4D4C-9342-2BEF0E1DFB2F}"/>
          </ac:spMkLst>
        </pc:spChg>
        <pc:spChg chg="add mod">
          <ac:chgData name="Júlio César Chaves" userId="3f913fe9-3202-435d-b9f5-b2fca763184f" providerId="ADAL" clId="{334F1DB0-D3E4-45C1-9611-4EC0CD7495C9}" dt="2021-07-30T14:21:06.092" v="4679"/>
          <ac:spMkLst>
            <pc:docMk/>
            <pc:sldMk cId="873282337" sldId="311"/>
            <ac:spMk id="8" creationId="{94A1EAC9-E58C-41EB-BBFE-A51941D80D88}"/>
          </ac:spMkLst>
        </pc:spChg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2613251713" sldId="311"/>
        </pc:sldMkLst>
      </pc:sldChg>
      <pc:sldChg chg="addSp delSp modSp modNotesTx">
        <pc:chgData name="Júlio César Chaves" userId="3f913fe9-3202-435d-b9f5-b2fca763184f" providerId="ADAL" clId="{334F1DB0-D3E4-45C1-9611-4EC0CD7495C9}" dt="2021-07-30T15:27:35.468" v="5563" actId="20577"/>
        <pc:sldMkLst>
          <pc:docMk/>
          <pc:sldMk cId="39164760" sldId="312"/>
        </pc:sldMkLst>
        <pc:spChg chg="del">
          <ac:chgData name="Júlio César Chaves" userId="3f913fe9-3202-435d-b9f5-b2fca763184f" providerId="ADAL" clId="{334F1DB0-D3E4-45C1-9611-4EC0CD7495C9}" dt="2021-07-30T14:21:09.464" v="4680" actId="478"/>
          <ac:spMkLst>
            <pc:docMk/>
            <pc:sldMk cId="39164760" sldId="312"/>
            <ac:spMk id="10" creationId="{4FFCFCBE-1285-4D71-8E41-677A7EE7B933}"/>
          </ac:spMkLst>
        </pc:spChg>
        <pc:spChg chg="add mod">
          <ac:chgData name="Júlio César Chaves" userId="3f913fe9-3202-435d-b9f5-b2fca763184f" providerId="ADAL" clId="{334F1DB0-D3E4-45C1-9611-4EC0CD7495C9}" dt="2021-07-30T14:21:09.733" v="4681"/>
          <ac:spMkLst>
            <pc:docMk/>
            <pc:sldMk cId="39164760" sldId="312"/>
            <ac:spMk id="11" creationId="{A63597C9-5761-4506-BF69-7BE4D0B2BB07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5:27:45.001" v="5567" actId="20577"/>
        <pc:sldMkLst>
          <pc:docMk/>
          <pc:sldMk cId="806118060" sldId="313"/>
        </pc:sldMkLst>
        <pc:spChg chg="del">
          <ac:chgData name="Júlio César Chaves" userId="3f913fe9-3202-435d-b9f5-b2fca763184f" providerId="ADAL" clId="{334F1DB0-D3E4-45C1-9611-4EC0CD7495C9}" dt="2021-07-30T14:21:13.507" v="4682" actId="478"/>
          <ac:spMkLst>
            <pc:docMk/>
            <pc:sldMk cId="806118060" sldId="313"/>
            <ac:spMk id="9" creationId="{47E96339-6C24-420D-9513-8B705965CD58}"/>
          </ac:spMkLst>
        </pc:spChg>
        <pc:spChg chg="add mod">
          <ac:chgData name="Júlio César Chaves" userId="3f913fe9-3202-435d-b9f5-b2fca763184f" providerId="ADAL" clId="{334F1DB0-D3E4-45C1-9611-4EC0CD7495C9}" dt="2021-07-30T14:21:13.877" v="4683"/>
          <ac:spMkLst>
            <pc:docMk/>
            <pc:sldMk cId="806118060" sldId="313"/>
            <ac:spMk id="10" creationId="{681E22C4-28E0-4F1A-BE13-263FF92277DD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30T14:21:18.011" v="4685"/>
        <pc:sldMkLst>
          <pc:docMk/>
          <pc:sldMk cId="618552015" sldId="314"/>
        </pc:sldMkLst>
        <pc:spChg chg="del">
          <ac:chgData name="Júlio César Chaves" userId="3f913fe9-3202-435d-b9f5-b2fca763184f" providerId="ADAL" clId="{334F1DB0-D3E4-45C1-9611-4EC0CD7495C9}" dt="2021-07-30T14:21:17.735" v="4684" actId="478"/>
          <ac:spMkLst>
            <pc:docMk/>
            <pc:sldMk cId="618552015" sldId="314"/>
            <ac:spMk id="8" creationId="{C7B79FC0-A9A9-4B28-BA23-F44A6CEA673C}"/>
          </ac:spMkLst>
        </pc:spChg>
        <pc:spChg chg="add mod">
          <ac:chgData name="Júlio César Chaves" userId="3f913fe9-3202-435d-b9f5-b2fca763184f" providerId="ADAL" clId="{334F1DB0-D3E4-45C1-9611-4EC0CD7495C9}" dt="2021-07-30T14:21:18.011" v="4685"/>
          <ac:spMkLst>
            <pc:docMk/>
            <pc:sldMk cId="618552015" sldId="314"/>
            <ac:spMk id="9" creationId="{7DB9D968-0715-4531-9775-F91795EE75C2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30T14:21:23.318" v="4687"/>
        <pc:sldMkLst>
          <pc:docMk/>
          <pc:sldMk cId="3437107572" sldId="315"/>
        </pc:sldMkLst>
        <pc:spChg chg="del">
          <ac:chgData name="Júlio César Chaves" userId="3f913fe9-3202-435d-b9f5-b2fca763184f" providerId="ADAL" clId="{334F1DB0-D3E4-45C1-9611-4EC0CD7495C9}" dt="2021-07-30T14:21:23.032" v="4686" actId="478"/>
          <ac:spMkLst>
            <pc:docMk/>
            <pc:sldMk cId="3437107572" sldId="315"/>
            <ac:spMk id="7" creationId="{08C6D906-9D06-44AE-8708-915898C5D1B1}"/>
          </ac:spMkLst>
        </pc:spChg>
        <pc:spChg chg="add mod">
          <ac:chgData name="Júlio César Chaves" userId="3f913fe9-3202-435d-b9f5-b2fca763184f" providerId="ADAL" clId="{334F1DB0-D3E4-45C1-9611-4EC0CD7495C9}" dt="2021-07-30T14:21:23.318" v="4687"/>
          <ac:spMkLst>
            <pc:docMk/>
            <pc:sldMk cId="3437107572" sldId="315"/>
            <ac:spMk id="8" creationId="{25774096-C314-4DA5-8C08-7AA2C85051E8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5:46:24.583" v="5679" actId="20577"/>
        <pc:sldMkLst>
          <pc:docMk/>
          <pc:sldMk cId="3380393617" sldId="316"/>
        </pc:sldMkLst>
        <pc:spChg chg="del">
          <ac:chgData name="Júlio César Chaves" userId="3f913fe9-3202-435d-b9f5-b2fca763184f" providerId="ADAL" clId="{334F1DB0-D3E4-45C1-9611-4EC0CD7495C9}" dt="2021-07-30T14:21:26.828" v="4688" actId="478"/>
          <ac:spMkLst>
            <pc:docMk/>
            <pc:sldMk cId="3380393617" sldId="316"/>
            <ac:spMk id="7" creationId="{8E4BFFA2-6A08-491C-BEE1-2D50EA2B8C2D}"/>
          </ac:spMkLst>
        </pc:spChg>
        <pc:spChg chg="add mod">
          <ac:chgData name="Júlio César Chaves" userId="3f913fe9-3202-435d-b9f5-b2fca763184f" providerId="ADAL" clId="{334F1DB0-D3E4-45C1-9611-4EC0CD7495C9}" dt="2021-07-30T14:21:27.145" v="4689"/>
          <ac:spMkLst>
            <pc:docMk/>
            <pc:sldMk cId="3380393617" sldId="316"/>
            <ac:spMk id="8" creationId="{8725B25E-F753-4C9B-8A9F-B970B1639BA0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5:50:41.503" v="5833" actId="20577"/>
        <pc:sldMkLst>
          <pc:docMk/>
          <pc:sldMk cId="1347683872" sldId="317"/>
        </pc:sldMkLst>
        <pc:spChg chg="add mod">
          <ac:chgData name="Júlio César Chaves" userId="3f913fe9-3202-435d-b9f5-b2fca763184f" providerId="ADAL" clId="{334F1DB0-D3E4-45C1-9611-4EC0CD7495C9}" dt="2021-07-30T14:21:31.776" v="4691"/>
          <ac:spMkLst>
            <pc:docMk/>
            <pc:sldMk cId="1347683872" sldId="317"/>
            <ac:spMk id="8" creationId="{F4489EC8-9285-4A3B-951E-18A96D142BE9}"/>
          </ac:spMkLst>
        </pc:spChg>
        <pc:spChg chg="del">
          <ac:chgData name="Júlio César Chaves" userId="3f913fe9-3202-435d-b9f5-b2fca763184f" providerId="ADAL" clId="{334F1DB0-D3E4-45C1-9611-4EC0CD7495C9}" dt="2021-07-30T14:21:31.506" v="4690" actId="478"/>
          <ac:spMkLst>
            <pc:docMk/>
            <pc:sldMk cId="1347683872" sldId="317"/>
            <ac:spMk id="10" creationId="{60F3B1FF-B687-4CA4-98A6-81D3C96055D1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5:51:33.470" v="5855" actId="20577"/>
        <pc:sldMkLst>
          <pc:docMk/>
          <pc:sldMk cId="1313732529" sldId="318"/>
        </pc:sldMkLst>
        <pc:spChg chg="del">
          <ac:chgData name="Júlio César Chaves" userId="3f913fe9-3202-435d-b9f5-b2fca763184f" providerId="ADAL" clId="{334F1DB0-D3E4-45C1-9611-4EC0CD7495C9}" dt="2021-07-30T14:21:35.804" v="4692" actId="478"/>
          <ac:spMkLst>
            <pc:docMk/>
            <pc:sldMk cId="1313732529" sldId="318"/>
            <ac:spMk id="8" creationId="{C5314BBC-D981-4C19-A28D-3480248C011F}"/>
          </ac:spMkLst>
        </pc:spChg>
        <pc:spChg chg="add mod">
          <ac:chgData name="Júlio César Chaves" userId="3f913fe9-3202-435d-b9f5-b2fca763184f" providerId="ADAL" clId="{334F1DB0-D3E4-45C1-9611-4EC0CD7495C9}" dt="2021-07-30T14:21:36.137" v="4693"/>
          <ac:spMkLst>
            <pc:docMk/>
            <pc:sldMk cId="1313732529" sldId="318"/>
            <ac:spMk id="9" creationId="{A708FC5A-CCDF-471B-98A8-1A5B77B94C93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00:10.509" v="6053" actId="20577"/>
        <pc:sldMkLst>
          <pc:docMk/>
          <pc:sldMk cId="374695344" sldId="319"/>
        </pc:sldMkLst>
        <pc:spChg chg="del">
          <ac:chgData name="Júlio César Chaves" userId="3f913fe9-3202-435d-b9f5-b2fca763184f" providerId="ADAL" clId="{334F1DB0-D3E4-45C1-9611-4EC0CD7495C9}" dt="2021-07-30T14:21:39.710" v="4694" actId="478"/>
          <ac:spMkLst>
            <pc:docMk/>
            <pc:sldMk cId="374695344" sldId="319"/>
            <ac:spMk id="7" creationId="{935DF928-ECB1-45FD-A417-E6774C00D83B}"/>
          </ac:spMkLst>
        </pc:spChg>
        <pc:spChg chg="add mod">
          <ac:chgData name="Júlio César Chaves" userId="3f913fe9-3202-435d-b9f5-b2fca763184f" providerId="ADAL" clId="{334F1DB0-D3E4-45C1-9611-4EC0CD7495C9}" dt="2021-07-30T14:21:40.014" v="4695"/>
          <ac:spMkLst>
            <pc:docMk/>
            <pc:sldMk cId="374695344" sldId="319"/>
            <ac:spMk id="8" creationId="{9A98680C-E41E-4A0C-AAF3-A1C182F90252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05:35.860" v="6357" actId="20577"/>
        <pc:sldMkLst>
          <pc:docMk/>
          <pc:sldMk cId="2980991713" sldId="320"/>
        </pc:sldMkLst>
        <pc:spChg chg="del">
          <ac:chgData name="Júlio César Chaves" userId="3f913fe9-3202-435d-b9f5-b2fca763184f" providerId="ADAL" clId="{334F1DB0-D3E4-45C1-9611-4EC0CD7495C9}" dt="2021-07-30T14:21:43.501" v="4696" actId="478"/>
          <ac:spMkLst>
            <pc:docMk/>
            <pc:sldMk cId="2980991713" sldId="320"/>
            <ac:spMk id="8" creationId="{D98C846E-7C0A-4200-A64D-BF2A703B90E3}"/>
          </ac:spMkLst>
        </pc:spChg>
        <pc:spChg chg="add mod">
          <ac:chgData name="Júlio César Chaves" userId="3f913fe9-3202-435d-b9f5-b2fca763184f" providerId="ADAL" clId="{334F1DB0-D3E4-45C1-9611-4EC0CD7495C9}" dt="2021-07-30T14:21:43.793" v="4697"/>
          <ac:spMkLst>
            <pc:docMk/>
            <pc:sldMk cId="2980991713" sldId="320"/>
            <ac:spMk id="9" creationId="{53DFD69A-5BAA-4B9D-B9A5-DB3C0CCF5C3F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20:43.969" v="6511" actId="20577"/>
        <pc:sldMkLst>
          <pc:docMk/>
          <pc:sldMk cId="1349890890" sldId="321"/>
        </pc:sldMkLst>
        <pc:spChg chg="del">
          <ac:chgData name="Júlio César Chaves" userId="3f913fe9-3202-435d-b9f5-b2fca763184f" providerId="ADAL" clId="{334F1DB0-D3E4-45C1-9611-4EC0CD7495C9}" dt="2021-07-30T14:21:47.699" v="4698" actId="478"/>
          <ac:spMkLst>
            <pc:docMk/>
            <pc:sldMk cId="1349890890" sldId="321"/>
            <ac:spMk id="7" creationId="{C6135345-E1DA-4BEA-97C8-4AB064486804}"/>
          </ac:spMkLst>
        </pc:spChg>
        <pc:spChg chg="add mod">
          <ac:chgData name="Júlio César Chaves" userId="3f913fe9-3202-435d-b9f5-b2fca763184f" providerId="ADAL" clId="{334F1DB0-D3E4-45C1-9611-4EC0CD7495C9}" dt="2021-07-30T14:21:47.952" v="4699"/>
          <ac:spMkLst>
            <pc:docMk/>
            <pc:sldMk cId="1349890890" sldId="321"/>
            <ac:spMk id="8" creationId="{BFADFC0F-DC79-4C36-A173-DC72CA9CAD4D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21:35.373" v="6530" actId="20577"/>
        <pc:sldMkLst>
          <pc:docMk/>
          <pc:sldMk cId="28281629" sldId="322"/>
        </pc:sldMkLst>
        <pc:spChg chg="del">
          <ac:chgData name="Júlio César Chaves" userId="3f913fe9-3202-435d-b9f5-b2fca763184f" providerId="ADAL" clId="{334F1DB0-D3E4-45C1-9611-4EC0CD7495C9}" dt="2021-07-30T14:21:53.068" v="4700" actId="478"/>
          <ac:spMkLst>
            <pc:docMk/>
            <pc:sldMk cId="28281629" sldId="322"/>
            <ac:spMk id="8" creationId="{E149B290-2719-4729-890A-BA76FE0F966A}"/>
          </ac:spMkLst>
        </pc:spChg>
        <pc:spChg chg="add mod">
          <ac:chgData name="Júlio César Chaves" userId="3f913fe9-3202-435d-b9f5-b2fca763184f" providerId="ADAL" clId="{334F1DB0-D3E4-45C1-9611-4EC0CD7495C9}" dt="2021-07-30T14:21:53.342" v="4701"/>
          <ac:spMkLst>
            <pc:docMk/>
            <pc:sldMk cId="28281629" sldId="322"/>
            <ac:spMk id="9" creationId="{DC2ED0B2-6DDB-43FB-A187-56EBEC49CC7D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22:29.443" v="6559" actId="20577"/>
        <pc:sldMkLst>
          <pc:docMk/>
          <pc:sldMk cId="1267241455" sldId="323"/>
        </pc:sldMkLst>
        <pc:spChg chg="del">
          <ac:chgData name="Júlio César Chaves" userId="3f913fe9-3202-435d-b9f5-b2fca763184f" providerId="ADAL" clId="{334F1DB0-D3E4-45C1-9611-4EC0CD7495C9}" dt="2021-07-30T14:21:57.335" v="4702" actId="478"/>
          <ac:spMkLst>
            <pc:docMk/>
            <pc:sldMk cId="1267241455" sldId="323"/>
            <ac:spMk id="7" creationId="{FE8025DC-68BA-484D-A233-5BF1C6B254E6}"/>
          </ac:spMkLst>
        </pc:spChg>
        <pc:spChg chg="add mod">
          <ac:chgData name="Júlio César Chaves" userId="3f913fe9-3202-435d-b9f5-b2fca763184f" providerId="ADAL" clId="{334F1DB0-D3E4-45C1-9611-4EC0CD7495C9}" dt="2021-07-30T14:21:57.600" v="4703"/>
          <ac:spMkLst>
            <pc:docMk/>
            <pc:sldMk cId="1267241455" sldId="323"/>
            <ac:spMk id="8" creationId="{F46494E5-A636-42AF-97D9-DC6E860166CF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20:55:23.807" v="7003" actId="6549"/>
        <pc:sldMkLst>
          <pc:docMk/>
          <pc:sldMk cId="1595539866" sldId="324"/>
        </pc:sldMkLst>
        <pc:spChg chg="del">
          <ac:chgData name="Júlio César Chaves" userId="3f913fe9-3202-435d-b9f5-b2fca763184f" providerId="ADAL" clId="{334F1DB0-D3E4-45C1-9611-4EC0CD7495C9}" dt="2021-07-30T14:22:02.062" v="4704" actId="478"/>
          <ac:spMkLst>
            <pc:docMk/>
            <pc:sldMk cId="1595539866" sldId="324"/>
            <ac:spMk id="7" creationId="{53C520BE-9D1E-4DC5-9CD1-F122F9C4BE67}"/>
          </ac:spMkLst>
        </pc:spChg>
        <pc:spChg chg="add mod">
          <ac:chgData name="Júlio César Chaves" userId="3f913fe9-3202-435d-b9f5-b2fca763184f" providerId="ADAL" clId="{334F1DB0-D3E4-45C1-9611-4EC0CD7495C9}" dt="2021-07-30T14:22:02.316" v="4705"/>
          <ac:spMkLst>
            <pc:docMk/>
            <pc:sldMk cId="1595539866" sldId="324"/>
            <ac:spMk id="8" creationId="{73F84E49-50EC-4546-B75A-313EDE7594F3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31:15.160" v="6644" actId="20577"/>
        <pc:sldMkLst>
          <pc:docMk/>
          <pc:sldMk cId="3922853828" sldId="325"/>
        </pc:sldMkLst>
        <pc:spChg chg="del">
          <ac:chgData name="Júlio César Chaves" userId="3f913fe9-3202-435d-b9f5-b2fca763184f" providerId="ADAL" clId="{334F1DB0-D3E4-45C1-9611-4EC0CD7495C9}" dt="2021-07-30T14:22:06.041" v="4706" actId="478"/>
          <ac:spMkLst>
            <pc:docMk/>
            <pc:sldMk cId="3922853828" sldId="325"/>
            <ac:spMk id="7" creationId="{826A0140-E6E1-43D4-83EB-207A2E49C2FE}"/>
          </ac:spMkLst>
        </pc:spChg>
        <pc:spChg chg="add mod">
          <ac:chgData name="Júlio César Chaves" userId="3f913fe9-3202-435d-b9f5-b2fca763184f" providerId="ADAL" clId="{334F1DB0-D3E4-45C1-9611-4EC0CD7495C9}" dt="2021-07-30T14:22:06.295" v="4707"/>
          <ac:spMkLst>
            <pc:docMk/>
            <pc:sldMk cId="3922853828" sldId="325"/>
            <ac:spMk id="8" creationId="{E2ACF8D0-3F82-498A-B12C-657DB59C44EB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31:37.838" v="6657" actId="20577"/>
        <pc:sldMkLst>
          <pc:docMk/>
          <pc:sldMk cId="17348903" sldId="326"/>
        </pc:sldMkLst>
        <pc:spChg chg="del">
          <ac:chgData name="Júlio César Chaves" userId="3f913fe9-3202-435d-b9f5-b2fca763184f" providerId="ADAL" clId="{334F1DB0-D3E4-45C1-9611-4EC0CD7495C9}" dt="2021-07-30T14:22:10.122" v="4708" actId="478"/>
          <ac:spMkLst>
            <pc:docMk/>
            <pc:sldMk cId="17348903" sldId="326"/>
            <ac:spMk id="7" creationId="{B8CC9114-EEE9-449F-AE12-0B86597FE41A}"/>
          </ac:spMkLst>
        </pc:spChg>
        <pc:spChg chg="add mod">
          <ac:chgData name="Júlio César Chaves" userId="3f913fe9-3202-435d-b9f5-b2fca763184f" providerId="ADAL" clId="{334F1DB0-D3E4-45C1-9611-4EC0CD7495C9}" dt="2021-07-30T14:22:10.409" v="4709"/>
          <ac:spMkLst>
            <pc:docMk/>
            <pc:sldMk cId="17348903" sldId="326"/>
            <ac:spMk id="8" creationId="{50C4CDFC-ED4E-4D48-85B8-AC494F23B91E}"/>
          </ac:spMkLst>
        </pc:spChg>
      </pc:sldChg>
      <pc:sldChg chg="addSp delSp modSp">
        <pc:chgData name="Júlio César Chaves" userId="3f913fe9-3202-435d-b9f5-b2fca763184f" providerId="ADAL" clId="{334F1DB0-D3E4-45C1-9611-4EC0CD7495C9}" dt="2021-07-30T14:22:14.595" v="4711"/>
        <pc:sldMkLst>
          <pc:docMk/>
          <pc:sldMk cId="1278104449" sldId="327"/>
        </pc:sldMkLst>
        <pc:spChg chg="del">
          <ac:chgData name="Júlio César Chaves" userId="3f913fe9-3202-435d-b9f5-b2fca763184f" providerId="ADAL" clId="{334F1DB0-D3E4-45C1-9611-4EC0CD7495C9}" dt="2021-07-30T14:22:14.357" v="4710" actId="478"/>
          <ac:spMkLst>
            <pc:docMk/>
            <pc:sldMk cId="1278104449" sldId="327"/>
            <ac:spMk id="7" creationId="{97ABAC13-3225-46E3-8B71-EED794FAC930}"/>
          </ac:spMkLst>
        </pc:spChg>
        <pc:spChg chg="add mod">
          <ac:chgData name="Júlio César Chaves" userId="3f913fe9-3202-435d-b9f5-b2fca763184f" providerId="ADAL" clId="{334F1DB0-D3E4-45C1-9611-4EC0CD7495C9}" dt="2021-07-30T14:22:14.595" v="4711"/>
          <ac:spMkLst>
            <pc:docMk/>
            <pc:sldMk cId="1278104449" sldId="327"/>
            <ac:spMk id="8" creationId="{316FA4A7-BE56-4068-B4C5-CBB876C60954}"/>
          </ac:spMkLst>
        </pc:spChg>
      </pc:sldChg>
      <pc:sldChg chg="addSp delSp modSp modNotesTx">
        <pc:chgData name="Júlio César Chaves" userId="3f913fe9-3202-435d-b9f5-b2fca763184f" providerId="ADAL" clId="{334F1DB0-D3E4-45C1-9611-4EC0CD7495C9}" dt="2021-07-30T16:35:54.289" v="7002" actId="20577"/>
        <pc:sldMkLst>
          <pc:docMk/>
          <pc:sldMk cId="2524661992" sldId="328"/>
        </pc:sldMkLst>
        <pc:spChg chg="del">
          <ac:chgData name="Júlio César Chaves" userId="3f913fe9-3202-435d-b9f5-b2fca763184f" providerId="ADAL" clId="{334F1DB0-D3E4-45C1-9611-4EC0CD7495C9}" dt="2021-07-30T14:22:17.712" v="4712" actId="478"/>
          <ac:spMkLst>
            <pc:docMk/>
            <pc:sldMk cId="2524661992" sldId="328"/>
            <ac:spMk id="7" creationId="{156C42BE-3877-4DF8-BCB2-D03AEC3BDC9F}"/>
          </ac:spMkLst>
        </pc:spChg>
        <pc:spChg chg="add mod">
          <ac:chgData name="Júlio César Chaves" userId="3f913fe9-3202-435d-b9f5-b2fca763184f" providerId="ADAL" clId="{334F1DB0-D3E4-45C1-9611-4EC0CD7495C9}" dt="2021-07-30T14:22:17.998" v="4713"/>
          <ac:spMkLst>
            <pc:docMk/>
            <pc:sldMk cId="2524661992" sldId="328"/>
            <ac:spMk id="8" creationId="{678E2983-F18A-46B8-87A0-24204C8B305E}"/>
          </ac:spMkLst>
        </pc:spChg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93438378" sldId="329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349629813" sldId="362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449732757" sldId="363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901715190" sldId="364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2321978320" sldId="365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995975927" sldId="366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148646478" sldId="367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819666362" sldId="368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912011427" sldId="369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1252823819" sldId="370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1867780597" sldId="371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849791802" sldId="372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2462488294" sldId="373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908152698" sldId="374"/>
        </pc:sldMkLst>
      </pc:sldChg>
      <pc:sldChg chg="del">
        <pc:chgData name="Júlio César Chaves" userId="3f913fe9-3202-435d-b9f5-b2fca763184f" providerId="ADAL" clId="{334F1DB0-D3E4-45C1-9611-4EC0CD7495C9}" dt="2021-07-29T14:58:53.899" v="4" actId="47"/>
        <pc:sldMkLst>
          <pc:docMk/>
          <pc:sldMk cId="3230336124" sldId="375"/>
        </pc:sldMkLst>
      </pc:sldChg>
      <pc:sldChg chg="addSp delSp modSp mod">
        <pc:chgData name="Júlio César Chaves" userId="3f913fe9-3202-435d-b9f5-b2fca763184f" providerId="ADAL" clId="{334F1DB0-D3E4-45C1-9611-4EC0CD7495C9}" dt="2021-07-30T21:29:33.714" v="7065" actId="20577"/>
        <pc:sldMkLst>
          <pc:docMk/>
          <pc:sldMk cId="1418676610" sldId="376"/>
        </pc:sldMkLst>
        <pc:spChg chg="del mod">
          <ac:chgData name="Júlio César Chaves" userId="3f913fe9-3202-435d-b9f5-b2fca763184f" providerId="ADAL" clId="{334F1DB0-D3E4-45C1-9611-4EC0CD7495C9}" dt="2021-07-30T21:28:34.292" v="7005" actId="478"/>
          <ac:spMkLst>
            <pc:docMk/>
            <pc:sldMk cId="1418676610" sldId="376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334F1DB0-D3E4-45C1-9611-4EC0CD7495C9}" dt="2021-07-30T21:29:33.714" v="7065" actId="20577"/>
          <ac:spMkLst>
            <pc:docMk/>
            <pc:sldMk cId="1418676610" sldId="376"/>
            <ac:spMk id="5" creationId="{9D14D0C7-3E1A-42A0-A9D8-C8B03F6773D4}"/>
          </ac:spMkLst>
        </pc:spChg>
        <pc:spChg chg="mod">
          <ac:chgData name="Júlio César Chaves" userId="3f913fe9-3202-435d-b9f5-b2fca763184f" providerId="ADAL" clId="{334F1DB0-D3E4-45C1-9611-4EC0CD7495C9}" dt="2021-07-30T21:29:18.608" v="7062" actId="20577"/>
          <ac:spMkLst>
            <pc:docMk/>
            <pc:sldMk cId="1418676610" sldId="376"/>
            <ac:spMk id="10" creationId="{0FFF472D-9AC3-415F-81B9-4CD7DA67523B}"/>
          </ac:spMkLst>
        </pc:spChg>
        <pc:picChg chg="add mod">
          <ac:chgData name="Júlio César Chaves" userId="3f913fe9-3202-435d-b9f5-b2fca763184f" providerId="ADAL" clId="{334F1DB0-D3E4-45C1-9611-4EC0CD7495C9}" dt="2021-07-30T21:29:23.797" v="7063" actId="1076"/>
          <ac:picMkLst>
            <pc:docMk/>
            <pc:sldMk cId="1418676610" sldId="376"/>
            <ac:picMk id="6" creationId="{1E07530F-551D-48C6-92C9-3159A3EC53E9}"/>
          </ac:picMkLst>
        </pc:picChg>
      </pc:sldChg>
      <pc:sldChg chg="modSp mod">
        <pc:chgData name="Júlio César Chaves" userId="3f913fe9-3202-435d-b9f5-b2fca763184f" providerId="ADAL" clId="{334F1DB0-D3E4-45C1-9611-4EC0CD7495C9}" dt="2021-07-30T11:54:22.135" v="3022" actId="20577"/>
        <pc:sldMkLst>
          <pc:docMk/>
          <pc:sldMk cId="2738234578" sldId="377"/>
        </pc:sldMkLst>
        <pc:spChg chg="mod">
          <ac:chgData name="Júlio César Chaves" userId="3f913fe9-3202-435d-b9f5-b2fca763184f" providerId="ADAL" clId="{334F1DB0-D3E4-45C1-9611-4EC0CD7495C9}" dt="2021-07-30T11:54:22.135" v="3022" actId="20577"/>
          <ac:spMkLst>
            <pc:docMk/>
            <pc:sldMk cId="2738234578" sldId="377"/>
            <ac:spMk id="24" creationId="{11EA67E0-DC44-4426-B11B-A327DE8860B1}"/>
          </ac:spMkLst>
        </pc:spChg>
      </pc:sldChg>
      <pc:sldChg chg="modSp new mod">
        <pc:chgData name="Júlio César Chaves" userId="3f913fe9-3202-435d-b9f5-b2fca763184f" providerId="ADAL" clId="{334F1DB0-D3E4-45C1-9611-4EC0CD7495C9}" dt="2021-07-29T17:18:56.752" v="39" actId="20577"/>
        <pc:sldMkLst>
          <pc:docMk/>
          <pc:sldMk cId="1834826491" sldId="378"/>
        </pc:sldMkLst>
        <pc:spChg chg="mod">
          <ac:chgData name="Júlio César Chaves" userId="3f913fe9-3202-435d-b9f5-b2fca763184f" providerId="ADAL" clId="{334F1DB0-D3E4-45C1-9611-4EC0CD7495C9}" dt="2021-07-29T17:18:56.752" v="39" actId="20577"/>
          <ac:spMkLst>
            <pc:docMk/>
            <pc:sldMk cId="1834826491" sldId="378"/>
            <ac:spMk id="2" creationId="{F78C5C0E-23FB-4BFA-BE3A-D0497418837E}"/>
          </ac:spMkLst>
        </pc:spChg>
      </pc:sldChg>
      <pc:sldChg chg="modSp add mod">
        <pc:chgData name="Júlio César Chaves" userId="3f913fe9-3202-435d-b9f5-b2fca763184f" providerId="ADAL" clId="{334F1DB0-D3E4-45C1-9611-4EC0CD7495C9}" dt="2021-07-29T18:31:10.043" v="1916" actId="20577"/>
        <pc:sldMkLst>
          <pc:docMk/>
          <pc:sldMk cId="3440270424" sldId="379"/>
        </pc:sldMkLst>
        <pc:spChg chg="mod">
          <ac:chgData name="Júlio César Chaves" userId="3f913fe9-3202-435d-b9f5-b2fca763184f" providerId="ADAL" clId="{334F1DB0-D3E4-45C1-9611-4EC0CD7495C9}" dt="2021-07-29T18:31:10.043" v="1916" actId="20577"/>
          <ac:spMkLst>
            <pc:docMk/>
            <pc:sldMk cId="3440270424" sldId="379"/>
            <ac:spMk id="2" creationId="{F78C5C0E-23FB-4BFA-BE3A-D0497418837E}"/>
          </ac:spMkLst>
        </pc:spChg>
      </pc:sldChg>
      <pc:sldChg chg="modSp add mod">
        <pc:chgData name="Júlio César Chaves" userId="3f913fe9-3202-435d-b9f5-b2fca763184f" providerId="ADAL" clId="{334F1DB0-D3E4-45C1-9611-4EC0CD7495C9}" dt="2021-07-30T13:29:42.576" v="3762" actId="20577"/>
        <pc:sldMkLst>
          <pc:docMk/>
          <pc:sldMk cId="1773460554" sldId="380"/>
        </pc:sldMkLst>
        <pc:spChg chg="mod">
          <ac:chgData name="Júlio César Chaves" userId="3f913fe9-3202-435d-b9f5-b2fca763184f" providerId="ADAL" clId="{334F1DB0-D3E4-45C1-9611-4EC0CD7495C9}" dt="2021-07-30T13:29:42.576" v="3762" actId="20577"/>
          <ac:spMkLst>
            <pc:docMk/>
            <pc:sldMk cId="1773460554" sldId="380"/>
            <ac:spMk id="2" creationId="{F78C5C0E-23FB-4BFA-BE3A-D0497418837E}"/>
          </ac:spMkLst>
        </pc:sp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3T14:23:39.602" v="4386" actId="4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3389660424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3039829254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270213281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2604995243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1045682687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NotesTx">
        <pc:chgData name="Júlio César Chaves" userId="3f913fe9-3202-435d-b9f5-b2fca763184f" providerId="ADAL" clId="{0CE40B55-5B95-4C8C-9FD8-E1FC370755A2}" dt="2021-07-22T10:00:01.656" v="983" actId="20577"/>
        <pc:sldMkLst>
          <pc:docMk/>
          <pc:sldMk cId="2590998277" sldId="311"/>
        </pc:sldMkLst>
      </pc:sldChg>
      <pc:sldChg chg="modNotesTx">
        <pc:chgData name="Júlio César Chaves" userId="3f913fe9-3202-435d-b9f5-b2fca763184f" providerId="ADAL" clId="{0CE40B55-5B95-4C8C-9FD8-E1FC370755A2}" dt="2021-07-22T10:00:42.778" v="989" actId="20577"/>
        <pc:sldMkLst>
          <pc:docMk/>
          <pc:sldMk cId="630877073" sldId="312"/>
        </pc:sldMkLst>
      </pc:sldChg>
      <pc:sldChg chg="addSp delSp modSp mod modNotesTx">
        <pc:chgData name="Júlio César Chaves" userId="3f913fe9-3202-435d-b9f5-b2fca763184f" providerId="ADAL" clId="{0CE40B55-5B95-4C8C-9FD8-E1FC370755A2}" dt="2021-07-22T10:06:19.535" v="1002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63A136D7-C9D3-453A-B31C-341845AB479C}"/>
    <pc:docChg chg="custSel addSld delSld modSld sldOrd modSection">
      <pc:chgData name="Júlio César Chaves" userId="3f913fe9-3202-435d-b9f5-b2fca763184f" providerId="ADAL" clId="{63A136D7-C9D3-453A-B31C-341845AB479C}" dt="2021-10-18T14:59:29.245" v="4597" actId="20577"/>
      <pc:docMkLst>
        <pc:docMk/>
      </pc:docMkLst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134347623" sldId="257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1973556232" sldId="258"/>
        </pc:sldMkLst>
      </pc:sldChg>
      <pc:sldChg chg="modSp mod">
        <pc:chgData name="Júlio César Chaves" userId="3f913fe9-3202-435d-b9f5-b2fca763184f" providerId="ADAL" clId="{63A136D7-C9D3-453A-B31C-341845AB479C}" dt="2021-10-16T13:25:25.647" v="1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63A136D7-C9D3-453A-B31C-341845AB479C}" dt="2021-10-16T13:25:25.647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3710195773" sldId="260"/>
        </pc:sldMkLst>
      </pc:sldChg>
      <pc:sldChg chg="del">
        <pc:chgData name="Júlio César Chaves" userId="3f913fe9-3202-435d-b9f5-b2fca763184f" providerId="ADAL" clId="{63A136D7-C9D3-453A-B31C-341845AB479C}" dt="2021-10-16T14:08:28.533" v="358" actId="47"/>
        <pc:sldMkLst>
          <pc:docMk/>
          <pc:sldMk cId="1850151901" sldId="270"/>
        </pc:sldMkLst>
      </pc:sldChg>
      <pc:sldChg chg="modSp mod">
        <pc:chgData name="Júlio César Chaves" userId="3f913fe9-3202-435d-b9f5-b2fca763184f" providerId="ADAL" clId="{63A136D7-C9D3-453A-B31C-341845AB479C}" dt="2021-10-16T14:08:38.722" v="365" actId="20577"/>
        <pc:sldMkLst>
          <pc:docMk/>
          <pc:sldMk cId="1648306893" sldId="271"/>
        </pc:sldMkLst>
        <pc:spChg chg="mod">
          <ac:chgData name="Júlio César Chaves" userId="3f913fe9-3202-435d-b9f5-b2fca763184f" providerId="ADAL" clId="{63A136D7-C9D3-453A-B31C-341845AB479C}" dt="2021-10-16T14:08:38.722" v="365" actId="20577"/>
          <ac:spMkLst>
            <pc:docMk/>
            <pc:sldMk cId="1648306893" sldId="271"/>
            <ac:spMk id="3" creationId="{118BB293-7973-4F19-BB47-99D0CF04270E}"/>
          </ac:spMkLst>
        </pc:spChg>
      </pc:sldChg>
      <pc:sldChg chg="ord">
        <pc:chgData name="Júlio César Chaves" userId="3f913fe9-3202-435d-b9f5-b2fca763184f" providerId="ADAL" clId="{63A136D7-C9D3-453A-B31C-341845AB479C}" dt="2021-10-16T21:41:21.160" v="1353"/>
        <pc:sldMkLst>
          <pc:docMk/>
          <pc:sldMk cId="1145808442" sldId="284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604999877" sldId="288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962689469" sldId="290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4163987672" sldId="307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2194440775" sldId="309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487447132" sldId="310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90471041" sldId="311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2715001570" sldId="312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2630656831" sldId="313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4202205842" sldId="314"/>
        </pc:sldMkLst>
      </pc:sldChg>
      <pc:sldChg chg="del">
        <pc:chgData name="Júlio César Chaves" userId="3f913fe9-3202-435d-b9f5-b2fca763184f" providerId="ADAL" clId="{63A136D7-C9D3-453A-B31C-341845AB479C}" dt="2021-10-16T13:52:47.829" v="243" actId="47"/>
        <pc:sldMkLst>
          <pc:docMk/>
          <pc:sldMk cId="1384820750" sldId="316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3545954804" sldId="318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969024703" sldId="319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408839532" sldId="320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3754285999" sldId="320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206283357" sldId="321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3031456509" sldId="321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015215843" sldId="322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2075365850" sldId="322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664137386" sldId="323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810087039" sldId="323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1131174542" sldId="324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1809958145" sldId="324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2323101966" sldId="325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590701318" sldId="325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1289904263" sldId="326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3852990411" sldId="326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829730320" sldId="327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242169278" sldId="327"/>
        </pc:sldMkLst>
      </pc:sldChg>
      <pc:sldChg chg="add modNotesTx">
        <pc:chgData name="Júlio César Chaves" userId="3f913fe9-3202-435d-b9f5-b2fca763184f" providerId="ADAL" clId="{63A136D7-C9D3-453A-B31C-341845AB479C}" dt="2021-10-16T15:10:26.536" v="366" actId="20577"/>
        <pc:sldMkLst>
          <pc:docMk/>
          <pc:sldMk cId="1215919964" sldId="328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1910294873" sldId="328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236669813" sldId="329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4249924306" sldId="329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440227790" sldId="330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3033085176" sldId="330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1275978333" sldId="331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2016334202" sldId="331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561514555" sldId="333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332919658" sldId="333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2518712497" sldId="334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998268148" sldId="334"/>
        </pc:sldMkLst>
      </pc:sldChg>
      <pc:sldChg chg="del">
        <pc:chgData name="Júlio César Chaves" userId="3f913fe9-3202-435d-b9f5-b2fca763184f" providerId="ADAL" clId="{63A136D7-C9D3-453A-B31C-341845AB479C}" dt="2021-10-16T13:54:29.824" v="285" actId="2696"/>
        <pc:sldMkLst>
          <pc:docMk/>
          <pc:sldMk cId="455216600" sldId="335"/>
        </pc:sldMkLst>
      </pc:sldChg>
      <pc:sldChg chg="add">
        <pc:chgData name="Júlio César Chaves" userId="3f913fe9-3202-435d-b9f5-b2fca763184f" providerId="ADAL" clId="{63A136D7-C9D3-453A-B31C-341845AB479C}" dt="2021-10-16T13:54:35.409" v="286"/>
        <pc:sldMkLst>
          <pc:docMk/>
          <pc:sldMk cId="2439000715" sldId="335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3195356505" sldId="336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466370728" sldId="337"/>
        </pc:sldMkLst>
      </pc:sldChg>
      <pc:sldChg chg="modSp mod">
        <pc:chgData name="Júlio César Chaves" userId="3f913fe9-3202-435d-b9f5-b2fca763184f" providerId="ADAL" clId="{63A136D7-C9D3-453A-B31C-341845AB479C}" dt="2021-10-16T13:56:02.433" v="292" actId="20577"/>
        <pc:sldMkLst>
          <pc:docMk/>
          <pc:sldMk cId="2738234578" sldId="377"/>
        </pc:sldMkLst>
        <pc:spChg chg="mod">
          <ac:chgData name="Júlio César Chaves" userId="3f913fe9-3202-435d-b9f5-b2fca763184f" providerId="ADAL" clId="{63A136D7-C9D3-453A-B31C-341845AB479C}" dt="2021-10-16T13:56:02.433" v="292" actId="20577"/>
          <ac:spMkLst>
            <pc:docMk/>
            <pc:sldMk cId="2738234578" sldId="377"/>
            <ac:spMk id="24" creationId="{11EA67E0-DC44-4426-B11B-A327DE8860B1}"/>
          </ac:spMkLst>
        </pc:spChg>
      </pc:sldChg>
      <pc:sldChg chg="del">
        <pc:chgData name="Júlio César Chaves" userId="3f913fe9-3202-435d-b9f5-b2fca763184f" providerId="ADAL" clId="{63A136D7-C9D3-453A-B31C-341845AB479C}" dt="2021-10-16T13:52:51.769" v="244" actId="47"/>
        <pc:sldMkLst>
          <pc:docMk/>
          <pc:sldMk cId="1997835625" sldId="378"/>
        </pc:sldMkLst>
      </pc:sldChg>
      <pc:sldChg chg="del">
        <pc:chgData name="Júlio César Chaves" userId="3f913fe9-3202-435d-b9f5-b2fca763184f" providerId="ADAL" clId="{63A136D7-C9D3-453A-B31C-341845AB479C}" dt="2021-10-16T13:52:24.248" v="242" actId="47"/>
        <pc:sldMkLst>
          <pc:docMk/>
          <pc:sldMk cId="4009633754" sldId="379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210083913" sldId="380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3094861906" sldId="381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3091073187" sldId="382"/>
        </pc:sldMkLst>
      </pc:sldChg>
      <pc:sldChg chg="modSp mod">
        <pc:chgData name="Júlio César Chaves" userId="3f913fe9-3202-435d-b9f5-b2fca763184f" providerId="ADAL" clId="{63A136D7-C9D3-453A-B31C-341845AB479C}" dt="2021-10-18T14:59:29.245" v="4597" actId="20577"/>
        <pc:sldMkLst>
          <pc:docMk/>
          <pc:sldMk cId="3956106399" sldId="383"/>
        </pc:sldMkLst>
        <pc:spChg chg="mod">
          <ac:chgData name="Júlio César Chaves" userId="3f913fe9-3202-435d-b9f5-b2fca763184f" providerId="ADAL" clId="{63A136D7-C9D3-453A-B31C-341845AB479C}" dt="2021-10-18T14:59:11.972" v="4561" actId="114"/>
          <ac:spMkLst>
            <pc:docMk/>
            <pc:sldMk cId="3956106399" sldId="383"/>
            <ac:spMk id="2" creationId="{6F476CBD-3F2D-43C1-B1E3-693D9FFC8604}"/>
          </ac:spMkLst>
        </pc:spChg>
        <pc:spChg chg="mod">
          <ac:chgData name="Júlio César Chaves" userId="3f913fe9-3202-435d-b9f5-b2fca763184f" providerId="ADAL" clId="{63A136D7-C9D3-453A-B31C-341845AB479C}" dt="2021-10-18T14:59:29.245" v="4597" actId="20577"/>
          <ac:spMkLst>
            <pc:docMk/>
            <pc:sldMk cId="3956106399" sldId="383"/>
            <ac:spMk id="3" creationId="{1D114492-5615-4127-8CF2-16D1A12F4353}"/>
          </ac:spMkLst>
        </pc:spChg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35539691" sldId="393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2144780269" sldId="394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3054748598" sldId="395"/>
        </pc:sldMkLst>
      </pc:sldChg>
      <pc:sldChg chg="modNotesTx">
        <pc:chgData name="Júlio César Chaves" userId="3f913fe9-3202-435d-b9f5-b2fca763184f" providerId="ADAL" clId="{63A136D7-C9D3-453A-B31C-341845AB479C}" dt="2021-10-18T14:32:59.791" v="3207" actId="20577"/>
        <pc:sldMkLst>
          <pc:docMk/>
          <pc:sldMk cId="313045237" sldId="400"/>
        </pc:sldMkLst>
      </pc:sldChg>
      <pc:sldChg chg="modNotesTx">
        <pc:chgData name="Júlio César Chaves" userId="3f913fe9-3202-435d-b9f5-b2fca763184f" providerId="ADAL" clId="{63A136D7-C9D3-453A-B31C-341845AB479C}" dt="2021-10-18T14:34:30.028" v="3346" actId="20577"/>
        <pc:sldMkLst>
          <pc:docMk/>
          <pc:sldMk cId="850461683" sldId="401"/>
        </pc:sldMkLst>
      </pc:sldChg>
      <pc:sldChg chg="modNotesTx">
        <pc:chgData name="Júlio César Chaves" userId="3f913fe9-3202-435d-b9f5-b2fca763184f" providerId="ADAL" clId="{63A136D7-C9D3-453A-B31C-341845AB479C}" dt="2021-10-18T14:35:54.348" v="3459" actId="20577"/>
        <pc:sldMkLst>
          <pc:docMk/>
          <pc:sldMk cId="3492402712" sldId="402"/>
        </pc:sldMkLst>
      </pc:sldChg>
      <pc:sldChg chg="modNotesTx">
        <pc:chgData name="Júlio César Chaves" userId="3f913fe9-3202-435d-b9f5-b2fca763184f" providerId="ADAL" clId="{63A136D7-C9D3-453A-B31C-341845AB479C}" dt="2021-10-18T14:37:02.908" v="3611" actId="20577"/>
        <pc:sldMkLst>
          <pc:docMk/>
          <pc:sldMk cId="2552694487" sldId="403"/>
        </pc:sldMkLst>
      </pc:sldChg>
      <pc:sldChg chg="modNotesTx">
        <pc:chgData name="Júlio César Chaves" userId="3f913fe9-3202-435d-b9f5-b2fca763184f" providerId="ADAL" clId="{63A136D7-C9D3-453A-B31C-341845AB479C}" dt="2021-10-18T14:38:00.346" v="3668" actId="20577"/>
        <pc:sldMkLst>
          <pc:docMk/>
          <pc:sldMk cId="1471056437" sldId="404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1662987956" sldId="408"/>
        </pc:sldMkLst>
      </pc:sldChg>
      <pc:sldChg chg="del">
        <pc:chgData name="Júlio César Chaves" userId="3f913fe9-3202-435d-b9f5-b2fca763184f" providerId="ADAL" clId="{63A136D7-C9D3-453A-B31C-341845AB479C}" dt="2021-10-16T13:53:03.964" v="245" actId="47"/>
        <pc:sldMkLst>
          <pc:docMk/>
          <pc:sldMk cId="836832584" sldId="409"/>
        </pc:sldMkLst>
      </pc:sldChg>
      <pc:sldChg chg="addSp delSp modSp mod modClrScheme chgLayout modNotesTx">
        <pc:chgData name="Júlio César Chaves" userId="3f913fe9-3202-435d-b9f5-b2fca763184f" providerId="ADAL" clId="{63A136D7-C9D3-453A-B31C-341845AB479C}" dt="2021-10-18T14:18:43.990" v="2987" actId="20577"/>
        <pc:sldMkLst>
          <pc:docMk/>
          <pc:sldMk cId="2834299722" sldId="410"/>
        </pc:sldMkLst>
        <pc:spChg chg="mod ord">
          <ac:chgData name="Júlio César Chaves" userId="3f913fe9-3202-435d-b9f5-b2fca763184f" providerId="ADAL" clId="{63A136D7-C9D3-453A-B31C-341845AB479C}" dt="2021-10-18T14:18:43.990" v="2987" actId="20577"/>
          <ac:spMkLst>
            <pc:docMk/>
            <pc:sldMk cId="2834299722" sldId="410"/>
            <ac:spMk id="2" creationId="{27C0977B-A9F8-49AF-9791-8C8D92CC7F60}"/>
          </ac:spMkLst>
        </pc:spChg>
        <pc:spChg chg="mod ord">
          <ac:chgData name="Júlio César Chaves" userId="3f913fe9-3202-435d-b9f5-b2fca763184f" providerId="ADAL" clId="{63A136D7-C9D3-453A-B31C-341845AB479C}" dt="2021-10-18T13:56:05.632" v="2426" actId="700"/>
          <ac:spMkLst>
            <pc:docMk/>
            <pc:sldMk cId="2834299722" sldId="410"/>
            <ac:spMk id="3" creationId="{5017583E-DA76-4AB4-A07C-199E10B71E87}"/>
          </ac:spMkLst>
        </pc:spChg>
        <pc:spChg chg="add mod ord">
          <ac:chgData name="Júlio César Chaves" userId="3f913fe9-3202-435d-b9f5-b2fca763184f" providerId="ADAL" clId="{63A136D7-C9D3-453A-B31C-341845AB479C}" dt="2021-10-18T14:16:33.269" v="2865" actId="1076"/>
          <ac:spMkLst>
            <pc:docMk/>
            <pc:sldMk cId="2834299722" sldId="410"/>
            <ac:spMk id="6" creationId="{917F3FB8-F18C-4550-8E8E-937B1CC61E66}"/>
          </ac:spMkLst>
        </pc:spChg>
        <pc:spChg chg="add del mod ord">
          <ac:chgData name="Júlio César Chaves" userId="3f913fe9-3202-435d-b9f5-b2fca763184f" providerId="ADAL" clId="{63A136D7-C9D3-453A-B31C-341845AB479C}" dt="2021-10-18T14:01:46.575" v="2547" actId="478"/>
          <ac:spMkLst>
            <pc:docMk/>
            <pc:sldMk cId="2834299722" sldId="410"/>
            <ac:spMk id="7" creationId="{E4369E15-4A0D-41EF-99A8-FB9F61184B97}"/>
          </ac:spMkLst>
        </pc:spChg>
        <pc:spChg chg="add mod ord">
          <ac:chgData name="Júlio César Chaves" userId="3f913fe9-3202-435d-b9f5-b2fca763184f" providerId="ADAL" clId="{63A136D7-C9D3-453A-B31C-341845AB479C}" dt="2021-10-18T14:16:36.524" v="2866" actId="1076"/>
          <ac:spMkLst>
            <pc:docMk/>
            <pc:sldMk cId="2834299722" sldId="410"/>
            <ac:spMk id="8" creationId="{423A0624-807A-4214-BDCB-51BADA45EA07}"/>
          </ac:spMkLst>
        </pc:spChg>
        <pc:picChg chg="add mod">
          <ac:chgData name="Júlio César Chaves" userId="3f913fe9-3202-435d-b9f5-b2fca763184f" providerId="ADAL" clId="{63A136D7-C9D3-453A-B31C-341845AB479C}" dt="2021-10-18T14:16:39.918" v="2867" actId="1076"/>
          <ac:picMkLst>
            <pc:docMk/>
            <pc:sldMk cId="2834299722" sldId="410"/>
            <ac:picMk id="5" creationId="{95C5FA73-1C4E-40A7-85B3-981D3773443A}"/>
          </ac:picMkLst>
        </pc:picChg>
      </pc:sldChg>
      <pc:sldChg chg="addSp delSp modSp mod">
        <pc:chgData name="Júlio César Chaves" userId="3f913fe9-3202-435d-b9f5-b2fca763184f" providerId="ADAL" clId="{63A136D7-C9D3-453A-B31C-341845AB479C}" dt="2021-10-16T21:10:51.689" v="1265" actId="1076"/>
        <pc:sldMkLst>
          <pc:docMk/>
          <pc:sldMk cId="1203326119" sldId="411"/>
        </pc:sldMkLst>
        <pc:spChg chg="add mod">
          <ac:chgData name="Júlio César Chaves" userId="3f913fe9-3202-435d-b9f5-b2fca763184f" providerId="ADAL" clId="{63A136D7-C9D3-453A-B31C-341845AB479C}" dt="2021-10-16T21:10:09.625" v="1263" actId="20577"/>
          <ac:spMkLst>
            <pc:docMk/>
            <pc:sldMk cId="1203326119" sldId="411"/>
            <ac:spMk id="9" creationId="{746AC523-DE40-4B2C-B5BD-E9EEBDEC10BB}"/>
          </ac:spMkLst>
        </pc:spChg>
        <pc:picChg chg="add del mod">
          <ac:chgData name="Júlio César Chaves" userId="3f913fe9-3202-435d-b9f5-b2fca763184f" providerId="ADAL" clId="{63A136D7-C9D3-453A-B31C-341845AB479C}" dt="2021-10-16T21:09:41.092" v="1220" actId="478"/>
          <ac:picMkLst>
            <pc:docMk/>
            <pc:sldMk cId="1203326119" sldId="411"/>
            <ac:picMk id="10" creationId="{CA5C270A-347B-4E65-A79E-7ED6EF9E7C58}"/>
          </ac:picMkLst>
        </pc:picChg>
        <pc:picChg chg="add mod">
          <ac:chgData name="Júlio César Chaves" userId="3f913fe9-3202-435d-b9f5-b2fca763184f" providerId="ADAL" clId="{63A136D7-C9D3-453A-B31C-341845AB479C}" dt="2021-10-16T21:10:51.689" v="1265" actId="1076"/>
          <ac:picMkLst>
            <pc:docMk/>
            <pc:sldMk cId="1203326119" sldId="411"/>
            <ac:picMk id="11" creationId="{E7B28F45-3658-4FB8-9571-1221795D1FFF}"/>
          </ac:picMkLst>
        </pc:picChg>
      </pc:sldChg>
      <pc:sldChg chg="modSp mod">
        <pc:chgData name="Júlio César Chaves" userId="3f913fe9-3202-435d-b9f5-b2fca763184f" providerId="ADAL" clId="{63A136D7-C9D3-453A-B31C-341845AB479C}" dt="2021-10-16T13:57:34.148" v="293" actId="6549"/>
        <pc:sldMkLst>
          <pc:docMk/>
          <pc:sldMk cId="2603552268" sldId="412"/>
        </pc:sldMkLst>
        <pc:spChg chg="mod">
          <ac:chgData name="Júlio César Chaves" userId="3f913fe9-3202-435d-b9f5-b2fca763184f" providerId="ADAL" clId="{63A136D7-C9D3-453A-B31C-341845AB479C}" dt="2021-10-16T13:57:34.148" v="293" actId="6549"/>
          <ac:spMkLst>
            <pc:docMk/>
            <pc:sldMk cId="2603552268" sldId="412"/>
            <ac:spMk id="2" creationId="{00000000-0000-0000-0000-000000000000}"/>
          </ac:spMkLst>
        </pc:spChg>
      </pc:sldChg>
      <pc:sldChg chg="addSp modSp mod">
        <pc:chgData name="Júlio César Chaves" userId="3f913fe9-3202-435d-b9f5-b2fca763184f" providerId="ADAL" clId="{63A136D7-C9D3-453A-B31C-341845AB479C}" dt="2021-10-16T21:38:54.460" v="1272" actId="1076"/>
        <pc:sldMkLst>
          <pc:docMk/>
          <pc:sldMk cId="1691816698" sldId="415"/>
        </pc:sldMkLst>
        <pc:spChg chg="mod">
          <ac:chgData name="Júlio César Chaves" userId="3f913fe9-3202-435d-b9f5-b2fca763184f" providerId="ADAL" clId="{63A136D7-C9D3-453A-B31C-341845AB479C}" dt="2021-10-16T21:38:50.147" v="1271" actId="1076"/>
          <ac:spMkLst>
            <pc:docMk/>
            <pc:sldMk cId="1691816698" sldId="415"/>
            <ac:spMk id="3" creationId="{D313FE1F-F074-42E4-B90B-FDB5BB2ABFD4}"/>
          </ac:spMkLst>
        </pc:spChg>
        <pc:picChg chg="add mod">
          <ac:chgData name="Júlio César Chaves" userId="3f913fe9-3202-435d-b9f5-b2fca763184f" providerId="ADAL" clId="{63A136D7-C9D3-453A-B31C-341845AB479C}" dt="2021-10-16T21:38:54.460" v="1272" actId="1076"/>
          <ac:picMkLst>
            <pc:docMk/>
            <pc:sldMk cId="1691816698" sldId="415"/>
            <ac:picMk id="1026" creationId="{28E5639C-9718-4F28-9CD0-73C0F215BD18}"/>
          </ac:picMkLst>
        </pc:picChg>
      </pc:sldChg>
      <pc:sldChg chg="del">
        <pc:chgData name="Júlio César Chaves" userId="3f913fe9-3202-435d-b9f5-b2fca763184f" providerId="ADAL" clId="{63A136D7-C9D3-453A-B31C-341845AB479C}" dt="2021-10-16T21:38:40.098" v="1270" actId="47"/>
        <pc:sldMkLst>
          <pc:docMk/>
          <pc:sldMk cId="540677662" sldId="416"/>
        </pc:sldMkLst>
      </pc:sldChg>
      <pc:sldChg chg="del">
        <pc:chgData name="Júlio César Chaves" userId="3f913fe9-3202-435d-b9f5-b2fca763184f" providerId="ADAL" clId="{63A136D7-C9D3-453A-B31C-341845AB479C}" dt="2021-10-18T14:40:08.332" v="3704" actId="47"/>
        <pc:sldMkLst>
          <pc:docMk/>
          <pc:sldMk cId="962121032" sldId="417"/>
        </pc:sldMkLst>
      </pc:sldChg>
      <pc:sldChg chg="modSp new mod">
        <pc:chgData name="Júlio César Chaves" userId="3f913fe9-3202-435d-b9f5-b2fca763184f" providerId="ADAL" clId="{63A136D7-C9D3-453A-B31C-341845AB479C}" dt="2021-10-16T13:53:23.880" v="284" actId="20577"/>
        <pc:sldMkLst>
          <pc:docMk/>
          <pc:sldMk cId="1826913288" sldId="418"/>
        </pc:sldMkLst>
        <pc:spChg chg="mod">
          <ac:chgData name="Júlio César Chaves" userId="3f913fe9-3202-435d-b9f5-b2fca763184f" providerId="ADAL" clId="{63A136D7-C9D3-453A-B31C-341845AB479C}" dt="2021-10-16T13:48:35.546" v="30" actId="20577"/>
          <ac:spMkLst>
            <pc:docMk/>
            <pc:sldMk cId="1826913288" sldId="418"/>
            <ac:spMk id="2" creationId="{60F3E5F2-4BBF-42E6-8C5A-573ADA708BF6}"/>
          </ac:spMkLst>
        </pc:spChg>
        <pc:spChg chg="mod">
          <ac:chgData name="Júlio César Chaves" userId="3f913fe9-3202-435d-b9f5-b2fca763184f" providerId="ADAL" clId="{63A136D7-C9D3-453A-B31C-341845AB479C}" dt="2021-10-16T13:53:23.880" v="284" actId="20577"/>
          <ac:spMkLst>
            <pc:docMk/>
            <pc:sldMk cId="1826913288" sldId="418"/>
            <ac:spMk id="3" creationId="{54688643-BB3C-443D-8310-3D8AC0663B18}"/>
          </ac:spMkLst>
        </pc:spChg>
      </pc:sldChg>
      <pc:sldChg chg="modNotesTx">
        <pc:chgData name="Júlio César Chaves" userId="3f913fe9-3202-435d-b9f5-b2fca763184f" providerId="ADAL" clId="{63A136D7-C9D3-453A-B31C-341845AB479C}" dt="2021-10-16T14:04:18.289" v="294"/>
        <pc:sldMkLst>
          <pc:docMk/>
          <pc:sldMk cId="1607982136" sldId="419"/>
        </pc:sldMkLst>
      </pc:sldChg>
      <pc:sldChg chg="modNotesTx">
        <pc:chgData name="Júlio César Chaves" userId="3f913fe9-3202-435d-b9f5-b2fca763184f" providerId="ADAL" clId="{63A136D7-C9D3-453A-B31C-341845AB479C}" dt="2021-10-16T14:04:34.273" v="295"/>
        <pc:sldMkLst>
          <pc:docMk/>
          <pc:sldMk cId="569575452" sldId="420"/>
        </pc:sldMkLst>
      </pc:sldChg>
      <pc:sldChg chg="modSp mod">
        <pc:chgData name="Júlio César Chaves" userId="3f913fe9-3202-435d-b9f5-b2fca763184f" providerId="ADAL" clId="{63A136D7-C9D3-453A-B31C-341845AB479C}" dt="2021-10-16T14:07:19.302" v="357" actId="6549"/>
        <pc:sldMkLst>
          <pc:docMk/>
          <pc:sldMk cId="2271940038" sldId="425"/>
        </pc:sldMkLst>
        <pc:spChg chg="mod">
          <ac:chgData name="Júlio César Chaves" userId="3f913fe9-3202-435d-b9f5-b2fca763184f" providerId="ADAL" clId="{63A136D7-C9D3-453A-B31C-341845AB479C}" dt="2021-10-16T14:06:29.371" v="304" actId="6549"/>
          <ac:spMkLst>
            <pc:docMk/>
            <pc:sldMk cId="2271940038" sldId="425"/>
            <ac:spMk id="2" creationId="{B2229B8F-1F26-4CAA-B696-82A7248C0E20}"/>
          </ac:spMkLst>
        </pc:spChg>
        <pc:spChg chg="mod">
          <ac:chgData name="Júlio César Chaves" userId="3f913fe9-3202-435d-b9f5-b2fca763184f" providerId="ADAL" clId="{63A136D7-C9D3-453A-B31C-341845AB479C}" dt="2021-10-16T14:07:19.302" v="357" actId="6549"/>
          <ac:spMkLst>
            <pc:docMk/>
            <pc:sldMk cId="2271940038" sldId="425"/>
            <ac:spMk id="3" creationId="{4A44B985-4120-4706-96A3-47E31076E2FA}"/>
          </ac:spMkLst>
        </pc:spChg>
      </pc:sldChg>
      <pc:sldChg chg="addSp delSp modSp add mod modClrScheme chgLayout">
        <pc:chgData name="Júlio César Chaves" userId="3f913fe9-3202-435d-b9f5-b2fca763184f" providerId="ADAL" clId="{63A136D7-C9D3-453A-B31C-341845AB479C}" dt="2021-10-16T15:53:52.900" v="1168"/>
        <pc:sldMkLst>
          <pc:docMk/>
          <pc:sldMk cId="3596154439" sldId="428"/>
        </pc:sldMkLst>
        <pc:spChg chg="add mod ord">
          <ac:chgData name="Júlio César Chaves" userId="3f913fe9-3202-435d-b9f5-b2fca763184f" providerId="ADAL" clId="{63A136D7-C9D3-453A-B31C-341845AB479C}" dt="2021-10-16T15:53:52.900" v="1168"/>
          <ac:spMkLst>
            <pc:docMk/>
            <pc:sldMk cId="3596154439" sldId="428"/>
            <ac:spMk id="2" creationId="{AEB34043-9EAA-4733-90E4-B9EA35AFC016}"/>
          </ac:spMkLst>
        </pc:spChg>
        <pc:spChg chg="mod ord">
          <ac:chgData name="Júlio César Chaves" userId="3f913fe9-3202-435d-b9f5-b2fca763184f" providerId="ADAL" clId="{63A136D7-C9D3-453A-B31C-341845AB479C}" dt="2021-10-16T15:16:58.197" v="383" actId="700"/>
          <ac:spMkLst>
            <pc:docMk/>
            <pc:sldMk cId="3596154439" sldId="428"/>
            <ac:spMk id="6" creationId="{590BB5AD-4C63-49CA-8B77-BD124AF47BF5}"/>
          </ac:spMkLst>
        </pc:spChg>
        <pc:spChg chg="del">
          <ac:chgData name="Júlio César Chaves" userId="3f913fe9-3202-435d-b9f5-b2fca763184f" providerId="ADAL" clId="{63A136D7-C9D3-453A-B31C-341845AB479C}" dt="2021-10-16T15:15:07.142" v="368" actId="478"/>
          <ac:spMkLst>
            <pc:docMk/>
            <pc:sldMk cId="3596154439" sldId="428"/>
            <ac:spMk id="7" creationId="{7F832AD5-6C75-49CC-A70A-442FA3A3F33D}"/>
          </ac:spMkLst>
        </pc:spChg>
        <pc:spChg chg="mod ord">
          <ac:chgData name="Júlio César Chaves" userId="3f913fe9-3202-435d-b9f5-b2fca763184f" providerId="ADAL" clId="{63A136D7-C9D3-453A-B31C-341845AB479C}" dt="2021-10-16T15:16:58.197" v="383" actId="700"/>
          <ac:spMkLst>
            <pc:docMk/>
            <pc:sldMk cId="3596154439" sldId="428"/>
            <ac:spMk id="5122" creationId="{06716E2A-04EE-430D-BAD4-8F4C21666C5C}"/>
          </ac:spMkLst>
        </pc:spChg>
        <pc:spChg chg="mod ord">
          <ac:chgData name="Júlio César Chaves" userId="3f913fe9-3202-435d-b9f5-b2fca763184f" providerId="ADAL" clId="{63A136D7-C9D3-453A-B31C-341845AB479C}" dt="2021-10-16T15:29:24.211" v="1041"/>
          <ac:spMkLst>
            <pc:docMk/>
            <pc:sldMk cId="3596154439" sldId="428"/>
            <ac:spMk id="5123" creationId="{35E1B20B-D590-4FF5-9434-309B19B83B0A}"/>
          </ac:spMkLst>
        </pc:spChg>
      </pc:sldChg>
      <pc:sldChg chg="add">
        <pc:chgData name="Júlio César Chaves" userId="3f913fe9-3202-435d-b9f5-b2fca763184f" providerId="ADAL" clId="{63A136D7-C9D3-453A-B31C-341845AB479C}" dt="2021-10-16T18:12:45.909" v="1208"/>
        <pc:sldMkLst>
          <pc:docMk/>
          <pc:sldMk cId="2082230966" sldId="429"/>
        </pc:sldMkLst>
      </pc:sldChg>
      <pc:sldChg chg="addSp delSp modSp new del mod modClrScheme chgLayout">
        <pc:chgData name="Júlio César Chaves" userId="3f913fe9-3202-435d-b9f5-b2fca763184f" providerId="ADAL" clId="{63A136D7-C9D3-453A-B31C-341845AB479C}" dt="2021-10-16T18:12:35.541" v="1207" actId="2696"/>
        <pc:sldMkLst>
          <pc:docMk/>
          <pc:sldMk cId="3759451259" sldId="429"/>
        </pc:sldMkLst>
        <pc:spChg chg="mod ord">
          <ac:chgData name="Júlio César Chaves" userId="3f913fe9-3202-435d-b9f5-b2fca763184f" providerId="ADAL" clId="{63A136D7-C9D3-453A-B31C-341845AB479C}" dt="2021-10-16T15:36:46.879" v="1078" actId="700"/>
          <ac:spMkLst>
            <pc:docMk/>
            <pc:sldMk cId="3759451259" sldId="429"/>
            <ac:spMk id="2" creationId="{10081D71-FD5D-467E-B314-35A3E0E453E1}"/>
          </ac:spMkLst>
        </pc:spChg>
        <pc:spChg chg="del mod ord">
          <ac:chgData name="Júlio César Chaves" userId="3f913fe9-3202-435d-b9f5-b2fca763184f" providerId="ADAL" clId="{63A136D7-C9D3-453A-B31C-341845AB479C}" dt="2021-10-16T15:36:41.899" v="1077" actId="700"/>
          <ac:spMkLst>
            <pc:docMk/>
            <pc:sldMk cId="3759451259" sldId="429"/>
            <ac:spMk id="3" creationId="{64293A7C-0C2E-4136-9069-3E590872B4A1}"/>
          </ac:spMkLst>
        </pc:spChg>
        <pc:spChg chg="del mod ord">
          <ac:chgData name="Júlio César Chaves" userId="3f913fe9-3202-435d-b9f5-b2fca763184f" providerId="ADAL" clId="{63A136D7-C9D3-453A-B31C-341845AB479C}" dt="2021-10-16T15:36:41.899" v="1077" actId="700"/>
          <ac:spMkLst>
            <pc:docMk/>
            <pc:sldMk cId="3759451259" sldId="429"/>
            <ac:spMk id="4" creationId="{38E2981B-B88B-461F-BB6E-26AAE7ED73DB}"/>
          </ac:spMkLst>
        </pc:spChg>
        <pc:spChg chg="mod ord">
          <ac:chgData name="Júlio César Chaves" userId="3f913fe9-3202-435d-b9f5-b2fca763184f" providerId="ADAL" clId="{63A136D7-C9D3-453A-B31C-341845AB479C}" dt="2021-10-16T15:36:46.879" v="1078" actId="700"/>
          <ac:spMkLst>
            <pc:docMk/>
            <pc:sldMk cId="3759451259" sldId="429"/>
            <ac:spMk id="5" creationId="{E2274A1B-3681-458F-AD8C-58BD4A0F77FB}"/>
          </ac:spMkLst>
        </pc:spChg>
        <pc:spChg chg="add del mod ord">
          <ac:chgData name="Júlio César Chaves" userId="3f913fe9-3202-435d-b9f5-b2fca763184f" providerId="ADAL" clId="{63A136D7-C9D3-453A-B31C-341845AB479C}" dt="2021-10-16T15:36:46.879" v="1078" actId="700"/>
          <ac:spMkLst>
            <pc:docMk/>
            <pc:sldMk cId="3759451259" sldId="429"/>
            <ac:spMk id="6" creationId="{B13D5880-E638-49B4-B805-21A914267EB6}"/>
          </ac:spMkLst>
        </pc:spChg>
        <pc:spChg chg="add del mod ord">
          <ac:chgData name="Júlio César Chaves" userId="3f913fe9-3202-435d-b9f5-b2fca763184f" providerId="ADAL" clId="{63A136D7-C9D3-453A-B31C-341845AB479C}" dt="2021-10-16T15:36:46.879" v="1078" actId="700"/>
          <ac:spMkLst>
            <pc:docMk/>
            <pc:sldMk cId="3759451259" sldId="429"/>
            <ac:spMk id="7" creationId="{E94FDC14-C749-4FDD-BE32-696EAA021A5B}"/>
          </ac:spMkLst>
        </pc:spChg>
        <pc:spChg chg="add mod ord">
          <ac:chgData name="Júlio César Chaves" userId="3f913fe9-3202-435d-b9f5-b2fca763184f" providerId="ADAL" clId="{63A136D7-C9D3-453A-B31C-341845AB479C}" dt="2021-10-16T15:37:56.173" v="1164" actId="20577"/>
          <ac:spMkLst>
            <pc:docMk/>
            <pc:sldMk cId="3759451259" sldId="429"/>
            <ac:spMk id="8" creationId="{17ADD6FD-3911-4AE9-B6AD-576AF6C9FDDE}"/>
          </ac:spMkLst>
        </pc:spChg>
        <pc:spChg chg="add mod ord">
          <ac:chgData name="Júlio César Chaves" userId="3f913fe9-3202-435d-b9f5-b2fca763184f" providerId="ADAL" clId="{63A136D7-C9D3-453A-B31C-341845AB479C}" dt="2021-10-16T15:36:46.879" v="1078" actId="700"/>
          <ac:spMkLst>
            <pc:docMk/>
            <pc:sldMk cId="3759451259" sldId="429"/>
            <ac:spMk id="9" creationId="{C7505C7B-3BF2-458E-BC61-DE9279A4C4CF}"/>
          </ac:spMkLst>
        </pc:spChg>
        <pc:spChg chg="add mod">
          <ac:chgData name="Júlio César Chaves" userId="3f913fe9-3202-435d-b9f5-b2fca763184f" providerId="ADAL" clId="{63A136D7-C9D3-453A-B31C-341845AB479C}" dt="2021-10-16T15:37:42.659" v="1142"/>
          <ac:spMkLst>
            <pc:docMk/>
            <pc:sldMk cId="3759451259" sldId="429"/>
            <ac:spMk id="10" creationId="{EFE62731-51E7-4F61-8F63-2688BEB7E5EB}"/>
          </ac:spMkLst>
        </pc:spChg>
      </pc:sldChg>
      <pc:sldChg chg="modSp new del mod">
        <pc:chgData name="Júlio César Chaves" userId="3f913fe9-3202-435d-b9f5-b2fca763184f" providerId="ADAL" clId="{63A136D7-C9D3-453A-B31C-341845AB479C}" dt="2021-10-16T15:57:55.803" v="1194" actId="47"/>
        <pc:sldMkLst>
          <pc:docMk/>
          <pc:sldMk cId="1359997340" sldId="430"/>
        </pc:sldMkLst>
        <pc:spChg chg="mod">
          <ac:chgData name="Júlio César Chaves" userId="3f913fe9-3202-435d-b9f5-b2fca763184f" providerId="ADAL" clId="{63A136D7-C9D3-453A-B31C-341845AB479C}" dt="2021-10-16T15:37:36.449" v="1141" actId="20577"/>
          <ac:spMkLst>
            <pc:docMk/>
            <pc:sldMk cId="1359997340" sldId="430"/>
            <ac:spMk id="4" creationId="{2E2449B6-A7AB-4BA3-9805-AA689156A210}"/>
          </ac:spMkLst>
        </pc:spChg>
      </pc:sldChg>
      <pc:sldChg chg="modSp new mod">
        <pc:chgData name="Júlio César Chaves" userId="3f913fe9-3202-435d-b9f5-b2fca763184f" providerId="ADAL" clId="{63A136D7-C9D3-453A-B31C-341845AB479C}" dt="2021-10-16T18:11:07.440" v="1206" actId="20577"/>
        <pc:sldMkLst>
          <pc:docMk/>
          <pc:sldMk cId="2527754089" sldId="431"/>
        </pc:sldMkLst>
        <pc:spChg chg="mod">
          <ac:chgData name="Júlio César Chaves" userId="3f913fe9-3202-435d-b9f5-b2fca763184f" providerId="ADAL" clId="{63A136D7-C9D3-453A-B31C-341845AB479C}" dt="2021-10-16T15:55:51.515" v="1193" actId="20577"/>
          <ac:spMkLst>
            <pc:docMk/>
            <pc:sldMk cId="2527754089" sldId="431"/>
            <ac:spMk id="2" creationId="{3D2FFA47-7A8F-45AC-B49B-F0B5076177F9}"/>
          </ac:spMkLst>
        </pc:spChg>
        <pc:spChg chg="mod">
          <ac:chgData name="Júlio César Chaves" userId="3f913fe9-3202-435d-b9f5-b2fca763184f" providerId="ADAL" clId="{63A136D7-C9D3-453A-B31C-341845AB479C}" dt="2021-10-16T15:55:32.385" v="1173" actId="6549"/>
          <ac:spMkLst>
            <pc:docMk/>
            <pc:sldMk cId="2527754089" sldId="431"/>
            <ac:spMk id="3" creationId="{C0F1B0E3-F83E-4CD3-9A7E-F9076C71DD64}"/>
          </ac:spMkLst>
        </pc:spChg>
        <pc:spChg chg="mod">
          <ac:chgData name="Júlio César Chaves" userId="3f913fe9-3202-435d-b9f5-b2fca763184f" providerId="ADAL" clId="{63A136D7-C9D3-453A-B31C-341845AB479C}" dt="2021-10-16T18:11:07.440" v="1206" actId="20577"/>
          <ac:spMkLst>
            <pc:docMk/>
            <pc:sldMk cId="2527754089" sldId="431"/>
            <ac:spMk id="4" creationId="{DA8F8BE0-261A-4387-9A8E-5C2D7A8B1A07}"/>
          </ac:spMkLst>
        </pc:spChg>
      </pc:sldChg>
      <pc:sldChg chg="modSp new mod">
        <pc:chgData name="Júlio César Chaves" userId="3f913fe9-3202-435d-b9f5-b2fca763184f" providerId="ADAL" clId="{63A136D7-C9D3-453A-B31C-341845AB479C}" dt="2021-10-16T18:12:54.947" v="1217" actId="20577"/>
        <pc:sldMkLst>
          <pc:docMk/>
          <pc:sldMk cId="2784482037" sldId="432"/>
        </pc:sldMkLst>
        <pc:spChg chg="mod">
          <ac:chgData name="Júlio César Chaves" userId="3f913fe9-3202-435d-b9f5-b2fca763184f" providerId="ADAL" clId="{63A136D7-C9D3-453A-B31C-341845AB479C}" dt="2021-10-16T18:12:54.947" v="1217" actId="20577"/>
          <ac:spMkLst>
            <pc:docMk/>
            <pc:sldMk cId="2784482037" sldId="432"/>
            <ac:spMk id="2" creationId="{F6CC7829-E633-4ACA-936B-C1447E259587}"/>
          </ac:spMkLst>
        </pc:spChg>
      </pc:sldChg>
      <pc:sldChg chg="addSp delSp modSp add mod">
        <pc:chgData name="Júlio César Chaves" userId="3f913fe9-3202-435d-b9f5-b2fca763184f" providerId="ADAL" clId="{63A136D7-C9D3-453A-B31C-341845AB479C}" dt="2021-10-18T13:43:40.313" v="2403" actId="20577"/>
        <pc:sldMkLst>
          <pc:docMk/>
          <pc:sldMk cId="2810246617" sldId="433"/>
        </pc:sldMkLst>
        <pc:spChg chg="mod">
          <ac:chgData name="Júlio César Chaves" userId="3f913fe9-3202-435d-b9f5-b2fca763184f" providerId="ADAL" clId="{63A136D7-C9D3-453A-B31C-341845AB479C}" dt="2021-10-16T21:41:39.303" v="1354" actId="20577"/>
          <ac:spMkLst>
            <pc:docMk/>
            <pc:sldMk cId="2810246617" sldId="433"/>
            <ac:spMk id="3" creationId="{D313FE1F-F074-42E4-B90B-FDB5BB2ABFD4}"/>
          </ac:spMkLst>
        </pc:spChg>
        <pc:spChg chg="mod">
          <ac:chgData name="Júlio César Chaves" userId="3f913fe9-3202-435d-b9f5-b2fca763184f" providerId="ADAL" clId="{63A136D7-C9D3-453A-B31C-341845AB479C}" dt="2021-10-18T13:43:17.931" v="2371"/>
          <ac:spMkLst>
            <pc:docMk/>
            <pc:sldMk cId="2810246617" sldId="433"/>
            <ac:spMk id="4" creationId="{C232A58F-7478-4394-A039-C91706783F39}"/>
          </ac:spMkLst>
        </pc:spChg>
        <pc:spChg chg="add mod">
          <ac:chgData name="Júlio César Chaves" userId="3f913fe9-3202-435d-b9f5-b2fca763184f" providerId="ADAL" clId="{63A136D7-C9D3-453A-B31C-341845AB479C}" dt="2021-10-18T13:43:40.313" v="2403" actId="20577"/>
          <ac:spMkLst>
            <pc:docMk/>
            <pc:sldMk cId="2810246617" sldId="433"/>
            <ac:spMk id="10" creationId="{D7450DCB-B0F2-41F8-9B39-85B5271AF3E3}"/>
          </ac:spMkLst>
        </pc:spChg>
        <pc:picChg chg="add mod">
          <ac:chgData name="Júlio César Chaves" userId="3f913fe9-3202-435d-b9f5-b2fca763184f" providerId="ADAL" clId="{63A136D7-C9D3-453A-B31C-341845AB479C}" dt="2021-10-16T21:40:54.202" v="1349" actId="1076"/>
          <ac:picMkLst>
            <pc:docMk/>
            <pc:sldMk cId="2810246617" sldId="433"/>
            <ac:picMk id="6" creationId="{66FEC95B-C8ED-472F-98F0-909E371322FF}"/>
          </ac:picMkLst>
        </pc:picChg>
        <pc:picChg chg="add mod">
          <ac:chgData name="Júlio César Chaves" userId="3f913fe9-3202-435d-b9f5-b2fca763184f" providerId="ADAL" clId="{63A136D7-C9D3-453A-B31C-341845AB479C}" dt="2021-10-16T21:41:08.468" v="1351" actId="1076"/>
          <ac:picMkLst>
            <pc:docMk/>
            <pc:sldMk cId="2810246617" sldId="433"/>
            <ac:picMk id="8" creationId="{C83020B3-E3B5-4DA4-B4C4-49D5A1BEC5A2}"/>
          </ac:picMkLst>
        </pc:picChg>
        <pc:picChg chg="del">
          <ac:chgData name="Júlio César Chaves" userId="3f913fe9-3202-435d-b9f5-b2fca763184f" providerId="ADAL" clId="{63A136D7-C9D3-453A-B31C-341845AB479C}" dt="2021-10-16T21:39:22.561" v="1291" actId="478"/>
          <ac:picMkLst>
            <pc:docMk/>
            <pc:sldMk cId="2810246617" sldId="433"/>
            <ac:picMk id="1026" creationId="{28E5639C-9718-4F28-9CD0-73C0F215BD18}"/>
          </ac:picMkLst>
        </pc:picChg>
      </pc:sldChg>
      <pc:sldChg chg="delSp modSp add mod">
        <pc:chgData name="Júlio César Chaves" userId="3f913fe9-3202-435d-b9f5-b2fca763184f" providerId="ADAL" clId="{63A136D7-C9D3-453A-B31C-341845AB479C}" dt="2021-10-16T21:59:57.623" v="1948" actId="1076"/>
        <pc:sldMkLst>
          <pc:docMk/>
          <pc:sldMk cId="1476303383" sldId="434"/>
        </pc:sldMkLst>
        <pc:spChg chg="mod">
          <ac:chgData name="Júlio César Chaves" userId="3f913fe9-3202-435d-b9f5-b2fca763184f" providerId="ADAL" clId="{63A136D7-C9D3-453A-B31C-341845AB479C}" dt="2021-10-16T21:44:14.941" v="1366" actId="20577"/>
          <ac:spMkLst>
            <pc:docMk/>
            <pc:sldMk cId="1476303383" sldId="434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63A136D7-C9D3-453A-B31C-341845AB479C}" dt="2021-10-16T21:59:51.113" v="1947" actId="113"/>
          <ac:spMkLst>
            <pc:docMk/>
            <pc:sldMk cId="1476303383" sldId="434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63A136D7-C9D3-453A-B31C-341845AB479C}" dt="2021-10-16T21:59:57.623" v="1948" actId="1076"/>
          <ac:spMkLst>
            <pc:docMk/>
            <pc:sldMk cId="1476303383" sldId="434"/>
            <ac:spMk id="4" creationId="{00000000-0000-0000-0000-000000000000}"/>
          </ac:spMkLst>
        </pc:spChg>
        <pc:picChg chg="del">
          <ac:chgData name="Júlio César Chaves" userId="3f913fe9-3202-435d-b9f5-b2fca763184f" providerId="ADAL" clId="{63A136D7-C9D3-453A-B31C-341845AB479C}" dt="2021-10-16T21:46:38.256" v="1393" actId="478"/>
          <ac:picMkLst>
            <pc:docMk/>
            <pc:sldMk cId="1476303383" sldId="434"/>
            <ac:picMk id="4098" creationId="{00000000-0000-0000-0000-000000000000}"/>
          </ac:picMkLst>
        </pc:picChg>
      </pc:sldChg>
      <pc:sldChg chg="addSp delSp modSp add mod">
        <pc:chgData name="Júlio César Chaves" userId="3f913fe9-3202-435d-b9f5-b2fca763184f" providerId="ADAL" clId="{63A136D7-C9D3-453A-B31C-341845AB479C}" dt="2021-10-16T22:01:02.010" v="1965" actId="1076"/>
        <pc:sldMkLst>
          <pc:docMk/>
          <pc:sldMk cId="1028547336" sldId="435"/>
        </pc:sldMkLst>
        <pc:spChg chg="mod">
          <ac:chgData name="Júlio César Chaves" userId="3f913fe9-3202-435d-b9f5-b2fca763184f" providerId="ADAL" clId="{63A136D7-C9D3-453A-B31C-341845AB479C}" dt="2021-10-16T22:00:39.681" v="1959" actId="20577"/>
          <ac:spMkLst>
            <pc:docMk/>
            <pc:sldMk cId="1028547336" sldId="435"/>
            <ac:spMk id="3" creationId="{D313FE1F-F074-42E4-B90B-FDB5BB2ABFD4}"/>
          </ac:spMkLst>
        </pc:spChg>
        <pc:picChg chg="del">
          <ac:chgData name="Júlio César Chaves" userId="3f913fe9-3202-435d-b9f5-b2fca763184f" providerId="ADAL" clId="{63A136D7-C9D3-453A-B31C-341845AB479C}" dt="2021-10-16T22:00:41.461" v="1960" actId="478"/>
          <ac:picMkLst>
            <pc:docMk/>
            <pc:sldMk cId="1028547336" sldId="435"/>
            <ac:picMk id="6" creationId="{66FEC95B-C8ED-472F-98F0-909E371322FF}"/>
          </ac:picMkLst>
        </pc:picChg>
        <pc:picChg chg="add mod">
          <ac:chgData name="Júlio César Chaves" userId="3f913fe9-3202-435d-b9f5-b2fca763184f" providerId="ADAL" clId="{63A136D7-C9D3-453A-B31C-341845AB479C}" dt="2021-10-16T22:01:02.010" v="1965" actId="1076"/>
          <ac:picMkLst>
            <pc:docMk/>
            <pc:sldMk cId="1028547336" sldId="435"/>
            <ac:picMk id="7" creationId="{0C54D511-4CBD-4AAA-842A-C49D551F3180}"/>
          </ac:picMkLst>
        </pc:picChg>
        <pc:picChg chg="del">
          <ac:chgData name="Júlio César Chaves" userId="3f913fe9-3202-435d-b9f5-b2fca763184f" providerId="ADAL" clId="{63A136D7-C9D3-453A-B31C-341845AB479C}" dt="2021-10-16T22:00:42.173" v="1961" actId="478"/>
          <ac:picMkLst>
            <pc:docMk/>
            <pc:sldMk cId="1028547336" sldId="435"/>
            <ac:picMk id="8" creationId="{C83020B3-E3B5-4DA4-B4C4-49D5A1BEC5A2}"/>
          </ac:picMkLst>
        </pc:picChg>
      </pc:sldChg>
      <pc:sldChg chg="add del">
        <pc:chgData name="Júlio César Chaves" userId="3f913fe9-3202-435d-b9f5-b2fca763184f" providerId="ADAL" clId="{63A136D7-C9D3-453A-B31C-341845AB479C}" dt="2021-10-16T22:00:45.656" v="1963"/>
        <pc:sldMkLst>
          <pc:docMk/>
          <pc:sldMk cId="122061640" sldId="436"/>
        </pc:sldMkLst>
      </pc:sldChg>
      <pc:sldChg chg="addSp delSp modSp add mod">
        <pc:chgData name="Júlio César Chaves" userId="3f913fe9-3202-435d-b9f5-b2fca763184f" providerId="ADAL" clId="{63A136D7-C9D3-453A-B31C-341845AB479C}" dt="2021-10-16T22:11:13.698" v="2314" actId="478"/>
        <pc:sldMkLst>
          <pc:docMk/>
          <pc:sldMk cId="2591024810" sldId="436"/>
        </pc:sldMkLst>
        <pc:spChg chg="mod">
          <ac:chgData name="Júlio César Chaves" userId="3f913fe9-3202-435d-b9f5-b2fca763184f" providerId="ADAL" clId="{63A136D7-C9D3-453A-B31C-341845AB479C}" dt="2021-10-16T22:09:32.748" v="2299" actId="20577"/>
          <ac:spMkLst>
            <pc:docMk/>
            <pc:sldMk cId="2591024810" sldId="436"/>
            <ac:spMk id="3" creationId="{D313FE1F-F074-42E4-B90B-FDB5BB2ABFD4}"/>
          </ac:spMkLst>
        </pc:spChg>
        <pc:picChg chg="add mod">
          <ac:chgData name="Júlio César Chaves" userId="3f913fe9-3202-435d-b9f5-b2fca763184f" providerId="ADAL" clId="{63A136D7-C9D3-453A-B31C-341845AB479C}" dt="2021-10-16T22:10:06.917" v="2302" actId="1076"/>
          <ac:picMkLst>
            <pc:docMk/>
            <pc:sldMk cId="2591024810" sldId="436"/>
            <ac:picMk id="6" creationId="{B1BC3333-52C1-41D6-BBAD-A1BE92D26607}"/>
          </ac:picMkLst>
        </pc:picChg>
        <pc:picChg chg="del">
          <ac:chgData name="Júlio César Chaves" userId="3f913fe9-3202-435d-b9f5-b2fca763184f" providerId="ADAL" clId="{63A136D7-C9D3-453A-B31C-341845AB479C}" dt="2021-10-16T22:08:37.368" v="2247" actId="478"/>
          <ac:picMkLst>
            <pc:docMk/>
            <pc:sldMk cId="2591024810" sldId="436"/>
            <ac:picMk id="7" creationId="{0C54D511-4CBD-4AAA-842A-C49D551F3180}"/>
          </ac:picMkLst>
        </pc:picChg>
        <pc:picChg chg="add del mod">
          <ac:chgData name="Júlio César Chaves" userId="3f913fe9-3202-435d-b9f5-b2fca763184f" providerId="ADAL" clId="{63A136D7-C9D3-453A-B31C-341845AB479C}" dt="2021-10-16T22:11:13.698" v="2314" actId="478"/>
          <ac:picMkLst>
            <pc:docMk/>
            <pc:sldMk cId="2591024810" sldId="436"/>
            <ac:picMk id="9" creationId="{0C728CE3-F945-4E55-B00E-3FF8D837015B}"/>
          </ac:picMkLst>
        </pc:picChg>
      </pc:sldChg>
      <pc:sldChg chg="delSp add del mod">
        <pc:chgData name="Júlio César Chaves" userId="3f913fe9-3202-435d-b9f5-b2fca763184f" providerId="ADAL" clId="{63A136D7-C9D3-453A-B31C-341845AB479C}" dt="2021-10-18T13:45:22.927" v="2408" actId="47"/>
        <pc:sldMkLst>
          <pc:docMk/>
          <pc:sldMk cId="822430221" sldId="437"/>
        </pc:sldMkLst>
        <pc:picChg chg="del">
          <ac:chgData name="Júlio César Chaves" userId="3f913fe9-3202-435d-b9f5-b2fca763184f" providerId="ADAL" clId="{63A136D7-C9D3-453A-B31C-341845AB479C}" dt="2021-10-16T22:09:37.280" v="2301" actId="478"/>
          <ac:picMkLst>
            <pc:docMk/>
            <pc:sldMk cId="822430221" sldId="437"/>
            <ac:picMk id="6" creationId="{B1BC3333-52C1-41D6-BBAD-A1BE92D26607}"/>
          </ac:picMkLst>
        </pc:picChg>
      </pc:sldChg>
      <pc:sldChg chg="delSp modSp add mod">
        <pc:chgData name="Júlio César Chaves" userId="3f913fe9-3202-435d-b9f5-b2fca763184f" providerId="ADAL" clId="{63A136D7-C9D3-453A-B31C-341845AB479C}" dt="2021-10-16T22:11:42.635" v="2321" actId="478"/>
        <pc:sldMkLst>
          <pc:docMk/>
          <pc:sldMk cId="2913077898" sldId="438"/>
        </pc:sldMkLst>
        <pc:spChg chg="del mod">
          <ac:chgData name="Júlio César Chaves" userId="3f913fe9-3202-435d-b9f5-b2fca763184f" providerId="ADAL" clId="{63A136D7-C9D3-453A-B31C-341845AB479C}" dt="2021-10-16T22:11:42.635" v="2321" actId="478"/>
          <ac:spMkLst>
            <pc:docMk/>
            <pc:sldMk cId="2913077898" sldId="438"/>
            <ac:spMk id="2" creationId="{0FDD519C-083B-4A4F-B5D6-44DA16A366FC}"/>
          </ac:spMkLst>
        </pc:spChg>
        <pc:picChg chg="del">
          <ac:chgData name="Júlio César Chaves" userId="3f913fe9-3202-435d-b9f5-b2fca763184f" providerId="ADAL" clId="{63A136D7-C9D3-453A-B31C-341845AB479C}" dt="2021-10-16T22:11:16.963" v="2315" actId="478"/>
          <ac:picMkLst>
            <pc:docMk/>
            <pc:sldMk cId="2913077898" sldId="438"/>
            <ac:picMk id="6" creationId="{B1BC3333-52C1-41D6-BBAD-A1BE92D26607}"/>
          </ac:picMkLst>
        </pc:picChg>
        <pc:picChg chg="mod">
          <ac:chgData name="Júlio César Chaves" userId="3f913fe9-3202-435d-b9f5-b2fca763184f" providerId="ADAL" clId="{63A136D7-C9D3-453A-B31C-341845AB479C}" dt="2021-10-16T22:11:29.157" v="2319" actId="1076"/>
          <ac:picMkLst>
            <pc:docMk/>
            <pc:sldMk cId="2913077898" sldId="438"/>
            <ac:picMk id="9" creationId="{0C728CE3-F945-4E55-B00E-3FF8D837015B}"/>
          </ac:picMkLst>
        </pc:picChg>
      </pc:sldChg>
      <pc:sldChg chg="addSp delSp modSp add mod modNotesTx">
        <pc:chgData name="Júlio César Chaves" userId="3f913fe9-3202-435d-b9f5-b2fca763184f" providerId="ADAL" clId="{63A136D7-C9D3-453A-B31C-341845AB479C}" dt="2021-10-18T14:27:10.990" v="3092" actId="1076"/>
        <pc:sldMkLst>
          <pc:docMk/>
          <pc:sldMk cId="2110999912" sldId="439"/>
        </pc:sldMkLst>
        <pc:spChg chg="mod">
          <ac:chgData name="Júlio César Chaves" userId="3f913fe9-3202-435d-b9f5-b2fca763184f" providerId="ADAL" clId="{63A136D7-C9D3-453A-B31C-341845AB479C}" dt="2021-10-18T14:19:07.691" v="3024" actId="20577"/>
          <ac:spMkLst>
            <pc:docMk/>
            <pc:sldMk cId="2110999912" sldId="439"/>
            <ac:spMk id="2" creationId="{27C0977B-A9F8-49AF-9791-8C8D92CC7F60}"/>
          </ac:spMkLst>
        </pc:spChg>
        <pc:spChg chg="mod">
          <ac:chgData name="Júlio César Chaves" userId="3f913fe9-3202-435d-b9f5-b2fca763184f" providerId="ADAL" clId="{63A136D7-C9D3-453A-B31C-341845AB479C}" dt="2021-10-18T14:21:46.371" v="3054" actId="6549"/>
          <ac:spMkLst>
            <pc:docMk/>
            <pc:sldMk cId="2110999912" sldId="439"/>
            <ac:spMk id="3" creationId="{5017583E-DA76-4AB4-A07C-199E10B71E87}"/>
          </ac:spMkLst>
        </pc:spChg>
        <pc:spChg chg="del">
          <ac:chgData name="Júlio César Chaves" userId="3f913fe9-3202-435d-b9f5-b2fca763184f" providerId="ADAL" clId="{63A136D7-C9D3-453A-B31C-341845AB479C}" dt="2021-10-18T14:18:08.865" v="2958" actId="478"/>
          <ac:spMkLst>
            <pc:docMk/>
            <pc:sldMk cId="2110999912" sldId="439"/>
            <ac:spMk id="6" creationId="{917F3FB8-F18C-4550-8E8E-937B1CC61E66}"/>
          </ac:spMkLst>
        </pc:spChg>
        <pc:spChg chg="add mod">
          <ac:chgData name="Júlio César Chaves" userId="3f913fe9-3202-435d-b9f5-b2fca763184f" providerId="ADAL" clId="{63A136D7-C9D3-453A-B31C-341845AB479C}" dt="2021-10-18T14:21:17.590" v="3051"/>
          <ac:spMkLst>
            <pc:docMk/>
            <pc:sldMk cId="2110999912" sldId="439"/>
            <ac:spMk id="7" creationId="{0B6ECD41-108E-4002-A954-DA75C9157600}"/>
          </ac:spMkLst>
        </pc:spChg>
        <pc:spChg chg="del">
          <ac:chgData name="Júlio César Chaves" userId="3f913fe9-3202-435d-b9f5-b2fca763184f" providerId="ADAL" clId="{63A136D7-C9D3-453A-B31C-341845AB479C}" dt="2021-10-18T14:18:08.865" v="2958" actId="478"/>
          <ac:spMkLst>
            <pc:docMk/>
            <pc:sldMk cId="2110999912" sldId="439"/>
            <ac:spMk id="8" creationId="{423A0624-807A-4214-BDCB-51BADA45EA07}"/>
          </ac:spMkLst>
        </pc:spChg>
        <pc:spChg chg="add mod">
          <ac:chgData name="Júlio César Chaves" userId="3f913fe9-3202-435d-b9f5-b2fca763184f" providerId="ADAL" clId="{63A136D7-C9D3-453A-B31C-341845AB479C}" dt="2021-10-18T14:25:06.652" v="3086" actId="20577"/>
          <ac:spMkLst>
            <pc:docMk/>
            <pc:sldMk cId="2110999912" sldId="439"/>
            <ac:spMk id="10" creationId="{ADA08D0C-B2A8-4165-9926-9B1541378D05}"/>
          </ac:spMkLst>
        </pc:spChg>
        <pc:picChg chg="del">
          <ac:chgData name="Júlio César Chaves" userId="3f913fe9-3202-435d-b9f5-b2fca763184f" providerId="ADAL" clId="{63A136D7-C9D3-453A-B31C-341845AB479C}" dt="2021-10-18T14:18:05.273" v="2957" actId="478"/>
          <ac:picMkLst>
            <pc:docMk/>
            <pc:sldMk cId="2110999912" sldId="439"/>
            <ac:picMk id="5" creationId="{95C5FA73-1C4E-40A7-85B3-981D3773443A}"/>
          </ac:picMkLst>
        </pc:picChg>
        <pc:picChg chg="add mod">
          <ac:chgData name="Júlio César Chaves" userId="3f913fe9-3202-435d-b9f5-b2fca763184f" providerId="ADAL" clId="{63A136D7-C9D3-453A-B31C-341845AB479C}" dt="2021-10-18T14:27:10.990" v="3092" actId="1076"/>
          <ac:picMkLst>
            <pc:docMk/>
            <pc:sldMk cId="2110999912" sldId="439"/>
            <ac:picMk id="12" creationId="{70498894-69D6-427E-A4E7-41A37C58477A}"/>
          </ac:picMkLst>
        </pc:picChg>
      </pc:sldChg>
      <pc:sldChg chg="addSp delSp modSp add del mod">
        <pc:chgData name="Júlio César Chaves" userId="3f913fe9-3202-435d-b9f5-b2fca763184f" providerId="ADAL" clId="{63A136D7-C9D3-453A-B31C-341845AB479C}" dt="2021-10-18T13:52:59.145" v="2409" actId="47"/>
        <pc:sldMkLst>
          <pc:docMk/>
          <pc:sldMk cId="3424539888" sldId="439"/>
        </pc:sldMkLst>
        <pc:picChg chg="del">
          <ac:chgData name="Júlio César Chaves" userId="3f913fe9-3202-435d-b9f5-b2fca763184f" providerId="ADAL" clId="{63A136D7-C9D3-453A-B31C-341845AB479C}" dt="2021-10-16T22:11:56.432" v="2323" actId="478"/>
          <ac:picMkLst>
            <pc:docMk/>
            <pc:sldMk cId="3424539888" sldId="439"/>
            <ac:picMk id="6" creationId="{B1BC3333-52C1-41D6-BBAD-A1BE92D26607}"/>
          </ac:picMkLst>
        </pc:picChg>
        <pc:picChg chg="add mod">
          <ac:chgData name="Júlio César Chaves" userId="3f913fe9-3202-435d-b9f5-b2fca763184f" providerId="ADAL" clId="{63A136D7-C9D3-453A-B31C-341845AB479C}" dt="2021-10-18T13:45:18.579" v="2407" actId="1076"/>
          <ac:picMkLst>
            <pc:docMk/>
            <pc:sldMk cId="3424539888" sldId="439"/>
            <ac:picMk id="6" creationId="{FC4CB7D3-823C-4AC0-8475-F7111C32EDAA}"/>
          </ac:picMkLst>
        </pc:picChg>
      </pc:sldChg>
      <pc:sldChg chg="addSp modSp new mod">
        <pc:chgData name="Júlio César Chaves" userId="3f913fe9-3202-435d-b9f5-b2fca763184f" providerId="ADAL" clId="{63A136D7-C9D3-453A-B31C-341845AB479C}" dt="2021-10-18T14:40:03.898" v="3703"/>
        <pc:sldMkLst>
          <pc:docMk/>
          <pc:sldMk cId="2486716541" sldId="440"/>
        </pc:sldMkLst>
        <pc:spChg chg="mod">
          <ac:chgData name="Júlio César Chaves" userId="3f913fe9-3202-435d-b9f5-b2fca763184f" providerId="ADAL" clId="{63A136D7-C9D3-453A-B31C-341845AB479C}" dt="2021-10-18T14:38:30.615" v="3696" actId="20577"/>
          <ac:spMkLst>
            <pc:docMk/>
            <pc:sldMk cId="2486716541" sldId="440"/>
            <ac:spMk id="2" creationId="{E3F157DF-D4A8-4000-BD6E-506008BFCF7F}"/>
          </ac:spMkLst>
        </pc:spChg>
        <pc:spChg chg="mod">
          <ac:chgData name="Júlio César Chaves" userId="3f913fe9-3202-435d-b9f5-b2fca763184f" providerId="ADAL" clId="{63A136D7-C9D3-453A-B31C-341845AB479C}" dt="2021-10-18T14:39:24.512" v="3700" actId="1076"/>
          <ac:spMkLst>
            <pc:docMk/>
            <pc:sldMk cId="2486716541" sldId="440"/>
            <ac:spMk id="3" creationId="{2BFA44A7-022F-4078-BD6E-3ADEB7FE5B8F}"/>
          </ac:spMkLst>
        </pc:spChg>
        <pc:spChg chg="mod">
          <ac:chgData name="Júlio César Chaves" userId="3f913fe9-3202-435d-b9f5-b2fca763184f" providerId="ADAL" clId="{63A136D7-C9D3-453A-B31C-341845AB479C}" dt="2021-10-18T14:40:03.898" v="3703"/>
          <ac:spMkLst>
            <pc:docMk/>
            <pc:sldMk cId="2486716541" sldId="440"/>
            <ac:spMk id="4" creationId="{43AEC83E-3843-4D93-9848-676A4C96B976}"/>
          </ac:spMkLst>
        </pc:spChg>
        <pc:picChg chg="add mod">
          <ac:chgData name="Júlio César Chaves" userId="3f913fe9-3202-435d-b9f5-b2fca763184f" providerId="ADAL" clId="{63A136D7-C9D3-453A-B31C-341845AB479C}" dt="2021-10-18T14:39:37.656" v="3702" actId="1076"/>
          <ac:picMkLst>
            <pc:docMk/>
            <pc:sldMk cId="2486716541" sldId="440"/>
            <ac:picMk id="6" creationId="{424F5BDA-5B57-446D-9716-292C04B7820C}"/>
          </ac:picMkLst>
        </pc:picChg>
      </pc:sldChg>
      <pc:sldChg chg="modSp new mod">
        <pc:chgData name="Júlio César Chaves" userId="3f913fe9-3202-435d-b9f5-b2fca763184f" providerId="ADAL" clId="{63A136D7-C9D3-453A-B31C-341845AB479C}" dt="2021-10-18T14:50:50.611" v="4096" actId="20577"/>
        <pc:sldMkLst>
          <pc:docMk/>
          <pc:sldMk cId="3947352229" sldId="441"/>
        </pc:sldMkLst>
        <pc:spChg chg="mod">
          <ac:chgData name="Júlio César Chaves" userId="3f913fe9-3202-435d-b9f5-b2fca763184f" providerId="ADAL" clId="{63A136D7-C9D3-453A-B31C-341845AB479C}" dt="2021-10-18T14:50:50.611" v="4096" actId="20577"/>
          <ac:spMkLst>
            <pc:docMk/>
            <pc:sldMk cId="3947352229" sldId="441"/>
            <ac:spMk id="2" creationId="{AAD3DBBD-F446-425A-938F-7A076904EEF8}"/>
          </ac:spMkLst>
        </pc:spChg>
        <pc:spChg chg="mod">
          <ac:chgData name="Júlio César Chaves" userId="3f913fe9-3202-435d-b9f5-b2fca763184f" providerId="ADAL" clId="{63A136D7-C9D3-453A-B31C-341845AB479C}" dt="2021-10-18T14:49:08.468" v="4028" actId="20577"/>
          <ac:spMkLst>
            <pc:docMk/>
            <pc:sldMk cId="3947352229" sldId="441"/>
            <ac:spMk id="3" creationId="{F136B21F-4540-41A7-AC1B-2832952418EB}"/>
          </ac:spMkLst>
        </pc:spChg>
        <pc:spChg chg="mod">
          <ac:chgData name="Júlio César Chaves" userId="3f913fe9-3202-435d-b9f5-b2fca763184f" providerId="ADAL" clId="{63A136D7-C9D3-453A-B31C-341845AB479C}" dt="2021-10-18T14:50:30.320" v="4084" actId="20577"/>
          <ac:spMkLst>
            <pc:docMk/>
            <pc:sldMk cId="3947352229" sldId="441"/>
            <ac:spMk id="4" creationId="{A34DC3A5-522E-4BD9-8A0B-44EC86FB8BBB}"/>
          </ac:spMkLst>
        </pc:sp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ésar Chaves" userId="3f913fe9-3202-435d-b9f5-b2fca763184f" providerId="ADAL" clId="{DC47F779-48D7-47DF-8D17-D6BB1CF28B2F}"/>
    <pc:docChg chg="undo custSel addSld delSld modSld modSection">
      <pc:chgData name="Júlio César Chaves" userId="3f913fe9-3202-435d-b9f5-b2fca763184f" providerId="ADAL" clId="{DC47F779-48D7-47DF-8D17-D6BB1CF28B2F}" dt="2021-09-18T17:14:26.670" v="3131"/>
      <pc:docMkLst>
        <pc:docMk/>
      </pc:docMkLst>
      <pc:sldChg chg="addSp delSp modSp mod modNotesTx">
        <pc:chgData name="Júlio César Chaves" userId="3f913fe9-3202-435d-b9f5-b2fca763184f" providerId="ADAL" clId="{DC47F779-48D7-47DF-8D17-D6BB1CF28B2F}" dt="2021-09-07T19:00:10.120" v="261" actId="20577"/>
        <pc:sldMkLst>
          <pc:docMk/>
          <pc:sldMk cId="134347623" sldId="257"/>
        </pc:sldMkLst>
        <pc:spChg chg="del">
          <ac:chgData name="Júlio César Chaves" userId="3f913fe9-3202-435d-b9f5-b2fca763184f" providerId="ADAL" clId="{DC47F779-48D7-47DF-8D17-D6BB1CF28B2F}" dt="2021-09-07T18:27:53.111" v="34" actId="478"/>
          <ac:spMkLst>
            <pc:docMk/>
            <pc:sldMk cId="134347623" sldId="257"/>
            <ac:spMk id="7" creationId="{7F832AD5-6C75-49CC-A70A-442FA3A3F33D}"/>
          </ac:spMkLst>
        </pc:spChg>
        <pc:spChg chg="add mod">
          <ac:chgData name="Júlio César Chaves" userId="3f913fe9-3202-435d-b9f5-b2fca763184f" providerId="ADAL" clId="{DC47F779-48D7-47DF-8D17-D6BB1CF28B2F}" dt="2021-09-07T18:27:53.427" v="35"/>
          <ac:spMkLst>
            <pc:docMk/>
            <pc:sldMk cId="134347623" sldId="257"/>
            <ac:spMk id="8" creationId="{49998CA1-C550-4146-91C9-E3EA828D9FF0}"/>
          </ac:spMkLst>
        </pc:spChg>
        <pc:spChg chg="mod">
          <ac:chgData name="Júlio César Chaves" userId="3f913fe9-3202-435d-b9f5-b2fca763184f" providerId="ADAL" clId="{DC47F779-48D7-47DF-8D17-D6BB1CF28B2F}" dt="2021-09-07T18:31:56.406" v="155" actId="20577"/>
          <ac:spMkLst>
            <pc:docMk/>
            <pc:sldMk cId="134347623" sldId="257"/>
            <ac:spMk id="5123" creationId="{35E1B20B-D590-4FF5-9434-309B19B83B0A}"/>
          </ac:spMkLst>
        </pc:spChg>
      </pc:sldChg>
      <pc:sldChg chg="modSp mod modNotesTx">
        <pc:chgData name="Júlio César Chaves" userId="3f913fe9-3202-435d-b9f5-b2fca763184f" providerId="ADAL" clId="{DC47F779-48D7-47DF-8D17-D6BB1CF28B2F}" dt="2021-09-07T19:05:42.142" v="307" actId="20577"/>
        <pc:sldMkLst>
          <pc:docMk/>
          <pc:sldMk cId="1973556232" sldId="258"/>
        </pc:sldMkLst>
        <pc:spChg chg="mod">
          <ac:chgData name="Júlio César Chaves" userId="3f913fe9-3202-435d-b9f5-b2fca763184f" providerId="ADAL" clId="{DC47F779-48D7-47DF-8D17-D6BB1CF28B2F}" dt="2021-09-07T19:01:55.601" v="272" actId="20577"/>
          <ac:spMkLst>
            <pc:docMk/>
            <pc:sldMk cId="1973556232" sldId="258"/>
            <ac:spMk id="5123" creationId="{35E1B20B-D590-4FF5-9434-309B19B83B0A}"/>
          </ac:spMkLst>
        </pc:spChg>
      </pc:sldChg>
      <pc:sldChg chg="modSp mod">
        <pc:chgData name="Júlio César Chaves" userId="3f913fe9-3202-435d-b9f5-b2fca763184f" providerId="ADAL" clId="{DC47F779-48D7-47DF-8D17-D6BB1CF28B2F}" dt="2021-09-07T18:26:17.968" v="3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DC47F779-48D7-47DF-8D17-D6BB1CF28B2F}" dt="2021-09-07T18:25:20.253" v="3" actId="20577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DC47F779-48D7-47DF-8D17-D6BB1CF28B2F}" dt="2021-09-07T18:26:17.968" v="32" actId="20577"/>
          <ac:spMkLst>
            <pc:docMk/>
            <pc:sldMk cId="1907083369" sldId="259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DC47F779-48D7-47DF-8D17-D6BB1CF28B2F}" dt="2021-09-07T18:25:30.630" v="11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221929567" sldId="260"/>
        </pc:sldMkLst>
      </pc:sldChg>
      <pc:sldChg chg="modSp mod">
        <pc:chgData name="Júlio César Chaves" userId="3f913fe9-3202-435d-b9f5-b2fca763184f" providerId="ADAL" clId="{DC47F779-48D7-47DF-8D17-D6BB1CF28B2F}" dt="2021-09-07T19:07:37.940" v="325" actId="6549"/>
        <pc:sldMkLst>
          <pc:docMk/>
          <pc:sldMk cId="3710195773" sldId="260"/>
        </pc:sldMkLst>
        <pc:spChg chg="mod">
          <ac:chgData name="Júlio César Chaves" userId="3f913fe9-3202-435d-b9f5-b2fca763184f" providerId="ADAL" clId="{DC47F779-48D7-47DF-8D17-D6BB1CF28B2F}" dt="2021-09-07T19:07:37.940" v="325" actId="6549"/>
          <ac:spMkLst>
            <pc:docMk/>
            <pc:sldMk cId="3710195773" sldId="260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299603461" sldId="261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32265564" sldId="26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776385837" sldId="26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707613668" sldId="264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915361195" sldId="265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855248082" sldId="266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172085008" sldId="267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466820411" sldId="268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979294240" sldId="270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292234085" sldId="271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019657387" sldId="27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74460240" sldId="27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630730520" sldId="275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062984969" sldId="276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960298710" sldId="277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281694389" sldId="278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819418521" sldId="279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269837606" sldId="280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976617163" sldId="281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318901289" sldId="28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405407957" sldId="28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952302905" sldId="284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020032255" sldId="286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739306500" sldId="288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908720940" sldId="289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79227158" sldId="290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303099016" sldId="29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532078763" sldId="294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774032857" sldId="295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819962923" sldId="296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621631869" sldId="297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138343564" sldId="298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772477765" sldId="299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915782089" sldId="300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01759777" sldId="301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967346349" sldId="30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963446036" sldId="304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093806474" sldId="305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278867960" sldId="306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745212309" sldId="307"/>
        </pc:sldMkLst>
      </pc:sldChg>
      <pc:sldChg chg="modSp mod">
        <pc:chgData name="Júlio César Chaves" userId="3f913fe9-3202-435d-b9f5-b2fca763184f" providerId="ADAL" clId="{DC47F779-48D7-47DF-8D17-D6BB1CF28B2F}" dt="2021-09-14T10:51:36.057" v="748" actId="6549"/>
        <pc:sldMkLst>
          <pc:docMk/>
          <pc:sldMk cId="4163987672" sldId="307"/>
        </pc:sldMkLst>
        <pc:spChg chg="mod">
          <ac:chgData name="Júlio César Chaves" userId="3f913fe9-3202-435d-b9f5-b2fca763184f" providerId="ADAL" clId="{DC47F779-48D7-47DF-8D17-D6BB1CF28B2F}" dt="2021-09-13T20:39:42.143" v="740" actId="20577"/>
          <ac:spMkLst>
            <pc:docMk/>
            <pc:sldMk cId="4163987672" sldId="307"/>
            <ac:spMk id="5122" creationId="{06716E2A-04EE-430D-BAD4-8F4C21666C5C}"/>
          </ac:spMkLst>
        </pc:spChg>
        <pc:spChg chg="mod">
          <ac:chgData name="Júlio César Chaves" userId="3f913fe9-3202-435d-b9f5-b2fca763184f" providerId="ADAL" clId="{DC47F779-48D7-47DF-8D17-D6BB1CF28B2F}" dt="2021-09-14T10:51:36.057" v="748" actId="6549"/>
          <ac:spMkLst>
            <pc:docMk/>
            <pc:sldMk cId="4163987672" sldId="307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650814291" sldId="308"/>
        </pc:sldMkLst>
      </pc:sldChg>
      <pc:sldChg chg="modSp mod">
        <pc:chgData name="Júlio César Chaves" userId="3f913fe9-3202-435d-b9f5-b2fca763184f" providerId="ADAL" clId="{DC47F779-48D7-47DF-8D17-D6BB1CF28B2F}" dt="2021-09-14T10:57:24.609" v="836"/>
        <pc:sldMkLst>
          <pc:docMk/>
          <pc:sldMk cId="2194440775" sldId="309"/>
        </pc:sldMkLst>
        <pc:spChg chg="mod">
          <ac:chgData name="Júlio César Chaves" userId="3f913fe9-3202-435d-b9f5-b2fca763184f" providerId="ADAL" clId="{DC47F779-48D7-47DF-8D17-D6BB1CF28B2F}" dt="2021-09-14T10:56:48.898" v="830" actId="20577"/>
          <ac:spMkLst>
            <pc:docMk/>
            <pc:sldMk cId="2194440775" sldId="309"/>
            <ac:spMk id="5122" creationId="{06716E2A-04EE-430D-BAD4-8F4C21666C5C}"/>
          </ac:spMkLst>
        </pc:spChg>
        <pc:spChg chg="mod">
          <ac:chgData name="Júlio César Chaves" userId="3f913fe9-3202-435d-b9f5-b2fca763184f" providerId="ADAL" clId="{DC47F779-48D7-47DF-8D17-D6BB1CF28B2F}" dt="2021-09-14T10:57:24.609" v="836"/>
          <ac:spMkLst>
            <pc:docMk/>
            <pc:sldMk cId="2194440775" sldId="309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484923854" sldId="309"/>
        </pc:sldMkLst>
      </pc:sldChg>
      <pc:sldChg chg="modSp mod">
        <pc:chgData name="Júlio César Chaves" userId="3f913fe9-3202-435d-b9f5-b2fca763184f" providerId="ADAL" clId="{DC47F779-48D7-47DF-8D17-D6BB1CF28B2F}" dt="2021-09-14T10:54:07.766" v="796" actId="20577"/>
        <pc:sldMkLst>
          <pc:docMk/>
          <pc:sldMk cId="487447132" sldId="310"/>
        </pc:sldMkLst>
        <pc:spChg chg="mod">
          <ac:chgData name="Júlio César Chaves" userId="3f913fe9-3202-435d-b9f5-b2fca763184f" providerId="ADAL" clId="{DC47F779-48D7-47DF-8D17-D6BB1CF28B2F}" dt="2021-09-14T10:54:07.766" v="796" actId="20577"/>
          <ac:spMkLst>
            <pc:docMk/>
            <pc:sldMk cId="487447132" sldId="310"/>
            <ac:spMk id="5122" creationId="{06716E2A-04EE-430D-BAD4-8F4C21666C5C}"/>
          </ac:spMkLst>
        </pc:spChg>
        <pc:spChg chg="mod">
          <ac:chgData name="Júlio César Chaves" userId="3f913fe9-3202-435d-b9f5-b2fca763184f" providerId="ADAL" clId="{DC47F779-48D7-47DF-8D17-D6BB1CF28B2F}" dt="2021-09-14T10:54:02.027" v="794" actId="20577"/>
          <ac:spMkLst>
            <pc:docMk/>
            <pc:sldMk cId="487447132" sldId="310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113917767" sldId="310"/>
        </pc:sldMkLst>
      </pc:sldChg>
      <pc:sldChg chg="modSp mod">
        <pc:chgData name="Júlio César Chaves" userId="3f913fe9-3202-435d-b9f5-b2fca763184f" providerId="ADAL" clId="{DC47F779-48D7-47DF-8D17-D6BB1CF28B2F}" dt="2021-09-14T10:56:35.276" v="828" actId="20577"/>
        <pc:sldMkLst>
          <pc:docMk/>
          <pc:sldMk cId="90471041" sldId="311"/>
        </pc:sldMkLst>
        <pc:spChg chg="mod">
          <ac:chgData name="Júlio César Chaves" userId="3f913fe9-3202-435d-b9f5-b2fca763184f" providerId="ADAL" clId="{DC47F779-48D7-47DF-8D17-D6BB1CF28B2F}" dt="2021-09-14T10:54:16.673" v="798" actId="20577"/>
          <ac:spMkLst>
            <pc:docMk/>
            <pc:sldMk cId="90471041" sldId="311"/>
            <ac:spMk id="5122" creationId="{06716E2A-04EE-430D-BAD4-8F4C21666C5C}"/>
          </ac:spMkLst>
        </pc:spChg>
        <pc:spChg chg="mod">
          <ac:chgData name="Júlio César Chaves" userId="3f913fe9-3202-435d-b9f5-b2fca763184f" providerId="ADAL" clId="{DC47F779-48D7-47DF-8D17-D6BB1CF28B2F}" dt="2021-09-14T10:56:35.276" v="828" actId="20577"/>
          <ac:spMkLst>
            <pc:docMk/>
            <pc:sldMk cId="90471041" sldId="311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112094991" sldId="311"/>
        </pc:sldMkLst>
      </pc:sldChg>
      <pc:sldChg chg="modSp mod">
        <pc:chgData name="Júlio César Chaves" userId="3f913fe9-3202-435d-b9f5-b2fca763184f" providerId="ADAL" clId="{DC47F779-48D7-47DF-8D17-D6BB1CF28B2F}" dt="2021-09-14T11:02:40.122" v="919" actId="20577"/>
        <pc:sldMkLst>
          <pc:docMk/>
          <pc:sldMk cId="2715001570" sldId="312"/>
        </pc:sldMkLst>
        <pc:spChg chg="mod">
          <ac:chgData name="Júlio César Chaves" userId="3f913fe9-3202-435d-b9f5-b2fca763184f" providerId="ADAL" clId="{DC47F779-48D7-47DF-8D17-D6BB1CF28B2F}" dt="2021-09-14T10:57:45.290" v="853"/>
          <ac:spMkLst>
            <pc:docMk/>
            <pc:sldMk cId="2715001570" sldId="312"/>
            <ac:spMk id="5122" creationId="{06716E2A-04EE-430D-BAD4-8F4C21666C5C}"/>
          </ac:spMkLst>
        </pc:spChg>
        <pc:spChg chg="mod">
          <ac:chgData name="Júlio César Chaves" userId="3f913fe9-3202-435d-b9f5-b2fca763184f" providerId="ADAL" clId="{DC47F779-48D7-47DF-8D17-D6BB1CF28B2F}" dt="2021-09-14T11:02:40.122" v="919" actId="20577"/>
          <ac:spMkLst>
            <pc:docMk/>
            <pc:sldMk cId="2715001570" sldId="312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543556105" sldId="31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610442851" sldId="313"/>
        </pc:sldMkLst>
      </pc:sldChg>
      <pc:sldChg chg="addSp modSp mod modClrScheme chgLayout modNotesTx">
        <pc:chgData name="Júlio César Chaves" userId="3f913fe9-3202-435d-b9f5-b2fca763184f" providerId="ADAL" clId="{DC47F779-48D7-47DF-8D17-D6BB1CF28B2F}" dt="2021-09-14T14:54:21.840" v="1119" actId="20577"/>
        <pc:sldMkLst>
          <pc:docMk/>
          <pc:sldMk cId="2630656831" sldId="313"/>
        </pc:sldMkLst>
        <pc:spChg chg="add mod ord">
          <ac:chgData name="Júlio César Chaves" userId="3f913fe9-3202-435d-b9f5-b2fca763184f" providerId="ADAL" clId="{DC47F779-48D7-47DF-8D17-D6BB1CF28B2F}" dt="2021-09-14T11:02:52.080" v="921" actId="700"/>
          <ac:spMkLst>
            <pc:docMk/>
            <pc:sldMk cId="2630656831" sldId="313"/>
            <ac:spMk id="2" creationId="{63E1A1A6-D5D5-42C0-BC5A-18A846DCA061}"/>
          </ac:spMkLst>
        </pc:spChg>
        <pc:spChg chg="mod ord">
          <ac:chgData name="Júlio César Chaves" userId="3f913fe9-3202-435d-b9f5-b2fca763184f" providerId="ADAL" clId="{DC47F779-48D7-47DF-8D17-D6BB1CF28B2F}" dt="2021-09-14T11:02:52.080" v="921" actId="700"/>
          <ac:spMkLst>
            <pc:docMk/>
            <pc:sldMk cId="2630656831" sldId="313"/>
            <ac:spMk id="6" creationId="{590BB5AD-4C63-49CA-8B77-BD124AF47BF5}"/>
          </ac:spMkLst>
        </pc:spChg>
        <pc:spChg chg="mod ord">
          <ac:chgData name="Júlio César Chaves" userId="3f913fe9-3202-435d-b9f5-b2fca763184f" providerId="ADAL" clId="{DC47F779-48D7-47DF-8D17-D6BB1CF28B2F}" dt="2021-09-14T11:02:52.080" v="921" actId="700"/>
          <ac:spMkLst>
            <pc:docMk/>
            <pc:sldMk cId="2630656831" sldId="313"/>
            <ac:spMk id="5122" creationId="{06716E2A-04EE-430D-BAD4-8F4C21666C5C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569037929" sldId="314"/>
        </pc:sldMkLst>
      </pc:sldChg>
      <pc:sldChg chg="addSp modSp mod modClrScheme chgLayout modNotesTx">
        <pc:chgData name="Júlio César Chaves" userId="3f913fe9-3202-435d-b9f5-b2fca763184f" providerId="ADAL" clId="{DC47F779-48D7-47DF-8D17-D6BB1CF28B2F}" dt="2021-09-14T16:55:38.684" v="1281" actId="20577"/>
        <pc:sldMkLst>
          <pc:docMk/>
          <pc:sldMk cId="4202205842" sldId="314"/>
        </pc:sldMkLst>
        <pc:spChg chg="add mod ord">
          <ac:chgData name="Júlio César Chaves" userId="3f913fe9-3202-435d-b9f5-b2fca763184f" providerId="ADAL" clId="{DC47F779-48D7-47DF-8D17-D6BB1CF28B2F}" dt="2021-09-14T14:48:01.421" v="1027" actId="700"/>
          <ac:spMkLst>
            <pc:docMk/>
            <pc:sldMk cId="4202205842" sldId="314"/>
            <ac:spMk id="2" creationId="{7EE296C9-EA16-4883-9BBE-E7B6CEB5CD59}"/>
          </ac:spMkLst>
        </pc:spChg>
        <pc:spChg chg="mod ord">
          <ac:chgData name="Júlio César Chaves" userId="3f913fe9-3202-435d-b9f5-b2fca763184f" providerId="ADAL" clId="{DC47F779-48D7-47DF-8D17-D6BB1CF28B2F}" dt="2021-09-14T14:48:01.421" v="1027" actId="700"/>
          <ac:spMkLst>
            <pc:docMk/>
            <pc:sldMk cId="4202205842" sldId="314"/>
            <ac:spMk id="6" creationId="{590BB5AD-4C63-49CA-8B77-BD124AF47BF5}"/>
          </ac:spMkLst>
        </pc:spChg>
        <pc:spChg chg="mod ord">
          <ac:chgData name="Júlio César Chaves" userId="3f913fe9-3202-435d-b9f5-b2fca763184f" providerId="ADAL" clId="{DC47F779-48D7-47DF-8D17-D6BB1CF28B2F}" dt="2021-09-14T14:48:01.421" v="1027" actId="700"/>
          <ac:spMkLst>
            <pc:docMk/>
            <pc:sldMk cId="4202205842" sldId="314"/>
            <ac:spMk id="5122" creationId="{06716E2A-04EE-430D-BAD4-8F4C21666C5C}"/>
          </ac:spMkLst>
        </pc:spChg>
      </pc:sldChg>
      <pc:sldChg chg="addSp modSp mod modClrScheme chgLayout modNotesTx">
        <pc:chgData name="Júlio César Chaves" userId="3f913fe9-3202-435d-b9f5-b2fca763184f" providerId="ADAL" clId="{DC47F779-48D7-47DF-8D17-D6BB1CF28B2F}" dt="2021-09-14T17:41:54.377" v="1368" actId="20577"/>
        <pc:sldMkLst>
          <pc:docMk/>
          <pc:sldMk cId="1219506220" sldId="315"/>
        </pc:sldMkLst>
        <pc:spChg chg="add mod ord">
          <ac:chgData name="Júlio César Chaves" userId="3f913fe9-3202-435d-b9f5-b2fca763184f" providerId="ADAL" clId="{DC47F779-48D7-47DF-8D17-D6BB1CF28B2F}" dt="2021-09-14T14:48:08.536" v="1028" actId="700"/>
          <ac:spMkLst>
            <pc:docMk/>
            <pc:sldMk cId="1219506220" sldId="315"/>
            <ac:spMk id="2" creationId="{35209471-9A12-4059-8C45-EC20C5093002}"/>
          </ac:spMkLst>
        </pc:spChg>
        <pc:spChg chg="mod ord">
          <ac:chgData name="Júlio César Chaves" userId="3f913fe9-3202-435d-b9f5-b2fca763184f" providerId="ADAL" clId="{DC47F779-48D7-47DF-8D17-D6BB1CF28B2F}" dt="2021-09-14T14:48:08.536" v="1028" actId="700"/>
          <ac:spMkLst>
            <pc:docMk/>
            <pc:sldMk cId="1219506220" sldId="315"/>
            <ac:spMk id="6" creationId="{590BB5AD-4C63-49CA-8B77-BD124AF47BF5}"/>
          </ac:spMkLst>
        </pc:spChg>
        <pc:spChg chg="mod ord">
          <ac:chgData name="Júlio César Chaves" userId="3f913fe9-3202-435d-b9f5-b2fca763184f" providerId="ADAL" clId="{DC47F779-48D7-47DF-8D17-D6BB1CF28B2F}" dt="2021-09-14T14:48:08.536" v="1028" actId="700"/>
          <ac:spMkLst>
            <pc:docMk/>
            <pc:sldMk cId="1219506220" sldId="315"/>
            <ac:spMk id="5122" creationId="{06716E2A-04EE-430D-BAD4-8F4C21666C5C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678425171" sldId="315"/>
        </pc:sldMkLst>
      </pc:sldChg>
      <pc:sldChg chg="addSp modSp mod modClrScheme chgLayout modNotesTx">
        <pc:chgData name="Júlio César Chaves" userId="3f913fe9-3202-435d-b9f5-b2fca763184f" providerId="ADAL" clId="{DC47F779-48D7-47DF-8D17-D6BB1CF28B2F}" dt="2021-09-14T17:44:51.821" v="1522" actId="20577"/>
        <pc:sldMkLst>
          <pc:docMk/>
          <pc:sldMk cId="1384820750" sldId="316"/>
        </pc:sldMkLst>
        <pc:spChg chg="add mod ord">
          <ac:chgData name="Júlio César Chaves" userId="3f913fe9-3202-435d-b9f5-b2fca763184f" providerId="ADAL" clId="{DC47F779-48D7-47DF-8D17-D6BB1CF28B2F}" dt="2021-09-14T14:48:16.795" v="1029" actId="700"/>
          <ac:spMkLst>
            <pc:docMk/>
            <pc:sldMk cId="1384820750" sldId="316"/>
            <ac:spMk id="2" creationId="{A06D1F0B-9543-4E9A-B300-41176545B05B}"/>
          </ac:spMkLst>
        </pc:spChg>
        <pc:spChg chg="mod ord">
          <ac:chgData name="Júlio César Chaves" userId="3f913fe9-3202-435d-b9f5-b2fca763184f" providerId="ADAL" clId="{DC47F779-48D7-47DF-8D17-D6BB1CF28B2F}" dt="2021-09-14T14:48:16.795" v="1029" actId="700"/>
          <ac:spMkLst>
            <pc:docMk/>
            <pc:sldMk cId="1384820750" sldId="316"/>
            <ac:spMk id="6" creationId="{590BB5AD-4C63-49CA-8B77-BD124AF47BF5}"/>
          </ac:spMkLst>
        </pc:spChg>
        <pc:spChg chg="mod ord">
          <ac:chgData name="Júlio César Chaves" userId="3f913fe9-3202-435d-b9f5-b2fca763184f" providerId="ADAL" clId="{DC47F779-48D7-47DF-8D17-D6BB1CF28B2F}" dt="2021-09-14T14:48:16.795" v="1029" actId="700"/>
          <ac:spMkLst>
            <pc:docMk/>
            <pc:sldMk cId="1384820750" sldId="316"/>
            <ac:spMk id="5122" creationId="{06716E2A-04EE-430D-BAD4-8F4C21666C5C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830665788" sldId="316"/>
        </pc:sldMkLst>
      </pc:sldChg>
      <pc:sldChg chg="addSp modSp mod modClrScheme chgLayout modNotesTx">
        <pc:chgData name="Júlio César Chaves" userId="3f913fe9-3202-435d-b9f5-b2fca763184f" providerId="ADAL" clId="{DC47F779-48D7-47DF-8D17-D6BB1CF28B2F}" dt="2021-09-15T22:06:36.563" v="1557" actId="20577"/>
        <pc:sldMkLst>
          <pc:docMk/>
          <pc:sldMk cId="2225630044" sldId="317"/>
        </pc:sldMkLst>
        <pc:spChg chg="add mod ord">
          <ac:chgData name="Júlio César Chaves" userId="3f913fe9-3202-435d-b9f5-b2fca763184f" providerId="ADAL" clId="{DC47F779-48D7-47DF-8D17-D6BB1CF28B2F}" dt="2021-09-14T14:48:25.151" v="1030" actId="700"/>
          <ac:spMkLst>
            <pc:docMk/>
            <pc:sldMk cId="2225630044" sldId="317"/>
            <ac:spMk id="2" creationId="{DA21FA81-0A43-4DB2-9AD6-0BF43A072144}"/>
          </ac:spMkLst>
        </pc:spChg>
        <pc:spChg chg="mod ord">
          <ac:chgData name="Júlio César Chaves" userId="3f913fe9-3202-435d-b9f5-b2fca763184f" providerId="ADAL" clId="{DC47F779-48D7-47DF-8D17-D6BB1CF28B2F}" dt="2021-09-14T14:48:25.151" v="1030" actId="700"/>
          <ac:spMkLst>
            <pc:docMk/>
            <pc:sldMk cId="2225630044" sldId="317"/>
            <ac:spMk id="6" creationId="{590BB5AD-4C63-49CA-8B77-BD124AF47BF5}"/>
          </ac:spMkLst>
        </pc:spChg>
        <pc:spChg chg="mod ord">
          <ac:chgData name="Júlio César Chaves" userId="3f913fe9-3202-435d-b9f5-b2fca763184f" providerId="ADAL" clId="{DC47F779-48D7-47DF-8D17-D6BB1CF28B2F}" dt="2021-09-14T14:48:25.151" v="1030" actId="700"/>
          <ac:spMkLst>
            <pc:docMk/>
            <pc:sldMk cId="2225630044" sldId="317"/>
            <ac:spMk id="5122" creationId="{06716E2A-04EE-430D-BAD4-8F4C21666C5C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972633579" sldId="317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270399731" sldId="318"/>
        </pc:sldMkLst>
      </pc:sldChg>
      <pc:sldChg chg="modSp mod modNotesTx">
        <pc:chgData name="Júlio César Chaves" userId="3f913fe9-3202-435d-b9f5-b2fca763184f" providerId="ADAL" clId="{DC47F779-48D7-47DF-8D17-D6BB1CF28B2F}" dt="2021-09-18T13:49:47.874" v="1615" actId="20577"/>
        <pc:sldMkLst>
          <pc:docMk/>
          <pc:sldMk cId="3545954804" sldId="318"/>
        </pc:sldMkLst>
        <pc:spChg chg="mod">
          <ac:chgData name="Júlio César Chaves" userId="3f913fe9-3202-435d-b9f5-b2fca763184f" providerId="ADAL" clId="{DC47F779-48D7-47DF-8D17-D6BB1CF28B2F}" dt="2021-09-18T13:49:47.874" v="1615" actId="20577"/>
          <ac:spMkLst>
            <pc:docMk/>
            <pc:sldMk cId="3545954804" sldId="318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413113526" sldId="319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604546049" sldId="320"/>
        </pc:sldMkLst>
      </pc:sldChg>
      <pc:sldChg chg="modNotesTx">
        <pc:chgData name="Júlio César Chaves" userId="3f913fe9-3202-435d-b9f5-b2fca763184f" providerId="ADAL" clId="{DC47F779-48D7-47DF-8D17-D6BB1CF28B2F}" dt="2021-09-18T16:25:05.838" v="2401"/>
        <pc:sldMkLst>
          <pc:docMk/>
          <pc:sldMk cId="3754285999" sldId="320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487191829" sldId="321"/>
        </pc:sldMkLst>
      </pc:sldChg>
      <pc:sldChg chg="modSp mod modNotesTx">
        <pc:chgData name="Júlio César Chaves" userId="3f913fe9-3202-435d-b9f5-b2fca763184f" providerId="ADAL" clId="{DC47F779-48D7-47DF-8D17-D6BB1CF28B2F}" dt="2021-09-18T15:11:16.134" v="2375" actId="20577"/>
        <pc:sldMkLst>
          <pc:docMk/>
          <pc:sldMk cId="3031456509" sldId="321"/>
        </pc:sldMkLst>
        <pc:spChg chg="mod">
          <ac:chgData name="Júlio César Chaves" userId="3f913fe9-3202-435d-b9f5-b2fca763184f" providerId="ADAL" clId="{DC47F779-48D7-47DF-8D17-D6BB1CF28B2F}" dt="2021-09-18T13:51:24.966" v="1617" actId="20577"/>
          <ac:spMkLst>
            <pc:docMk/>
            <pc:sldMk cId="3031456509" sldId="321"/>
            <ac:spMk id="5122" creationId="{06716E2A-04EE-430D-BAD4-8F4C21666C5C}"/>
          </ac:spMkLst>
        </pc:spChg>
        <pc:spChg chg="mod">
          <ac:chgData name="Júlio César Chaves" userId="3f913fe9-3202-435d-b9f5-b2fca763184f" providerId="ADAL" clId="{DC47F779-48D7-47DF-8D17-D6BB1CF28B2F}" dt="2021-09-18T14:49:25.235" v="2340" actId="6549"/>
          <ac:spMkLst>
            <pc:docMk/>
            <pc:sldMk cId="3031456509" sldId="321"/>
            <ac:spMk id="5123" creationId="{35E1B20B-D590-4FF5-9434-309B19B83B0A}"/>
          </ac:spMkLst>
        </pc:spChg>
      </pc:sldChg>
      <pc:sldChg chg="modNotesTx">
        <pc:chgData name="Júlio César Chaves" userId="3f913fe9-3202-435d-b9f5-b2fca763184f" providerId="ADAL" clId="{DC47F779-48D7-47DF-8D17-D6BB1CF28B2F}" dt="2021-09-18T16:38:57.258" v="2635" actId="20577"/>
        <pc:sldMkLst>
          <pc:docMk/>
          <pc:sldMk cId="2075365850" sldId="32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161552205" sldId="322"/>
        </pc:sldMkLst>
      </pc:sldChg>
      <pc:sldChg chg="modNotesTx">
        <pc:chgData name="Júlio César Chaves" userId="3f913fe9-3202-435d-b9f5-b2fca763184f" providerId="ADAL" clId="{DC47F779-48D7-47DF-8D17-D6BB1CF28B2F}" dt="2021-09-18T16:42:15.520" v="2878" actId="20577"/>
        <pc:sldMkLst>
          <pc:docMk/>
          <pc:sldMk cId="810087039" sldId="32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092031600" sldId="32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210393749" sldId="324"/>
        </pc:sldMkLst>
      </pc:sldChg>
      <pc:sldChg chg="modSp mod">
        <pc:chgData name="Júlio César Chaves" userId="3f913fe9-3202-435d-b9f5-b2fca763184f" providerId="ADAL" clId="{DC47F779-48D7-47DF-8D17-D6BB1CF28B2F}" dt="2021-09-18T16:53:11.175" v="3016" actId="20577"/>
        <pc:sldMkLst>
          <pc:docMk/>
          <pc:sldMk cId="2323101966" sldId="325"/>
        </pc:sldMkLst>
        <pc:spChg chg="mod">
          <ac:chgData name="Júlio César Chaves" userId="3f913fe9-3202-435d-b9f5-b2fca763184f" providerId="ADAL" clId="{DC47F779-48D7-47DF-8D17-D6BB1CF28B2F}" dt="2021-09-18T16:53:11.175" v="3016" actId="20577"/>
          <ac:spMkLst>
            <pc:docMk/>
            <pc:sldMk cId="2323101966" sldId="325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37749409" sldId="326"/>
        </pc:sldMkLst>
      </pc:sldChg>
      <pc:sldChg chg="modSp mod">
        <pc:chgData name="Júlio César Chaves" userId="3f913fe9-3202-435d-b9f5-b2fca763184f" providerId="ADAL" clId="{DC47F779-48D7-47DF-8D17-D6BB1CF28B2F}" dt="2021-09-18T17:00:28.326" v="3029"/>
        <pc:sldMkLst>
          <pc:docMk/>
          <pc:sldMk cId="1289904263" sldId="326"/>
        </pc:sldMkLst>
        <pc:spChg chg="mod">
          <ac:chgData name="Júlio César Chaves" userId="3f913fe9-3202-435d-b9f5-b2fca763184f" providerId="ADAL" clId="{DC47F779-48D7-47DF-8D17-D6BB1CF28B2F}" dt="2021-09-18T17:00:28.326" v="3029"/>
          <ac:spMkLst>
            <pc:docMk/>
            <pc:sldMk cId="1289904263" sldId="326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266106030" sldId="327"/>
        </pc:sldMkLst>
      </pc:sldChg>
      <pc:sldChg chg="modSp mod">
        <pc:chgData name="Júlio César Chaves" userId="3f913fe9-3202-435d-b9f5-b2fca763184f" providerId="ADAL" clId="{DC47F779-48D7-47DF-8D17-D6BB1CF28B2F}" dt="2021-09-18T17:01:04.346" v="3031" actId="6549"/>
        <pc:sldMkLst>
          <pc:docMk/>
          <pc:sldMk cId="236669813" sldId="329"/>
        </pc:sldMkLst>
        <pc:spChg chg="mod">
          <ac:chgData name="Júlio César Chaves" userId="3f913fe9-3202-435d-b9f5-b2fca763184f" providerId="ADAL" clId="{DC47F779-48D7-47DF-8D17-D6BB1CF28B2F}" dt="2021-09-18T17:01:04.346" v="3031" actId="6549"/>
          <ac:spMkLst>
            <pc:docMk/>
            <pc:sldMk cId="236669813" sldId="329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324493088" sldId="329"/>
        </pc:sldMkLst>
      </pc:sldChg>
      <pc:sldChg chg="modSp mod">
        <pc:chgData name="Júlio César Chaves" userId="3f913fe9-3202-435d-b9f5-b2fca763184f" providerId="ADAL" clId="{DC47F779-48D7-47DF-8D17-D6BB1CF28B2F}" dt="2021-09-18T17:02:56.331" v="3048"/>
        <pc:sldMkLst>
          <pc:docMk/>
          <pc:sldMk cId="440227790" sldId="330"/>
        </pc:sldMkLst>
        <pc:spChg chg="mod">
          <ac:chgData name="Júlio César Chaves" userId="3f913fe9-3202-435d-b9f5-b2fca763184f" providerId="ADAL" clId="{DC47F779-48D7-47DF-8D17-D6BB1CF28B2F}" dt="2021-09-18T17:02:56.331" v="3048"/>
          <ac:spMkLst>
            <pc:docMk/>
            <pc:sldMk cId="440227790" sldId="330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156799746" sldId="330"/>
        </pc:sldMkLst>
      </pc:sldChg>
      <pc:sldChg chg="modSp mod modNotesTx">
        <pc:chgData name="Júlio César Chaves" userId="3f913fe9-3202-435d-b9f5-b2fca763184f" providerId="ADAL" clId="{DC47F779-48D7-47DF-8D17-D6BB1CF28B2F}" dt="2021-09-18T17:13:06.145" v="3121" actId="20577"/>
        <pc:sldMkLst>
          <pc:docMk/>
          <pc:sldMk cId="2016334202" sldId="331"/>
        </pc:sldMkLst>
        <pc:spChg chg="mod">
          <ac:chgData name="Júlio César Chaves" userId="3f913fe9-3202-435d-b9f5-b2fca763184f" providerId="ADAL" clId="{DC47F779-48D7-47DF-8D17-D6BB1CF28B2F}" dt="2021-09-18T17:03:20.435" v="3050" actId="6549"/>
          <ac:spMkLst>
            <pc:docMk/>
            <pc:sldMk cId="2016334202" sldId="331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476638508" sldId="331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67444724" sldId="332"/>
        </pc:sldMkLst>
      </pc:sldChg>
      <pc:sldChg chg="modSp mod modNotesTx">
        <pc:chgData name="Júlio César Chaves" userId="3f913fe9-3202-435d-b9f5-b2fca763184f" providerId="ADAL" clId="{DC47F779-48D7-47DF-8D17-D6BB1CF28B2F}" dt="2021-09-18T17:03:57.578" v="3054"/>
        <pc:sldMkLst>
          <pc:docMk/>
          <pc:sldMk cId="561514555" sldId="333"/>
        </pc:sldMkLst>
        <pc:spChg chg="mod">
          <ac:chgData name="Júlio César Chaves" userId="3f913fe9-3202-435d-b9f5-b2fca763184f" providerId="ADAL" clId="{DC47F779-48D7-47DF-8D17-D6BB1CF28B2F}" dt="2021-09-18T17:03:42.718" v="3052" actId="6549"/>
          <ac:spMkLst>
            <pc:docMk/>
            <pc:sldMk cId="561514555" sldId="333"/>
            <ac:spMk id="9" creationId="{1E78D594-4BF5-490D-ADCC-AB6736C6F1BB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436925210" sldId="333"/>
        </pc:sldMkLst>
      </pc:sldChg>
      <pc:sldChg chg="modSp mod">
        <pc:chgData name="Júlio César Chaves" userId="3f913fe9-3202-435d-b9f5-b2fca763184f" providerId="ADAL" clId="{DC47F779-48D7-47DF-8D17-D6BB1CF28B2F}" dt="2021-09-18T17:05:58.267" v="3066" actId="14100"/>
        <pc:sldMkLst>
          <pc:docMk/>
          <pc:sldMk cId="2518712497" sldId="334"/>
        </pc:sldMkLst>
        <pc:spChg chg="mod">
          <ac:chgData name="Júlio César Chaves" userId="3f913fe9-3202-435d-b9f5-b2fca763184f" providerId="ADAL" clId="{DC47F779-48D7-47DF-8D17-D6BB1CF28B2F}" dt="2021-09-18T17:05:58.267" v="3066" actId="14100"/>
          <ac:spMkLst>
            <pc:docMk/>
            <pc:sldMk cId="2518712497" sldId="334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116910001" sldId="334"/>
        </pc:sldMkLst>
      </pc:sldChg>
      <pc:sldChg chg="modSp mod">
        <pc:chgData name="Júlio César Chaves" userId="3f913fe9-3202-435d-b9f5-b2fca763184f" providerId="ADAL" clId="{DC47F779-48D7-47DF-8D17-D6BB1CF28B2F}" dt="2021-09-18T17:14:26.670" v="3131"/>
        <pc:sldMkLst>
          <pc:docMk/>
          <pc:sldMk cId="455216600" sldId="335"/>
        </pc:sldMkLst>
        <pc:spChg chg="mod">
          <ac:chgData name="Júlio César Chaves" userId="3f913fe9-3202-435d-b9f5-b2fca763184f" providerId="ADAL" clId="{DC47F779-48D7-47DF-8D17-D6BB1CF28B2F}" dt="2021-09-18T17:14:26.670" v="3131"/>
          <ac:spMkLst>
            <pc:docMk/>
            <pc:sldMk cId="455216600" sldId="335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288858313" sldId="335"/>
        </pc:sldMkLst>
      </pc:sldChg>
      <pc:sldChg chg="modSp mod">
        <pc:chgData name="Júlio César Chaves" userId="3f913fe9-3202-435d-b9f5-b2fca763184f" providerId="ADAL" clId="{DC47F779-48D7-47DF-8D17-D6BB1CF28B2F}" dt="2021-09-07T20:15:59.380" v="725" actId="20577"/>
        <pc:sldMkLst>
          <pc:docMk/>
          <pc:sldMk cId="3195356505" sldId="336"/>
        </pc:sldMkLst>
        <pc:spChg chg="mod">
          <ac:chgData name="Júlio César Chaves" userId="3f913fe9-3202-435d-b9f5-b2fca763184f" providerId="ADAL" clId="{DC47F779-48D7-47DF-8D17-D6BB1CF28B2F}" dt="2021-09-07T20:15:59.380" v="725" actId="20577"/>
          <ac:spMkLst>
            <pc:docMk/>
            <pc:sldMk cId="3195356505" sldId="336"/>
            <ac:spMk id="5123" creationId="{35E1B20B-D590-4FF5-9434-309B19B83B0A}"/>
          </ac:spMkLst>
        </pc:spChg>
      </pc:sldChg>
      <pc:sldChg chg="modSp mod">
        <pc:chgData name="Júlio César Chaves" userId="3f913fe9-3202-435d-b9f5-b2fca763184f" providerId="ADAL" clId="{DC47F779-48D7-47DF-8D17-D6BB1CF28B2F}" dt="2021-09-18T13:45:15.348" v="1574" actId="6549"/>
        <pc:sldMkLst>
          <pc:docMk/>
          <pc:sldMk cId="466370728" sldId="337"/>
        </pc:sldMkLst>
        <pc:spChg chg="mod">
          <ac:chgData name="Júlio César Chaves" userId="3f913fe9-3202-435d-b9f5-b2fca763184f" providerId="ADAL" clId="{DC47F779-48D7-47DF-8D17-D6BB1CF28B2F}" dt="2021-09-18T13:45:15.348" v="1574" actId="6549"/>
          <ac:spMkLst>
            <pc:docMk/>
            <pc:sldMk cId="466370728" sldId="337"/>
            <ac:spMk id="5123" creationId="{35E1B20B-D590-4FF5-9434-309B19B83B0A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4088877727" sldId="337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476287122" sldId="338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706075460" sldId="341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2054225499" sldId="342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287661771" sldId="343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580410558" sldId="344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392782694" sldId="345"/>
        </pc:sldMkLst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3359023642" sldId="346"/>
        </pc:sldMkLst>
      </pc:sldChg>
      <pc:sldChg chg="modSp add del mod setBg">
        <pc:chgData name="Júlio César Chaves" userId="3f913fe9-3202-435d-b9f5-b2fca763184f" providerId="ADAL" clId="{DC47F779-48D7-47DF-8D17-D6BB1CF28B2F}" dt="2021-09-07T18:28:41.250" v="87" actId="20577"/>
        <pc:sldMkLst>
          <pc:docMk/>
          <pc:sldMk cId="2738234578" sldId="377"/>
        </pc:sldMkLst>
        <pc:spChg chg="mod">
          <ac:chgData name="Júlio César Chaves" userId="3f913fe9-3202-435d-b9f5-b2fca763184f" providerId="ADAL" clId="{DC47F779-48D7-47DF-8D17-D6BB1CF28B2F}" dt="2021-09-07T18:28:41.250" v="87" actId="20577"/>
          <ac:spMkLst>
            <pc:docMk/>
            <pc:sldMk cId="2738234578" sldId="377"/>
            <ac:spMk id="24" creationId="{11EA67E0-DC44-4426-B11B-A327DE8860B1}"/>
          </ac:spMkLst>
        </pc:spChg>
      </pc:sldChg>
      <pc:sldChg chg="add del">
        <pc:chgData name="Júlio César Chaves" userId="3f913fe9-3202-435d-b9f5-b2fca763184f" providerId="ADAL" clId="{DC47F779-48D7-47DF-8D17-D6BB1CF28B2F}" dt="2021-09-07T20:10:06.067" v="326" actId="47"/>
        <pc:sldMkLst>
          <pc:docMk/>
          <pc:sldMk cId="309334457" sldId="378"/>
        </pc:sldMkLst>
      </pc:sldChg>
      <pc:sldChg chg="add del">
        <pc:chgData name="Júlio César Chaves" userId="3f913fe9-3202-435d-b9f5-b2fca763184f" providerId="ADAL" clId="{DC47F779-48D7-47DF-8D17-D6BB1CF28B2F}" dt="2021-09-14T11:02:45.898" v="920" actId="47"/>
        <pc:sldMkLst>
          <pc:docMk/>
          <pc:sldMk cId="385020262" sldId="378"/>
        </pc:sldMkLst>
      </pc:sldChg>
      <pc:sldChg chg="add del">
        <pc:chgData name="Júlio César Chaves" userId="3f913fe9-3202-435d-b9f5-b2fca763184f" providerId="ADAL" clId="{DC47F779-48D7-47DF-8D17-D6BB1CF28B2F}" dt="2021-09-07T20:16:10.521" v="726" actId="47"/>
        <pc:sldMkLst>
          <pc:docMk/>
          <pc:sldMk cId="506099282" sldId="378"/>
        </pc:sldMkLst>
      </pc:sldChg>
      <pc:sldChg chg="add del">
        <pc:chgData name="Júlio César Chaves" userId="3f913fe9-3202-435d-b9f5-b2fca763184f" providerId="ADAL" clId="{DC47F779-48D7-47DF-8D17-D6BB1CF28B2F}" dt="2021-09-07T20:17:22.139" v="730" actId="47"/>
        <pc:sldMkLst>
          <pc:docMk/>
          <pc:sldMk cId="1337422860" sldId="378"/>
        </pc:sldMkLst>
      </pc:sldChg>
      <pc:sldChg chg="modSp add del mod">
        <pc:chgData name="Júlio César Chaves" userId="3f913fe9-3202-435d-b9f5-b2fca763184f" providerId="ADAL" clId="{DC47F779-48D7-47DF-8D17-D6BB1CF28B2F}" dt="2021-09-14T10:52:20.793" v="753" actId="47"/>
        <pc:sldMkLst>
          <pc:docMk/>
          <pc:sldMk cId="1465406175" sldId="378"/>
        </pc:sldMkLst>
        <pc:spChg chg="mod">
          <ac:chgData name="Júlio César Chaves" userId="3f913fe9-3202-435d-b9f5-b2fca763184f" providerId="ADAL" clId="{DC47F779-48D7-47DF-8D17-D6BB1CF28B2F}" dt="2021-09-14T10:51:52.627" v="752" actId="20577"/>
          <ac:spMkLst>
            <pc:docMk/>
            <pc:sldMk cId="1465406175" sldId="378"/>
            <ac:spMk id="5122" creationId="{06716E2A-04EE-430D-BAD4-8F4C21666C5C}"/>
          </ac:spMkLst>
        </pc:spChg>
      </pc:sldChg>
      <pc:sldChg chg="del">
        <pc:chgData name="Júlio César Chaves" userId="3f913fe9-3202-435d-b9f5-b2fca763184f" providerId="ADAL" clId="{DC47F779-48D7-47DF-8D17-D6BB1CF28B2F}" dt="2021-09-07T18:26:40.429" v="33" actId="47"/>
        <pc:sldMkLst>
          <pc:docMk/>
          <pc:sldMk cId="1752875042" sldId="378"/>
        </pc:sldMkLst>
      </pc:sldChg>
      <pc:sldChg chg="add del">
        <pc:chgData name="Júlio César Chaves" userId="3f913fe9-3202-435d-b9f5-b2fca763184f" providerId="ADAL" clId="{DC47F779-48D7-47DF-8D17-D6BB1CF28B2F}" dt="2021-09-07T19:02:25.346" v="273" actId="47"/>
        <pc:sldMkLst>
          <pc:docMk/>
          <pc:sldMk cId="1863303384" sldId="378"/>
        </pc:sldMkLst>
      </pc:sldChg>
      <pc:sldChg chg="addSp delSp modSp new del mod">
        <pc:chgData name="Júlio César Chaves" userId="3f913fe9-3202-435d-b9f5-b2fca763184f" providerId="ADAL" clId="{DC47F779-48D7-47DF-8D17-D6BB1CF28B2F}" dt="2021-09-18T15:15:07.097" v="2376" actId="2696"/>
        <pc:sldMkLst>
          <pc:docMk/>
          <pc:sldMk cId="1832634098" sldId="379"/>
        </pc:sldMkLst>
        <pc:spChg chg="mod">
          <ac:chgData name="Júlio César Chaves" userId="3f913fe9-3202-435d-b9f5-b2fca763184f" providerId="ADAL" clId="{DC47F779-48D7-47DF-8D17-D6BB1CF28B2F}" dt="2021-09-18T14:14:07.553" v="2151"/>
          <ac:spMkLst>
            <pc:docMk/>
            <pc:sldMk cId="1832634098" sldId="379"/>
            <ac:spMk id="2" creationId="{5C669270-1E87-4BD8-8A7E-9BFDEAA1E717}"/>
          </ac:spMkLst>
        </pc:spChg>
        <pc:spChg chg="add mod">
          <ac:chgData name="Júlio César Chaves" userId="3f913fe9-3202-435d-b9f5-b2fca763184f" providerId="ADAL" clId="{DC47F779-48D7-47DF-8D17-D6BB1CF28B2F}" dt="2021-09-18T14:13:21.749" v="2143" actId="20577"/>
          <ac:spMkLst>
            <pc:docMk/>
            <pc:sldMk cId="1832634098" sldId="379"/>
            <ac:spMk id="5" creationId="{91921974-D8B7-4B87-A050-81E45427DD5C}"/>
          </ac:spMkLst>
        </pc:spChg>
        <pc:spChg chg="add mod">
          <ac:chgData name="Júlio César Chaves" userId="3f913fe9-3202-435d-b9f5-b2fca763184f" providerId="ADAL" clId="{DC47F779-48D7-47DF-8D17-D6BB1CF28B2F}" dt="2021-09-18T14:07:09.559" v="1928"/>
          <ac:spMkLst>
            <pc:docMk/>
            <pc:sldMk cId="1832634098" sldId="379"/>
            <ac:spMk id="8" creationId="{D00C58F3-CEC8-4AE0-AB6B-BEF894BA9A42}"/>
          </ac:spMkLst>
        </pc:spChg>
        <pc:picChg chg="add del mod">
          <ac:chgData name="Júlio César Chaves" userId="3f913fe9-3202-435d-b9f5-b2fca763184f" providerId="ADAL" clId="{DC47F779-48D7-47DF-8D17-D6BB1CF28B2F}" dt="2021-09-18T14:04:54.111" v="1796" actId="478"/>
          <ac:picMkLst>
            <pc:docMk/>
            <pc:sldMk cId="1832634098" sldId="379"/>
            <ac:picMk id="4" creationId="{F33BB609-B83A-4996-B8D7-DFBE760CC13B}"/>
          </ac:picMkLst>
        </pc:picChg>
        <pc:picChg chg="add mod">
          <ac:chgData name="Júlio César Chaves" userId="3f913fe9-3202-435d-b9f5-b2fca763184f" providerId="ADAL" clId="{DC47F779-48D7-47DF-8D17-D6BB1CF28B2F}" dt="2021-09-18T14:05:05.757" v="1798" actId="1076"/>
          <ac:picMkLst>
            <pc:docMk/>
            <pc:sldMk cId="1832634098" sldId="379"/>
            <ac:picMk id="7" creationId="{D7444676-4EAF-41AB-BEF1-D3F48F5EA818}"/>
          </ac:picMkLst>
        </pc:picChg>
      </pc:sldChg>
      <pc:sldChg chg="add">
        <pc:chgData name="Júlio César Chaves" userId="3f913fe9-3202-435d-b9f5-b2fca763184f" providerId="ADAL" clId="{DC47F779-48D7-47DF-8D17-D6BB1CF28B2F}" dt="2021-09-18T15:15:23.815" v="2377"/>
        <pc:sldMkLst>
          <pc:docMk/>
          <pc:sldMk cId="4009633754" sldId="379"/>
        </pc:sldMkLst>
      </pc:sldChg>
      <pc:sldChg chg="modSp new del mod">
        <pc:chgData name="Júlio César Chaves" userId="3f913fe9-3202-435d-b9f5-b2fca763184f" providerId="ADAL" clId="{DC47F779-48D7-47DF-8D17-D6BB1CF28B2F}" dt="2021-09-18T14:14:26.167" v="2152" actId="47"/>
        <pc:sldMkLst>
          <pc:docMk/>
          <pc:sldMk cId="2129049879" sldId="380"/>
        </pc:sldMkLst>
        <pc:spChg chg="mod">
          <ac:chgData name="Júlio César Chaves" userId="3f913fe9-3202-435d-b9f5-b2fca763184f" providerId="ADAL" clId="{DC47F779-48D7-47DF-8D17-D6BB1CF28B2F}" dt="2021-09-18T14:07:05.068" v="1927" actId="20577"/>
          <ac:spMkLst>
            <pc:docMk/>
            <pc:sldMk cId="2129049879" sldId="380"/>
            <ac:spMk id="2" creationId="{12A96818-607E-4FEA-B7D3-398458D6A3B0}"/>
          </ac:spMkLst>
        </pc:spChg>
        <pc:spChg chg="mod">
          <ac:chgData name="Júlio César Chaves" userId="3f913fe9-3202-435d-b9f5-b2fca763184f" providerId="ADAL" clId="{DC47F779-48D7-47DF-8D17-D6BB1CF28B2F}" dt="2021-09-18T14:03:59.392" v="1768" actId="20577"/>
          <ac:spMkLst>
            <pc:docMk/>
            <pc:sldMk cId="2129049879" sldId="380"/>
            <ac:spMk id="4" creationId="{A05E19F1-8D41-478E-9478-7A6EDEABB2EA}"/>
          </ac:spMkLst>
        </pc:spChg>
      </pc:sldChg>
      <pc:sldMasterChg chg="delSldLayout">
        <pc:chgData name="Júlio César Chaves" userId="3f913fe9-3202-435d-b9f5-b2fca763184f" providerId="ADAL" clId="{DC47F779-48D7-47DF-8D17-D6BB1CF28B2F}" dt="2021-09-07T18:26:40.429" v="3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DC47F779-48D7-47DF-8D17-D6BB1CF28B2F}" dt="2021-09-07T18:26:40.429" v="33" actId="47"/>
          <pc:sldLayoutMkLst>
            <pc:docMk/>
            <pc:sldMasterMk cId="3728137087" sldId="2147483648"/>
            <pc:sldLayoutMk cId="2421670493" sldId="2147483667"/>
          </pc:sldLayoutMkLst>
        </pc:sldLayoutChg>
      </pc:sldMaster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8FC451D5-C779-4707-87F6-544024A7A88B}"/>
    <pc:docChg chg="custSel addSld delSld modSld modSection">
      <pc:chgData name="Júlio César Chaves" userId="3f913fe9-3202-435d-b9f5-b2fca763184f" providerId="ADAL" clId="{8FC451D5-C779-4707-87F6-544024A7A88B}" dt="2023-04-01T21:06:31.674" v="92" actId="20577"/>
      <pc:docMkLst>
        <pc:docMk/>
      </pc:docMkLst>
      <pc:sldChg chg="modSp mod">
        <pc:chgData name="Júlio César Chaves" userId="3f913fe9-3202-435d-b9f5-b2fca763184f" providerId="ADAL" clId="{8FC451D5-C779-4707-87F6-544024A7A88B}" dt="2023-04-01T21:01:36.206" v="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FC451D5-C779-4707-87F6-544024A7A88B}" dt="2023-04-01T21:01:36.206" v="2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2833314594" sldId="261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1988021679" sldId="263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1445811725" sldId="264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3941590637" sldId="265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4087940895" sldId="266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570474833" sldId="272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778791983" sldId="384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915493869" sldId="385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2228450538" sldId="386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467722025" sldId="387"/>
        </pc:sldMkLst>
      </pc:sldChg>
      <pc:sldChg chg="del">
        <pc:chgData name="Júlio César Chaves" userId="3f913fe9-3202-435d-b9f5-b2fca763184f" providerId="ADAL" clId="{8FC451D5-C779-4707-87F6-544024A7A88B}" dt="2023-04-01T21:01:29.759" v="0" actId="47"/>
        <pc:sldMkLst>
          <pc:docMk/>
          <pc:sldMk cId="2755065440" sldId="413"/>
        </pc:sldMkLst>
      </pc:sldChg>
      <pc:sldChg chg="modSp new mod">
        <pc:chgData name="Júlio César Chaves" userId="3f913fe9-3202-435d-b9f5-b2fca763184f" providerId="ADAL" clId="{8FC451D5-C779-4707-87F6-544024A7A88B}" dt="2023-04-01T21:06:31.674" v="92" actId="20577"/>
        <pc:sldMkLst>
          <pc:docMk/>
          <pc:sldMk cId="3645323411" sldId="424"/>
        </pc:sldMkLst>
        <pc:spChg chg="mod">
          <ac:chgData name="Júlio César Chaves" userId="3f913fe9-3202-435d-b9f5-b2fca763184f" providerId="ADAL" clId="{8FC451D5-C779-4707-87F6-544024A7A88B}" dt="2023-04-01T21:02:37.573" v="27" actId="14100"/>
          <ac:spMkLst>
            <pc:docMk/>
            <pc:sldMk cId="3645323411" sldId="424"/>
            <ac:spMk id="2" creationId="{72CBC19C-F68E-6089-5DF1-B7806DEAC88C}"/>
          </ac:spMkLst>
        </pc:spChg>
        <pc:spChg chg="mod">
          <ac:chgData name="Júlio César Chaves" userId="3f913fe9-3202-435d-b9f5-b2fca763184f" providerId="ADAL" clId="{8FC451D5-C779-4707-87F6-544024A7A88B}" dt="2023-04-01T21:06:31.674" v="92" actId="20577"/>
          <ac:spMkLst>
            <pc:docMk/>
            <pc:sldMk cId="3645323411" sldId="424"/>
            <ac:spMk id="3" creationId="{9607C1D0-65BC-7B1F-C6F0-F375061E87D9}"/>
          </ac:spMkLst>
        </pc:spChg>
      </pc:sldChg>
    </pc:docChg>
  </pc:docChgLst>
  <pc:docChgLst>
    <pc:chgData name="Júlio César Chaves" userId="3f913fe9-3202-435d-b9f5-b2fca763184f" providerId="ADAL" clId="{3D57C436-D3FD-47A8-B91A-1C437BDC2254}"/>
    <pc:docChg chg="undo custSel addSld delSld modSld modSection">
      <pc:chgData name="Júlio César Chaves" userId="3f913fe9-3202-435d-b9f5-b2fca763184f" providerId="ADAL" clId="{3D57C436-D3FD-47A8-B91A-1C437BDC2254}" dt="2021-08-23T21:49:31.402" v="7906" actId="20577"/>
      <pc:docMkLst>
        <pc:docMk/>
      </pc:docMkLst>
      <pc:sldChg chg="addSp delSp modSp modNotesTx">
        <pc:chgData name="Júlio César Chaves" userId="3f913fe9-3202-435d-b9f5-b2fca763184f" providerId="ADAL" clId="{3D57C436-D3FD-47A8-B91A-1C437BDC2254}" dt="2021-08-21T12:22:21.605" v="287" actId="20577"/>
        <pc:sldMkLst>
          <pc:docMk/>
          <pc:sldMk cId="1221929567" sldId="260"/>
        </pc:sldMkLst>
        <pc:spChg chg="del">
          <ac:chgData name="Júlio César Chaves" userId="3f913fe9-3202-435d-b9f5-b2fca763184f" providerId="ADAL" clId="{3D57C436-D3FD-47A8-B91A-1C437BDC2254}" dt="2021-08-19T22:01:35.706" v="277" actId="478"/>
          <ac:spMkLst>
            <pc:docMk/>
            <pc:sldMk cId="1221929567" sldId="260"/>
            <ac:spMk id="7" creationId="{78E0C609-F9B3-4C60-89C7-4998F74DE005}"/>
          </ac:spMkLst>
        </pc:spChg>
        <pc:spChg chg="add mod">
          <ac:chgData name="Júlio César Chaves" userId="3f913fe9-3202-435d-b9f5-b2fca763184f" providerId="ADAL" clId="{3D57C436-D3FD-47A8-B91A-1C437BDC2254}" dt="2021-08-19T22:01:36.833" v="278"/>
          <ac:spMkLst>
            <pc:docMk/>
            <pc:sldMk cId="1221929567" sldId="260"/>
            <ac:spMk id="8" creationId="{21FE25FB-90DC-4AF2-BE9C-41FC3311C5C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2:46.442" v="2450"/>
        <pc:sldMkLst>
          <pc:docMk/>
          <pc:sldMk cId="3299603461" sldId="261"/>
        </pc:sldMkLst>
        <pc:spChg chg="del">
          <ac:chgData name="Júlio César Chaves" userId="3f913fe9-3202-435d-b9f5-b2fca763184f" providerId="ADAL" clId="{3D57C436-D3FD-47A8-B91A-1C437BDC2254}" dt="2021-08-21T14:42:46.041" v="2449" actId="478"/>
          <ac:spMkLst>
            <pc:docMk/>
            <pc:sldMk cId="3299603461" sldId="261"/>
            <ac:spMk id="7" creationId="{B94116CC-79A8-4D87-9689-F09F548FE3CF}"/>
          </ac:spMkLst>
        </pc:spChg>
        <pc:spChg chg="add mod">
          <ac:chgData name="Júlio César Chaves" userId="3f913fe9-3202-435d-b9f5-b2fca763184f" providerId="ADAL" clId="{3D57C436-D3FD-47A8-B91A-1C437BDC2254}" dt="2021-08-21T14:42:46.442" v="2450"/>
          <ac:spMkLst>
            <pc:docMk/>
            <pc:sldMk cId="3299603461" sldId="261"/>
            <ac:spMk id="8" creationId="{6ECDB5C4-1D45-4E5D-BA75-AE33197AB125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2:51.279" v="2452"/>
        <pc:sldMkLst>
          <pc:docMk/>
          <pc:sldMk cId="232265564" sldId="262"/>
        </pc:sldMkLst>
        <pc:spChg chg="del">
          <ac:chgData name="Júlio César Chaves" userId="3f913fe9-3202-435d-b9f5-b2fca763184f" providerId="ADAL" clId="{3D57C436-D3FD-47A8-B91A-1C437BDC2254}" dt="2021-08-21T14:42:50.913" v="2451" actId="478"/>
          <ac:spMkLst>
            <pc:docMk/>
            <pc:sldMk cId="232265564" sldId="262"/>
            <ac:spMk id="7" creationId="{99A724DA-E3A5-42F6-88B4-3D39B4E3E25F}"/>
          </ac:spMkLst>
        </pc:spChg>
        <pc:spChg chg="add mod">
          <ac:chgData name="Júlio César Chaves" userId="3f913fe9-3202-435d-b9f5-b2fca763184f" providerId="ADAL" clId="{3D57C436-D3FD-47A8-B91A-1C437BDC2254}" dt="2021-08-21T14:42:51.279" v="2452"/>
          <ac:spMkLst>
            <pc:docMk/>
            <pc:sldMk cId="232265564" sldId="262"/>
            <ac:spMk id="8" creationId="{E0F8ECDA-1B79-430B-B821-8ACE0905F22D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00.024" v="2454"/>
        <pc:sldMkLst>
          <pc:docMk/>
          <pc:sldMk cId="776385837" sldId="263"/>
        </pc:sldMkLst>
        <pc:spChg chg="del">
          <ac:chgData name="Júlio César Chaves" userId="3f913fe9-3202-435d-b9f5-b2fca763184f" providerId="ADAL" clId="{3D57C436-D3FD-47A8-B91A-1C437BDC2254}" dt="2021-08-21T14:42:59.565" v="2453" actId="478"/>
          <ac:spMkLst>
            <pc:docMk/>
            <pc:sldMk cId="776385837" sldId="263"/>
            <ac:spMk id="7" creationId="{78344D83-BA81-44DD-A924-88C5A762956E}"/>
          </ac:spMkLst>
        </pc:spChg>
        <pc:spChg chg="add mod">
          <ac:chgData name="Júlio César Chaves" userId="3f913fe9-3202-435d-b9f5-b2fca763184f" providerId="ADAL" clId="{3D57C436-D3FD-47A8-B91A-1C437BDC2254}" dt="2021-08-21T14:43:00.024" v="2454"/>
          <ac:spMkLst>
            <pc:docMk/>
            <pc:sldMk cId="776385837" sldId="263"/>
            <ac:spMk id="8" creationId="{C23A6A16-3D40-4492-8A13-89FC0663A596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05.426" v="2456"/>
        <pc:sldMkLst>
          <pc:docMk/>
          <pc:sldMk cId="707613668" sldId="264"/>
        </pc:sldMkLst>
        <pc:spChg chg="del">
          <ac:chgData name="Júlio César Chaves" userId="3f913fe9-3202-435d-b9f5-b2fca763184f" providerId="ADAL" clId="{3D57C436-D3FD-47A8-B91A-1C437BDC2254}" dt="2021-08-21T14:43:04.197" v="2455" actId="478"/>
          <ac:spMkLst>
            <pc:docMk/>
            <pc:sldMk cId="707613668" sldId="264"/>
            <ac:spMk id="8" creationId="{7E4BB2DA-5EC6-42C6-A90A-E75A0A2538AB}"/>
          </ac:spMkLst>
        </pc:spChg>
        <pc:spChg chg="add mod">
          <ac:chgData name="Júlio César Chaves" userId="3f913fe9-3202-435d-b9f5-b2fca763184f" providerId="ADAL" clId="{3D57C436-D3FD-47A8-B91A-1C437BDC2254}" dt="2021-08-21T14:43:05.426" v="2456"/>
          <ac:spMkLst>
            <pc:docMk/>
            <pc:sldMk cId="707613668" sldId="264"/>
            <ac:spMk id="9" creationId="{46AC1181-3899-4797-84CB-FAC47A31019B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08.913" v="2458"/>
        <pc:sldMkLst>
          <pc:docMk/>
          <pc:sldMk cId="915361195" sldId="265"/>
        </pc:sldMkLst>
        <pc:spChg chg="add mod">
          <ac:chgData name="Júlio César Chaves" userId="3f913fe9-3202-435d-b9f5-b2fca763184f" providerId="ADAL" clId="{3D57C436-D3FD-47A8-B91A-1C437BDC2254}" dt="2021-08-21T14:43:08.913" v="2458"/>
          <ac:spMkLst>
            <pc:docMk/>
            <pc:sldMk cId="915361195" sldId="265"/>
            <ac:spMk id="6" creationId="{B9EE9704-FFCA-43C8-9DDE-4C3384AAF20F}"/>
          </ac:spMkLst>
        </pc:spChg>
        <pc:spChg chg="del">
          <ac:chgData name="Júlio César Chaves" userId="3f913fe9-3202-435d-b9f5-b2fca763184f" providerId="ADAL" clId="{3D57C436-D3FD-47A8-B91A-1C437BDC2254}" dt="2021-08-21T14:43:08.579" v="2457" actId="478"/>
          <ac:spMkLst>
            <pc:docMk/>
            <pc:sldMk cId="915361195" sldId="265"/>
            <ac:spMk id="7" creationId="{8202375B-5861-46FA-8EE5-DD8DA721B7B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16.223" v="2460"/>
        <pc:sldMkLst>
          <pc:docMk/>
          <pc:sldMk cId="1855248082" sldId="266"/>
        </pc:sldMkLst>
        <pc:spChg chg="add mod">
          <ac:chgData name="Júlio César Chaves" userId="3f913fe9-3202-435d-b9f5-b2fca763184f" providerId="ADAL" clId="{3D57C436-D3FD-47A8-B91A-1C437BDC2254}" dt="2021-08-21T14:43:16.223" v="2460"/>
          <ac:spMkLst>
            <pc:docMk/>
            <pc:sldMk cId="1855248082" sldId="266"/>
            <ac:spMk id="6" creationId="{7F4F2C80-BB3D-4C3B-9A6D-5D4B4B98DCA0}"/>
          </ac:spMkLst>
        </pc:spChg>
        <pc:spChg chg="del">
          <ac:chgData name="Júlio César Chaves" userId="3f913fe9-3202-435d-b9f5-b2fca763184f" providerId="ADAL" clId="{3D57C436-D3FD-47A8-B91A-1C437BDC2254}" dt="2021-08-21T14:43:15.810" v="2459" actId="478"/>
          <ac:spMkLst>
            <pc:docMk/>
            <pc:sldMk cId="1855248082" sldId="266"/>
            <ac:spMk id="7" creationId="{5D478825-B5E1-4681-9BF8-CD3DD594A876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21.642" v="2462"/>
        <pc:sldMkLst>
          <pc:docMk/>
          <pc:sldMk cId="1172085008" sldId="267"/>
        </pc:sldMkLst>
        <pc:spChg chg="del">
          <ac:chgData name="Júlio César Chaves" userId="3f913fe9-3202-435d-b9f5-b2fca763184f" providerId="ADAL" clId="{3D57C436-D3FD-47A8-B91A-1C437BDC2254}" dt="2021-08-21T14:43:21.289" v="2461" actId="478"/>
          <ac:spMkLst>
            <pc:docMk/>
            <pc:sldMk cId="1172085008" sldId="267"/>
            <ac:spMk id="7" creationId="{29740C13-DC4F-40D7-997B-3BD295102C50}"/>
          </ac:spMkLst>
        </pc:spChg>
        <pc:spChg chg="add mod">
          <ac:chgData name="Júlio César Chaves" userId="3f913fe9-3202-435d-b9f5-b2fca763184f" providerId="ADAL" clId="{3D57C436-D3FD-47A8-B91A-1C437BDC2254}" dt="2021-08-21T14:43:21.642" v="2462"/>
          <ac:spMkLst>
            <pc:docMk/>
            <pc:sldMk cId="1172085008" sldId="267"/>
            <ac:spMk id="8" creationId="{B9066805-E962-43D8-914A-2A4334F5F04B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26.215" v="2464"/>
        <pc:sldMkLst>
          <pc:docMk/>
          <pc:sldMk cId="1466820411" sldId="268"/>
        </pc:sldMkLst>
        <pc:spChg chg="del">
          <ac:chgData name="Júlio César Chaves" userId="3f913fe9-3202-435d-b9f5-b2fca763184f" providerId="ADAL" clId="{3D57C436-D3FD-47A8-B91A-1C437BDC2254}" dt="2021-08-21T14:43:25.833" v="2463" actId="478"/>
          <ac:spMkLst>
            <pc:docMk/>
            <pc:sldMk cId="1466820411" sldId="268"/>
            <ac:spMk id="7" creationId="{3914CDCE-6E5E-46CC-889F-63C31D85BE86}"/>
          </ac:spMkLst>
        </pc:spChg>
        <pc:spChg chg="add mod">
          <ac:chgData name="Júlio César Chaves" userId="3f913fe9-3202-435d-b9f5-b2fca763184f" providerId="ADAL" clId="{3D57C436-D3FD-47A8-B91A-1C437BDC2254}" dt="2021-08-21T14:43:26.215" v="2464"/>
          <ac:spMkLst>
            <pc:docMk/>
            <pc:sldMk cId="1466820411" sldId="268"/>
            <ac:spMk id="8" creationId="{90204333-2BAA-44D1-985F-D91A15CBFBF9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30.383" v="2466"/>
        <pc:sldMkLst>
          <pc:docMk/>
          <pc:sldMk cId="1979294240" sldId="270"/>
        </pc:sldMkLst>
        <pc:spChg chg="del">
          <ac:chgData name="Júlio César Chaves" userId="3f913fe9-3202-435d-b9f5-b2fca763184f" providerId="ADAL" clId="{3D57C436-D3FD-47A8-B91A-1C437BDC2254}" dt="2021-08-21T14:43:30.029" v="2465" actId="478"/>
          <ac:spMkLst>
            <pc:docMk/>
            <pc:sldMk cId="1979294240" sldId="270"/>
            <ac:spMk id="7" creationId="{AA54E3D0-42CF-43EE-A618-B3043E5F185C}"/>
          </ac:spMkLst>
        </pc:spChg>
        <pc:spChg chg="add mod">
          <ac:chgData name="Júlio César Chaves" userId="3f913fe9-3202-435d-b9f5-b2fca763184f" providerId="ADAL" clId="{3D57C436-D3FD-47A8-B91A-1C437BDC2254}" dt="2021-08-21T14:43:30.383" v="2466"/>
          <ac:spMkLst>
            <pc:docMk/>
            <pc:sldMk cId="1979294240" sldId="270"/>
            <ac:spMk id="8" creationId="{7E4D2CD7-27BA-4135-A474-0945A73BE9F4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4:43:36.119" v="2468"/>
        <pc:sldMkLst>
          <pc:docMk/>
          <pc:sldMk cId="4292234085" sldId="271"/>
        </pc:sldMkLst>
        <pc:spChg chg="del">
          <ac:chgData name="Júlio César Chaves" userId="3f913fe9-3202-435d-b9f5-b2fca763184f" providerId="ADAL" clId="{3D57C436-D3FD-47A8-B91A-1C437BDC2254}" dt="2021-08-21T14:43:35.789" v="2467" actId="478"/>
          <ac:spMkLst>
            <pc:docMk/>
            <pc:sldMk cId="4292234085" sldId="271"/>
            <ac:spMk id="7" creationId="{5E9C8422-77FF-4E6E-B50E-62B37C089318}"/>
          </ac:spMkLst>
        </pc:spChg>
        <pc:spChg chg="add mod">
          <ac:chgData name="Júlio César Chaves" userId="3f913fe9-3202-435d-b9f5-b2fca763184f" providerId="ADAL" clId="{3D57C436-D3FD-47A8-B91A-1C437BDC2254}" dt="2021-08-21T14:43:36.119" v="2468"/>
          <ac:spMkLst>
            <pc:docMk/>
            <pc:sldMk cId="4292234085" sldId="271"/>
            <ac:spMk id="8" creationId="{112E15B3-A394-44BD-9839-4A80AA104076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5:06:41.815" v="2473"/>
        <pc:sldMkLst>
          <pc:docMk/>
          <pc:sldMk cId="1019657387" sldId="272"/>
        </pc:sldMkLst>
        <pc:spChg chg="del">
          <ac:chgData name="Júlio César Chaves" userId="3f913fe9-3202-435d-b9f5-b2fca763184f" providerId="ADAL" clId="{3D57C436-D3FD-47A8-B91A-1C437BDC2254}" dt="2021-08-21T15:06:41.293" v="2472" actId="478"/>
          <ac:spMkLst>
            <pc:docMk/>
            <pc:sldMk cId="1019657387" sldId="272"/>
            <ac:spMk id="7" creationId="{496EDAE1-6595-4D20-963F-31269517AFF5}"/>
          </ac:spMkLst>
        </pc:spChg>
        <pc:spChg chg="add mod">
          <ac:chgData name="Júlio César Chaves" userId="3f913fe9-3202-435d-b9f5-b2fca763184f" providerId="ADAL" clId="{3D57C436-D3FD-47A8-B91A-1C437BDC2254}" dt="2021-08-21T15:06:41.815" v="2473"/>
          <ac:spMkLst>
            <pc:docMk/>
            <pc:sldMk cId="1019657387" sldId="272"/>
            <ac:spMk id="8" creationId="{F85DCD8D-E230-473B-93B9-FC43AD71A841}"/>
          </ac:spMkLst>
        </pc:spChg>
      </pc:sldChg>
      <pc:sldChg chg="addSp delSp modSp mod modNotesTx">
        <pc:chgData name="Júlio César Chaves" userId="3f913fe9-3202-435d-b9f5-b2fca763184f" providerId="ADAL" clId="{3D57C436-D3FD-47A8-B91A-1C437BDC2254}" dt="2021-08-21T15:10:16.548" v="2534"/>
        <pc:sldMkLst>
          <pc:docMk/>
          <pc:sldMk cId="374460240" sldId="273"/>
        </pc:sldMkLst>
        <pc:spChg chg="del">
          <ac:chgData name="Júlio César Chaves" userId="3f913fe9-3202-435d-b9f5-b2fca763184f" providerId="ADAL" clId="{3D57C436-D3FD-47A8-B91A-1C437BDC2254}" dt="2021-08-21T15:10:16.254" v="2533" actId="478"/>
          <ac:spMkLst>
            <pc:docMk/>
            <pc:sldMk cId="374460240" sldId="273"/>
            <ac:spMk id="7" creationId="{FB5FBDC8-C55D-4B54-8F48-BB7DBC0162B5}"/>
          </ac:spMkLst>
        </pc:spChg>
        <pc:spChg chg="add mod">
          <ac:chgData name="Júlio César Chaves" userId="3f913fe9-3202-435d-b9f5-b2fca763184f" providerId="ADAL" clId="{3D57C436-D3FD-47A8-B91A-1C437BDC2254}" dt="2021-08-21T15:10:16.548" v="2534"/>
          <ac:spMkLst>
            <pc:docMk/>
            <pc:sldMk cId="374460240" sldId="273"/>
            <ac:spMk id="8" creationId="{D420AA65-C865-494D-AA64-02CE69ED77E3}"/>
          </ac:spMkLst>
        </pc:spChg>
        <pc:spChg chg="mod">
          <ac:chgData name="Júlio César Chaves" userId="3f913fe9-3202-435d-b9f5-b2fca763184f" providerId="ADAL" clId="{3D57C436-D3FD-47A8-B91A-1C437BDC2254}" dt="2021-08-21T15:07:52.903" v="2495" actId="20577"/>
          <ac:spMkLst>
            <pc:docMk/>
            <pc:sldMk cId="374460240" sldId="273"/>
            <ac:spMk id="31747" creationId="{F0BCFE31-D78E-4F45-8AEC-9479FE18645E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5:11:39.521" v="2547"/>
        <pc:sldMkLst>
          <pc:docMk/>
          <pc:sldMk cId="1630730520" sldId="275"/>
        </pc:sldMkLst>
        <pc:spChg chg="del">
          <ac:chgData name="Júlio César Chaves" userId="3f913fe9-3202-435d-b9f5-b2fca763184f" providerId="ADAL" clId="{3D57C436-D3FD-47A8-B91A-1C437BDC2254}" dt="2021-08-21T15:11:39.198" v="2546" actId="478"/>
          <ac:spMkLst>
            <pc:docMk/>
            <pc:sldMk cId="1630730520" sldId="275"/>
            <ac:spMk id="7" creationId="{A4BE9EF6-0DB2-44AB-AA39-C6A8062721AD}"/>
          </ac:spMkLst>
        </pc:spChg>
        <pc:spChg chg="add mod">
          <ac:chgData name="Júlio César Chaves" userId="3f913fe9-3202-435d-b9f5-b2fca763184f" providerId="ADAL" clId="{3D57C436-D3FD-47A8-B91A-1C437BDC2254}" dt="2021-08-21T15:11:39.521" v="2547"/>
          <ac:spMkLst>
            <pc:docMk/>
            <pc:sldMk cId="1630730520" sldId="275"/>
            <ac:spMk id="8" creationId="{7CC0ADBD-E6B1-421E-96E5-7A8CD20AF53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5:12:07.272" v="2611" actId="20577"/>
        <pc:sldMkLst>
          <pc:docMk/>
          <pc:sldMk cId="3062984969" sldId="276"/>
        </pc:sldMkLst>
        <pc:spChg chg="del">
          <ac:chgData name="Júlio César Chaves" userId="3f913fe9-3202-435d-b9f5-b2fca763184f" providerId="ADAL" clId="{3D57C436-D3FD-47A8-B91A-1C437BDC2254}" dt="2021-08-21T15:11:47.371" v="2548" actId="478"/>
          <ac:spMkLst>
            <pc:docMk/>
            <pc:sldMk cId="3062984969" sldId="276"/>
            <ac:spMk id="7" creationId="{F9771EDF-0E3B-4201-813C-A9BCE642EA73}"/>
          </ac:spMkLst>
        </pc:spChg>
        <pc:spChg chg="add mod">
          <ac:chgData name="Júlio César Chaves" userId="3f913fe9-3202-435d-b9f5-b2fca763184f" providerId="ADAL" clId="{3D57C436-D3FD-47A8-B91A-1C437BDC2254}" dt="2021-08-21T15:11:47.713" v="2549"/>
          <ac:spMkLst>
            <pc:docMk/>
            <pc:sldMk cId="3062984969" sldId="276"/>
            <ac:spMk id="8" creationId="{0C8664E5-3974-47FB-A3E1-745384222D03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5:15:42.347" v="2957" actId="20577"/>
        <pc:sldMkLst>
          <pc:docMk/>
          <pc:sldMk cId="3960298710" sldId="277"/>
        </pc:sldMkLst>
        <pc:spChg chg="del">
          <ac:chgData name="Júlio César Chaves" userId="3f913fe9-3202-435d-b9f5-b2fca763184f" providerId="ADAL" clId="{3D57C436-D3FD-47A8-B91A-1C437BDC2254}" dt="2021-08-21T15:12:51.519" v="2612" actId="478"/>
          <ac:spMkLst>
            <pc:docMk/>
            <pc:sldMk cId="3960298710" sldId="277"/>
            <ac:spMk id="7" creationId="{42147898-F376-4D23-82E9-D77E9E43C98C}"/>
          </ac:spMkLst>
        </pc:spChg>
        <pc:spChg chg="add mod">
          <ac:chgData name="Júlio César Chaves" userId="3f913fe9-3202-435d-b9f5-b2fca763184f" providerId="ADAL" clId="{3D57C436-D3FD-47A8-B91A-1C437BDC2254}" dt="2021-08-21T15:12:51.984" v="2613"/>
          <ac:spMkLst>
            <pc:docMk/>
            <pc:sldMk cId="3960298710" sldId="277"/>
            <ac:spMk id="8" creationId="{56E7A738-3D6E-4FD8-A8DD-585CE94C48B2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8:28:24.282" v="3106"/>
        <pc:sldMkLst>
          <pc:docMk/>
          <pc:sldMk cId="3281694389" sldId="278"/>
        </pc:sldMkLst>
        <pc:spChg chg="del">
          <ac:chgData name="Júlio César Chaves" userId="3f913fe9-3202-435d-b9f5-b2fca763184f" providerId="ADAL" clId="{3D57C436-D3FD-47A8-B91A-1C437BDC2254}" dt="2021-08-21T18:28:23.974" v="3105" actId="478"/>
          <ac:spMkLst>
            <pc:docMk/>
            <pc:sldMk cId="3281694389" sldId="278"/>
            <ac:spMk id="7" creationId="{7134044F-74CD-4B1F-A08A-C5F03D41D588}"/>
          </ac:spMkLst>
        </pc:spChg>
        <pc:spChg chg="add mod">
          <ac:chgData name="Júlio César Chaves" userId="3f913fe9-3202-435d-b9f5-b2fca763184f" providerId="ADAL" clId="{3D57C436-D3FD-47A8-B91A-1C437BDC2254}" dt="2021-08-21T18:28:24.282" v="3106"/>
          <ac:spMkLst>
            <pc:docMk/>
            <pc:sldMk cId="3281694389" sldId="278"/>
            <ac:spMk id="8" creationId="{71C11C79-FFCC-4199-993B-EF47B1BBB8CB}"/>
          </ac:spMkLst>
        </pc:spChg>
      </pc:sldChg>
      <pc:sldChg chg="addSp delSp modSp mod modNotesTx">
        <pc:chgData name="Júlio César Chaves" userId="3f913fe9-3202-435d-b9f5-b2fca763184f" providerId="ADAL" clId="{3D57C436-D3FD-47A8-B91A-1C437BDC2254}" dt="2021-08-21T18:28:39.478" v="3108"/>
        <pc:sldMkLst>
          <pc:docMk/>
          <pc:sldMk cId="2819418521" sldId="279"/>
        </pc:sldMkLst>
        <pc:spChg chg="add mod">
          <ac:chgData name="Júlio César Chaves" userId="3f913fe9-3202-435d-b9f5-b2fca763184f" providerId="ADAL" clId="{3D57C436-D3FD-47A8-B91A-1C437BDC2254}" dt="2021-08-21T15:45:54.097" v="3102" actId="6549"/>
          <ac:spMkLst>
            <pc:docMk/>
            <pc:sldMk cId="2819418521" sldId="279"/>
            <ac:spMk id="2" creationId="{4C9AC14E-6306-490B-99DF-F36A73D0FD13}"/>
          </ac:spMkLst>
        </pc:spChg>
        <pc:spChg chg="del">
          <ac:chgData name="Júlio César Chaves" userId="3f913fe9-3202-435d-b9f5-b2fca763184f" providerId="ADAL" clId="{3D57C436-D3FD-47A8-B91A-1C437BDC2254}" dt="2021-08-21T18:28:39.162" v="3107" actId="478"/>
          <ac:spMkLst>
            <pc:docMk/>
            <pc:sldMk cId="2819418521" sldId="279"/>
            <ac:spMk id="7" creationId="{BEDFBFCE-D591-4343-9191-2E5B02B790DE}"/>
          </ac:spMkLst>
        </pc:spChg>
        <pc:spChg chg="add mod">
          <ac:chgData name="Júlio César Chaves" userId="3f913fe9-3202-435d-b9f5-b2fca763184f" providerId="ADAL" clId="{3D57C436-D3FD-47A8-B91A-1C437BDC2254}" dt="2021-08-21T18:28:39.478" v="3108"/>
          <ac:spMkLst>
            <pc:docMk/>
            <pc:sldMk cId="2819418521" sldId="279"/>
            <ac:spMk id="8" creationId="{7FF70D4D-35F0-43DC-830C-0145DBC8913A}"/>
          </ac:spMkLst>
        </pc:spChg>
      </pc:sldChg>
      <pc:sldChg chg="addSp delSp modSp mod modNotesTx">
        <pc:chgData name="Júlio César Chaves" userId="3f913fe9-3202-435d-b9f5-b2fca763184f" providerId="ADAL" clId="{3D57C436-D3FD-47A8-B91A-1C437BDC2254}" dt="2021-08-21T18:49:25.949" v="3165"/>
        <pc:sldMkLst>
          <pc:docMk/>
          <pc:sldMk cId="2269837606" sldId="280"/>
        </pc:sldMkLst>
        <pc:spChg chg="del">
          <ac:chgData name="Júlio César Chaves" userId="3f913fe9-3202-435d-b9f5-b2fca763184f" providerId="ADAL" clId="{3D57C436-D3FD-47A8-B91A-1C437BDC2254}" dt="2021-08-21T18:49:25.605" v="3164" actId="478"/>
          <ac:spMkLst>
            <pc:docMk/>
            <pc:sldMk cId="2269837606" sldId="280"/>
            <ac:spMk id="7" creationId="{F7C229D8-16FD-49C7-B6D8-E93BF7EB0471}"/>
          </ac:spMkLst>
        </pc:spChg>
        <pc:spChg chg="add mod">
          <ac:chgData name="Júlio César Chaves" userId="3f913fe9-3202-435d-b9f5-b2fca763184f" providerId="ADAL" clId="{3D57C436-D3FD-47A8-B91A-1C437BDC2254}" dt="2021-08-21T18:49:25.949" v="3165"/>
          <ac:spMkLst>
            <pc:docMk/>
            <pc:sldMk cId="2269837606" sldId="280"/>
            <ac:spMk id="12" creationId="{6847C2C7-8F9B-4084-8948-30018938B0EC}"/>
          </ac:spMkLst>
        </pc:spChg>
        <pc:cxnChg chg="add mod">
          <ac:chgData name="Júlio César Chaves" userId="3f913fe9-3202-435d-b9f5-b2fca763184f" providerId="ADAL" clId="{3D57C436-D3FD-47A8-B91A-1C437BDC2254}" dt="2021-08-21T18:31:48.093" v="3113" actId="14100"/>
          <ac:cxnSpMkLst>
            <pc:docMk/>
            <pc:sldMk cId="2269837606" sldId="280"/>
            <ac:cxnSpMk id="4" creationId="{76A269BD-1834-4F28-88F3-F7FF68171171}"/>
          </ac:cxnSpMkLst>
        </pc:cxnChg>
        <pc:cxnChg chg="add mod">
          <ac:chgData name="Júlio César Chaves" userId="3f913fe9-3202-435d-b9f5-b2fca763184f" providerId="ADAL" clId="{3D57C436-D3FD-47A8-B91A-1C437BDC2254}" dt="2021-08-21T18:31:56.473" v="3116" actId="14100"/>
          <ac:cxnSpMkLst>
            <pc:docMk/>
            <pc:sldMk cId="2269837606" sldId="280"/>
            <ac:cxnSpMk id="9" creationId="{576A82AB-42CF-4ED8-B61C-2170FC16F318}"/>
          </ac:cxnSpMkLst>
        </pc:cxnChg>
      </pc:sldChg>
      <pc:sldChg chg="addSp delSp modSp modNotesTx">
        <pc:chgData name="Júlio César Chaves" userId="3f913fe9-3202-435d-b9f5-b2fca763184f" providerId="ADAL" clId="{3D57C436-D3FD-47A8-B91A-1C437BDC2254}" dt="2021-08-21T18:49:31.232" v="3167"/>
        <pc:sldMkLst>
          <pc:docMk/>
          <pc:sldMk cId="2976617163" sldId="281"/>
        </pc:sldMkLst>
        <pc:spChg chg="del">
          <ac:chgData name="Júlio César Chaves" userId="3f913fe9-3202-435d-b9f5-b2fca763184f" providerId="ADAL" clId="{3D57C436-D3FD-47A8-B91A-1C437BDC2254}" dt="2021-08-21T18:49:30.891" v="3166" actId="478"/>
          <ac:spMkLst>
            <pc:docMk/>
            <pc:sldMk cId="2976617163" sldId="281"/>
            <ac:spMk id="7" creationId="{BA79DF13-76A2-4A82-AC90-616339133005}"/>
          </ac:spMkLst>
        </pc:spChg>
        <pc:spChg chg="add mod">
          <ac:chgData name="Júlio César Chaves" userId="3f913fe9-3202-435d-b9f5-b2fca763184f" providerId="ADAL" clId="{3D57C436-D3FD-47A8-B91A-1C437BDC2254}" dt="2021-08-21T18:49:31.232" v="3167"/>
          <ac:spMkLst>
            <pc:docMk/>
            <pc:sldMk cId="2976617163" sldId="281"/>
            <ac:spMk id="9" creationId="{4F66A878-FC1F-4814-8530-B7290041A0D0}"/>
          </ac:spMkLst>
        </pc:spChg>
      </pc:sldChg>
      <pc:sldChg chg="addSp delSp modSp mod modNotesTx">
        <pc:chgData name="Júlio César Chaves" userId="3f913fe9-3202-435d-b9f5-b2fca763184f" providerId="ADAL" clId="{3D57C436-D3FD-47A8-B91A-1C437BDC2254}" dt="2021-08-21T18:49:35.725" v="3169"/>
        <pc:sldMkLst>
          <pc:docMk/>
          <pc:sldMk cId="1318901289" sldId="282"/>
        </pc:sldMkLst>
        <pc:spChg chg="del">
          <ac:chgData name="Júlio César Chaves" userId="3f913fe9-3202-435d-b9f5-b2fca763184f" providerId="ADAL" clId="{3D57C436-D3FD-47A8-B91A-1C437BDC2254}" dt="2021-08-21T18:49:35.396" v="3168" actId="478"/>
          <ac:spMkLst>
            <pc:docMk/>
            <pc:sldMk cId="1318901289" sldId="282"/>
            <ac:spMk id="7" creationId="{EFC501DA-CC5D-40C8-B07D-726198D486E7}"/>
          </ac:spMkLst>
        </pc:spChg>
        <pc:spChg chg="add mod">
          <ac:chgData name="Júlio César Chaves" userId="3f913fe9-3202-435d-b9f5-b2fca763184f" providerId="ADAL" clId="{3D57C436-D3FD-47A8-B91A-1C437BDC2254}" dt="2021-08-21T18:44:53.003" v="3152" actId="6549"/>
          <ac:spMkLst>
            <pc:docMk/>
            <pc:sldMk cId="1318901289" sldId="282"/>
            <ac:spMk id="8" creationId="{82E7F77B-46A5-46A6-9FF4-E578E98A25C2}"/>
          </ac:spMkLst>
        </pc:spChg>
        <pc:spChg chg="add mod">
          <ac:chgData name="Júlio César Chaves" userId="3f913fe9-3202-435d-b9f5-b2fca763184f" providerId="ADAL" clId="{3D57C436-D3FD-47A8-B91A-1C437BDC2254}" dt="2021-08-21T18:49:35.725" v="3169"/>
          <ac:spMkLst>
            <pc:docMk/>
            <pc:sldMk cId="1318901289" sldId="282"/>
            <ac:spMk id="9" creationId="{67F609D2-33E1-4637-AAE9-4DF6FCD03C75}"/>
          </ac:spMkLst>
        </pc:spChg>
        <pc:spChg chg="mod">
          <ac:chgData name="Júlio César Chaves" userId="3f913fe9-3202-435d-b9f5-b2fca763184f" providerId="ADAL" clId="{3D57C436-D3FD-47A8-B91A-1C437BDC2254}" dt="2021-08-21T18:43:27.974" v="3129" actId="20578"/>
          <ac:spMkLst>
            <pc:docMk/>
            <pc:sldMk cId="1318901289" sldId="282"/>
            <ac:spMk id="48130" creationId="{B97FCDD4-A424-4BC8-BBA9-49C893F0724F}"/>
          </ac:spMkLst>
        </pc:spChg>
      </pc:sldChg>
      <pc:sldChg chg="addSp delSp modSp mod">
        <pc:chgData name="Júlio César Chaves" userId="3f913fe9-3202-435d-b9f5-b2fca763184f" providerId="ADAL" clId="{3D57C436-D3FD-47A8-B91A-1C437BDC2254}" dt="2021-08-21T18:49:40.950" v="3171"/>
        <pc:sldMkLst>
          <pc:docMk/>
          <pc:sldMk cId="2405407957" sldId="283"/>
        </pc:sldMkLst>
        <pc:spChg chg="del">
          <ac:chgData name="Júlio César Chaves" userId="3f913fe9-3202-435d-b9f5-b2fca763184f" providerId="ADAL" clId="{3D57C436-D3FD-47A8-B91A-1C437BDC2254}" dt="2021-08-21T18:49:40.610" v="3170" actId="478"/>
          <ac:spMkLst>
            <pc:docMk/>
            <pc:sldMk cId="2405407957" sldId="283"/>
            <ac:spMk id="7" creationId="{75B61B51-8825-4D24-949C-29B58727075E}"/>
          </ac:spMkLst>
        </pc:spChg>
        <pc:spChg chg="add mod">
          <ac:chgData name="Júlio César Chaves" userId="3f913fe9-3202-435d-b9f5-b2fca763184f" providerId="ADAL" clId="{3D57C436-D3FD-47A8-B91A-1C437BDC2254}" dt="2021-08-21T18:49:40.950" v="3171"/>
          <ac:spMkLst>
            <pc:docMk/>
            <pc:sldMk cId="2405407957" sldId="283"/>
            <ac:spMk id="8" creationId="{343508FF-A9BA-452A-BD36-4E36B0D23B4C}"/>
          </ac:spMkLst>
        </pc:spChg>
        <pc:spChg chg="mod">
          <ac:chgData name="Júlio César Chaves" userId="3f913fe9-3202-435d-b9f5-b2fca763184f" providerId="ADAL" clId="{3D57C436-D3FD-47A8-B91A-1C437BDC2254}" dt="2021-08-21T18:45:55.112" v="3163" actId="108"/>
          <ac:spMkLst>
            <pc:docMk/>
            <pc:sldMk cId="2405407957" sldId="283"/>
            <ac:spMk id="50178" creationId="{2FA4F0C3-D477-467D-88A0-85865785C957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9:55:31.170" v="3258"/>
        <pc:sldMkLst>
          <pc:docMk/>
          <pc:sldMk cId="2952302905" sldId="284"/>
        </pc:sldMkLst>
        <pc:spChg chg="del">
          <ac:chgData name="Júlio César Chaves" userId="3f913fe9-3202-435d-b9f5-b2fca763184f" providerId="ADAL" clId="{3D57C436-D3FD-47A8-B91A-1C437BDC2254}" dt="2021-08-21T19:55:30.841" v="3257" actId="478"/>
          <ac:spMkLst>
            <pc:docMk/>
            <pc:sldMk cId="2952302905" sldId="284"/>
            <ac:spMk id="7" creationId="{C04061B8-4C6F-433A-869F-B2042F63CB01}"/>
          </ac:spMkLst>
        </pc:spChg>
        <pc:spChg chg="add mod">
          <ac:chgData name="Júlio César Chaves" userId="3f913fe9-3202-435d-b9f5-b2fca763184f" providerId="ADAL" clId="{3D57C436-D3FD-47A8-B91A-1C437BDC2254}" dt="2021-08-21T19:55:31.170" v="3258"/>
          <ac:spMkLst>
            <pc:docMk/>
            <pc:sldMk cId="2952302905" sldId="284"/>
            <ac:spMk id="8" creationId="{2A849872-3332-4D23-84D4-60C3AEFEBA7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9:55:35.802" v="3260"/>
        <pc:sldMkLst>
          <pc:docMk/>
          <pc:sldMk cId="4020032255" sldId="286"/>
        </pc:sldMkLst>
        <pc:spChg chg="del">
          <ac:chgData name="Júlio César Chaves" userId="3f913fe9-3202-435d-b9f5-b2fca763184f" providerId="ADAL" clId="{3D57C436-D3FD-47A8-B91A-1C437BDC2254}" dt="2021-08-21T19:55:35.523" v="3259" actId="478"/>
          <ac:spMkLst>
            <pc:docMk/>
            <pc:sldMk cId="4020032255" sldId="286"/>
            <ac:spMk id="8" creationId="{5AC6C29C-1F0A-4DF4-BCE7-DE0FA6F203B3}"/>
          </ac:spMkLst>
        </pc:spChg>
        <pc:spChg chg="add mod">
          <ac:chgData name="Júlio César Chaves" userId="3f913fe9-3202-435d-b9f5-b2fca763184f" providerId="ADAL" clId="{3D57C436-D3FD-47A8-B91A-1C437BDC2254}" dt="2021-08-21T19:55:35.802" v="3260"/>
          <ac:spMkLst>
            <pc:docMk/>
            <pc:sldMk cId="4020032255" sldId="286"/>
            <ac:spMk id="9" creationId="{051AAD25-366A-40E3-A292-D63BF18BB883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0:13:02.540" v="3387" actId="700"/>
        <pc:sldMkLst>
          <pc:docMk/>
          <pc:sldMk cId="2739306500" sldId="288"/>
        </pc:sldMkLst>
        <pc:spChg chg="add mod ord">
          <ac:chgData name="Júlio César Chaves" userId="3f913fe9-3202-435d-b9f5-b2fca763184f" providerId="ADAL" clId="{3D57C436-D3FD-47A8-B91A-1C437BDC2254}" dt="2021-08-21T20:13:02.540" v="3387" actId="700"/>
          <ac:spMkLst>
            <pc:docMk/>
            <pc:sldMk cId="2739306500" sldId="288"/>
            <ac:spMk id="2" creationId="{ACB0AE2C-B89F-4C52-8F20-FC5BCB62B64C}"/>
          </ac:spMkLst>
        </pc:spChg>
        <pc:spChg chg="del">
          <ac:chgData name="Júlio César Chaves" userId="3f913fe9-3202-435d-b9f5-b2fca763184f" providerId="ADAL" clId="{3D57C436-D3FD-47A8-B91A-1C437BDC2254}" dt="2021-08-21T19:55:39.580" v="3261" actId="478"/>
          <ac:spMkLst>
            <pc:docMk/>
            <pc:sldMk cId="2739306500" sldId="288"/>
            <ac:spMk id="7" creationId="{78E901A5-20A6-4058-8455-00D64D94B1A3}"/>
          </ac:spMkLst>
        </pc:spChg>
        <pc:spChg chg="add mod">
          <ac:chgData name="Júlio César Chaves" userId="3f913fe9-3202-435d-b9f5-b2fca763184f" providerId="ADAL" clId="{3D57C436-D3FD-47A8-B91A-1C437BDC2254}" dt="2021-08-21T19:55:39.881" v="3262"/>
          <ac:spMkLst>
            <pc:docMk/>
            <pc:sldMk cId="2739306500" sldId="288"/>
            <ac:spMk id="8" creationId="{86BB7415-31BF-4B5B-B6EB-92E4E86185F0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19:55:44.330" v="3264"/>
        <pc:sldMkLst>
          <pc:docMk/>
          <pc:sldMk cId="2908720940" sldId="289"/>
        </pc:sldMkLst>
        <pc:spChg chg="del">
          <ac:chgData name="Júlio César Chaves" userId="3f913fe9-3202-435d-b9f5-b2fca763184f" providerId="ADAL" clId="{3D57C436-D3FD-47A8-B91A-1C437BDC2254}" dt="2021-08-21T19:55:44.081" v="3263" actId="478"/>
          <ac:spMkLst>
            <pc:docMk/>
            <pc:sldMk cId="2908720940" sldId="289"/>
            <ac:spMk id="7" creationId="{A81D5DC2-FF40-4092-953B-82F49E26DB74}"/>
          </ac:spMkLst>
        </pc:spChg>
        <pc:spChg chg="add mod">
          <ac:chgData name="Júlio César Chaves" userId="3f913fe9-3202-435d-b9f5-b2fca763184f" providerId="ADAL" clId="{3D57C436-D3FD-47A8-B91A-1C437BDC2254}" dt="2021-08-21T19:55:44.330" v="3264"/>
          <ac:spMkLst>
            <pc:docMk/>
            <pc:sldMk cId="2908720940" sldId="289"/>
            <ac:spMk id="8" creationId="{C317EA5E-A517-40F1-8B57-B07A3E01B561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0:12:57.963" v="3386" actId="700"/>
        <pc:sldMkLst>
          <pc:docMk/>
          <pc:sldMk cId="279227158" sldId="290"/>
        </pc:sldMkLst>
        <pc:spChg chg="add mod ord">
          <ac:chgData name="Júlio César Chaves" userId="3f913fe9-3202-435d-b9f5-b2fca763184f" providerId="ADAL" clId="{3D57C436-D3FD-47A8-B91A-1C437BDC2254}" dt="2021-08-21T20:12:57.963" v="3386" actId="700"/>
          <ac:spMkLst>
            <pc:docMk/>
            <pc:sldMk cId="279227158" sldId="290"/>
            <ac:spMk id="2" creationId="{F8DB3F81-88F8-4B60-9190-E1C34BD96A4C}"/>
          </ac:spMkLst>
        </pc:spChg>
        <pc:spChg chg="del">
          <ac:chgData name="Júlio César Chaves" userId="3f913fe9-3202-435d-b9f5-b2fca763184f" providerId="ADAL" clId="{3D57C436-D3FD-47A8-B91A-1C437BDC2254}" dt="2021-08-21T19:55:48.236" v="3265" actId="478"/>
          <ac:spMkLst>
            <pc:docMk/>
            <pc:sldMk cId="279227158" sldId="290"/>
            <ac:spMk id="7" creationId="{A9BEE5BE-4B02-493E-9201-ECD57754846F}"/>
          </ac:spMkLst>
        </pc:spChg>
        <pc:spChg chg="add mod">
          <ac:chgData name="Júlio César Chaves" userId="3f913fe9-3202-435d-b9f5-b2fca763184f" providerId="ADAL" clId="{3D57C436-D3FD-47A8-B91A-1C437BDC2254}" dt="2021-08-21T19:55:48.480" v="3266"/>
          <ac:spMkLst>
            <pc:docMk/>
            <pc:sldMk cId="279227158" sldId="290"/>
            <ac:spMk id="8" creationId="{0F42BE31-507A-43BF-9374-3F97DE97B355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0:09:24.686" v="3297"/>
        <pc:sldMkLst>
          <pc:docMk/>
          <pc:sldMk cId="1303099016" sldId="293"/>
        </pc:sldMkLst>
        <pc:spChg chg="del">
          <ac:chgData name="Júlio César Chaves" userId="3f913fe9-3202-435d-b9f5-b2fca763184f" providerId="ADAL" clId="{3D57C436-D3FD-47A8-B91A-1C437BDC2254}" dt="2021-08-21T19:55:52.570" v="3267" actId="478"/>
          <ac:spMkLst>
            <pc:docMk/>
            <pc:sldMk cId="1303099016" sldId="293"/>
            <ac:spMk id="7" creationId="{34A1CADA-78D2-4D62-A906-62A02750BCDC}"/>
          </ac:spMkLst>
        </pc:spChg>
        <pc:spChg chg="add mod">
          <ac:chgData name="Júlio César Chaves" userId="3f913fe9-3202-435d-b9f5-b2fca763184f" providerId="ADAL" clId="{3D57C436-D3FD-47A8-B91A-1C437BDC2254}" dt="2021-08-21T19:55:52.842" v="3268"/>
          <ac:spMkLst>
            <pc:docMk/>
            <pc:sldMk cId="1303099016" sldId="293"/>
            <ac:spMk id="8" creationId="{48E12691-0941-4C4F-9789-640E937F7BCB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0:13:15.177" v="3389"/>
        <pc:sldMkLst>
          <pc:docMk/>
          <pc:sldMk cId="2532078763" sldId="294"/>
        </pc:sldMkLst>
        <pc:spChg chg="del">
          <ac:chgData name="Júlio César Chaves" userId="3f913fe9-3202-435d-b9f5-b2fca763184f" providerId="ADAL" clId="{3D57C436-D3FD-47A8-B91A-1C437BDC2254}" dt="2021-08-21T20:13:14.881" v="3388" actId="478"/>
          <ac:spMkLst>
            <pc:docMk/>
            <pc:sldMk cId="2532078763" sldId="294"/>
            <ac:spMk id="7" creationId="{0907A01E-2891-41C2-B0D0-49F2535EFEAA}"/>
          </ac:spMkLst>
        </pc:spChg>
        <pc:spChg chg="add mod">
          <ac:chgData name="Júlio César Chaves" userId="3f913fe9-3202-435d-b9f5-b2fca763184f" providerId="ADAL" clId="{3D57C436-D3FD-47A8-B91A-1C437BDC2254}" dt="2021-08-21T20:13:15.177" v="3389"/>
          <ac:spMkLst>
            <pc:docMk/>
            <pc:sldMk cId="2532078763" sldId="294"/>
            <ac:spMk id="8" creationId="{6260B8BC-79B5-4DFD-9587-917B70FC5BE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0:13:19.762" v="3391"/>
        <pc:sldMkLst>
          <pc:docMk/>
          <pc:sldMk cId="3774032857" sldId="295"/>
        </pc:sldMkLst>
        <pc:spChg chg="del">
          <ac:chgData name="Júlio César Chaves" userId="3f913fe9-3202-435d-b9f5-b2fca763184f" providerId="ADAL" clId="{3D57C436-D3FD-47A8-B91A-1C437BDC2254}" dt="2021-08-21T20:13:19.431" v="3390" actId="478"/>
          <ac:spMkLst>
            <pc:docMk/>
            <pc:sldMk cId="3774032857" sldId="295"/>
            <ac:spMk id="7" creationId="{54A7C4F7-7DA2-402A-9B64-7FECC1686226}"/>
          </ac:spMkLst>
        </pc:spChg>
        <pc:spChg chg="add mod">
          <ac:chgData name="Júlio César Chaves" userId="3f913fe9-3202-435d-b9f5-b2fca763184f" providerId="ADAL" clId="{3D57C436-D3FD-47A8-B91A-1C437BDC2254}" dt="2021-08-21T20:13:19.762" v="3391"/>
          <ac:spMkLst>
            <pc:docMk/>
            <pc:sldMk cId="3774032857" sldId="295"/>
            <ac:spMk id="8" creationId="{496C0F30-07E5-4E2A-996E-E08F2FA64B2D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0:20:11.431" v="3411"/>
        <pc:sldMkLst>
          <pc:docMk/>
          <pc:sldMk cId="3819962923" sldId="296"/>
        </pc:sldMkLst>
        <pc:spChg chg="add mod ord">
          <ac:chgData name="Júlio César Chaves" userId="3f913fe9-3202-435d-b9f5-b2fca763184f" providerId="ADAL" clId="{3D57C436-D3FD-47A8-B91A-1C437BDC2254}" dt="2021-08-21T20:12:36.701" v="3383" actId="700"/>
          <ac:spMkLst>
            <pc:docMk/>
            <pc:sldMk cId="3819962923" sldId="296"/>
            <ac:spMk id="2" creationId="{46F5E747-F156-48A9-A609-477A8CEF78FE}"/>
          </ac:spMkLst>
        </pc:spChg>
        <pc:spChg chg="del">
          <ac:chgData name="Júlio César Chaves" userId="3f913fe9-3202-435d-b9f5-b2fca763184f" providerId="ADAL" clId="{3D57C436-D3FD-47A8-B91A-1C437BDC2254}" dt="2021-08-21T20:13:25.993" v="3392" actId="478"/>
          <ac:spMkLst>
            <pc:docMk/>
            <pc:sldMk cId="3819962923" sldId="296"/>
            <ac:spMk id="7" creationId="{E28ADADF-0692-4618-93E6-350F1DB142F7}"/>
          </ac:spMkLst>
        </pc:spChg>
        <pc:spChg chg="add mod">
          <ac:chgData name="Júlio César Chaves" userId="3f913fe9-3202-435d-b9f5-b2fca763184f" providerId="ADAL" clId="{3D57C436-D3FD-47A8-B91A-1C437BDC2254}" dt="2021-08-21T20:13:26.271" v="3393"/>
          <ac:spMkLst>
            <pc:docMk/>
            <pc:sldMk cId="3819962923" sldId="296"/>
            <ac:spMk id="8" creationId="{5C08A842-9727-477C-87C0-530157CCF2B3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0:35:17.550" v="3464"/>
        <pc:sldMkLst>
          <pc:docMk/>
          <pc:sldMk cId="3621631869" sldId="297"/>
        </pc:sldMkLst>
        <pc:spChg chg="add mod ord">
          <ac:chgData name="Júlio César Chaves" userId="3f913fe9-3202-435d-b9f5-b2fca763184f" providerId="ADAL" clId="{3D57C436-D3FD-47A8-B91A-1C437BDC2254}" dt="2021-08-21T20:12:46.512" v="3384" actId="700"/>
          <ac:spMkLst>
            <pc:docMk/>
            <pc:sldMk cId="3621631869" sldId="297"/>
            <ac:spMk id="2" creationId="{7CE4FA4A-13D6-40B1-8075-7796EF97DEAE}"/>
          </ac:spMkLst>
        </pc:spChg>
        <pc:spChg chg="del">
          <ac:chgData name="Júlio César Chaves" userId="3f913fe9-3202-435d-b9f5-b2fca763184f" providerId="ADAL" clId="{3D57C436-D3FD-47A8-B91A-1C437BDC2254}" dt="2021-08-21T20:35:17.220" v="3463" actId="478"/>
          <ac:spMkLst>
            <pc:docMk/>
            <pc:sldMk cId="3621631869" sldId="297"/>
            <ac:spMk id="8" creationId="{8E4C7E9D-BE08-40A4-8DD2-71ECF48E4EC9}"/>
          </ac:spMkLst>
        </pc:spChg>
        <pc:spChg chg="add mod">
          <ac:chgData name="Júlio César Chaves" userId="3f913fe9-3202-435d-b9f5-b2fca763184f" providerId="ADAL" clId="{3D57C436-D3FD-47A8-B91A-1C437BDC2254}" dt="2021-08-21T20:35:17.550" v="3464"/>
          <ac:spMkLst>
            <pc:docMk/>
            <pc:sldMk cId="3621631869" sldId="297"/>
            <ac:spMk id="9" creationId="{183BA21A-C283-40B1-BA90-0398689AAF06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0:42:03.208" v="3512"/>
        <pc:sldMkLst>
          <pc:docMk/>
          <pc:sldMk cId="3138343564" sldId="298"/>
        </pc:sldMkLst>
        <pc:spChg chg="add mod ord">
          <ac:chgData name="Júlio César Chaves" userId="3f913fe9-3202-435d-b9f5-b2fca763184f" providerId="ADAL" clId="{3D57C436-D3FD-47A8-B91A-1C437BDC2254}" dt="2021-08-21T20:12:52.572" v="3385" actId="700"/>
          <ac:spMkLst>
            <pc:docMk/>
            <pc:sldMk cId="3138343564" sldId="298"/>
            <ac:spMk id="2" creationId="{5E8E1E27-938E-458D-B20B-C7F4AE75B1EE}"/>
          </ac:spMkLst>
        </pc:spChg>
        <pc:spChg chg="del">
          <ac:chgData name="Júlio César Chaves" userId="3f913fe9-3202-435d-b9f5-b2fca763184f" providerId="ADAL" clId="{3D57C436-D3FD-47A8-B91A-1C437BDC2254}" dt="2021-08-21T20:35:22.310" v="3465" actId="478"/>
          <ac:spMkLst>
            <pc:docMk/>
            <pc:sldMk cId="3138343564" sldId="298"/>
            <ac:spMk id="7" creationId="{013FFD3C-C2E2-4FE3-B76D-8AC1247FF3C2}"/>
          </ac:spMkLst>
        </pc:spChg>
        <pc:spChg chg="add mod">
          <ac:chgData name="Júlio César Chaves" userId="3f913fe9-3202-435d-b9f5-b2fca763184f" providerId="ADAL" clId="{3D57C436-D3FD-47A8-B91A-1C437BDC2254}" dt="2021-08-21T20:35:22.550" v="3466"/>
          <ac:spMkLst>
            <pc:docMk/>
            <pc:sldMk cId="3138343564" sldId="298"/>
            <ac:spMk id="8" creationId="{59F5DA0C-70A3-479C-8712-254FC0C5A04E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0:36:16.970" v="3510" actId="5793"/>
        <pc:sldMkLst>
          <pc:docMk/>
          <pc:sldMk cId="772477765" sldId="299"/>
        </pc:sldMkLst>
        <pc:spChg chg="add mod ord">
          <ac:chgData name="Júlio César Chaves" userId="3f913fe9-3202-435d-b9f5-b2fca763184f" providerId="ADAL" clId="{3D57C436-D3FD-47A8-B91A-1C437BDC2254}" dt="2021-08-21T20:35:55.061" v="3467" actId="700"/>
          <ac:spMkLst>
            <pc:docMk/>
            <pc:sldMk cId="772477765" sldId="299"/>
            <ac:spMk id="2" creationId="{B24D9A3B-63CE-4853-AE2A-B86DE38FEDA8}"/>
          </ac:spMkLst>
        </pc:spChg>
        <pc:spChg chg="del">
          <ac:chgData name="Júlio César Chaves" userId="3f913fe9-3202-435d-b9f5-b2fca763184f" providerId="ADAL" clId="{3D57C436-D3FD-47A8-B91A-1C437BDC2254}" dt="2021-08-21T20:35:58.980" v="3468" actId="478"/>
          <ac:spMkLst>
            <pc:docMk/>
            <pc:sldMk cId="772477765" sldId="299"/>
            <ac:spMk id="7" creationId="{2568307B-DE6A-4A05-94D2-8E4DB5CFC8F7}"/>
          </ac:spMkLst>
        </pc:spChg>
        <pc:spChg chg="add mod">
          <ac:chgData name="Júlio César Chaves" userId="3f913fe9-3202-435d-b9f5-b2fca763184f" providerId="ADAL" clId="{3D57C436-D3FD-47A8-B91A-1C437BDC2254}" dt="2021-08-21T20:35:59.733" v="3469"/>
          <ac:spMkLst>
            <pc:docMk/>
            <pc:sldMk cId="772477765" sldId="299"/>
            <ac:spMk id="12" creationId="{3A4FA535-6D6B-461A-B7AA-5290B5A50006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1:12:57.052" v="4069"/>
        <pc:sldMkLst>
          <pc:docMk/>
          <pc:sldMk cId="1915782089" sldId="300"/>
        </pc:sldMkLst>
        <pc:spChg chg="del">
          <ac:chgData name="Júlio César Chaves" userId="3f913fe9-3202-435d-b9f5-b2fca763184f" providerId="ADAL" clId="{3D57C436-D3FD-47A8-B91A-1C437BDC2254}" dt="2021-08-21T21:12:56.697" v="4068" actId="478"/>
          <ac:spMkLst>
            <pc:docMk/>
            <pc:sldMk cId="1915782089" sldId="300"/>
            <ac:spMk id="7" creationId="{1566C321-7ADE-488D-AD31-F3D2394D9A77}"/>
          </ac:spMkLst>
        </pc:spChg>
        <pc:spChg chg="add mod">
          <ac:chgData name="Júlio César Chaves" userId="3f913fe9-3202-435d-b9f5-b2fca763184f" providerId="ADAL" clId="{3D57C436-D3FD-47A8-B91A-1C437BDC2254}" dt="2021-08-21T21:12:57.052" v="4069"/>
          <ac:spMkLst>
            <pc:docMk/>
            <pc:sldMk cId="1915782089" sldId="300"/>
            <ac:spMk id="8" creationId="{1891F6FE-C48F-44A1-B7AC-F9D7BFF79B8C}"/>
          </ac:spMkLst>
        </pc:spChg>
      </pc:sldChg>
      <pc:sldChg chg="addSp delSp modSp mod modClrScheme modShow chgLayout modNotesTx">
        <pc:chgData name="Júlio César Chaves" userId="3f913fe9-3202-435d-b9f5-b2fca763184f" providerId="ADAL" clId="{3D57C436-D3FD-47A8-B91A-1C437BDC2254}" dt="2021-08-21T21:13:00.893" v="4071"/>
        <pc:sldMkLst>
          <pc:docMk/>
          <pc:sldMk cId="401759777" sldId="301"/>
        </pc:sldMkLst>
        <pc:spChg chg="add mod ord">
          <ac:chgData name="Júlio César Chaves" userId="3f913fe9-3202-435d-b9f5-b2fca763184f" providerId="ADAL" clId="{3D57C436-D3FD-47A8-B91A-1C437BDC2254}" dt="2021-08-21T20:45:17.040" v="3518" actId="700"/>
          <ac:spMkLst>
            <pc:docMk/>
            <pc:sldMk cId="401759777" sldId="301"/>
            <ac:spMk id="2" creationId="{13086553-0B94-493E-84EB-EFBCABC9863A}"/>
          </ac:spMkLst>
        </pc:spChg>
        <pc:spChg chg="del">
          <ac:chgData name="Júlio César Chaves" userId="3f913fe9-3202-435d-b9f5-b2fca763184f" providerId="ADAL" clId="{3D57C436-D3FD-47A8-B91A-1C437BDC2254}" dt="2021-08-21T21:13:00.637" v="4070" actId="478"/>
          <ac:spMkLst>
            <pc:docMk/>
            <pc:sldMk cId="401759777" sldId="301"/>
            <ac:spMk id="7" creationId="{BDE54BF6-4FA6-4A61-96A7-C0F7FF0A28AC}"/>
          </ac:spMkLst>
        </pc:spChg>
        <pc:spChg chg="add mod">
          <ac:chgData name="Júlio César Chaves" userId="3f913fe9-3202-435d-b9f5-b2fca763184f" providerId="ADAL" clId="{3D57C436-D3FD-47A8-B91A-1C437BDC2254}" dt="2021-08-21T21:13:00.893" v="4071"/>
          <ac:spMkLst>
            <pc:docMk/>
            <pc:sldMk cId="401759777" sldId="301"/>
            <ac:spMk id="8" creationId="{D25E65E3-5B0B-49E6-9188-96918F988C3F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1:13:06.541" v="4073"/>
        <pc:sldMkLst>
          <pc:docMk/>
          <pc:sldMk cId="1967346349" sldId="302"/>
        </pc:sldMkLst>
        <pc:spChg chg="add mod ord">
          <ac:chgData name="Júlio César Chaves" userId="3f913fe9-3202-435d-b9f5-b2fca763184f" providerId="ADAL" clId="{3D57C436-D3FD-47A8-B91A-1C437BDC2254}" dt="2021-08-21T20:46:46.910" v="3519" actId="700"/>
          <ac:spMkLst>
            <pc:docMk/>
            <pc:sldMk cId="1967346349" sldId="302"/>
            <ac:spMk id="2" creationId="{24A7C666-89C1-4F2E-A8D4-8F542A03ED4C}"/>
          </ac:spMkLst>
        </pc:spChg>
        <pc:spChg chg="del">
          <ac:chgData name="Júlio César Chaves" userId="3f913fe9-3202-435d-b9f5-b2fca763184f" providerId="ADAL" clId="{3D57C436-D3FD-47A8-B91A-1C437BDC2254}" dt="2021-08-21T21:13:06.285" v="4072" actId="478"/>
          <ac:spMkLst>
            <pc:docMk/>
            <pc:sldMk cId="1967346349" sldId="302"/>
            <ac:spMk id="7" creationId="{8300EA41-F0DA-4973-B1DD-5BAB181AF05D}"/>
          </ac:spMkLst>
        </pc:spChg>
        <pc:spChg chg="add mod">
          <ac:chgData name="Júlio César Chaves" userId="3f913fe9-3202-435d-b9f5-b2fca763184f" providerId="ADAL" clId="{3D57C436-D3FD-47A8-B91A-1C437BDC2254}" dt="2021-08-21T21:13:06.541" v="4073"/>
          <ac:spMkLst>
            <pc:docMk/>
            <pc:sldMk cId="1967346349" sldId="302"/>
            <ac:spMk id="8" creationId="{FCC95EAF-0EC8-4ED5-84E7-AB3389E52CC0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1:13:11.490" v="4075"/>
        <pc:sldMkLst>
          <pc:docMk/>
          <pc:sldMk cId="963446036" sldId="304"/>
        </pc:sldMkLst>
        <pc:spChg chg="add mod ord">
          <ac:chgData name="Júlio César Chaves" userId="3f913fe9-3202-435d-b9f5-b2fca763184f" providerId="ADAL" clId="{3D57C436-D3FD-47A8-B91A-1C437BDC2254}" dt="2021-08-21T20:56:59.011" v="3587" actId="700"/>
          <ac:spMkLst>
            <pc:docMk/>
            <pc:sldMk cId="963446036" sldId="304"/>
            <ac:spMk id="2" creationId="{04B4C669-E446-4D52-833E-8423820B4121}"/>
          </ac:spMkLst>
        </pc:spChg>
        <pc:spChg chg="del">
          <ac:chgData name="Júlio César Chaves" userId="3f913fe9-3202-435d-b9f5-b2fca763184f" providerId="ADAL" clId="{3D57C436-D3FD-47A8-B91A-1C437BDC2254}" dt="2021-08-21T21:13:10.927" v="4074" actId="478"/>
          <ac:spMkLst>
            <pc:docMk/>
            <pc:sldMk cId="963446036" sldId="304"/>
            <ac:spMk id="7" creationId="{C1B3D7E2-5A1F-4A4B-8801-FC283C00A3C3}"/>
          </ac:spMkLst>
        </pc:spChg>
        <pc:spChg chg="add mod">
          <ac:chgData name="Júlio César Chaves" userId="3f913fe9-3202-435d-b9f5-b2fca763184f" providerId="ADAL" clId="{3D57C436-D3FD-47A8-B91A-1C437BDC2254}" dt="2021-08-21T21:13:11.490" v="4075"/>
          <ac:spMkLst>
            <pc:docMk/>
            <pc:sldMk cId="963446036" sldId="304"/>
            <ac:spMk id="8" creationId="{07F6718B-0285-4E0E-AF67-66F90F7C3E70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1:13:15.554" v="4077"/>
        <pc:sldMkLst>
          <pc:docMk/>
          <pc:sldMk cId="1093806474" sldId="305"/>
        </pc:sldMkLst>
        <pc:spChg chg="add mod ord">
          <ac:chgData name="Júlio César Chaves" userId="3f913fe9-3202-435d-b9f5-b2fca763184f" providerId="ADAL" clId="{3D57C436-D3FD-47A8-B91A-1C437BDC2254}" dt="2021-08-21T20:59:06.060" v="3590" actId="700"/>
          <ac:spMkLst>
            <pc:docMk/>
            <pc:sldMk cId="1093806474" sldId="305"/>
            <ac:spMk id="2" creationId="{0B5BF545-6C80-4EE3-847A-C3CD159BD304}"/>
          </ac:spMkLst>
        </pc:spChg>
        <pc:spChg chg="del">
          <ac:chgData name="Júlio César Chaves" userId="3f913fe9-3202-435d-b9f5-b2fca763184f" providerId="ADAL" clId="{3D57C436-D3FD-47A8-B91A-1C437BDC2254}" dt="2021-08-21T21:13:15.202" v="4076" actId="478"/>
          <ac:spMkLst>
            <pc:docMk/>
            <pc:sldMk cId="1093806474" sldId="305"/>
            <ac:spMk id="7" creationId="{3DDDE6FA-44D5-4A97-987C-4ABCE7203E26}"/>
          </ac:spMkLst>
        </pc:spChg>
        <pc:spChg chg="add mod">
          <ac:chgData name="Júlio César Chaves" userId="3f913fe9-3202-435d-b9f5-b2fca763184f" providerId="ADAL" clId="{3D57C436-D3FD-47A8-B91A-1C437BDC2254}" dt="2021-08-21T21:13:15.554" v="4077"/>
          <ac:spMkLst>
            <pc:docMk/>
            <pc:sldMk cId="1093806474" sldId="305"/>
            <ac:spMk id="8" creationId="{DEA84F10-A076-48BD-B930-884691CD5BB3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1:16:02.443" v="4150"/>
        <pc:sldMkLst>
          <pc:docMk/>
          <pc:sldMk cId="3278867960" sldId="306"/>
        </pc:sldMkLst>
        <pc:spChg chg="add mod ord">
          <ac:chgData name="Júlio César Chaves" userId="3f913fe9-3202-435d-b9f5-b2fca763184f" providerId="ADAL" clId="{3D57C436-D3FD-47A8-B91A-1C437BDC2254}" dt="2021-08-21T20:59:41.232" v="3591" actId="700"/>
          <ac:spMkLst>
            <pc:docMk/>
            <pc:sldMk cId="3278867960" sldId="306"/>
            <ac:spMk id="2" creationId="{766B2A0A-CDC7-4B7C-8062-8B95B122402A}"/>
          </ac:spMkLst>
        </pc:spChg>
        <pc:spChg chg="del">
          <ac:chgData name="Júlio César Chaves" userId="3f913fe9-3202-435d-b9f5-b2fca763184f" providerId="ADAL" clId="{3D57C436-D3FD-47A8-B91A-1C437BDC2254}" dt="2021-08-21T21:16:02.181" v="4149" actId="478"/>
          <ac:spMkLst>
            <pc:docMk/>
            <pc:sldMk cId="3278867960" sldId="306"/>
            <ac:spMk id="7" creationId="{3F76B0FA-91B0-43BC-BCC9-E0F6AD8635CB}"/>
          </ac:spMkLst>
        </pc:spChg>
        <pc:spChg chg="add mod">
          <ac:chgData name="Júlio César Chaves" userId="3f913fe9-3202-435d-b9f5-b2fca763184f" providerId="ADAL" clId="{3D57C436-D3FD-47A8-B91A-1C437BDC2254}" dt="2021-08-21T21:16:02.443" v="4150"/>
          <ac:spMkLst>
            <pc:docMk/>
            <pc:sldMk cId="3278867960" sldId="306"/>
            <ac:spMk id="8" creationId="{8939A740-2C5F-4091-B898-4BACF1E162D9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1T21:23:47.360" v="4586"/>
        <pc:sldMkLst>
          <pc:docMk/>
          <pc:sldMk cId="3745212309" sldId="307"/>
        </pc:sldMkLst>
        <pc:spChg chg="add mod ord">
          <ac:chgData name="Júlio César Chaves" userId="3f913fe9-3202-435d-b9f5-b2fca763184f" providerId="ADAL" clId="{3D57C436-D3FD-47A8-B91A-1C437BDC2254}" dt="2021-08-21T20:59:46.221" v="3592" actId="700"/>
          <ac:spMkLst>
            <pc:docMk/>
            <pc:sldMk cId="3745212309" sldId="307"/>
            <ac:spMk id="2" creationId="{53C6A3BC-5FFF-4E4A-AD9C-0FF528D36418}"/>
          </ac:spMkLst>
        </pc:spChg>
        <pc:spChg chg="del">
          <ac:chgData name="Júlio César Chaves" userId="3f913fe9-3202-435d-b9f5-b2fca763184f" providerId="ADAL" clId="{3D57C436-D3FD-47A8-B91A-1C437BDC2254}" dt="2021-08-21T21:23:46.971" v="4585" actId="478"/>
          <ac:spMkLst>
            <pc:docMk/>
            <pc:sldMk cId="3745212309" sldId="307"/>
            <ac:spMk id="7" creationId="{9180B548-284E-4F62-9276-651B57359250}"/>
          </ac:spMkLst>
        </pc:spChg>
        <pc:spChg chg="add mod">
          <ac:chgData name="Júlio César Chaves" userId="3f913fe9-3202-435d-b9f5-b2fca763184f" providerId="ADAL" clId="{3D57C436-D3FD-47A8-B91A-1C437BDC2254}" dt="2021-08-21T21:23:47.360" v="4586"/>
          <ac:spMkLst>
            <pc:docMk/>
            <pc:sldMk cId="3745212309" sldId="307"/>
            <ac:spMk id="8" creationId="{5F7FCC57-AEFD-4018-81AC-8D5CE9AB7CD8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1:23:51.974" v="4588"/>
        <pc:sldMkLst>
          <pc:docMk/>
          <pc:sldMk cId="1650814291" sldId="308"/>
        </pc:sldMkLst>
        <pc:spChg chg="del">
          <ac:chgData name="Júlio César Chaves" userId="3f913fe9-3202-435d-b9f5-b2fca763184f" providerId="ADAL" clId="{3D57C436-D3FD-47A8-B91A-1C437BDC2254}" dt="2021-08-21T21:23:51.671" v="4587" actId="478"/>
          <ac:spMkLst>
            <pc:docMk/>
            <pc:sldMk cId="1650814291" sldId="308"/>
            <ac:spMk id="7" creationId="{3809BF4A-7252-49F6-8595-1E9F95228D3F}"/>
          </ac:spMkLst>
        </pc:spChg>
        <pc:spChg chg="add mod">
          <ac:chgData name="Júlio César Chaves" userId="3f913fe9-3202-435d-b9f5-b2fca763184f" providerId="ADAL" clId="{3D57C436-D3FD-47A8-B91A-1C437BDC2254}" dt="2021-08-21T21:23:51.974" v="4588"/>
          <ac:spMkLst>
            <pc:docMk/>
            <pc:sldMk cId="1650814291" sldId="308"/>
            <ac:spMk id="8" creationId="{B36877EF-3C4A-49D7-B726-E24CD13F64A7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1:25:23.701" v="4610"/>
        <pc:sldMkLst>
          <pc:docMk/>
          <pc:sldMk cId="3484923854" sldId="309"/>
        </pc:sldMkLst>
        <pc:spChg chg="del">
          <ac:chgData name="Júlio César Chaves" userId="3f913fe9-3202-435d-b9f5-b2fca763184f" providerId="ADAL" clId="{3D57C436-D3FD-47A8-B91A-1C437BDC2254}" dt="2021-08-21T21:25:23.362" v="4609" actId="478"/>
          <ac:spMkLst>
            <pc:docMk/>
            <pc:sldMk cId="3484923854" sldId="309"/>
            <ac:spMk id="7" creationId="{CA20A33F-9773-4CCF-868F-92E041321C28}"/>
          </ac:spMkLst>
        </pc:spChg>
        <pc:spChg chg="add mod">
          <ac:chgData name="Júlio César Chaves" userId="3f913fe9-3202-435d-b9f5-b2fca763184f" providerId="ADAL" clId="{3D57C436-D3FD-47A8-B91A-1C437BDC2254}" dt="2021-08-21T21:25:23.701" v="4610"/>
          <ac:spMkLst>
            <pc:docMk/>
            <pc:sldMk cId="3484923854" sldId="309"/>
            <ac:spMk id="8" creationId="{28459EAE-FC6E-48F9-BBE9-84CB193651D1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1:27:45.332" v="4650" actId="20577"/>
        <pc:sldMkLst>
          <pc:docMk/>
          <pc:sldMk cId="4113917767" sldId="310"/>
        </pc:sldMkLst>
        <pc:spChg chg="del">
          <ac:chgData name="Júlio César Chaves" userId="3f913fe9-3202-435d-b9f5-b2fca763184f" providerId="ADAL" clId="{3D57C436-D3FD-47A8-B91A-1C437BDC2254}" dt="2021-08-21T21:27:01.480" v="4611" actId="478"/>
          <ac:spMkLst>
            <pc:docMk/>
            <pc:sldMk cId="4113917767" sldId="310"/>
            <ac:spMk id="7" creationId="{D7148188-527B-4A7D-B436-9E2E14234D89}"/>
          </ac:spMkLst>
        </pc:spChg>
        <pc:spChg chg="add mod">
          <ac:chgData name="Júlio César Chaves" userId="3f913fe9-3202-435d-b9f5-b2fca763184f" providerId="ADAL" clId="{3D57C436-D3FD-47A8-B91A-1C437BDC2254}" dt="2021-08-21T21:27:01.830" v="4612"/>
          <ac:spMkLst>
            <pc:docMk/>
            <pc:sldMk cId="4113917767" sldId="310"/>
            <ac:spMk id="8" creationId="{3AE009E0-4622-43F8-85CC-51371AF6DBC7}"/>
          </ac:spMkLst>
        </pc:spChg>
      </pc:sldChg>
      <pc:sldChg chg="addSp delSp modSp mod modNotesTx">
        <pc:chgData name="Júlio César Chaves" userId="3f913fe9-3202-435d-b9f5-b2fca763184f" providerId="ADAL" clId="{3D57C436-D3FD-47A8-B91A-1C437BDC2254}" dt="2021-08-21T21:38:31.462" v="5006"/>
        <pc:sldMkLst>
          <pc:docMk/>
          <pc:sldMk cId="2112094991" sldId="311"/>
        </pc:sldMkLst>
        <pc:spChg chg="del">
          <ac:chgData name="Júlio César Chaves" userId="3f913fe9-3202-435d-b9f5-b2fca763184f" providerId="ADAL" clId="{3D57C436-D3FD-47A8-B91A-1C437BDC2254}" dt="2021-08-21T21:38:31.120" v="5005" actId="478"/>
          <ac:spMkLst>
            <pc:docMk/>
            <pc:sldMk cId="2112094991" sldId="311"/>
            <ac:spMk id="7" creationId="{A1A4E624-9FD0-43D4-8B0D-2D91A19F75D2}"/>
          </ac:spMkLst>
        </pc:spChg>
        <pc:spChg chg="add mod">
          <ac:chgData name="Júlio César Chaves" userId="3f913fe9-3202-435d-b9f5-b2fca763184f" providerId="ADAL" clId="{3D57C436-D3FD-47A8-B91A-1C437BDC2254}" dt="2021-08-21T21:38:31.462" v="5006"/>
          <ac:spMkLst>
            <pc:docMk/>
            <pc:sldMk cId="2112094991" sldId="311"/>
            <ac:spMk id="8" creationId="{F2F1010C-CB5E-41F0-AAB3-44196C2D4C02}"/>
          </ac:spMkLst>
        </pc:spChg>
        <pc:spChg chg="mod">
          <ac:chgData name="Júlio César Chaves" userId="3f913fe9-3202-435d-b9f5-b2fca763184f" providerId="ADAL" clId="{3D57C436-D3FD-47A8-B91A-1C437BDC2254}" dt="2021-08-21T21:33:26.714" v="4833" actId="404"/>
          <ac:spMkLst>
            <pc:docMk/>
            <pc:sldMk cId="2112094991" sldId="311"/>
            <ac:spMk id="103427" creationId="{616A2640-96FA-4D1D-B9B3-92A648F391AF}"/>
          </ac:spMkLst>
        </pc:spChg>
        <pc:picChg chg="add mod">
          <ac:chgData name="Júlio César Chaves" userId="3f913fe9-3202-435d-b9f5-b2fca763184f" providerId="ADAL" clId="{3D57C436-D3FD-47A8-B91A-1C437BDC2254}" dt="2021-08-21T21:34:47.855" v="4840" actId="1076"/>
          <ac:picMkLst>
            <pc:docMk/>
            <pc:sldMk cId="2112094991" sldId="311"/>
            <ac:picMk id="3" creationId="{6D942BB5-3574-4C81-9C38-F2CF1EC38028}"/>
          </ac:picMkLst>
        </pc:picChg>
      </pc:sldChg>
      <pc:sldChg chg="addSp delSp modSp modNotesTx">
        <pc:chgData name="Júlio César Chaves" userId="3f913fe9-3202-435d-b9f5-b2fca763184f" providerId="ADAL" clId="{3D57C436-D3FD-47A8-B91A-1C437BDC2254}" dt="2021-08-21T21:40:07.163" v="5134" actId="20577"/>
        <pc:sldMkLst>
          <pc:docMk/>
          <pc:sldMk cId="3543556105" sldId="312"/>
        </pc:sldMkLst>
        <pc:spChg chg="del">
          <ac:chgData name="Júlio César Chaves" userId="3f913fe9-3202-435d-b9f5-b2fca763184f" providerId="ADAL" clId="{3D57C436-D3FD-47A8-B91A-1C437BDC2254}" dt="2021-08-21T21:38:36.011" v="5007" actId="478"/>
          <ac:spMkLst>
            <pc:docMk/>
            <pc:sldMk cId="3543556105" sldId="312"/>
            <ac:spMk id="7" creationId="{5E2E5A6B-AB4E-4610-9243-EA9353D04E22}"/>
          </ac:spMkLst>
        </pc:spChg>
        <pc:spChg chg="add mod">
          <ac:chgData name="Júlio César Chaves" userId="3f913fe9-3202-435d-b9f5-b2fca763184f" providerId="ADAL" clId="{3D57C436-D3FD-47A8-B91A-1C437BDC2254}" dt="2021-08-21T21:38:36.266" v="5008"/>
          <ac:spMkLst>
            <pc:docMk/>
            <pc:sldMk cId="3543556105" sldId="312"/>
            <ac:spMk id="9" creationId="{1844A929-B995-4250-A818-01327729B5B1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1T21:40:16.295" v="5136"/>
        <pc:sldMkLst>
          <pc:docMk/>
          <pc:sldMk cId="1610442851" sldId="313"/>
        </pc:sldMkLst>
        <pc:spChg chg="del">
          <ac:chgData name="Júlio César Chaves" userId="3f913fe9-3202-435d-b9f5-b2fca763184f" providerId="ADAL" clId="{3D57C436-D3FD-47A8-B91A-1C437BDC2254}" dt="2021-08-21T21:40:15.966" v="5135" actId="478"/>
          <ac:spMkLst>
            <pc:docMk/>
            <pc:sldMk cId="1610442851" sldId="313"/>
            <ac:spMk id="7" creationId="{F78EF43E-5168-4308-81E6-3ADF6FA981F3}"/>
          </ac:spMkLst>
        </pc:spChg>
        <pc:spChg chg="add mod">
          <ac:chgData name="Júlio César Chaves" userId="3f913fe9-3202-435d-b9f5-b2fca763184f" providerId="ADAL" clId="{3D57C436-D3FD-47A8-B91A-1C437BDC2254}" dt="2021-08-21T21:40:16.295" v="5136"/>
          <ac:spMkLst>
            <pc:docMk/>
            <pc:sldMk cId="1610442851" sldId="313"/>
            <ac:spMk id="8" creationId="{88C6A2C7-58F3-4D32-8AFF-75E4F98DBC02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14:50:52.098" v="5289"/>
        <pc:sldMkLst>
          <pc:docMk/>
          <pc:sldMk cId="1569037929" sldId="314"/>
        </pc:sldMkLst>
        <pc:spChg chg="del">
          <ac:chgData name="Júlio César Chaves" userId="3f913fe9-3202-435d-b9f5-b2fca763184f" providerId="ADAL" clId="{3D57C436-D3FD-47A8-B91A-1C437BDC2254}" dt="2021-08-23T14:50:51.768" v="5288" actId="478"/>
          <ac:spMkLst>
            <pc:docMk/>
            <pc:sldMk cId="1569037929" sldId="314"/>
            <ac:spMk id="7" creationId="{30F46A4F-D9CB-4BB5-9B3F-6BDC7C7209D3}"/>
          </ac:spMkLst>
        </pc:spChg>
        <pc:spChg chg="add mod">
          <ac:chgData name="Júlio César Chaves" userId="3f913fe9-3202-435d-b9f5-b2fca763184f" providerId="ADAL" clId="{3D57C436-D3FD-47A8-B91A-1C437BDC2254}" dt="2021-08-23T14:50:52.098" v="5289"/>
          <ac:spMkLst>
            <pc:docMk/>
            <pc:sldMk cId="1569037929" sldId="314"/>
            <ac:spMk id="8" creationId="{12015543-7B63-4A3B-A4ED-CA9A88721ACB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14:50:57.559" v="5291"/>
        <pc:sldMkLst>
          <pc:docMk/>
          <pc:sldMk cId="1678425171" sldId="315"/>
        </pc:sldMkLst>
        <pc:spChg chg="del">
          <ac:chgData name="Júlio César Chaves" userId="3f913fe9-3202-435d-b9f5-b2fca763184f" providerId="ADAL" clId="{3D57C436-D3FD-47A8-B91A-1C437BDC2254}" dt="2021-08-23T14:50:57.255" v="5290" actId="478"/>
          <ac:spMkLst>
            <pc:docMk/>
            <pc:sldMk cId="1678425171" sldId="315"/>
            <ac:spMk id="7" creationId="{7B38E4E6-98AE-4973-BF10-3E037914C723}"/>
          </ac:spMkLst>
        </pc:spChg>
        <pc:spChg chg="add mod">
          <ac:chgData name="Júlio César Chaves" userId="3f913fe9-3202-435d-b9f5-b2fca763184f" providerId="ADAL" clId="{3D57C436-D3FD-47A8-B91A-1C437BDC2254}" dt="2021-08-23T14:50:57.559" v="5291"/>
          <ac:spMkLst>
            <pc:docMk/>
            <pc:sldMk cId="1678425171" sldId="315"/>
            <ac:spMk id="8" creationId="{F98B7241-B50D-4A2E-B081-D9861CBC9E82}"/>
          </ac:spMkLst>
        </pc:spChg>
      </pc:sldChg>
      <pc:sldChg chg="addSp delSp modSp mod modClrScheme chgLayout">
        <pc:chgData name="Júlio César Chaves" userId="3f913fe9-3202-435d-b9f5-b2fca763184f" providerId="ADAL" clId="{3D57C436-D3FD-47A8-B91A-1C437BDC2254}" dt="2021-08-23T14:51:01.917" v="5293"/>
        <pc:sldMkLst>
          <pc:docMk/>
          <pc:sldMk cId="2830665788" sldId="316"/>
        </pc:sldMkLst>
        <pc:spChg chg="add mod ord">
          <ac:chgData name="Júlio César Chaves" userId="3f913fe9-3202-435d-b9f5-b2fca763184f" providerId="ADAL" clId="{3D57C436-D3FD-47A8-B91A-1C437BDC2254}" dt="2021-08-21T21:00:46.355" v="3594" actId="700"/>
          <ac:spMkLst>
            <pc:docMk/>
            <pc:sldMk cId="2830665788" sldId="316"/>
            <ac:spMk id="2" creationId="{DF9D3AED-CEC5-4027-9970-05C9DD1263E1}"/>
          </ac:spMkLst>
        </pc:spChg>
        <pc:spChg chg="del">
          <ac:chgData name="Júlio César Chaves" userId="3f913fe9-3202-435d-b9f5-b2fca763184f" providerId="ADAL" clId="{3D57C436-D3FD-47A8-B91A-1C437BDC2254}" dt="2021-08-23T14:51:01.605" v="5292" actId="478"/>
          <ac:spMkLst>
            <pc:docMk/>
            <pc:sldMk cId="2830665788" sldId="316"/>
            <ac:spMk id="8" creationId="{847FD2CA-A7DD-47A6-9F50-F9BD65908D32}"/>
          </ac:spMkLst>
        </pc:spChg>
        <pc:spChg chg="add mod">
          <ac:chgData name="Júlio César Chaves" userId="3f913fe9-3202-435d-b9f5-b2fca763184f" providerId="ADAL" clId="{3D57C436-D3FD-47A8-B91A-1C437BDC2254}" dt="2021-08-23T14:51:01.917" v="5293"/>
          <ac:spMkLst>
            <pc:docMk/>
            <pc:sldMk cId="2830665788" sldId="316"/>
            <ac:spMk id="9" creationId="{FFCEB5E6-F6B6-4340-A058-B4820308233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14:51:05.851" v="5295"/>
        <pc:sldMkLst>
          <pc:docMk/>
          <pc:sldMk cId="2972633579" sldId="317"/>
        </pc:sldMkLst>
        <pc:spChg chg="del">
          <ac:chgData name="Júlio César Chaves" userId="3f913fe9-3202-435d-b9f5-b2fca763184f" providerId="ADAL" clId="{3D57C436-D3FD-47A8-B91A-1C437BDC2254}" dt="2021-08-23T14:51:05.585" v="5294" actId="478"/>
          <ac:spMkLst>
            <pc:docMk/>
            <pc:sldMk cId="2972633579" sldId="317"/>
            <ac:spMk id="7" creationId="{4DB25A96-3982-4E16-89A6-898D262872E3}"/>
          </ac:spMkLst>
        </pc:spChg>
        <pc:spChg chg="add mod">
          <ac:chgData name="Júlio César Chaves" userId="3f913fe9-3202-435d-b9f5-b2fca763184f" providerId="ADAL" clId="{3D57C436-D3FD-47A8-B91A-1C437BDC2254}" dt="2021-08-23T14:51:05.851" v="5295"/>
          <ac:spMkLst>
            <pc:docMk/>
            <pc:sldMk cId="2972633579" sldId="317"/>
            <ac:spMk id="8" creationId="{1CFAC81E-B731-485B-AD2E-71305910CA04}"/>
          </ac:spMkLst>
        </pc:spChg>
      </pc:sldChg>
      <pc:sldChg chg="addSp delSp modSp mod modClrScheme chgLayout">
        <pc:chgData name="Júlio César Chaves" userId="3f913fe9-3202-435d-b9f5-b2fca763184f" providerId="ADAL" clId="{3D57C436-D3FD-47A8-B91A-1C437BDC2254}" dt="2021-08-23T14:51:11.470" v="5297"/>
        <pc:sldMkLst>
          <pc:docMk/>
          <pc:sldMk cId="2270399731" sldId="318"/>
        </pc:sldMkLst>
        <pc:spChg chg="add mod ord">
          <ac:chgData name="Júlio César Chaves" userId="3f913fe9-3202-435d-b9f5-b2fca763184f" providerId="ADAL" clId="{3D57C436-D3FD-47A8-B91A-1C437BDC2254}" dt="2021-08-21T21:00:54.091" v="3595" actId="700"/>
          <ac:spMkLst>
            <pc:docMk/>
            <pc:sldMk cId="2270399731" sldId="318"/>
            <ac:spMk id="2" creationId="{8F74E832-FDCA-4F3A-B556-3D61893F86FD}"/>
          </ac:spMkLst>
        </pc:spChg>
        <pc:spChg chg="del">
          <ac:chgData name="Júlio César Chaves" userId="3f913fe9-3202-435d-b9f5-b2fca763184f" providerId="ADAL" clId="{3D57C436-D3FD-47A8-B91A-1C437BDC2254}" dt="2021-08-23T14:51:11.124" v="5296" actId="478"/>
          <ac:spMkLst>
            <pc:docMk/>
            <pc:sldMk cId="2270399731" sldId="318"/>
            <ac:spMk id="8" creationId="{E1A7486E-CB1E-4474-AE2F-55CE7060E2E3}"/>
          </ac:spMkLst>
        </pc:spChg>
        <pc:spChg chg="add mod">
          <ac:chgData name="Júlio César Chaves" userId="3f913fe9-3202-435d-b9f5-b2fca763184f" providerId="ADAL" clId="{3D57C436-D3FD-47A8-B91A-1C437BDC2254}" dt="2021-08-23T14:51:11.470" v="5297"/>
          <ac:spMkLst>
            <pc:docMk/>
            <pc:sldMk cId="2270399731" sldId="318"/>
            <ac:spMk id="9" creationId="{5B2D169D-9CEC-43C0-A65D-748A19FE2C08}"/>
          </ac:spMkLst>
        </pc:spChg>
      </pc:sldChg>
      <pc:sldChg chg="addSp delSp modSp mod modClrScheme chgLayout">
        <pc:chgData name="Júlio César Chaves" userId="3f913fe9-3202-435d-b9f5-b2fca763184f" providerId="ADAL" clId="{3D57C436-D3FD-47A8-B91A-1C437BDC2254}" dt="2021-08-23T14:51:15.438" v="5299"/>
        <pc:sldMkLst>
          <pc:docMk/>
          <pc:sldMk cId="3413113526" sldId="319"/>
        </pc:sldMkLst>
        <pc:spChg chg="add mod ord">
          <ac:chgData name="Júlio César Chaves" userId="3f913fe9-3202-435d-b9f5-b2fca763184f" providerId="ADAL" clId="{3D57C436-D3FD-47A8-B91A-1C437BDC2254}" dt="2021-08-21T21:00:59.770" v="3596" actId="700"/>
          <ac:spMkLst>
            <pc:docMk/>
            <pc:sldMk cId="3413113526" sldId="319"/>
            <ac:spMk id="2" creationId="{5425012A-A436-4D2E-8E7E-E9449EE9022D}"/>
          </ac:spMkLst>
        </pc:spChg>
        <pc:spChg chg="del">
          <ac:chgData name="Júlio César Chaves" userId="3f913fe9-3202-435d-b9f5-b2fca763184f" providerId="ADAL" clId="{3D57C436-D3FD-47A8-B91A-1C437BDC2254}" dt="2021-08-23T14:51:15.185" v="5298" actId="478"/>
          <ac:spMkLst>
            <pc:docMk/>
            <pc:sldMk cId="3413113526" sldId="319"/>
            <ac:spMk id="8" creationId="{C34071AC-14E8-4F8B-91FF-9005F4D1EDAC}"/>
          </ac:spMkLst>
        </pc:spChg>
        <pc:spChg chg="add mod">
          <ac:chgData name="Júlio César Chaves" userId="3f913fe9-3202-435d-b9f5-b2fca763184f" providerId="ADAL" clId="{3D57C436-D3FD-47A8-B91A-1C437BDC2254}" dt="2021-08-23T14:51:15.438" v="5299"/>
          <ac:spMkLst>
            <pc:docMk/>
            <pc:sldMk cId="3413113526" sldId="319"/>
            <ac:spMk id="10" creationId="{84E03E17-2921-4C8A-AA45-B07C4D8520B2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14:51:19.951" v="5301"/>
        <pc:sldMkLst>
          <pc:docMk/>
          <pc:sldMk cId="604546049" sldId="320"/>
        </pc:sldMkLst>
        <pc:spChg chg="del">
          <ac:chgData name="Júlio César Chaves" userId="3f913fe9-3202-435d-b9f5-b2fca763184f" providerId="ADAL" clId="{3D57C436-D3FD-47A8-B91A-1C437BDC2254}" dt="2021-08-23T14:51:19.677" v="5300" actId="478"/>
          <ac:spMkLst>
            <pc:docMk/>
            <pc:sldMk cId="604546049" sldId="320"/>
            <ac:spMk id="7" creationId="{2A300F2D-71CD-4A46-9222-F60D682AED52}"/>
          </ac:spMkLst>
        </pc:spChg>
        <pc:spChg chg="add mod">
          <ac:chgData name="Júlio César Chaves" userId="3f913fe9-3202-435d-b9f5-b2fca763184f" providerId="ADAL" clId="{3D57C436-D3FD-47A8-B91A-1C437BDC2254}" dt="2021-08-23T14:51:19.951" v="5301"/>
          <ac:spMkLst>
            <pc:docMk/>
            <pc:sldMk cId="604546049" sldId="320"/>
            <ac:spMk id="8" creationId="{8ADAEF8A-3B11-4C06-80E1-BED1B3312F17}"/>
          </ac:spMkLst>
        </pc:spChg>
      </pc:sldChg>
      <pc:sldChg chg="addSp delSp modSp mod modClrScheme chgLayout">
        <pc:chgData name="Júlio César Chaves" userId="3f913fe9-3202-435d-b9f5-b2fca763184f" providerId="ADAL" clId="{3D57C436-D3FD-47A8-B91A-1C437BDC2254}" dt="2021-08-23T14:51:24.643" v="5303"/>
        <pc:sldMkLst>
          <pc:docMk/>
          <pc:sldMk cId="2487191829" sldId="321"/>
        </pc:sldMkLst>
        <pc:spChg chg="add mod ord">
          <ac:chgData name="Júlio César Chaves" userId="3f913fe9-3202-435d-b9f5-b2fca763184f" providerId="ADAL" clId="{3D57C436-D3FD-47A8-B91A-1C437BDC2254}" dt="2021-08-21T21:01:06.872" v="3597" actId="700"/>
          <ac:spMkLst>
            <pc:docMk/>
            <pc:sldMk cId="2487191829" sldId="321"/>
            <ac:spMk id="2" creationId="{A080C65B-4992-4E71-8604-32A166109A2F}"/>
          </ac:spMkLst>
        </pc:spChg>
        <pc:spChg chg="del">
          <ac:chgData name="Júlio César Chaves" userId="3f913fe9-3202-435d-b9f5-b2fca763184f" providerId="ADAL" clId="{3D57C436-D3FD-47A8-B91A-1C437BDC2254}" dt="2021-08-23T14:51:24.202" v="5302" actId="478"/>
          <ac:spMkLst>
            <pc:docMk/>
            <pc:sldMk cId="2487191829" sldId="321"/>
            <ac:spMk id="8" creationId="{D6F0F9B3-86E7-496F-A43C-C0C5798BC036}"/>
          </ac:spMkLst>
        </pc:spChg>
        <pc:spChg chg="add mod">
          <ac:chgData name="Júlio César Chaves" userId="3f913fe9-3202-435d-b9f5-b2fca763184f" providerId="ADAL" clId="{3D57C436-D3FD-47A8-B91A-1C437BDC2254}" dt="2021-08-23T14:51:24.643" v="5303"/>
          <ac:spMkLst>
            <pc:docMk/>
            <pc:sldMk cId="2487191829" sldId="321"/>
            <ac:spMk id="10" creationId="{BF0F891C-A4F1-438E-9B6A-A29D694B3E2B}"/>
          </ac:spMkLst>
        </pc:spChg>
      </pc:sldChg>
      <pc:sldChg chg="addSp delSp modSp mod modClrScheme chgLayout">
        <pc:chgData name="Júlio César Chaves" userId="3f913fe9-3202-435d-b9f5-b2fca763184f" providerId="ADAL" clId="{3D57C436-D3FD-47A8-B91A-1C437BDC2254}" dt="2021-08-23T14:51:27.907" v="5305"/>
        <pc:sldMkLst>
          <pc:docMk/>
          <pc:sldMk cId="3161552205" sldId="322"/>
        </pc:sldMkLst>
        <pc:spChg chg="add mod ord">
          <ac:chgData name="Júlio César Chaves" userId="3f913fe9-3202-435d-b9f5-b2fca763184f" providerId="ADAL" clId="{3D57C436-D3FD-47A8-B91A-1C437BDC2254}" dt="2021-08-21T21:01:10.533" v="3598" actId="700"/>
          <ac:spMkLst>
            <pc:docMk/>
            <pc:sldMk cId="3161552205" sldId="322"/>
            <ac:spMk id="2" creationId="{305FB4F9-2CC7-4FCF-A713-61D86B907B1E}"/>
          </ac:spMkLst>
        </pc:spChg>
        <pc:spChg chg="del">
          <ac:chgData name="Júlio César Chaves" userId="3f913fe9-3202-435d-b9f5-b2fca763184f" providerId="ADAL" clId="{3D57C436-D3FD-47A8-B91A-1C437BDC2254}" dt="2021-08-23T14:51:27.609" v="5304" actId="478"/>
          <ac:spMkLst>
            <pc:docMk/>
            <pc:sldMk cId="3161552205" sldId="322"/>
            <ac:spMk id="8" creationId="{D4F5A7C7-864A-4390-854B-A9ED9EFF0637}"/>
          </ac:spMkLst>
        </pc:spChg>
        <pc:spChg chg="add mod">
          <ac:chgData name="Júlio César Chaves" userId="3f913fe9-3202-435d-b9f5-b2fca763184f" providerId="ADAL" clId="{3D57C436-D3FD-47A8-B91A-1C437BDC2254}" dt="2021-08-23T14:51:27.907" v="5305"/>
          <ac:spMkLst>
            <pc:docMk/>
            <pc:sldMk cId="3161552205" sldId="322"/>
            <ac:spMk id="9" creationId="{24D6D795-7530-4F58-BF57-1E8303AC5D31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0:56.326" v="7515"/>
        <pc:sldMkLst>
          <pc:docMk/>
          <pc:sldMk cId="1092031600" sldId="323"/>
        </pc:sldMkLst>
        <pc:spChg chg="del">
          <ac:chgData name="Júlio César Chaves" userId="3f913fe9-3202-435d-b9f5-b2fca763184f" providerId="ADAL" clId="{3D57C436-D3FD-47A8-B91A-1C437BDC2254}" dt="2021-08-23T21:00:55.953" v="7514" actId="478"/>
          <ac:spMkLst>
            <pc:docMk/>
            <pc:sldMk cId="1092031600" sldId="323"/>
            <ac:spMk id="7" creationId="{EB26340C-4EE4-468E-8CF2-406185C0CC72}"/>
          </ac:spMkLst>
        </pc:spChg>
        <pc:spChg chg="add mod">
          <ac:chgData name="Júlio César Chaves" userId="3f913fe9-3202-435d-b9f5-b2fca763184f" providerId="ADAL" clId="{3D57C436-D3FD-47A8-B91A-1C437BDC2254}" dt="2021-08-23T21:00:56.326" v="7515"/>
          <ac:spMkLst>
            <pc:docMk/>
            <pc:sldMk cId="1092031600" sldId="323"/>
            <ac:spMk id="8" creationId="{60AF02D6-98A9-4060-B5E2-26A6837A4C5B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3T21:15:04.581" v="7622"/>
        <pc:sldMkLst>
          <pc:docMk/>
          <pc:sldMk cId="3210393749" sldId="324"/>
        </pc:sldMkLst>
        <pc:spChg chg="add mod ord">
          <ac:chgData name="Júlio César Chaves" userId="3f913fe9-3202-435d-b9f5-b2fca763184f" providerId="ADAL" clId="{3D57C436-D3FD-47A8-B91A-1C437BDC2254}" dt="2021-08-21T21:01:16.902" v="3599" actId="700"/>
          <ac:spMkLst>
            <pc:docMk/>
            <pc:sldMk cId="3210393749" sldId="324"/>
            <ac:spMk id="2" creationId="{3F3E227A-1F58-4BFD-B6E6-B90E5507179C}"/>
          </ac:spMkLst>
        </pc:spChg>
        <pc:spChg chg="del">
          <ac:chgData name="Júlio César Chaves" userId="3f913fe9-3202-435d-b9f5-b2fca763184f" providerId="ADAL" clId="{3D57C436-D3FD-47A8-B91A-1C437BDC2254}" dt="2021-08-23T21:01:00.344" v="7516" actId="478"/>
          <ac:spMkLst>
            <pc:docMk/>
            <pc:sldMk cId="3210393749" sldId="324"/>
            <ac:spMk id="7" creationId="{807F6D3A-25CD-4ADC-9B5B-717390A81C04}"/>
          </ac:spMkLst>
        </pc:spChg>
        <pc:spChg chg="add mod">
          <ac:chgData name="Júlio César Chaves" userId="3f913fe9-3202-435d-b9f5-b2fca763184f" providerId="ADAL" clId="{3D57C436-D3FD-47A8-B91A-1C437BDC2254}" dt="2021-08-23T21:01:00.681" v="7517"/>
          <ac:spMkLst>
            <pc:docMk/>
            <pc:sldMk cId="3210393749" sldId="324"/>
            <ac:spMk id="8" creationId="{CDE169F5-0DC1-4719-A9A7-6CE914F79413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05.683" v="7519"/>
        <pc:sldMkLst>
          <pc:docMk/>
          <pc:sldMk cId="437749409" sldId="326"/>
        </pc:sldMkLst>
        <pc:spChg chg="del">
          <ac:chgData name="Júlio César Chaves" userId="3f913fe9-3202-435d-b9f5-b2fca763184f" providerId="ADAL" clId="{3D57C436-D3FD-47A8-B91A-1C437BDC2254}" dt="2021-08-23T21:01:05.013" v="7518" actId="478"/>
          <ac:spMkLst>
            <pc:docMk/>
            <pc:sldMk cId="437749409" sldId="326"/>
            <ac:spMk id="7" creationId="{C8ED1FCC-BBB2-4C1A-827B-6FAD6F4CCBB4}"/>
          </ac:spMkLst>
        </pc:spChg>
        <pc:spChg chg="add mod">
          <ac:chgData name="Júlio César Chaves" userId="3f913fe9-3202-435d-b9f5-b2fca763184f" providerId="ADAL" clId="{3D57C436-D3FD-47A8-B91A-1C437BDC2254}" dt="2021-08-23T21:01:05.683" v="7519"/>
          <ac:spMkLst>
            <pc:docMk/>
            <pc:sldMk cId="437749409" sldId="326"/>
            <ac:spMk id="8" creationId="{B927EFEB-8356-4B85-8EA8-FCBF7CA481EF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10.035" v="7521"/>
        <pc:sldMkLst>
          <pc:docMk/>
          <pc:sldMk cId="4266106030" sldId="327"/>
        </pc:sldMkLst>
        <pc:spChg chg="del">
          <ac:chgData name="Júlio César Chaves" userId="3f913fe9-3202-435d-b9f5-b2fca763184f" providerId="ADAL" clId="{3D57C436-D3FD-47A8-B91A-1C437BDC2254}" dt="2021-08-23T21:01:09.743" v="7520" actId="478"/>
          <ac:spMkLst>
            <pc:docMk/>
            <pc:sldMk cId="4266106030" sldId="327"/>
            <ac:spMk id="7" creationId="{4BA4255D-4009-4994-942B-50D062F9F3E7}"/>
          </ac:spMkLst>
        </pc:spChg>
        <pc:spChg chg="add mod">
          <ac:chgData name="Júlio César Chaves" userId="3f913fe9-3202-435d-b9f5-b2fca763184f" providerId="ADAL" clId="{3D57C436-D3FD-47A8-B91A-1C437BDC2254}" dt="2021-08-23T21:01:10.035" v="7521"/>
          <ac:spMkLst>
            <pc:docMk/>
            <pc:sldMk cId="4266106030" sldId="327"/>
            <ac:spMk id="8" creationId="{8DCB2EF8-0B02-4808-ADFC-F76FA558BA3E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15.700" v="7523"/>
        <pc:sldMkLst>
          <pc:docMk/>
          <pc:sldMk cId="3324493088" sldId="329"/>
        </pc:sldMkLst>
        <pc:spChg chg="del">
          <ac:chgData name="Júlio César Chaves" userId="3f913fe9-3202-435d-b9f5-b2fca763184f" providerId="ADAL" clId="{3D57C436-D3FD-47A8-B91A-1C437BDC2254}" dt="2021-08-23T21:01:14.957" v="7522" actId="478"/>
          <ac:spMkLst>
            <pc:docMk/>
            <pc:sldMk cId="3324493088" sldId="329"/>
            <ac:spMk id="8" creationId="{3F089B32-85E7-43A6-9E63-B64A890AD286}"/>
          </ac:spMkLst>
        </pc:spChg>
        <pc:spChg chg="add mod">
          <ac:chgData name="Júlio César Chaves" userId="3f913fe9-3202-435d-b9f5-b2fca763184f" providerId="ADAL" clId="{3D57C436-D3FD-47A8-B91A-1C437BDC2254}" dt="2021-08-23T21:01:15.700" v="7523"/>
          <ac:spMkLst>
            <pc:docMk/>
            <pc:sldMk cId="3324493088" sldId="329"/>
            <ac:spMk id="9" creationId="{EB225B09-E637-413B-AFEE-9C66D5BC3053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3T21:01:20.878" v="7525"/>
        <pc:sldMkLst>
          <pc:docMk/>
          <pc:sldMk cId="3156799746" sldId="330"/>
        </pc:sldMkLst>
        <pc:spChg chg="add mod ord">
          <ac:chgData name="Júlio César Chaves" userId="3f913fe9-3202-435d-b9f5-b2fca763184f" providerId="ADAL" clId="{3D57C436-D3FD-47A8-B91A-1C437BDC2254}" dt="2021-08-21T21:01:30.810" v="3600" actId="700"/>
          <ac:spMkLst>
            <pc:docMk/>
            <pc:sldMk cId="3156799746" sldId="330"/>
            <ac:spMk id="2" creationId="{5D1F93D1-D35B-46FA-A5F1-4E92754717D7}"/>
          </ac:spMkLst>
        </pc:spChg>
        <pc:spChg chg="del">
          <ac:chgData name="Júlio César Chaves" userId="3f913fe9-3202-435d-b9f5-b2fca763184f" providerId="ADAL" clId="{3D57C436-D3FD-47A8-B91A-1C437BDC2254}" dt="2021-08-23T21:01:20.108" v="7524" actId="478"/>
          <ac:spMkLst>
            <pc:docMk/>
            <pc:sldMk cId="3156799746" sldId="330"/>
            <ac:spMk id="7" creationId="{E61DFE2C-7DDA-4B76-87B6-025188E2D49A}"/>
          </ac:spMkLst>
        </pc:spChg>
        <pc:spChg chg="add mod">
          <ac:chgData name="Júlio César Chaves" userId="3f913fe9-3202-435d-b9f5-b2fca763184f" providerId="ADAL" clId="{3D57C436-D3FD-47A8-B91A-1C437BDC2254}" dt="2021-08-23T21:01:20.878" v="7525"/>
          <ac:spMkLst>
            <pc:docMk/>
            <pc:sldMk cId="3156799746" sldId="330"/>
            <ac:spMk id="8" creationId="{C20CAFEC-955B-4B78-B7A9-53282F08B5A4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3T21:01:29.684" v="7529"/>
        <pc:sldMkLst>
          <pc:docMk/>
          <pc:sldMk cId="2476638508" sldId="331"/>
        </pc:sldMkLst>
        <pc:spChg chg="add mod ord">
          <ac:chgData name="Júlio César Chaves" userId="3f913fe9-3202-435d-b9f5-b2fca763184f" providerId="ADAL" clId="{3D57C436-D3FD-47A8-B91A-1C437BDC2254}" dt="2021-08-21T21:01:49.672" v="3602" actId="700"/>
          <ac:spMkLst>
            <pc:docMk/>
            <pc:sldMk cId="2476638508" sldId="331"/>
            <ac:spMk id="2" creationId="{858395A3-9211-4219-A5DD-548609D70780}"/>
          </ac:spMkLst>
        </pc:spChg>
        <pc:spChg chg="del">
          <ac:chgData name="Júlio César Chaves" userId="3f913fe9-3202-435d-b9f5-b2fca763184f" providerId="ADAL" clId="{3D57C436-D3FD-47A8-B91A-1C437BDC2254}" dt="2021-08-23T21:01:29.369" v="7528" actId="478"/>
          <ac:spMkLst>
            <pc:docMk/>
            <pc:sldMk cId="2476638508" sldId="331"/>
            <ac:spMk id="7" creationId="{12FD6BE6-3F16-4938-AC02-72CD25B218BD}"/>
          </ac:spMkLst>
        </pc:spChg>
        <pc:spChg chg="add mod">
          <ac:chgData name="Júlio César Chaves" userId="3f913fe9-3202-435d-b9f5-b2fca763184f" providerId="ADAL" clId="{3D57C436-D3FD-47A8-B91A-1C437BDC2254}" dt="2021-08-23T21:01:29.684" v="7529"/>
          <ac:spMkLst>
            <pc:docMk/>
            <pc:sldMk cId="2476638508" sldId="331"/>
            <ac:spMk id="8" creationId="{1D6C7C53-1218-4FCB-8FF7-E23BD2FEC365}"/>
          </ac:spMkLst>
        </pc:spChg>
      </pc:sldChg>
      <pc:sldChg chg="addSp delSp modSp mod modClrScheme chgLayout modNotesTx">
        <pc:chgData name="Júlio César Chaves" userId="3f913fe9-3202-435d-b9f5-b2fca763184f" providerId="ADAL" clId="{3D57C436-D3FD-47A8-B91A-1C437BDC2254}" dt="2021-08-23T21:01:25.114" v="7527"/>
        <pc:sldMkLst>
          <pc:docMk/>
          <pc:sldMk cId="67444724" sldId="332"/>
        </pc:sldMkLst>
        <pc:spChg chg="add mod ord">
          <ac:chgData name="Júlio César Chaves" userId="3f913fe9-3202-435d-b9f5-b2fca763184f" providerId="ADAL" clId="{3D57C436-D3FD-47A8-B91A-1C437BDC2254}" dt="2021-08-21T21:01:39.230" v="3601" actId="700"/>
          <ac:spMkLst>
            <pc:docMk/>
            <pc:sldMk cId="67444724" sldId="332"/>
            <ac:spMk id="2" creationId="{E644D90C-A3E6-43B4-B1DF-47E6A55E9045}"/>
          </ac:spMkLst>
        </pc:spChg>
        <pc:spChg chg="del">
          <ac:chgData name="Júlio César Chaves" userId="3f913fe9-3202-435d-b9f5-b2fca763184f" providerId="ADAL" clId="{3D57C436-D3FD-47A8-B91A-1C437BDC2254}" dt="2021-08-23T21:01:24.803" v="7526" actId="478"/>
          <ac:spMkLst>
            <pc:docMk/>
            <pc:sldMk cId="67444724" sldId="332"/>
            <ac:spMk id="7" creationId="{B294FFCF-44FE-4EE4-A70A-C1C066EC3F47}"/>
          </ac:spMkLst>
        </pc:spChg>
        <pc:spChg chg="add mod">
          <ac:chgData name="Júlio César Chaves" userId="3f913fe9-3202-435d-b9f5-b2fca763184f" providerId="ADAL" clId="{3D57C436-D3FD-47A8-B91A-1C437BDC2254}" dt="2021-08-23T21:01:25.114" v="7527"/>
          <ac:spMkLst>
            <pc:docMk/>
            <pc:sldMk cId="67444724" sldId="332"/>
            <ac:spMk id="8" creationId="{A958F692-FD06-4653-9C6A-2B956923B619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34.911" v="7531"/>
        <pc:sldMkLst>
          <pc:docMk/>
          <pc:sldMk cId="3436925210" sldId="333"/>
        </pc:sldMkLst>
        <pc:spChg chg="del">
          <ac:chgData name="Júlio César Chaves" userId="3f913fe9-3202-435d-b9f5-b2fca763184f" providerId="ADAL" clId="{3D57C436-D3FD-47A8-B91A-1C437BDC2254}" dt="2021-08-23T21:01:34.619" v="7530" actId="478"/>
          <ac:spMkLst>
            <pc:docMk/>
            <pc:sldMk cId="3436925210" sldId="333"/>
            <ac:spMk id="7" creationId="{214B16B6-9725-45C3-A483-C7D182AE4442}"/>
          </ac:spMkLst>
        </pc:spChg>
        <pc:spChg chg="add mod">
          <ac:chgData name="Júlio César Chaves" userId="3f913fe9-3202-435d-b9f5-b2fca763184f" providerId="ADAL" clId="{3D57C436-D3FD-47A8-B91A-1C437BDC2254}" dt="2021-08-23T21:01:34.911" v="7531"/>
          <ac:spMkLst>
            <pc:docMk/>
            <pc:sldMk cId="3436925210" sldId="333"/>
            <ac:spMk id="8" creationId="{7A76812B-0592-4E09-9148-EADAAD3A8905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38.949" v="7533"/>
        <pc:sldMkLst>
          <pc:docMk/>
          <pc:sldMk cId="4116910001" sldId="334"/>
        </pc:sldMkLst>
        <pc:spChg chg="del">
          <ac:chgData name="Júlio César Chaves" userId="3f913fe9-3202-435d-b9f5-b2fca763184f" providerId="ADAL" clId="{3D57C436-D3FD-47A8-B91A-1C437BDC2254}" dt="2021-08-23T21:01:38.664" v="7532" actId="478"/>
          <ac:spMkLst>
            <pc:docMk/>
            <pc:sldMk cId="4116910001" sldId="334"/>
            <ac:spMk id="8" creationId="{D362B1C0-8747-40FB-B164-D96AE30F8929}"/>
          </ac:spMkLst>
        </pc:spChg>
        <pc:spChg chg="add mod">
          <ac:chgData name="Júlio César Chaves" userId="3f913fe9-3202-435d-b9f5-b2fca763184f" providerId="ADAL" clId="{3D57C436-D3FD-47A8-B91A-1C437BDC2254}" dt="2021-08-23T21:01:38.949" v="7533"/>
          <ac:spMkLst>
            <pc:docMk/>
            <pc:sldMk cId="4116910001" sldId="334"/>
            <ac:spMk id="9" creationId="{59AE89E6-36C0-41FB-9B38-64A2FB1FC81F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44.063" v="7535"/>
        <pc:sldMkLst>
          <pc:docMk/>
          <pc:sldMk cId="1288858313" sldId="335"/>
        </pc:sldMkLst>
        <pc:spChg chg="del">
          <ac:chgData name="Júlio César Chaves" userId="3f913fe9-3202-435d-b9f5-b2fca763184f" providerId="ADAL" clId="{3D57C436-D3FD-47A8-B91A-1C437BDC2254}" dt="2021-08-23T21:01:43.620" v="7534" actId="478"/>
          <ac:spMkLst>
            <pc:docMk/>
            <pc:sldMk cId="1288858313" sldId="335"/>
            <ac:spMk id="7" creationId="{7D66D4A5-3BD3-450E-932C-6857787108DB}"/>
          </ac:spMkLst>
        </pc:spChg>
        <pc:spChg chg="add mod">
          <ac:chgData name="Júlio César Chaves" userId="3f913fe9-3202-435d-b9f5-b2fca763184f" providerId="ADAL" clId="{3D57C436-D3FD-47A8-B91A-1C437BDC2254}" dt="2021-08-23T21:01:44.063" v="7535"/>
          <ac:spMkLst>
            <pc:docMk/>
            <pc:sldMk cId="1288858313" sldId="335"/>
            <ac:spMk id="8" creationId="{F06F8723-6297-4D89-9BEA-0A43F8387B49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48.624" v="7537"/>
        <pc:sldMkLst>
          <pc:docMk/>
          <pc:sldMk cId="4088877727" sldId="337"/>
        </pc:sldMkLst>
        <pc:spChg chg="del">
          <ac:chgData name="Júlio César Chaves" userId="3f913fe9-3202-435d-b9f5-b2fca763184f" providerId="ADAL" clId="{3D57C436-D3FD-47A8-B91A-1C437BDC2254}" dt="2021-08-23T21:01:48.300" v="7536" actId="478"/>
          <ac:spMkLst>
            <pc:docMk/>
            <pc:sldMk cId="4088877727" sldId="337"/>
            <ac:spMk id="7" creationId="{FB49A9FF-A04B-4C79-9838-C00B3BFE00F1}"/>
          </ac:spMkLst>
        </pc:spChg>
        <pc:spChg chg="add mod">
          <ac:chgData name="Júlio César Chaves" userId="3f913fe9-3202-435d-b9f5-b2fca763184f" providerId="ADAL" clId="{3D57C436-D3FD-47A8-B91A-1C437BDC2254}" dt="2021-08-23T21:01:48.624" v="7537"/>
          <ac:spMkLst>
            <pc:docMk/>
            <pc:sldMk cId="4088877727" sldId="337"/>
            <ac:spMk id="8" creationId="{57C177C8-CD45-46D7-A755-BFC66E2F0ADE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53.625" v="7539"/>
        <pc:sldMkLst>
          <pc:docMk/>
          <pc:sldMk cId="2476287122" sldId="338"/>
        </pc:sldMkLst>
        <pc:spChg chg="del">
          <ac:chgData name="Júlio César Chaves" userId="3f913fe9-3202-435d-b9f5-b2fca763184f" providerId="ADAL" clId="{3D57C436-D3FD-47A8-B91A-1C437BDC2254}" dt="2021-08-23T21:01:53.314" v="7538" actId="478"/>
          <ac:spMkLst>
            <pc:docMk/>
            <pc:sldMk cId="2476287122" sldId="338"/>
            <ac:spMk id="8" creationId="{8913D40F-8B11-414C-93AF-F4FA29C9B445}"/>
          </ac:spMkLst>
        </pc:spChg>
        <pc:spChg chg="add mod">
          <ac:chgData name="Júlio César Chaves" userId="3f913fe9-3202-435d-b9f5-b2fca763184f" providerId="ADAL" clId="{3D57C436-D3FD-47A8-B91A-1C437BDC2254}" dt="2021-08-23T21:01:53.625" v="7539"/>
          <ac:spMkLst>
            <pc:docMk/>
            <pc:sldMk cId="2476287122" sldId="338"/>
            <ac:spMk id="9" creationId="{C6C1641D-8569-41C1-980A-EA9C96E806DA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1:57.879" v="7541"/>
        <pc:sldMkLst>
          <pc:docMk/>
          <pc:sldMk cId="2706075460" sldId="341"/>
        </pc:sldMkLst>
        <pc:spChg chg="del">
          <ac:chgData name="Júlio César Chaves" userId="3f913fe9-3202-435d-b9f5-b2fca763184f" providerId="ADAL" clId="{3D57C436-D3FD-47A8-B91A-1C437BDC2254}" dt="2021-08-23T21:01:57.546" v="7540" actId="478"/>
          <ac:spMkLst>
            <pc:docMk/>
            <pc:sldMk cId="2706075460" sldId="341"/>
            <ac:spMk id="7" creationId="{718FAC2F-6162-43C4-92E7-9750A9B8635A}"/>
          </ac:spMkLst>
        </pc:spChg>
        <pc:spChg chg="add mod">
          <ac:chgData name="Júlio César Chaves" userId="3f913fe9-3202-435d-b9f5-b2fca763184f" providerId="ADAL" clId="{3D57C436-D3FD-47A8-B91A-1C437BDC2254}" dt="2021-08-23T21:01:57.879" v="7541"/>
          <ac:spMkLst>
            <pc:docMk/>
            <pc:sldMk cId="2706075460" sldId="341"/>
            <ac:spMk id="8" creationId="{DB32B292-7602-4E9C-AEE8-D5F1BF9F0149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2:02.109" v="7543"/>
        <pc:sldMkLst>
          <pc:docMk/>
          <pc:sldMk cId="2054225499" sldId="342"/>
        </pc:sldMkLst>
        <pc:spChg chg="del">
          <ac:chgData name="Júlio César Chaves" userId="3f913fe9-3202-435d-b9f5-b2fca763184f" providerId="ADAL" clId="{3D57C436-D3FD-47A8-B91A-1C437BDC2254}" dt="2021-08-23T21:02:01.592" v="7542" actId="478"/>
          <ac:spMkLst>
            <pc:docMk/>
            <pc:sldMk cId="2054225499" sldId="342"/>
            <ac:spMk id="8" creationId="{70D2B3F0-9840-41DF-B11D-46B87A947DAD}"/>
          </ac:spMkLst>
        </pc:spChg>
        <pc:spChg chg="add mod">
          <ac:chgData name="Júlio César Chaves" userId="3f913fe9-3202-435d-b9f5-b2fca763184f" providerId="ADAL" clId="{3D57C436-D3FD-47A8-B91A-1C437BDC2254}" dt="2021-08-23T21:02:02.109" v="7543"/>
          <ac:spMkLst>
            <pc:docMk/>
            <pc:sldMk cId="2054225499" sldId="342"/>
            <ac:spMk id="9" creationId="{3EBB66B7-1F6F-4C46-8683-2B88FDE3AB5F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2:06.561" v="7545"/>
        <pc:sldMkLst>
          <pc:docMk/>
          <pc:sldMk cId="3287661771" sldId="343"/>
        </pc:sldMkLst>
        <pc:spChg chg="del">
          <ac:chgData name="Júlio César Chaves" userId="3f913fe9-3202-435d-b9f5-b2fca763184f" providerId="ADAL" clId="{3D57C436-D3FD-47A8-B91A-1C437BDC2254}" dt="2021-08-23T21:02:06.088" v="7544" actId="478"/>
          <ac:spMkLst>
            <pc:docMk/>
            <pc:sldMk cId="3287661771" sldId="343"/>
            <ac:spMk id="7" creationId="{72E76329-B03A-49B2-90F3-8B9F1FBFBFEF}"/>
          </ac:spMkLst>
        </pc:spChg>
        <pc:spChg chg="add mod">
          <ac:chgData name="Júlio César Chaves" userId="3f913fe9-3202-435d-b9f5-b2fca763184f" providerId="ADAL" clId="{3D57C436-D3FD-47A8-B91A-1C437BDC2254}" dt="2021-08-23T21:02:06.561" v="7545"/>
          <ac:spMkLst>
            <pc:docMk/>
            <pc:sldMk cId="3287661771" sldId="343"/>
            <ac:spMk id="8" creationId="{C597063B-02A7-43AD-8B49-8BED91DFB24B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02:11.314" v="7547"/>
        <pc:sldMkLst>
          <pc:docMk/>
          <pc:sldMk cId="3580410558" sldId="344"/>
        </pc:sldMkLst>
        <pc:spChg chg="del">
          <ac:chgData name="Júlio César Chaves" userId="3f913fe9-3202-435d-b9f5-b2fca763184f" providerId="ADAL" clId="{3D57C436-D3FD-47A8-B91A-1C437BDC2254}" dt="2021-08-23T21:02:10.920" v="7546" actId="478"/>
          <ac:spMkLst>
            <pc:docMk/>
            <pc:sldMk cId="3580410558" sldId="344"/>
            <ac:spMk id="7" creationId="{0DACFCC5-04F0-483B-81AE-5B2A3F2D8390}"/>
          </ac:spMkLst>
        </pc:spChg>
        <pc:spChg chg="add mod">
          <ac:chgData name="Júlio César Chaves" userId="3f913fe9-3202-435d-b9f5-b2fca763184f" providerId="ADAL" clId="{3D57C436-D3FD-47A8-B91A-1C437BDC2254}" dt="2021-08-23T21:02:11.314" v="7547"/>
          <ac:spMkLst>
            <pc:docMk/>
            <pc:sldMk cId="3580410558" sldId="344"/>
            <ac:spMk id="8" creationId="{E6DA5BBA-04AB-4229-9CA8-73BFCD6BB3DE}"/>
          </ac:spMkLst>
        </pc:spChg>
      </pc:sldChg>
      <pc:sldChg chg="addSp delSp modSp modNotesTx">
        <pc:chgData name="Júlio César Chaves" userId="3f913fe9-3202-435d-b9f5-b2fca763184f" providerId="ADAL" clId="{3D57C436-D3FD-47A8-B91A-1C437BDC2254}" dt="2021-08-23T21:43:43.253" v="7824" actId="20577"/>
        <pc:sldMkLst>
          <pc:docMk/>
          <pc:sldMk cId="3392782694" sldId="345"/>
        </pc:sldMkLst>
        <pc:spChg chg="del">
          <ac:chgData name="Júlio César Chaves" userId="3f913fe9-3202-435d-b9f5-b2fca763184f" providerId="ADAL" clId="{3D57C436-D3FD-47A8-B91A-1C437BDC2254}" dt="2021-08-23T21:02:14.832" v="7548" actId="478"/>
          <ac:spMkLst>
            <pc:docMk/>
            <pc:sldMk cId="3392782694" sldId="345"/>
            <ac:spMk id="7" creationId="{6B80866C-E57E-4CC8-8046-A8BA45913E4C}"/>
          </ac:spMkLst>
        </pc:spChg>
        <pc:spChg chg="add mod">
          <ac:chgData name="Júlio César Chaves" userId="3f913fe9-3202-435d-b9f5-b2fca763184f" providerId="ADAL" clId="{3D57C436-D3FD-47A8-B91A-1C437BDC2254}" dt="2021-08-23T21:02:15.264" v="7549"/>
          <ac:spMkLst>
            <pc:docMk/>
            <pc:sldMk cId="3392782694" sldId="345"/>
            <ac:spMk id="8" creationId="{CAC98386-3456-4AFF-9D29-2580D77B1EF1}"/>
          </ac:spMkLst>
        </pc:spChg>
      </pc:sldChg>
      <pc:sldChg chg="modNotesTx">
        <pc:chgData name="Júlio César Chaves" userId="3f913fe9-3202-435d-b9f5-b2fca763184f" providerId="ADAL" clId="{3D57C436-D3FD-47A8-B91A-1C437BDC2254}" dt="2021-08-23T21:49:31.402" v="7906" actId="20577"/>
        <pc:sldMkLst>
          <pc:docMk/>
          <pc:sldMk cId="3359023642" sldId="346"/>
        </pc:sldMkLst>
      </pc:sldChg>
      <pc:sldChg chg="addSp delSp modSp modNotesTx">
        <pc:chgData name="Júlio César Chaves" userId="3f913fe9-3202-435d-b9f5-b2fca763184f" providerId="ADAL" clId="{3D57C436-D3FD-47A8-B91A-1C437BDC2254}" dt="2021-08-19T22:01:30.362" v="276"/>
        <pc:sldMkLst>
          <pc:docMk/>
          <pc:sldMk cId="1752875042" sldId="378"/>
        </pc:sldMkLst>
        <pc:spChg chg="del">
          <ac:chgData name="Júlio César Chaves" userId="3f913fe9-3202-435d-b9f5-b2fca763184f" providerId="ADAL" clId="{3D57C436-D3FD-47A8-B91A-1C437BDC2254}" dt="2021-08-19T22:01:29.633" v="275" actId="478"/>
          <ac:spMkLst>
            <pc:docMk/>
            <pc:sldMk cId="1752875042" sldId="378"/>
            <ac:spMk id="7" creationId="{D7B3232B-EEE7-46CA-97DF-AC403ACEF04D}"/>
          </ac:spMkLst>
        </pc:spChg>
        <pc:spChg chg="add mod">
          <ac:chgData name="Júlio César Chaves" userId="3f913fe9-3202-435d-b9f5-b2fca763184f" providerId="ADAL" clId="{3D57C436-D3FD-47A8-B91A-1C437BDC2254}" dt="2021-08-19T22:01:30.362" v="276"/>
          <ac:spMkLst>
            <pc:docMk/>
            <pc:sldMk cId="1752875042" sldId="378"/>
            <ac:spMk id="8" creationId="{F662FFB6-0EB1-4C31-A4B1-79EEF37FBC8A}"/>
          </ac:spMkLst>
        </pc:spChg>
      </pc:sldChg>
      <pc:sldChg chg="new del">
        <pc:chgData name="Júlio César Chaves" userId="3f913fe9-3202-435d-b9f5-b2fca763184f" providerId="ADAL" clId="{3D57C436-D3FD-47A8-B91A-1C437BDC2254}" dt="2021-08-21T20:12:31.844" v="3382" actId="680"/>
        <pc:sldMkLst>
          <pc:docMk/>
          <pc:sldMk cId="670572103" sldId="379"/>
        </pc:sldMkLst>
      </pc:sldChg>
    </pc:docChg>
  </pc:docChgLst>
  <pc:docChgLst>
    <pc:chgData name="Júlio César Chaves" userId="3f913fe9-3202-435d-b9f5-b2fca763184f" providerId="ADAL" clId="{574D6E2E-1ABF-4EFF-B672-94C1B27DFC66}"/>
    <pc:docChg chg="undo custSel addSld delSld modSld modSection">
      <pc:chgData name="Júlio César Chaves" userId="3f913fe9-3202-435d-b9f5-b2fca763184f" providerId="ADAL" clId="{574D6E2E-1ABF-4EFF-B672-94C1B27DFC66}" dt="2021-07-29T13:35:07.517" v="3456" actId="47"/>
      <pc:docMkLst>
        <pc:docMk/>
      </pc:docMkLst>
      <pc:sldChg chg="modSp mod">
        <pc:chgData name="Júlio César Chaves" userId="3f913fe9-3202-435d-b9f5-b2fca763184f" providerId="ADAL" clId="{574D6E2E-1ABF-4EFF-B672-94C1B27DFC66}" dt="2021-07-26T13:26:27.205" v="1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574D6E2E-1ABF-4EFF-B672-94C1B27DFC66}" dt="2021-07-26T13:26:27.205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574D6E2E-1ABF-4EFF-B672-94C1B27DFC66}" dt="2021-07-26T17:44:41.377" v="1044" actId="47"/>
        <pc:sldMkLst>
          <pc:docMk/>
          <pc:sldMk cId="2053543146" sldId="262"/>
        </pc:sldMkLst>
      </pc:sldChg>
      <pc:sldChg chg="modSp mod">
        <pc:chgData name="Júlio César Chaves" userId="3f913fe9-3202-435d-b9f5-b2fca763184f" providerId="ADAL" clId="{574D6E2E-1ABF-4EFF-B672-94C1B27DFC66}" dt="2021-07-26T13:26:42.015" v="23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574D6E2E-1ABF-4EFF-B672-94C1B27DFC66}" dt="2021-07-26T13:26:42.015" v="23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3104235264" sldId="309"/>
        </pc:sldMkLst>
      </pc:sldChg>
      <pc:sldChg chg="modSp new add del mod">
        <pc:chgData name="Júlio César Chaves" userId="3f913fe9-3202-435d-b9f5-b2fca763184f" providerId="ADAL" clId="{574D6E2E-1ABF-4EFF-B672-94C1B27DFC66}" dt="2021-07-26T13:29:19.036" v="51" actId="2696"/>
        <pc:sldMkLst>
          <pc:docMk/>
          <pc:sldMk cId="3136365273" sldId="309"/>
        </pc:sldMkLst>
        <pc:spChg chg="mod">
          <ac:chgData name="Júlio César Chaves" userId="3f913fe9-3202-435d-b9f5-b2fca763184f" providerId="ADAL" clId="{574D6E2E-1ABF-4EFF-B672-94C1B27DFC66}" dt="2021-07-26T13:29:15.951" v="49"/>
          <ac:spMkLst>
            <pc:docMk/>
            <pc:sldMk cId="3136365273" sldId="309"/>
            <ac:spMk id="2" creationId="{99A22B30-9981-450E-B982-0294C7546FE7}"/>
          </ac:spMkLst>
        </pc:spChg>
      </pc:sldChg>
      <pc:sldChg chg="modSp add mod">
        <pc:chgData name="Júlio César Chaves" userId="3f913fe9-3202-435d-b9f5-b2fca763184f" providerId="ADAL" clId="{574D6E2E-1ABF-4EFF-B672-94C1B27DFC66}" dt="2021-07-26T13:29:24.886" v="54" actId="20577"/>
        <pc:sldMkLst>
          <pc:docMk/>
          <pc:sldMk cId="76247137" sldId="310"/>
        </pc:sldMkLst>
        <pc:spChg chg="mod">
          <ac:chgData name="Júlio César Chaves" userId="3f913fe9-3202-435d-b9f5-b2fca763184f" providerId="ADAL" clId="{574D6E2E-1ABF-4EFF-B672-94C1B27DFC66}" dt="2021-07-26T13:29:24.886" v="54" actId="20577"/>
          <ac:spMkLst>
            <pc:docMk/>
            <pc:sldMk cId="76247137" sldId="310"/>
            <ac:spMk id="2" creationId="{99A22B30-9981-450E-B982-0294C7546FE7}"/>
          </ac:spMkLst>
        </pc:spChg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2590998277" sldId="311"/>
        </pc:sldMkLst>
      </pc:sldChg>
      <pc:sldChg chg="modSp new mod">
        <pc:chgData name="Júlio César Chaves" userId="3f913fe9-3202-435d-b9f5-b2fca763184f" providerId="ADAL" clId="{574D6E2E-1ABF-4EFF-B672-94C1B27DFC66}" dt="2021-07-26T13:30:00.151" v="78" actId="20577"/>
        <pc:sldMkLst>
          <pc:docMk/>
          <pc:sldMk cId="2613251713" sldId="311"/>
        </pc:sldMkLst>
        <pc:spChg chg="mod">
          <ac:chgData name="Júlio César Chaves" userId="3f913fe9-3202-435d-b9f5-b2fca763184f" providerId="ADAL" clId="{574D6E2E-1ABF-4EFF-B672-94C1B27DFC66}" dt="2021-07-26T13:30:00.151" v="78" actId="20577"/>
          <ac:spMkLst>
            <pc:docMk/>
            <pc:sldMk cId="2613251713" sldId="311"/>
            <ac:spMk id="2" creationId="{56EEE069-4B9D-4C3A-951D-94349513E417}"/>
          </ac:spMkLst>
        </pc:spChg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630877073" sldId="312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369218943" sldId="313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083578483" sldId="314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3903497309" sldId="315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92492944" sldId="316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9588457" sldId="323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296444834" sldId="328"/>
        </pc:sldMkLst>
      </pc:sldChg>
      <pc:sldChg chg="add modNotesTx">
        <pc:chgData name="Júlio César Chaves" userId="3f913fe9-3202-435d-b9f5-b2fca763184f" providerId="ADAL" clId="{574D6E2E-1ABF-4EFF-B672-94C1B27DFC66}" dt="2021-07-26T17:12:41.607" v="616" actId="6549"/>
        <pc:sldMkLst>
          <pc:docMk/>
          <pc:sldMk cId="3441492987" sldId="328"/>
        </pc:sldMkLst>
      </pc:sldChg>
      <pc:sldChg chg="add modNotesTx">
        <pc:chgData name="Júlio César Chaves" userId="3f913fe9-3202-435d-b9f5-b2fca763184f" providerId="ADAL" clId="{574D6E2E-1ABF-4EFF-B672-94C1B27DFC66}" dt="2021-07-26T17:47:55.110" v="1108" actId="20577"/>
        <pc:sldMkLst>
          <pc:docMk/>
          <pc:sldMk cId="93438378" sldId="329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993423019" sldId="330"/>
        </pc:sldMkLst>
      </pc:sldChg>
      <pc:sldChg chg="add del">
        <pc:chgData name="Júlio César Chaves" userId="3f913fe9-3202-435d-b9f5-b2fca763184f" providerId="ADAL" clId="{574D6E2E-1ABF-4EFF-B672-94C1B27DFC66}" dt="2021-07-26T17:48:48.315" v="1109" actId="47"/>
        <pc:sldMkLst>
          <pc:docMk/>
          <pc:sldMk cId="3768277021" sldId="330"/>
        </pc:sldMkLst>
      </pc:sldChg>
      <pc:sldChg chg="add del mod modShow">
        <pc:chgData name="Júlio César Chaves" userId="3f913fe9-3202-435d-b9f5-b2fca763184f" providerId="ADAL" clId="{574D6E2E-1ABF-4EFF-B672-94C1B27DFC66}" dt="2021-07-26T20:57:15.867" v="2227" actId="47"/>
        <pc:sldMkLst>
          <pc:docMk/>
          <pc:sldMk cId="3225712823" sldId="331"/>
        </pc:sldMkLst>
      </pc:sldChg>
      <pc:sldChg chg="add del">
        <pc:chgData name="Júlio César Chaves" userId="3f913fe9-3202-435d-b9f5-b2fca763184f" providerId="ADAL" clId="{574D6E2E-1ABF-4EFF-B672-94C1B27DFC66}" dt="2021-07-26T20:57:15.867" v="2227" actId="47"/>
        <pc:sldMkLst>
          <pc:docMk/>
          <pc:sldMk cId="2827467724" sldId="332"/>
        </pc:sldMkLst>
      </pc:sldChg>
      <pc:sldChg chg="add del">
        <pc:chgData name="Júlio César Chaves" userId="3f913fe9-3202-435d-b9f5-b2fca763184f" providerId="ADAL" clId="{574D6E2E-1ABF-4EFF-B672-94C1B27DFC66}" dt="2021-07-26T20:57:15.867" v="2227" actId="47"/>
        <pc:sldMkLst>
          <pc:docMk/>
          <pc:sldMk cId="3609365172" sldId="333"/>
        </pc:sldMkLst>
      </pc:sldChg>
      <pc:sldChg chg="modSp add del">
        <pc:chgData name="Júlio César Chaves" userId="3f913fe9-3202-435d-b9f5-b2fca763184f" providerId="ADAL" clId="{574D6E2E-1ABF-4EFF-B672-94C1B27DFC66}" dt="2021-07-26T20:41:55.744" v="2224" actId="47"/>
        <pc:sldMkLst>
          <pc:docMk/>
          <pc:sldMk cId="723996665" sldId="334"/>
        </pc:sldMkLst>
        <pc:spChg chg="mod">
          <ac:chgData name="Júlio César Chaves" userId="3f913fe9-3202-435d-b9f5-b2fca763184f" providerId="ADAL" clId="{574D6E2E-1ABF-4EFF-B672-94C1B27DFC66}" dt="2021-07-26T20:41:51.425" v="2223" actId="20578"/>
          <ac:spMkLst>
            <pc:docMk/>
            <pc:sldMk cId="723996665" sldId="334"/>
            <ac:spMk id="11" creationId="{67EBC36F-07BC-4C69-9C52-F4D785DB7669}"/>
          </ac:spMkLst>
        </pc:spChg>
      </pc:sldChg>
      <pc:sldChg chg="add del">
        <pc:chgData name="Júlio César Chaves" userId="3f913fe9-3202-435d-b9f5-b2fca763184f" providerId="ADAL" clId="{574D6E2E-1ABF-4EFF-B672-94C1B27DFC66}" dt="2021-07-26T20:42:02.749" v="2225" actId="47"/>
        <pc:sldMkLst>
          <pc:docMk/>
          <pc:sldMk cId="1966404388" sldId="335"/>
        </pc:sldMkLst>
      </pc:sldChg>
      <pc:sldChg chg="add del">
        <pc:chgData name="Júlio César Chaves" userId="3f913fe9-3202-435d-b9f5-b2fca763184f" providerId="ADAL" clId="{574D6E2E-1ABF-4EFF-B672-94C1B27DFC66}" dt="2021-07-26T20:42:06.900" v="2226" actId="47"/>
        <pc:sldMkLst>
          <pc:docMk/>
          <pc:sldMk cId="3104908072" sldId="336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782284429" sldId="337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867717464" sldId="338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754747553" sldId="339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4005531493" sldId="339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3945369851" sldId="340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614377096" sldId="341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2347751309" sldId="342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3242401903" sldId="343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574D6E2E-1ABF-4EFF-B672-94C1B27DFC66}" dt="2021-07-26T13:26:51.719" v="24" actId="47"/>
        <pc:sldMkLst>
          <pc:docMk/>
          <pc:sldMk cId="1492947153" sldId="345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2954476662" sldId="345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2733926045" sldId="346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173090192" sldId="347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3467016877" sldId="348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256226498" sldId="349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342419643" sldId="350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2712587818" sldId="351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195624909" sldId="352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3972776739" sldId="353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96720129" sldId="354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2993404311" sldId="355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992356069" sldId="356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260412712" sldId="357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3107274666" sldId="358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3314896164" sldId="359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086941875" sldId="360"/>
        </pc:sldMkLst>
      </pc:sldChg>
      <pc:sldChg chg="add del">
        <pc:chgData name="Júlio César Chaves" userId="3f913fe9-3202-435d-b9f5-b2fca763184f" providerId="ADAL" clId="{574D6E2E-1ABF-4EFF-B672-94C1B27DFC66}" dt="2021-07-29T13:35:07.517" v="3456" actId="47"/>
        <pc:sldMkLst>
          <pc:docMk/>
          <pc:sldMk cId="1367439457" sldId="361"/>
        </pc:sldMkLst>
      </pc:sldChg>
      <pc:sldChg chg="addSp modSp new mod modNotesTx">
        <pc:chgData name="Júlio César Chaves" userId="3f913fe9-3202-435d-b9f5-b2fca763184f" providerId="ADAL" clId="{574D6E2E-1ABF-4EFF-B672-94C1B27DFC66}" dt="2021-07-27T11:16:16.298" v="2842" actId="20577"/>
        <pc:sldMkLst>
          <pc:docMk/>
          <pc:sldMk cId="3349629813" sldId="362"/>
        </pc:sldMkLst>
        <pc:spChg chg="mod">
          <ac:chgData name="Júlio César Chaves" userId="3f913fe9-3202-435d-b9f5-b2fca763184f" providerId="ADAL" clId="{574D6E2E-1ABF-4EFF-B672-94C1B27DFC66}" dt="2021-07-26T16:22:27.125" v="399" actId="20577"/>
          <ac:spMkLst>
            <pc:docMk/>
            <pc:sldMk cId="3349629813" sldId="362"/>
            <ac:spMk id="2" creationId="{9A442A2E-DA21-4FD5-AC3B-778DF2FD6FD2}"/>
          </ac:spMkLst>
        </pc:spChg>
        <pc:spChg chg="mod">
          <ac:chgData name="Júlio César Chaves" userId="3f913fe9-3202-435d-b9f5-b2fca763184f" providerId="ADAL" clId="{574D6E2E-1ABF-4EFF-B672-94C1B27DFC66}" dt="2021-07-26T16:27:32.524" v="606" actId="14100"/>
          <ac:spMkLst>
            <pc:docMk/>
            <pc:sldMk cId="3349629813" sldId="362"/>
            <ac:spMk id="3" creationId="{3FAB2D55-22CA-4A64-9A7C-500661D0224D}"/>
          </ac:spMkLst>
        </pc:spChg>
        <pc:spChg chg="mod">
          <ac:chgData name="Júlio César Chaves" userId="3f913fe9-3202-435d-b9f5-b2fca763184f" providerId="ADAL" clId="{574D6E2E-1ABF-4EFF-B672-94C1B27DFC66}" dt="2021-07-26T16:27:32.524" v="606" actId="14100"/>
          <ac:spMkLst>
            <pc:docMk/>
            <pc:sldMk cId="3349629813" sldId="362"/>
            <ac:spMk id="4" creationId="{D1280AE1-FFCE-4359-B4EC-81854B86B3A2}"/>
          </ac:spMkLst>
        </pc:spChg>
        <pc:picChg chg="add mod">
          <ac:chgData name="Júlio César Chaves" userId="3f913fe9-3202-435d-b9f5-b2fca763184f" providerId="ADAL" clId="{574D6E2E-1ABF-4EFF-B672-94C1B27DFC66}" dt="2021-07-26T17:08:17.339" v="611" actId="1076"/>
          <ac:picMkLst>
            <pc:docMk/>
            <pc:sldMk cId="3349629813" sldId="362"/>
            <ac:picMk id="7" creationId="{A35CEB2D-ECCA-4D22-8B65-B14C2BD6F915}"/>
          </ac:picMkLst>
        </pc:picChg>
        <pc:picChg chg="add mod">
          <ac:chgData name="Júlio César Chaves" userId="3f913fe9-3202-435d-b9f5-b2fca763184f" providerId="ADAL" clId="{574D6E2E-1ABF-4EFF-B672-94C1B27DFC66}" dt="2021-07-26T17:08:13.647" v="610" actId="1076"/>
          <ac:picMkLst>
            <pc:docMk/>
            <pc:sldMk cId="3349629813" sldId="362"/>
            <ac:picMk id="9" creationId="{CFB41A44-A32D-4E76-898C-10A24CB867FA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6T17:21:44.020" v="789" actId="20577"/>
        <pc:sldMkLst>
          <pc:docMk/>
          <pc:sldMk cId="3449732757" sldId="363"/>
        </pc:sldMkLst>
        <pc:spChg chg="mod">
          <ac:chgData name="Júlio César Chaves" userId="3f913fe9-3202-435d-b9f5-b2fca763184f" providerId="ADAL" clId="{574D6E2E-1ABF-4EFF-B672-94C1B27DFC66}" dt="2021-07-26T17:12:51.700" v="634" actId="20577"/>
          <ac:spMkLst>
            <pc:docMk/>
            <pc:sldMk cId="3449732757" sldId="363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574D6E2E-1ABF-4EFF-B672-94C1B27DFC66}" dt="2021-07-26T17:15:59.851" v="640" actId="478"/>
          <ac:spMkLst>
            <pc:docMk/>
            <pc:sldMk cId="3449732757" sldId="363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574D6E2E-1ABF-4EFF-B672-94C1B27DFC66}" dt="2021-07-26T17:18:07.095" v="703" actId="20577"/>
          <ac:spMkLst>
            <pc:docMk/>
            <pc:sldMk cId="3449732757" sldId="36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574D6E2E-1ABF-4EFF-B672-94C1B27DFC66}" dt="2021-07-26T17:16:03.689" v="641" actId="478"/>
          <ac:spMkLst>
            <pc:docMk/>
            <pc:sldMk cId="3449732757" sldId="363"/>
            <ac:spMk id="8" creationId="{D44C1850-2CCC-4D0A-B3EA-5430B7198B4A}"/>
          </ac:spMkLst>
        </pc:spChg>
        <pc:spChg chg="add mod">
          <ac:chgData name="Júlio César Chaves" userId="3f913fe9-3202-435d-b9f5-b2fca763184f" providerId="ADAL" clId="{574D6E2E-1ABF-4EFF-B672-94C1B27DFC66}" dt="2021-07-26T17:17:31.953" v="700" actId="1076"/>
          <ac:spMkLst>
            <pc:docMk/>
            <pc:sldMk cId="3449732757" sldId="363"/>
            <ac:spMk id="9" creationId="{494B1068-6E57-44F9-865B-843428E0D383}"/>
          </ac:spMkLst>
        </pc:spChg>
        <pc:spChg chg="add mod">
          <ac:chgData name="Júlio César Chaves" userId="3f913fe9-3202-435d-b9f5-b2fca763184f" providerId="ADAL" clId="{574D6E2E-1ABF-4EFF-B672-94C1B27DFC66}" dt="2021-07-26T17:17:26.126" v="699" actId="1076"/>
          <ac:spMkLst>
            <pc:docMk/>
            <pc:sldMk cId="3449732757" sldId="363"/>
            <ac:spMk id="10" creationId="{B3AE4BF0-6015-4619-9CD1-19E60762B210}"/>
          </ac:spMkLst>
        </pc:spChg>
        <pc:spChg chg="add mod">
          <ac:chgData name="Júlio César Chaves" userId="3f913fe9-3202-435d-b9f5-b2fca763184f" providerId="ADAL" clId="{574D6E2E-1ABF-4EFF-B672-94C1B27DFC66}" dt="2021-07-26T17:17:26.126" v="699" actId="1076"/>
          <ac:spMkLst>
            <pc:docMk/>
            <pc:sldMk cId="3449732757" sldId="363"/>
            <ac:spMk id="11" creationId="{64E3C72F-A41F-4A3D-9DC6-DE209FB7C3CF}"/>
          </ac:spMkLst>
        </pc:spChg>
        <pc:picChg chg="del">
          <ac:chgData name="Júlio César Chaves" userId="3f913fe9-3202-435d-b9f5-b2fca763184f" providerId="ADAL" clId="{574D6E2E-1ABF-4EFF-B672-94C1B27DFC66}" dt="2021-07-26T17:15:55.945" v="639" actId="478"/>
          <ac:picMkLst>
            <pc:docMk/>
            <pc:sldMk cId="3449732757" sldId="363"/>
            <ac:picMk id="7" creationId="{7C6BBEF6-2E1A-3B48-8EE0-ED9CF92255E6}"/>
          </ac:picMkLst>
        </pc:picChg>
      </pc:sldChg>
      <pc:sldChg chg="addSp modSp new mod modNotesTx">
        <pc:chgData name="Júlio César Chaves" userId="3f913fe9-3202-435d-b9f5-b2fca763184f" providerId="ADAL" clId="{574D6E2E-1ABF-4EFF-B672-94C1B27DFC66}" dt="2021-07-28T19:27:45.240" v="3397" actId="20577"/>
        <pc:sldMkLst>
          <pc:docMk/>
          <pc:sldMk cId="3901715190" sldId="364"/>
        </pc:sldMkLst>
        <pc:spChg chg="mod">
          <ac:chgData name="Júlio César Chaves" userId="3f913fe9-3202-435d-b9f5-b2fca763184f" providerId="ADAL" clId="{574D6E2E-1ABF-4EFF-B672-94C1B27DFC66}" dt="2021-07-26T17:23:11.902" v="799" actId="20577"/>
          <ac:spMkLst>
            <pc:docMk/>
            <pc:sldMk cId="3901715190" sldId="364"/>
            <ac:spMk id="2" creationId="{1A5BDFCA-72B1-451B-BBE3-C0259C654441}"/>
          </ac:spMkLst>
        </pc:spChg>
        <pc:spChg chg="mod">
          <ac:chgData name="Júlio César Chaves" userId="3f913fe9-3202-435d-b9f5-b2fca763184f" providerId="ADAL" clId="{574D6E2E-1ABF-4EFF-B672-94C1B27DFC66}" dt="2021-07-26T17:44:35.008" v="1043" actId="14100"/>
          <ac:spMkLst>
            <pc:docMk/>
            <pc:sldMk cId="3901715190" sldId="364"/>
            <ac:spMk id="3" creationId="{2F164F13-5A0B-4220-BBEE-62DD44EFFB6F}"/>
          </ac:spMkLst>
        </pc:spChg>
        <pc:spChg chg="mod">
          <ac:chgData name="Júlio César Chaves" userId="3f913fe9-3202-435d-b9f5-b2fca763184f" providerId="ADAL" clId="{574D6E2E-1ABF-4EFF-B672-94C1B27DFC66}" dt="2021-07-26T17:44:35.008" v="1043" actId="14100"/>
          <ac:spMkLst>
            <pc:docMk/>
            <pc:sldMk cId="3901715190" sldId="364"/>
            <ac:spMk id="4" creationId="{768DB3BF-687A-44E3-8248-AD0202D60747}"/>
          </ac:spMkLst>
        </pc:spChg>
        <pc:spChg chg="mod">
          <ac:chgData name="Júlio César Chaves" userId="3f913fe9-3202-435d-b9f5-b2fca763184f" providerId="ADAL" clId="{574D6E2E-1ABF-4EFF-B672-94C1B27DFC66}" dt="2021-07-28T19:27:45.240" v="3397" actId="20577"/>
          <ac:spMkLst>
            <pc:docMk/>
            <pc:sldMk cId="3901715190" sldId="364"/>
            <ac:spMk id="5" creationId="{CD09F9CC-7FB2-4043-9FD8-D3832BEE6D59}"/>
          </ac:spMkLst>
        </pc:spChg>
        <pc:picChg chg="add mod">
          <ac:chgData name="Júlio César Chaves" userId="3f913fe9-3202-435d-b9f5-b2fca763184f" providerId="ADAL" clId="{574D6E2E-1ABF-4EFF-B672-94C1B27DFC66}" dt="2021-07-26T17:44:55.678" v="1046" actId="1076"/>
          <ac:picMkLst>
            <pc:docMk/>
            <pc:sldMk cId="3901715190" sldId="364"/>
            <ac:picMk id="6" creationId="{228687F5-24AA-4318-92E2-C33AD6642807}"/>
          </ac:picMkLst>
        </pc:picChg>
      </pc:sldChg>
      <pc:sldChg chg="addSp delSp modSp new mod modNotesTx">
        <pc:chgData name="Júlio César Chaves" userId="3f913fe9-3202-435d-b9f5-b2fca763184f" providerId="ADAL" clId="{574D6E2E-1ABF-4EFF-B672-94C1B27DFC66}" dt="2021-07-28T19:27:54.711" v="3398"/>
        <pc:sldMkLst>
          <pc:docMk/>
          <pc:sldMk cId="2321978320" sldId="365"/>
        </pc:sldMkLst>
        <pc:spChg chg="mod">
          <ac:chgData name="Júlio César Chaves" userId="3f913fe9-3202-435d-b9f5-b2fca763184f" providerId="ADAL" clId="{574D6E2E-1ABF-4EFF-B672-94C1B27DFC66}" dt="2021-07-26T17:50:50.119" v="1124" actId="20577"/>
          <ac:spMkLst>
            <pc:docMk/>
            <pc:sldMk cId="2321978320" sldId="365"/>
            <ac:spMk id="2" creationId="{B3C17834-379A-4EB8-9439-FF36018E5DBB}"/>
          </ac:spMkLst>
        </pc:spChg>
        <pc:spChg chg="del">
          <ac:chgData name="Júlio César Chaves" userId="3f913fe9-3202-435d-b9f5-b2fca763184f" providerId="ADAL" clId="{574D6E2E-1ABF-4EFF-B672-94C1B27DFC66}" dt="2021-07-26T17:56:29.039" v="1127" actId="478"/>
          <ac:spMkLst>
            <pc:docMk/>
            <pc:sldMk cId="2321978320" sldId="365"/>
            <ac:spMk id="3" creationId="{CDD2987E-6845-4B95-98A6-DD45B4E44547}"/>
          </ac:spMkLst>
        </pc:spChg>
        <pc:spChg chg="mod">
          <ac:chgData name="Júlio César Chaves" userId="3f913fe9-3202-435d-b9f5-b2fca763184f" providerId="ADAL" clId="{574D6E2E-1ABF-4EFF-B672-94C1B27DFC66}" dt="2021-07-26T17:57:27.723" v="1176" actId="20577"/>
          <ac:spMkLst>
            <pc:docMk/>
            <pc:sldMk cId="2321978320" sldId="365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7:54.711" v="3398"/>
          <ac:spMkLst>
            <pc:docMk/>
            <pc:sldMk cId="2321978320" sldId="365"/>
            <ac:spMk id="5" creationId="{9D14D0C7-3E1A-42A0-A9D8-C8B03F6773D4}"/>
          </ac:spMkLst>
        </pc:spChg>
        <pc:picChg chg="add mod">
          <ac:chgData name="Júlio César Chaves" userId="3f913fe9-3202-435d-b9f5-b2fca763184f" providerId="ADAL" clId="{574D6E2E-1ABF-4EFF-B672-94C1B27DFC66}" dt="2021-07-26T17:57:10.735" v="1138" actId="1076"/>
          <ac:picMkLst>
            <pc:docMk/>
            <pc:sldMk cId="2321978320" sldId="365"/>
            <ac:picMk id="6" creationId="{484F579C-82E7-424C-AB08-D8E147E71626}"/>
          </ac:picMkLst>
        </pc:picChg>
      </pc:sldChg>
      <pc:sldChg chg="add del">
        <pc:chgData name="Júlio César Chaves" userId="3f913fe9-3202-435d-b9f5-b2fca763184f" providerId="ADAL" clId="{574D6E2E-1ABF-4EFF-B672-94C1B27DFC66}" dt="2021-07-26T18:01:14.482" v="1253" actId="47"/>
        <pc:sldMkLst>
          <pc:docMk/>
          <pc:sldMk cId="1532397592" sldId="366"/>
        </pc:sldMkLst>
      </pc:sldChg>
      <pc:sldChg chg="addSp delSp modSp add mod modNotesTx">
        <pc:chgData name="Júlio César Chaves" userId="3f913fe9-3202-435d-b9f5-b2fca763184f" providerId="ADAL" clId="{574D6E2E-1ABF-4EFF-B672-94C1B27DFC66}" dt="2021-07-28T19:27:59.924" v="3399"/>
        <pc:sldMkLst>
          <pc:docMk/>
          <pc:sldMk cId="3995975927" sldId="366"/>
        </pc:sldMkLst>
        <pc:spChg chg="mod">
          <ac:chgData name="Júlio César Chaves" userId="3f913fe9-3202-435d-b9f5-b2fca763184f" providerId="ADAL" clId="{574D6E2E-1ABF-4EFF-B672-94C1B27DFC66}" dt="2021-07-26T18:02:01.808" v="1291" actId="20577"/>
          <ac:spMkLst>
            <pc:docMk/>
            <pc:sldMk cId="3995975927" sldId="366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7:59.924" v="3399"/>
          <ac:spMkLst>
            <pc:docMk/>
            <pc:sldMk cId="3995975927" sldId="366"/>
            <ac:spMk id="5" creationId="{9D14D0C7-3E1A-42A0-A9D8-C8B03F6773D4}"/>
          </ac:spMkLst>
        </pc:spChg>
        <pc:picChg chg="del">
          <ac:chgData name="Júlio César Chaves" userId="3f913fe9-3202-435d-b9f5-b2fca763184f" providerId="ADAL" clId="{574D6E2E-1ABF-4EFF-B672-94C1B27DFC66}" dt="2021-07-26T18:01:39.287" v="1256" actId="478"/>
          <ac:picMkLst>
            <pc:docMk/>
            <pc:sldMk cId="3995975927" sldId="366"/>
            <ac:picMk id="6" creationId="{484F579C-82E7-424C-AB08-D8E147E71626}"/>
          </ac:picMkLst>
        </pc:picChg>
        <pc:picChg chg="add mod">
          <ac:chgData name="Júlio César Chaves" userId="3f913fe9-3202-435d-b9f5-b2fca763184f" providerId="ADAL" clId="{574D6E2E-1ABF-4EFF-B672-94C1B27DFC66}" dt="2021-07-26T18:01:50.976" v="1258" actId="1076"/>
          <ac:picMkLst>
            <pc:docMk/>
            <pc:sldMk cId="3995975927" sldId="366"/>
            <ac:picMk id="7" creationId="{5E1C967E-6ED5-4B94-B597-EC89DC33E6EC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8T19:28:04.820" v="3400"/>
        <pc:sldMkLst>
          <pc:docMk/>
          <pc:sldMk cId="3148646478" sldId="367"/>
        </pc:sldMkLst>
        <pc:spChg chg="mod">
          <ac:chgData name="Júlio César Chaves" userId="3f913fe9-3202-435d-b9f5-b2fca763184f" providerId="ADAL" clId="{574D6E2E-1ABF-4EFF-B672-94C1B27DFC66}" dt="2021-07-26T18:08:53.450" v="1413" actId="20577"/>
          <ac:spMkLst>
            <pc:docMk/>
            <pc:sldMk cId="3148646478" sldId="367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04.820" v="3400"/>
          <ac:spMkLst>
            <pc:docMk/>
            <pc:sldMk cId="3148646478" sldId="367"/>
            <ac:spMk id="5" creationId="{9D14D0C7-3E1A-42A0-A9D8-C8B03F6773D4}"/>
          </ac:spMkLst>
        </pc:spChg>
        <pc:spChg chg="add mod">
          <ac:chgData name="Júlio César Chaves" userId="3f913fe9-3202-435d-b9f5-b2fca763184f" providerId="ADAL" clId="{574D6E2E-1ABF-4EFF-B672-94C1B27DFC66}" dt="2021-07-26T18:21:23.985" v="1424" actId="1076"/>
          <ac:spMkLst>
            <pc:docMk/>
            <pc:sldMk cId="3148646478" sldId="367"/>
            <ac:spMk id="10" creationId="{48EE5778-829F-4C7C-9DFE-3B63DFAD5F8F}"/>
          </ac:spMkLst>
        </pc:spChg>
        <pc:spChg chg="add mod">
          <ac:chgData name="Júlio César Chaves" userId="3f913fe9-3202-435d-b9f5-b2fca763184f" providerId="ADAL" clId="{574D6E2E-1ABF-4EFF-B672-94C1B27DFC66}" dt="2021-07-26T18:21:34.866" v="1430" actId="20577"/>
          <ac:spMkLst>
            <pc:docMk/>
            <pc:sldMk cId="3148646478" sldId="367"/>
            <ac:spMk id="11" creationId="{973D2B1C-EFC9-4405-A10A-0B8F4002C382}"/>
          </ac:spMkLst>
        </pc:spChg>
        <pc:spChg chg="add mod">
          <ac:chgData name="Júlio César Chaves" userId="3f913fe9-3202-435d-b9f5-b2fca763184f" providerId="ADAL" clId="{574D6E2E-1ABF-4EFF-B672-94C1B27DFC66}" dt="2021-07-26T18:21:47.127" v="1434" actId="20577"/>
          <ac:spMkLst>
            <pc:docMk/>
            <pc:sldMk cId="3148646478" sldId="367"/>
            <ac:spMk id="12" creationId="{4D779580-C4D1-4145-A03A-8F6B2BC16035}"/>
          </ac:spMkLst>
        </pc:spChg>
        <pc:picChg chg="add mod">
          <ac:chgData name="Júlio César Chaves" userId="3f913fe9-3202-435d-b9f5-b2fca763184f" providerId="ADAL" clId="{574D6E2E-1ABF-4EFF-B672-94C1B27DFC66}" dt="2021-07-26T18:09:16.319" v="1416" actId="1076"/>
          <ac:picMkLst>
            <pc:docMk/>
            <pc:sldMk cId="3148646478" sldId="367"/>
            <ac:picMk id="6" creationId="{6F754A05-5FC5-49D4-96C4-60C4B91E5AAA}"/>
          </ac:picMkLst>
        </pc:picChg>
        <pc:picChg chg="del">
          <ac:chgData name="Júlio César Chaves" userId="3f913fe9-3202-435d-b9f5-b2fca763184f" providerId="ADAL" clId="{574D6E2E-1ABF-4EFF-B672-94C1B27DFC66}" dt="2021-07-26T18:08:56.094" v="1414" actId="478"/>
          <ac:picMkLst>
            <pc:docMk/>
            <pc:sldMk cId="3148646478" sldId="367"/>
            <ac:picMk id="7" creationId="{5E1C967E-6ED5-4B94-B597-EC89DC33E6EC}"/>
          </ac:picMkLst>
        </pc:picChg>
        <pc:picChg chg="add mod">
          <ac:chgData name="Júlio César Chaves" userId="3f913fe9-3202-435d-b9f5-b2fca763184f" providerId="ADAL" clId="{574D6E2E-1ABF-4EFF-B672-94C1B27DFC66}" dt="2021-07-26T18:09:16.319" v="1416" actId="1076"/>
          <ac:picMkLst>
            <pc:docMk/>
            <pc:sldMk cId="3148646478" sldId="367"/>
            <ac:picMk id="8" creationId="{8F3E8171-9B42-4145-8322-40DE8C657A66}"/>
          </ac:picMkLst>
        </pc:picChg>
        <pc:picChg chg="add mod">
          <ac:chgData name="Júlio César Chaves" userId="3f913fe9-3202-435d-b9f5-b2fca763184f" providerId="ADAL" clId="{574D6E2E-1ABF-4EFF-B672-94C1B27DFC66}" dt="2021-07-26T18:09:16.319" v="1416" actId="1076"/>
          <ac:picMkLst>
            <pc:docMk/>
            <pc:sldMk cId="3148646478" sldId="367"/>
            <ac:picMk id="9" creationId="{424BA412-05BE-4032-8C60-3FE5A4D0FC93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8T19:28:08.267" v="3401"/>
        <pc:sldMkLst>
          <pc:docMk/>
          <pc:sldMk cId="819666362" sldId="368"/>
        </pc:sldMkLst>
        <pc:spChg chg="mod">
          <ac:chgData name="Júlio César Chaves" userId="3f913fe9-3202-435d-b9f5-b2fca763184f" providerId="ADAL" clId="{574D6E2E-1ABF-4EFF-B672-94C1B27DFC66}" dt="2021-07-26T18:35:55.750" v="1753" actId="14100"/>
          <ac:spMkLst>
            <pc:docMk/>
            <pc:sldMk cId="819666362" sldId="368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08.267" v="3401"/>
          <ac:spMkLst>
            <pc:docMk/>
            <pc:sldMk cId="819666362" sldId="368"/>
            <ac:spMk id="5" creationId="{9D14D0C7-3E1A-42A0-A9D8-C8B03F6773D4}"/>
          </ac:spMkLst>
        </pc:spChg>
        <pc:spChg chg="del">
          <ac:chgData name="Júlio César Chaves" userId="3f913fe9-3202-435d-b9f5-b2fca763184f" providerId="ADAL" clId="{574D6E2E-1ABF-4EFF-B672-94C1B27DFC66}" dt="2021-07-26T18:35:18.654" v="1714" actId="478"/>
          <ac:spMkLst>
            <pc:docMk/>
            <pc:sldMk cId="819666362" sldId="368"/>
            <ac:spMk id="10" creationId="{48EE5778-829F-4C7C-9DFE-3B63DFAD5F8F}"/>
          </ac:spMkLst>
        </pc:spChg>
        <pc:spChg chg="del">
          <ac:chgData name="Júlio César Chaves" userId="3f913fe9-3202-435d-b9f5-b2fca763184f" providerId="ADAL" clId="{574D6E2E-1ABF-4EFF-B672-94C1B27DFC66}" dt="2021-07-26T18:35:18.654" v="1714" actId="478"/>
          <ac:spMkLst>
            <pc:docMk/>
            <pc:sldMk cId="819666362" sldId="368"/>
            <ac:spMk id="11" creationId="{973D2B1C-EFC9-4405-A10A-0B8F4002C382}"/>
          </ac:spMkLst>
        </pc:spChg>
        <pc:spChg chg="del">
          <ac:chgData name="Júlio César Chaves" userId="3f913fe9-3202-435d-b9f5-b2fca763184f" providerId="ADAL" clId="{574D6E2E-1ABF-4EFF-B672-94C1B27DFC66}" dt="2021-07-26T18:35:18.654" v="1714" actId="478"/>
          <ac:spMkLst>
            <pc:docMk/>
            <pc:sldMk cId="819666362" sldId="368"/>
            <ac:spMk id="12" creationId="{4D779580-C4D1-4145-A03A-8F6B2BC16035}"/>
          </ac:spMkLst>
        </pc:spChg>
        <pc:picChg chg="del">
          <ac:chgData name="Júlio César Chaves" userId="3f913fe9-3202-435d-b9f5-b2fca763184f" providerId="ADAL" clId="{574D6E2E-1ABF-4EFF-B672-94C1B27DFC66}" dt="2021-07-26T18:35:18.654" v="1714" actId="478"/>
          <ac:picMkLst>
            <pc:docMk/>
            <pc:sldMk cId="819666362" sldId="368"/>
            <ac:picMk id="6" creationId="{6F754A05-5FC5-49D4-96C4-60C4B91E5AAA}"/>
          </ac:picMkLst>
        </pc:picChg>
        <pc:picChg chg="del">
          <ac:chgData name="Júlio César Chaves" userId="3f913fe9-3202-435d-b9f5-b2fca763184f" providerId="ADAL" clId="{574D6E2E-1ABF-4EFF-B672-94C1B27DFC66}" dt="2021-07-26T18:35:18.654" v="1714" actId="478"/>
          <ac:picMkLst>
            <pc:docMk/>
            <pc:sldMk cId="819666362" sldId="368"/>
            <ac:picMk id="8" creationId="{8F3E8171-9B42-4145-8322-40DE8C657A66}"/>
          </ac:picMkLst>
        </pc:picChg>
        <pc:picChg chg="del">
          <ac:chgData name="Júlio César Chaves" userId="3f913fe9-3202-435d-b9f5-b2fca763184f" providerId="ADAL" clId="{574D6E2E-1ABF-4EFF-B672-94C1B27DFC66}" dt="2021-07-26T18:35:18.654" v="1714" actId="478"/>
          <ac:picMkLst>
            <pc:docMk/>
            <pc:sldMk cId="819666362" sldId="368"/>
            <ac:picMk id="9" creationId="{424BA412-05BE-4032-8C60-3FE5A4D0FC93}"/>
          </ac:picMkLst>
        </pc:picChg>
        <pc:picChg chg="add mod">
          <ac:chgData name="Júlio César Chaves" userId="3f913fe9-3202-435d-b9f5-b2fca763184f" providerId="ADAL" clId="{574D6E2E-1ABF-4EFF-B672-94C1B27DFC66}" dt="2021-07-26T18:35:28.807" v="1716" actId="1076"/>
          <ac:picMkLst>
            <pc:docMk/>
            <pc:sldMk cId="819666362" sldId="368"/>
            <ac:picMk id="13" creationId="{959E7C41-E50C-424C-B49F-AF55D4E3D01F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8T19:28:11.961" v="3402"/>
        <pc:sldMkLst>
          <pc:docMk/>
          <pc:sldMk cId="3912011427" sldId="369"/>
        </pc:sldMkLst>
        <pc:spChg chg="mod">
          <ac:chgData name="Júlio César Chaves" userId="3f913fe9-3202-435d-b9f5-b2fca763184f" providerId="ADAL" clId="{574D6E2E-1ABF-4EFF-B672-94C1B27DFC66}" dt="2021-07-26T18:40:39.426" v="1795" actId="20577"/>
          <ac:spMkLst>
            <pc:docMk/>
            <pc:sldMk cId="3912011427" sldId="369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11.961" v="3402"/>
          <ac:spMkLst>
            <pc:docMk/>
            <pc:sldMk cId="3912011427" sldId="369"/>
            <ac:spMk id="5" creationId="{9D14D0C7-3E1A-42A0-A9D8-C8B03F6773D4}"/>
          </ac:spMkLst>
        </pc:spChg>
        <pc:picChg chg="add mod">
          <ac:chgData name="Júlio César Chaves" userId="3f913fe9-3202-435d-b9f5-b2fca763184f" providerId="ADAL" clId="{574D6E2E-1ABF-4EFF-B672-94C1B27DFC66}" dt="2021-07-26T18:40:45.246" v="1796" actId="1076"/>
          <ac:picMkLst>
            <pc:docMk/>
            <pc:sldMk cId="3912011427" sldId="369"/>
            <ac:picMk id="6" creationId="{D7ED6989-2A5E-4970-A5D5-703C450EB595}"/>
          </ac:picMkLst>
        </pc:picChg>
        <pc:picChg chg="del">
          <ac:chgData name="Júlio César Chaves" userId="3f913fe9-3202-435d-b9f5-b2fca763184f" providerId="ADAL" clId="{574D6E2E-1ABF-4EFF-B672-94C1B27DFC66}" dt="2021-07-26T18:40:11.757" v="1756" actId="478"/>
          <ac:picMkLst>
            <pc:docMk/>
            <pc:sldMk cId="3912011427" sldId="369"/>
            <ac:picMk id="13" creationId="{959E7C41-E50C-424C-B49F-AF55D4E3D01F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8T19:28:15.118" v="3403"/>
        <pc:sldMkLst>
          <pc:docMk/>
          <pc:sldMk cId="1252823819" sldId="370"/>
        </pc:sldMkLst>
        <pc:spChg chg="mod">
          <ac:chgData name="Júlio César Chaves" userId="3f913fe9-3202-435d-b9f5-b2fca763184f" providerId="ADAL" clId="{574D6E2E-1ABF-4EFF-B672-94C1B27DFC66}" dt="2021-07-26T18:52:02.353" v="1939" actId="20577"/>
          <ac:spMkLst>
            <pc:docMk/>
            <pc:sldMk cId="1252823819" sldId="370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15.118" v="3403"/>
          <ac:spMkLst>
            <pc:docMk/>
            <pc:sldMk cId="1252823819" sldId="370"/>
            <ac:spMk id="5" creationId="{9D14D0C7-3E1A-42A0-A9D8-C8B03F6773D4}"/>
          </ac:spMkLst>
        </pc:spChg>
        <pc:picChg chg="del">
          <ac:chgData name="Júlio César Chaves" userId="3f913fe9-3202-435d-b9f5-b2fca763184f" providerId="ADAL" clId="{574D6E2E-1ABF-4EFF-B672-94C1B27DFC66}" dt="2021-07-26T18:45:05.582" v="1923" actId="478"/>
          <ac:picMkLst>
            <pc:docMk/>
            <pc:sldMk cId="1252823819" sldId="370"/>
            <ac:picMk id="6" creationId="{D7ED6989-2A5E-4970-A5D5-703C450EB595}"/>
          </ac:picMkLst>
        </pc:picChg>
        <pc:picChg chg="add mod">
          <ac:chgData name="Júlio César Chaves" userId="3f913fe9-3202-435d-b9f5-b2fca763184f" providerId="ADAL" clId="{574D6E2E-1ABF-4EFF-B672-94C1B27DFC66}" dt="2021-07-26T18:45:17.814" v="1925" actId="1076"/>
          <ac:picMkLst>
            <pc:docMk/>
            <pc:sldMk cId="1252823819" sldId="370"/>
            <ac:picMk id="7" creationId="{8C257A9D-82F3-454D-8E09-AD046F375907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8T19:28:21.127" v="3404"/>
        <pc:sldMkLst>
          <pc:docMk/>
          <pc:sldMk cId="1867780597" sldId="371"/>
        </pc:sldMkLst>
        <pc:spChg chg="mod">
          <ac:chgData name="Júlio César Chaves" userId="3f913fe9-3202-435d-b9f5-b2fca763184f" providerId="ADAL" clId="{574D6E2E-1ABF-4EFF-B672-94C1B27DFC66}" dt="2021-07-26T21:27:32.587" v="2413" actId="20577"/>
          <ac:spMkLst>
            <pc:docMk/>
            <pc:sldMk cId="1867780597" sldId="371"/>
            <ac:spMk id="2" creationId="{B3C17834-379A-4EB8-9439-FF36018E5DBB}"/>
          </ac:spMkLst>
        </pc:spChg>
        <pc:spChg chg="mod">
          <ac:chgData name="Júlio César Chaves" userId="3f913fe9-3202-435d-b9f5-b2fca763184f" providerId="ADAL" clId="{574D6E2E-1ABF-4EFF-B672-94C1B27DFC66}" dt="2021-07-26T21:34:30.829" v="2653" actId="20577"/>
          <ac:spMkLst>
            <pc:docMk/>
            <pc:sldMk cId="1867780597" sldId="371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21.127" v="3404"/>
          <ac:spMkLst>
            <pc:docMk/>
            <pc:sldMk cId="1867780597" sldId="371"/>
            <ac:spMk id="5" creationId="{9D14D0C7-3E1A-42A0-A9D8-C8B03F6773D4}"/>
          </ac:spMkLst>
        </pc:spChg>
        <pc:spChg chg="add del">
          <ac:chgData name="Júlio César Chaves" userId="3f913fe9-3202-435d-b9f5-b2fca763184f" providerId="ADAL" clId="{574D6E2E-1ABF-4EFF-B672-94C1B27DFC66}" dt="2021-07-26T21:22:20.024" v="2325" actId="478"/>
          <ac:spMkLst>
            <pc:docMk/>
            <pc:sldMk cId="1867780597" sldId="371"/>
            <ac:spMk id="8" creationId="{0BAAAA62-D7F7-4E52-BD1E-A2EDD179A970}"/>
          </ac:spMkLst>
        </pc:spChg>
        <pc:spChg chg="add del mod">
          <ac:chgData name="Júlio César Chaves" userId="3f913fe9-3202-435d-b9f5-b2fca763184f" providerId="ADAL" clId="{574D6E2E-1ABF-4EFF-B672-94C1B27DFC66}" dt="2021-07-26T21:22:26.784" v="2327" actId="478"/>
          <ac:spMkLst>
            <pc:docMk/>
            <pc:sldMk cId="1867780597" sldId="371"/>
            <ac:spMk id="9" creationId="{C46856F3-6A37-4B3C-8AD8-D888B5869263}"/>
          </ac:spMkLst>
        </pc:spChg>
        <pc:spChg chg="add mod">
          <ac:chgData name="Júlio César Chaves" userId="3f913fe9-3202-435d-b9f5-b2fca763184f" providerId="ADAL" clId="{574D6E2E-1ABF-4EFF-B672-94C1B27DFC66}" dt="2021-07-26T21:35:32.394" v="2669" actId="20577"/>
          <ac:spMkLst>
            <pc:docMk/>
            <pc:sldMk cId="1867780597" sldId="371"/>
            <ac:spMk id="10" creationId="{0FFF472D-9AC3-415F-81B9-4CD7DA67523B}"/>
          </ac:spMkLst>
        </pc:spChg>
        <pc:picChg chg="del">
          <ac:chgData name="Júlio César Chaves" userId="3f913fe9-3202-435d-b9f5-b2fca763184f" providerId="ADAL" clId="{574D6E2E-1ABF-4EFF-B672-94C1B27DFC66}" dt="2021-07-26T19:06:31.424" v="2221" actId="478"/>
          <ac:picMkLst>
            <pc:docMk/>
            <pc:sldMk cId="1867780597" sldId="371"/>
            <ac:picMk id="7" creationId="{8C257A9D-82F3-454D-8E09-AD046F375907}"/>
          </ac:picMkLst>
        </pc:picChg>
      </pc:sldChg>
      <pc:sldChg chg="modSp add mod">
        <pc:chgData name="Júlio César Chaves" userId="3f913fe9-3202-435d-b9f5-b2fca763184f" providerId="ADAL" clId="{574D6E2E-1ABF-4EFF-B672-94C1B27DFC66}" dt="2021-07-28T19:28:24.210" v="3405"/>
        <pc:sldMkLst>
          <pc:docMk/>
          <pc:sldMk cId="849791802" sldId="372"/>
        </pc:sldMkLst>
        <pc:spChg chg="mod">
          <ac:chgData name="Júlio César Chaves" userId="3f913fe9-3202-435d-b9f5-b2fca763184f" providerId="ADAL" clId="{574D6E2E-1ABF-4EFF-B672-94C1B27DFC66}" dt="2021-07-28T19:28:24.210" v="3405"/>
          <ac:spMkLst>
            <pc:docMk/>
            <pc:sldMk cId="849791802" sldId="372"/>
            <ac:spMk id="5" creationId="{9D14D0C7-3E1A-42A0-A9D8-C8B03F6773D4}"/>
          </ac:spMkLst>
        </pc:spChg>
        <pc:spChg chg="mod">
          <ac:chgData name="Júlio César Chaves" userId="3f913fe9-3202-435d-b9f5-b2fca763184f" providerId="ADAL" clId="{574D6E2E-1ABF-4EFF-B672-94C1B27DFC66}" dt="2021-07-26T21:35:40.677" v="2674" actId="20577"/>
          <ac:spMkLst>
            <pc:docMk/>
            <pc:sldMk cId="849791802" sldId="372"/>
            <ac:spMk id="10" creationId="{0FFF472D-9AC3-415F-81B9-4CD7DA67523B}"/>
          </ac:spMkLst>
        </pc:spChg>
      </pc:sldChg>
      <pc:sldChg chg="new del">
        <pc:chgData name="Júlio César Chaves" userId="3f913fe9-3202-435d-b9f5-b2fca763184f" providerId="ADAL" clId="{574D6E2E-1ABF-4EFF-B672-94C1B27DFC66}" dt="2021-07-26T21:25:00.067" v="2364" actId="47"/>
        <pc:sldMkLst>
          <pc:docMk/>
          <pc:sldMk cId="4013789084" sldId="372"/>
        </pc:sldMkLst>
      </pc:sldChg>
      <pc:sldChg chg="addSp delSp modSp add mod modNotesTx">
        <pc:chgData name="Júlio César Chaves" userId="3f913fe9-3202-435d-b9f5-b2fca763184f" providerId="ADAL" clId="{574D6E2E-1ABF-4EFF-B672-94C1B27DFC66}" dt="2021-07-28T19:28:28.010" v="3406"/>
        <pc:sldMkLst>
          <pc:docMk/>
          <pc:sldMk cId="2462488294" sldId="373"/>
        </pc:sldMkLst>
        <pc:spChg chg="mod">
          <ac:chgData name="Júlio César Chaves" userId="3f913fe9-3202-435d-b9f5-b2fca763184f" providerId="ADAL" clId="{574D6E2E-1ABF-4EFF-B672-94C1B27DFC66}" dt="2021-07-26T21:35:49.550" v="2691" actId="20577"/>
          <ac:spMkLst>
            <pc:docMk/>
            <pc:sldMk cId="2462488294" sldId="373"/>
            <ac:spMk id="2" creationId="{B3C17834-379A-4EB8-9439-FF36018E5DBB}"/>
          </ac:spMkLst>
        </pc:spChg>
        <pc:spChg chg="del">
          <ac:chgData name="Júlio César Chaves" userId="3f913fe9-3202-435d-b9f5-b2fca763184f" providerId="ADAL" clId="{574D6E2E-1ABF-4EFF-B672-94C1B27DFC66}" dt="2021-07-26T21:35:55.241" v="2693" actId="478"/>
          <ac:spMkLst>
            <pc:docMk/>
            <pc:sldMk cId="2462488294" sldId="373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28.010" v="3406"/>
          <ac:spMkLst>
            <pc:docMk/>
            <pc:sldMk cId="2462488294" sldId="373"/>
            <ac:spMk id="5" creationId="{9D14D0C7-3E1A-42A0-A9D8-C8B03F6773D4}"/>
          </ac:spMkLst>
        </pc:spChg>
        <pc:spChg chg="add del mod">
          <ac:chgData name="Júlio César Chaves" userId="3f913fe9-3202-435d-b9f5-b2fca763184f" providerId="ADAL" clId="{574D6E2E-1ABF-4EFF-B672-94C1B27DFC66}" dt="2021-07-26T21:35:57.086" v="2694" actId="478"/>
          <ac:spMkLst>
            <pc:docMk/>
            <pc:sldMk cId="2462488294" sldId="373"/>
            <ac:spMk id="6" creationId="{12405009-524A-4107-A267-45D60A26BFBC}"/>
          </ac:spMkLst>
        </pc:spChg>
        <pc:spChg chg="del">
          <ac:chgData name="Júlio César Chaves" userId="3f913fe9-3202-435d-b9f5-b2fca763184f" providerId="ADAL" clId="{574D6E2E-1ABF-4EFF-B672-94C1B27DFC66}" dt="2021-07-26T21:35:53.803" v="2692" actId="478"/>
          <ac:spMkLst>
            <pc:docMk/>
            <pc:sldMk cId="2462488294" sldId="373"/>
            <ac:spMk id="10" creationId="{0FFF472D-9AC3-415F-81B9-4CD7DA67523B}"/>
          </ac:spMkLst>
        </pc:spChg>
        <pc:picChg chg="add mod">
          <ac:chgData name="Júlio César Chaves" userId="3f913fe9-3202-435d-b9f5-b2fca763184f" providerId="ADAL" clId="{574D6E2E-1ABF-4EFF-B672-94C1B27DFC66}" dt="2021-07-26T21:36:12.327" v="2698" actId="1076"/>
          <ac:picMkLst>
            <pc:docMk/>
            <pc:sldMk cId="2462488294" sldId="373"/>
            <ac:picMk id="8" creationId="{5464FC78-7D8E-4191-8627-2B65F5F10117}"/>
          </ac:picMkLst>
        </pc:picChg>
      </pc:sldChg>
      <pc:sldChg chg="modSp new del mod">
        <pc:chgData name="Júlio César Chaves" userId="3f913fe9-3202-435d-b9f5-b2fca763184f" providerId="ADAL" clId="{574D6E2E-1ABF-4EFF-B672-94C1B27DFC66}" dt="2021-07-26T21:25:00.067" v="2364" actId="47"/>
        <pc:sldMkLst>
          <pc:docMk/>
          <pc:sldMk cId="3215633622" sldId="373"/>
        </pc:sldMkLst>
        <pc:spChg chg="mod">
          <ac:chgData name="Júlio César Chaves" userId="3f913fe9-3202-435d-b9f5-b2fca763184f" providerId="ADAL" clId="{574D6E2E-1ABF-4EFF-B672-94C1B27DFC66}" dt="2021-07-26T21:22:47.271" v="2330" actId="20577"/>
          <ac:spMkLst>
            <pc:docMk/>
            <pc:sldMk cId="3215633622" sldId="373"/>
            <ac:spMk id="4" creationId="{6874EA85-04F8-4273-B53C-7CB5E0E3C855}"/>
          </ac:spMkLst>
        </pc:spChg>
      </pc:sldChg>
      <pc:sldChg chg="addSp delSp modSp add mod">
        <pc:chgData name="Júlio César Chaves" userId="3f913fe9-3202-435d-b9f5-b2fca763184f" providerId="ADAL" clId="{574D6E2E-1ABF-4EFF-B672-94C1B27DFC66}" dt="2021-07-28T19:28:31.389" v="3407"/>
        <pc:sldMkLst>
          <pc:docMk/>
          <pc:sldMk cId="908152698" sldId="374"/>
        </pc:sldMkLst>
        <pc:spChg chg="mod">
          <ac:chgData name="Júlio César Chaves" userId="3f913fe9-3202-435d-b9f5-b2fca763184f" providerId="ADAL" clId="{574D6E2E-1ABF-4EFF-B672-94C1B27DFC66}" dt="2021-07-26T21:38:27.767" v="2741" actId="20577"/>
          <ac:spMkLst>
            <pc:docMk/>
            <pc:sldMk cId="908152698" sldId="374"/>
            <ac:spMk id="2" creationId="{B3C17834-379A-4EB8-9439-FF36018E5DBB}"/>
          </ac:spMkLst>
        </pc:spChg>
        <pc:spChg chg="mod">
          <ac:chgData name="Júlio César Chaves" userId="3f913fe9-3202-435d-b9f5-b2fca763184f" providerId="ADAL" clId="{574D6E2E-1ABF-4EFF-B672-94C1B27DFC66}" dt="2021-07-26T21:38:32.957" v="2742" actId="6549"/>
          <ac:spMkLst>
            <pc:docMk/>
            <pc:sldMk cId="908152698" sldId="374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31.389" v="3407"/>
          <ac:spMkLst>
            <pc:docMk/>
            <pc:sldMk cId="908152698" sldId="374"/>
            <ac:spMk id="5" creationId="{9D14D0C7-3E1A-42A0-A9D8-C8B03F6773D4}"/>
          </ac:spMkLst>
        </pc:spChg>
        <pc:spChg chg="del">
          <ac:chgData name="Júlio César Chaves" userId="3f913fe9-3202-435d-b9f5-b2fca763184f" providerId="ADAL" clId="{574D6E2E-1ABF-4EFF-B672-94C1B27DFC66}" dt="2021-07-27T16:25:03.916" v="3199" actId="478"/>
          <ac:spMkLst>
            <pc:docMk/>
            <pc:sldMk cId="908152698" sldId="374"/>
            <ac:spMk id="10" creationId="{0FFF472D-9AC3-415F-81B9-4CD7DA67523B}"/>
          </ac:spMkLst>
        </pc:spChg>
        <pc:picChg chg="add mod">
          <ac:chgData name="Júlio César Chaves" userId="3f913fe9-3202-435d-b9f5-b2fca763184f" providerId="ADAL" clId="{574D6E2E-1ABF-4EFF-B672-94C1B27DFC66}" dt="2021-07-27T16:25:07.192" v="3200" actId="1076"/>
          <ac:picMkLst>
            <pc:docMk/>
            <pc:sldMk cId="908152698" sldId="374"/>
            <ac:picMk id="6" creationId="{8E01E32E-6D3C-42B7-AF2B-4856C7991067}"/>
          </ac:picMkLst>
        </pc:picChg>
      </pc:sldChg>
      <pc:sldChg chg="addSp delSp modSp add mod modNotesTx">
        <pc:chgData name="Júlio César Chaves" userId="3f913fe9-3202-435d-b9f5-b2fca763184f" providerId="ADAL" clId="{574D6E2E-1ABF-4EFF-B672-94C1B27DFC66}" dt="2021-07-28T19:47:38.527" v="3455" actId="20577"/>
        <pc:sldMkLst>
          <pc:docMk/>
          <pc:sldMk cId="3230336124" sldId="375"/>
        </pc:sldMkLst>
        <pc:spChg chg="mod">
          <ac:chgData name="Júlio César Chaves" userId="3f913fe9-3202-435d-b9f5-b2fca763184f" providerId="ADAL" clId="{574D6E2E-1ABF-4EFF-B672-94C1B27DFC66}" dt="2021-07-26T21:38:56.707" v="2771" actId="20577"/>
          <ac:spMkLst>
            <pc:docMk/>
            <pc:sldMk cId="3230336124" sldId="375"/>
            <ac:spMk id="2" creationId="{B3C17834-379A-4EB8-9439-FF36018E5DBB}"/>
          </ac:spMkLst>
        </pc:spChg>
        <pc:spChg chg="del mod">
          <ac:chgData name="Júlio César Chaves" userId="3f913fe9-3202-435d-b9f5-b2fca763184f" providerId="ADAL" clId="{574D6E2E-1ABF-4EFF-B672-94C1B27DFC66}" dt="2021-07-27T17:22:38.352" v="3201" actId="478"/>
          <ac:spMkLst>
            <pc:docMk/>
            <pc:sldMk cId="3230336124" sldId="375"/>
            <ac:spMk id="4" creationId="{0C362C6C-889B-4F9E-9E60-DCF35DBB874A}"/>
          </ac:spMkLst>
        </pc:spChg>
        <pc:spChg chg="mod">
          <ac:chgData name="Júlio César Chaves" userId="3f913fe9-3202-435d-b9f5-b2fca763184f" providerId="ADAL" clId="{574D6E2E-1ABF-4EFF-B672-94C1B27DFC66}" dt="2021-07-28T19:28:41.428" v="3408" actId="6549"/>
          <ac:spMkLst>
            <pc:docMk/>
            <pc:sldMk cId="3230336124" sldId="375"/>
            <ac:spMk id="5" creationId="{9D14D0C7-3E1A-42A0-A9D8-C8B03F6773D4}"/>
          </ac:spMkLst>
        </pc:spChg>
        <pc:spChg chg="mod">
          <ac:chgData name="Júlio César Chaves" userId="3f913fe9-3202-435d-b9f5-b2fca763184f" providerId="ADAL" clId="{574D6E2E-1ABF-4EFF-B672-94C1B27DFC66}" dt="2021-07-27T17:25:13.369" v="3371" actId="6549"/>
          <ac:spMkLst>
            <pc:docMk/>
            <pc:sldMk cId="3230336124" sldId="375"/>
            <ac:spMk id="10" creationId="{0FFF472D-9AC3-415F-81B9-4CD7DA67523B}"/>
          </ac:spMkLst>
        </pc:spChg>
        <pc:spChg chg="add del mod">
          <ac:chgData name="Júlio César Chaves" userId="3f913fe9-3202-435d-b9f5-b2fca763184f" providerId="ADAL" clId="{574D6E2E-1ABF-4EFF-B672-94C1B27DFC66}" dt="2021-07-27T17:22:50.207" v="3204" actId="478"/>
          <ac:spMkLst>
            <pc:docMk/>
            <pc:sldMk cId="3230336124" sldId="375"/>
            <ac:spMk id="13" creationId="{ECAE6B3D-2F61-4CF5-B42E-99A39354DD87}"/>
          </ac:spMkLst>
        </pc:spChg>
        <pc:picChg chg="add mod">
          <ac:chgData name="Júlio César Chaves" userId="3f913fe9-3202-435d-b9f5-b2fca763184f" providerId="ADAL" clId="{574D6E2E-1ABF-4EFF-B672-94C1B27DFC66}" dt="2021-07-27T12:30:50.332" v="2849" actId="1076"/>
          <ac:picMkLst>
            <pc:docMk/>
            <pc:sldMk cId="3230336124" sldId="375"/>
            <ac:picMk id="6" creationId="{FB130062-61A7-45EE-8E80-8C942157B17D}"/>
          </ac:picMkLst>
        </pc:picChg>
        <pc:picChg chg="add mod">
          <ac:chgData name="Júlio César Chaves" userId="3f913fe9-3202-435d-b9f5-b2fca763184f" providerId="ADAL" clId="{574D6E2E-1ABF-4EFF-B672-94C1B27DFC66}" dt="2021-07-27T12:38:53.294" v="2852" actId="1076"/>
          <ac:picMkLst>
            <pc:docMk/>
            <pc:sldMk cId="3230336124" sldId="375"/>
            <ac:picMk id="8" creationId="{B8550373-FFE4-4F99-9400-D42980C24EDE}"/>
          </ac:picMkLst>
        </pc:picChg>
        <pc:picChg chg="add mod">
          <ac:chgData name="Júlio César Chaves" userId="3f913fe9-3202-435d-b9f5-b2fca763184f" providerId="ADAL" clId="{574D6E2E-1ABF-4EFF-B672-94C1B27DFC66}" dt="2021-07-27T17:22:41.816" v="3202" actId="1076"/>
          <ac:picMkLst>
            <pc:docMk/>
            <pc:sldMk cId="3230336124" sldId="375"/>
            <ac:picMk id="11" creationId="{458A36C2-15CF-4A76-AD31-D5E1EFD71632}"/>
          </ac:picMkLst>
        </pc:picChg>
      </pc:sldChg>
      <pc:sldChg chg="modSp add mod">
        <pc:chgData name="Júlio César Chaves" userId="3f913fe9-3202-435d-b9f5-b2fca763184f" providerId="ADAL" clId="{574D6E2E-1ABF-4EFF-B672-94C1B27DFC66}" dt="2021-07-26T21:39:31.774" v="2796" actId="20577"/>
        <pc:sldMkLst>
          <pc:docMk/>
          <pc:sldMk cId="1418676610" sldId="376"/>
        </pc:sldMkLst>
        <pc:spChg chg="mod">
          <ac:chgData name="Júlio César Chaves" userId="3f913fe9-3202-435d-b9f5-b2fca763184f" providerId="ADAL" clId="{574D6E2E-1ABF-4EFF-B672-94C1B27DFC66}" dt="2021-07-26T21:39:31.774" v="2796" actId="20577"/>
          <ac:spMkLst>
            <pc:docMk/>
            <pc:sldMk cId="1418676610" sldId="376"/>
            <ac:spMk id="2" creationId="{B3C17834-379A-4EB8-9439-FF36018E5DBB}"/>
          </ac:spMkLst>
        </pc:spChg>
      </pc:sldChg>
    </pc:docChg>
  </pc:docChgLst>
  <pc:docChgLst>
    <pc:chgData name="Júlio César Chaves" userId="3f913fe9-3202-435d-b9f5-b2fca763184f" providerId="ADAL" clId="{2C743419-C7ED-4F6E-99E8-2CDA0CA3625B}"/>
    <pc:docChg chg="undo custSel addSld delSld modSld sldOrd modMainMaster modSection">
      <pc:chgData name="Júlio César Chaves" userId="3f913fe9-3202-435d-b9f5-b2fca763184f" providerId="ADAL" clId="{2C743419-C7ED-4F6E-99E8-2CDA0CA3625B}" dt="2021-08-07T14:07:32.991" v="16672" actId="20577"/>
      <pc:docMkLst>
        <pc:docMk/>
      </pc:docMkLst>
      <pc:sldChg chg="modSp del mod">
        <pc:chgData name="Júlio César Chaves" userId="3f913fe9-3202-435d-b9f5-b2fca763184f" providerId="ADAL" clId="{2C743419-C7ED-4F6E-99E8-2CDA0CA3625B}" dt="2021-08-04T22:36:40.970" v="8438" actId="47"/>
        <pc:sldMkLst>
          <pc:docMk/>
          <pc:sldMk cId="134347623" sldId="257"/>
        </pc:sldMkLst>
        <pc:spChg chg="mod">
          <ac:chgData name="Júlio César Chaves" userId="3f913fe9-3202-435d-b9f5-b2fca763184f" providerId="ADAL" clId="{2C743419-C7ED-4F6E-99E8-2CDA0CA3625B}" dt="2021-08-04T18:37:54.611" v="8150" actId="20577"/>
          <ac:spMkLst>
            <pc:docMk/>
            <pc:sldMk cId="134347623" sldId="257"/>
            <ac:spMk id="7" creationId="{7F832AD5-6C75-49CC-A70A-442FA3A3F33D}"/>
          </ac:spMkLst>
        </pc:spChg>
      </pc:sldChg>
      <pc:sldChg chg="addSp delSp modSp mod">
        <pc:chgData name="Júlio César Chaves" userId="3f913fe9-3202-435d-b9f5-b2fca763184f" providerId="ADAL" clId="{2C743419-C7ED-4F6E-99E8-2CDA0CA3625B}" dt="2021-08-03T20:17:25.113" v="5870"/>
        <pc:sldMkLst>
          <pc:docMk/>
          <pc:sldMk cId="1907083369" sldId="259"/>
        </pc:sldMkLst>
        <pc:spChg chg="mod">
          <ac:chgData name="Júlio César Chaves" userId="3f913fe9-3202-435d-b9f5-b2fca763184f" providerId="ADAL" clId="{2C743419-C7ED-4F6E-99E8-2CDA0CA3625B}" dt="2021-07-31T18:38:08.205" v="1" actId="20577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C743419-C7ED-4F6E-99E8-2CDA0CA3625B}" dt="2021-08-03T20:17:18.540" v="5867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2C743419-C7ED-4F6E-99E8-2CDA0CA3625B}" dt="2021-08-03T20:17:20.849" v="5868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2C743419-C7ED-4F6E-99E8-2CDA0CA3625B}" dt="2021-08-03T20:17:24.079" v="5869" actId="478"/>
          <ac:spMkLst>
            <pc:docMk/>
            <pc:sldMk cId="1907083369" sldId="259"/>
            <ac:spMk id="8" creationId="{6A10F3D3-A76D-4E26-9337-FFB1BFEA699C}"/>
          </ac:spMkLst>
        </pc:spChg>
        <pc:spChg chg="add mod">
          <ac:chgData name="Júlio César Chaves" userId="3f913fe9-3202-435d-b9f5-b2fca763184f" providerId="ADAL" clId="{2C743419-C7ED-4F6E-99E8-2CDA0CA3625B}" dt="2021-08-03T20:17:25.113" v="5870"/>
          <ac:spMkLst>
            <pc:docMk/>
            <pc:sldMk cId="1907083369" sldId="259"/>
            <ac:spMk id="9" creationId="{011E8660-60C8-4E13-87AF-160044E09C5E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7T13:38:16.066" v="15580"/>
        <pc:sldMkLst>
          <pc:docMk/>
          <pc:sldMk cId="4194616122" sldId="263"/>
        </pc:sldMkLst>
        <pc:spChg chg="del">
          <ac:chgData name="Júlio César Chaves" userId="3f913fe9-3202-435d-b9f5-b2fca763184f" providerId="ADAL" clId="{2C743419-C7ED-4F6E-99E8-2CDA0CA3625B}" dt="2021-08-07T13:38:15.669" v="15579" actId="478"/>
          <ac:spMkLst>
            <pc:docMk/>
            <pc:sldMk cId="4194616122" sldId="263"/>
            <ac:spMk id="7" creationId="{70B824B2-3D3A-4900-9E1B-6F6F99165E57}"/>
          </ac:spMkLst>
        </pc:spChg>
        <pc:spChg chg="add mod">
          <ac:chgData name="Júlio César Chaves" userId="3f913fe9-3202-435d-b9f5-b2fca763184f" providerId="ADAL" clId="{2C743419-C7ED-4F6E-99E8-2CDA0CA3625B}" dt="2021-08-07T13:38:16.066" v="15580"/>
          <ac:spMkLst>
            <pc:docMk/>
            <pc:sldMk cId="4194616122" sldId="263"/>
            <ac:spMk id="8" creationId="{2A4720DE-531C-4213-B3F7-30A12E0F21E7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433912047" sldId="265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922335283" sldId="266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165603622" sldId="267"/>
        </pc:sldMkLst>
      </pc:sldChg>
      <pc:sldChg chg="addSp delSp modSp modNotesTx">
        <pc:chgData name="Júlio César Chaves" userId="3f913fe9-3202-435d-b9f5-b2fca763184f" providerId="ADAL" clId="{2C743419-C7ED-4F6E-99E8-2CDA0CA3625B}" dt="2021-08-07T13:38:57.860" v="15646" actId="5793"/>
        <pc:sldMkLst>
          <pc:docMk/>
          <pc:sldMk cId="1839297777" sldId="268"/>
        </pc:sldMkLst>
        <pc:spChg chg="del">
          <ac:chgData name="Júlio César Chaves" userId="3f913fe9-3202-435d-b9f5-b2fca763184f" providerId="ADAL" clId="{2C743419-C7ED-4F6E-99E8-2CDA0CA3625B}" dt="2021-08-07T13:38:20.140" v="15581" actId="478"/>
          <ac:spMkLst>
            <pc:docMk/>
            <pc:sldMk cId="1839297777" sldId="268"/>
            <ac:spMk id="7" creationId="{0834F6C8-8309-4A18-A9A8-AF70B31D68E6}"/>
          </ac:spMkLst>
        </pc:spChg>
        <pc:spChg chg="add mod">
          <ac:chgData name="Júlio César Chaves" userId="3f913fe9-3202-435d-b9f5-b2fca763184f" providerId="ADAL" clId="{2C743419-C7ED-4F6E-99E8-2CDA0CA3625B}" dt="2021-08-07T13:38:20.558" v="15582"/>
          <ac:spMkLst>
            <pc:docMk/>
            <pc:sldMk cId="1839297777" sldId="268"/>
            <ac:spMk id="8" creationId="{61D8D49F-61FE-4F55-8818-9D9A9028EEC4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409443414" sldId="268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386399796" sldId="269"/>
        </pc:sldMkLst>
      </pc:sldChg>
      <pc:sldChg chg="addSp delSp modSp modNotesTx">
        <pc:chgData name="Júlio César Chaves" userId="3f913fe9-3202-435d-b9f5-b2fca763184f" providerId="ADAL" clId="{2C743419-C7ED-4F6E-99E8-2CDA0CA3625B}" dt="2021-08-07T13:47:14.151" v="15808" actId="6549"/>
        <pc:sldMkLst>
          <pc:docMk/>
          <pc:sldMk cId="2815109811" sldId="270"/>
        </pc:sldMkLst>
        <pc:spChg chg="del">
          <ac:chgData name="Júlio César Chaves" userId="3f913fe9-3202-435d-b9f5-b2fca763184f" providerId="ADAL" clId="{2C743419-C7ED-4F6E-99E8-2CDA0CA3625B}" dt="2021-08-07T13:43:45.117" v="15709" actId="478"/>
          <ac:spMkLst>
            <pc:docMk/>
            <pc:sldMk cId="2815109811" sldId="270"/>
            <ac:spMk id="7" creationId="{71154146-E6A5-42BA-92E4-3BD9FC5F6242}"/>
          </ac:spMkLst>
        </pc:spChg>
        <pc:spChg chg="add mod">
          <ac:chgData name="Júlio César Chaves" userId="3f913fe9-3202-435d-b9f5-b2fca763184f" providerId="ADAL" clId="{2C743419-C7ED-4F6E-99E8-2CDA0CA3625B}" dt="2021-08-07T13:43:45.443" v="15710"/>
          <ac:spMkLst>
            <pc:docMk/>
            <pc:sldMk cId="2815109811" sldId="270"/>
            <ac:spMk id="8" creationId="{4B025996-F09A-44C1-8C97-0A4D9932141A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073243059" sldId="270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075410136" sldId="271"/>
        </pc:sldMkLst>
      </pc:sldChg>
      <pc:sldChg chg="addSp delSp modSp modNotesTx">
        <pc:chgData name="Júlio César Chaves" userId="3f913fe9-3202-435d-b9f5-b2fca763184f" providerId="ADAL" clId="{2C743419-C7ED-4F6E-99E8-2CDA0CA3625B}" dt="2021-08-07T13:54:39.794" v="16090"/>
        <pc:sldMkLst>
          <pc:docMk/>
          <pc:sldMk cId="4254688401" sldId="271"/>
        </pc:sldMkLst>
        <pc:spChg chg="del">
          <ac:chgData name="Júlio César Chaves" userId="3f913fe9-3202-435d-b9f5-b2fca763184f" providerId="ADAL" clId="{2C743419-C7ED-4F6E-99E8-2CDA0CA3625B}" dt="2021-08-07T13:54:39.295" v="16089" actId="478"/>
          <ac:spMkLst>
            <pc:docMk/>
            <pc:sldMk cId="4254688401" sldId="271"/>
            <ac:spMk id="7" creationId="{FB18D2FE-820D-498D-B6A1-D1CA3BB9B37B}"/>
          </ac:spMkLst>
        </pc:spChg>
        <pc:spChg chg="add mod">
          <ac:chgData name="Júlio César Chaves" userId="3f913fe9-3202-435d-b9f5-b2fca763184f" providerId="ADAL" clId="{2C743419-C7ED-4F6E-99E8-2CDA0CA3625B}" dt="2021-08-07T13:54:39.794" v="16090"/>
          <ac:spMkLst>
            <pc:docMk/>
            <pc:sldMk cId="4254688401" sldId="271"/>
            <ac:spMk id="8" creationId="{1272850D-455B-4E66-BE1E-4FAE59DAE6BF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408141345" sldId="272"/>
        </pc:sldMkLst>
      </pc:sldChg>
      <pc:sldChg chg="addSp delSp modSp modNotesTx">
        <pc:chgData name="Júlio César Chaves" userId="3f913fe9-3202-435d-b9f5-b2fca763184f" providerId="ADAL" clId="{2C743419-C7ED-4F6E-99E8-2CDA0CA3625B}" dt="2021-08-07T13:59:35.384" v="16308"/>
        <pc:sldMkLst>
          <pc:docMk/>
          <pc:sldMk cId="1984329597" sldId="272"/>
        </pc:sldMkLst>
        <pc:spChg chg="del">
          <ac:chgData name="Júlio César Chaves" userId="3f913fe9-3202-435d-b9f5-b2fca763184f" providerId="ADAL" clId="{2C743419-C7ED-4F6E-99E8-2CDA0CA3625B}" dt="2021-08-07T13:59:35.102" v="16307" actId="478"/>
          <ac:spMkLst>
            <pc:docMk/>
            <pc:sldMk cId="1984329597" sldId="272"/>
            <ac:spMk id="7" creationId="{0AB8D1BD-FE0E-4A93-ADA4-0EB6C85452F9}"/>
          </ac:spMkLst>
        </pc:spChg>
        <pc:spChg chg="add mod">
          <ac:chgData name="Júlio César Chaves" userId="3f913fe9-3202-435d-b9f5-b2fca763184f" providerId="ADAL" clId="{2C743419-C7ED-4F6E-99E8-2CDA0CA3625B}" dt="2021-08-07T13:59:35.384" v="16308"/>
          <ac:spMkLst>
            <pc:docMk/>
            <pc:sldMk cId="1984329597" sldId="272"/>
            <ac:spMk id="8" creationId="{CEEA7E43-0087-414B-8A81-EDF4953A3FA0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7T14:04:48.542" v="16463"/>
        <pc:sldMkLst>
          <pc:docMk/>
          <pc:sldMk cId="577275006" sldId="273"/>
        </pc:sldMkLst>
        <pc:spChg chg="del">
          <ac:chgData name="Júlio César Chaves" userId="3f913fe9-3202-435d-b9f5-b2fca763184f" providerId="ADAL" clId="{2C743419-C7ED-4F6E-99E8-2CDA0CA3625B}" dt="2021-08-07T14:04:48.193" v="16462" actId="478"/>
          <ac:spMkLst>
            <pc:docMk/>
            <pc:sldMk cId="577275006" sldId="273"/>
            <ac:spMk id="7" creationId="{5C14C85A-2D76-41C1-BC79-4FA2A17E58B5}"/>
          </ac:spMkLst>
        </pc:spChg>
        <pc:spChg chg="add mod">
          <ac:chgData name="Júlio César Chaves" userId="3f913fe9-3202-435d-b9f5-b2fca763184f" providerId="ADAL" clId="{2C743419-C7ED-4F6E-99E8-2CDA0CA3625B}" dt="2021-08-07T14:04:48.542" v="16463"/>
          <ac:spMkLst>
            <pc:docMk/>
            <pc:sldMk cId="577275006" sldId="273"/>
            <ac:spMk id="8" creationId="{478F4625-78F9-4A2D-A6E9-9CB3C638ACED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581256741" sldId="273"/>
        </pc:sldMkLst>
      </pc:sldChg>
      <pc:sldChg chg="addSp delSp modSp modNotesTx">
        <pc:chgData name="Júlio César Chaves" userId="3f913fe9-3202-435d-b9f5-b2fca763184f" providerId="ADAL" clId="{2C743419-C7ED-4F6E-99E8-2CDA0CA3625B}" dt="2021-08-07T14:04:53.633" v="16465"/>
        <pc:sldMkLst>
          <pc:docMk/>
          <pc:sldMk cId="428209310" sldId="274"/>
        </pc:sldMkLst>
        <pc:spChg chg="del">
          <ac:chgData name="Júlio César Chaves" userId="3f913fe9-3202-435d-b9f5-b2fca763184f" providerId="ADAL" clId="{2C743419-C7ED-4F6E-99E8-2CDA0CA3625B}" dt="2021-08-07T14:04:53.158" v="16464" actId="478"/>
          <ac:spMkLst>
            <pc:docMk/>
            <pc:sldMk cId="428209310" sldId="274"/>
            <ac:spMk id="7" creationId="{002BD560-2F17-4907-94EF-727DF4DE4988}"/>
          </ac:spMkLst>
        </pc:spChg>
        <pc:spChg chg="add mod">
          <ac:chgData name="Júlio César Chaves" userId="3f913fe9-3202-435d-b9f5-b2fca763184f" providerId="ADAL" clId="{2C743419-C7ED-4F6E-99E8-2CDA0CA3625B}" dt="2021-08-07T14:04:53.633" v="16465"/>
          <ac:spMkLst>
            <pc:docMk/>
            <pc:sldMk cId="428209310" sldId="274"/>
            <ac:spMk id="8" creationId="{87047F78-E0D8-40AB-9910-1BECDC6F8ECF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098512717" sldId="274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45570098" sldId="275"/>
        </pc:sldMkLst>
      </pc:sldChg>
      <pc:sldChg chg="addSp delSp modSp modNotesTx">
        <pc:chgData name="Júlio César Chaves" userId="3f913fe9-3202-435d-b9f5-b2fca763184f" providerId="ADAL" clId="{2C743419-C7ED-4F6E-99E8-2CDA0CA3625B}" dt="2021-08-07T14:05:23.665" v="16495" actId="20577"/>
        <pc:sldMkLst>
          <pc:docMk/>
          <pc:sldMk cId="2405014128" sldId="275"/>
        </pc:sldMkLst>
        <pc:spChg chg="del">
          <ac:chgData name="Júlio César Chaves" userId="3f913fe9-3202-435d-b9f5-b2fca763184f" providerId="ADAL" clId="{2C743419-C7ED-4F6E-99E8-2CDA0CA3625B}" dt="2021-08-07T14:04:57.910" v="16466" actId="478"/>
          <ac:spMkLst>
            <pc:docMk/>
            <pc:sldMk cId="2405014128" sldId="275"/>
            <ac:spMk id="7" creationId="{0D5CC489-1112-4C38-8397-DEAA6D092609}"/>
          </ac:spMkLst>
        </pc:spChg>
        <pc:spChg chg="add mod">
          <ac:chgData name="Júlio César Chaves" userId="3f913fe9-3202-435d-b9f5-b2fca763184f" providerId="ADAL" clId="{2C743419-C7ED-4F6E-99E8-2CDA0CA3625B}" dt="2021-08-07T14:04:58.412" v="16467"/>
          <ac:spMkLst>
            <pc:docMk/>
            <pc:sldMk cId="2405014128" sldId="275"/>
            <ac:spMk id="8" creationId="{6F704792-451B-4D7C-870C-8097312C2C50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523993563" sldId="276"/>
        </pc:sldMkLst>
      </pc:sldChg>
      <pc:sldChg chg="addSp delSp modSp modNotesTx">
        <pc:chgData name="Júlio César Chaves" userId="3f913fe9-3202-435d-b9f5-b2fca763184f" providerId="ADAL" clId="{2C743419-C7ED-4F6E-99E8-2CDA0CA3625B}" dt="2021-08-07T14:07:32.991" v="16672" actId="20577"/>
        <pc:sldMkLst>
          <pc:docMk/>
          <pc:sldMk cId="3057206961" sldId="276"/>
        </pc:sldMkLst>
        <pc:spChg chg="del">
          <ac:chgData name="Júlio César Chaves" userId="3f913fe9-3202-435d-b9f5-b2fca763184f" providerId="ADAL" clId="{2C743419-C7ED-4F6E-99E8-2CDA0CA3625B}" dt="2021-08-07T14:05:02.109" v="16468" actId="478"/>
          <ac:spMkLst>
            <pc:docMk/>
            <pc:sldMk cId="3057206961" sldId="276"/>
            <ac:spMk id="7" creationId="{38DE955A-671E-4D2D-8B8D-EC0E4E1E61AB}"/>
          </ac:spMkLst>
        </pc:spChg>
        <pc:spChg chg="add mod">
          <ac:chgData name="Júlio César Chaves" userId="3f913fe9-3202-435d-b9f5-b2fca763184f" providerId="ADAL" clId="{2C743419-C7ED-4F6E-99E8-2CDA0CA3625B}" dt="2021-08-07T14:05:02.618" v="16469"/>
          <ac:spMkLst>
            <pc:docMk/>
            <pc:sldMk cId="3057206961" sldId="276"/>
            <ac:spMk id="8" creationId="{4D6D8155-ED95-49E6-B309-A3BD29817F67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355252257" sldId="277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720525686" sldId="278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790508906" sldId="279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416372192" sldId="280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057733979" sldId="281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390052468" sldId="282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105462523" sldId="283"/>
        </pc:sldMkLst>
      </pc:sldChg>
      <pc:sldChg chg="add del ord">
        <pc:chgData name="Júlio César Chaves" userId="3f913fe9-3202-435d-b9f5-b2fca763184f" providerId="ADAL" clId="{2C743419-C7ED-4F6E-99E8-2CDA0CA3625B}" dt="2021-07-31T20:54:58.054" v="928" actId="47"/>
        <pc:sldMkLst>
          <pc:docMk/>
          <pc:sldMk cId="2405407957" sldId="283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307549240" sldId="284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295012585" sldId="285"/>
        </pc:sldMkLst>
      </pc:sldChg>
      <pc:sldChg chg="addSp delSp modSp del mod modNotesTx">
        <pc:chgData name="Júlio César Chaves" userId="3f913fe9-3202-435d-b9f5-b2fca763184f" providerId="ADAL" clId="{2C743419-C7ED-4F6E-99E8-2CDA0CA3625B}" dt="2021-08-06T23:13:33.401" v="12577" actId="47"/>
        <pc:sldMkLst>
          <pc:docMk/>
          <pc:sldMk cId="4135832465" sldId="285"/>
        </pc:sldMkLst>
        <pc:spChg chg="del">
          <ac:chgData name="Júlio César Chaves" userId="3f913fe9-3202-435d-b9f5-b2fca763184f" providerId="ADAL" clId="{2C743419-C7ED-4F6E-99E8-2CDA0CA3625B}" dt="2021-08-06T23:12:38.015" v="12571" actId="478"/>
          <ac:spMkLst>
            <pc:docMk/>
            <pc:sldMk cId="4135832465" sldId="285"/>
            <ac:spMk id="7" creationId="{1D7A5BEE-7566-4CA0-B4D0-A660CC787734}"/>
          </ac:spMkLst>
        </pc:spChg>
        <pc:spChg chg="add del">
          <ac:chgData name="Júlio César Chaves" userId="3f913fe9-3202-435d-b9f5-b2fca763184f" providerId="ADAL" clId="{2C743419-C7ED-4F6E-99E8-2CDA0CA3625B}" dt="2021-08-06T23:12:40.314" v="12573" actId="22"/>
          <ac:spMkLst>
            <pc:docMk/>
            <pc:sldMk cId="4135832465" sldId="285"/>
            <ac:spMk id="8" creationId="{8EAA7C29-BFB4-432F-8DC7-5A9BE95CE8CA}"/>
          </ac:spMkLst>
        </pc:spChg>
        <pc:spChg chg="add mod">
          <ac:chgData name="Júlio César Chaves" userId="3f913fe9-3202-435d-b9f5-b2fca763184f" providerId="ADAL" clId="{2C743419-C7ED-4F6E-99E8-2CDA0CA3625B}" dt="2021-08-06T23:12:46.288" v="12574"/>
          <ac:spMkLst>
            <pc:docMk/>
            <pc:sldMk cId="4135832465" sldId="285"/>
            <ac:spMk id="9" creationId="{EDE959D5-403C-4171-8D78-D16695341CA9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12676248" sldId="286"/>
        </pc:sldMkLst>
      </pc:sldChg>
      <pc:sldChg chg="addSp delSp modSp del">
        <pc:chgData name="Júlio César Chaves" userId="3f913fe9-3202-435d-b9f5-b2fca763184f" providerId="ADAL" clId="{2C743419-C7ED-4F6E-99E8-2CDA0CA3625B}" dt="2021-08-06T23:13:34.315" v="12578" actId="47"/>
        <pc:sldMkLst>
          <pc:docMk/>
          <pc:sldMk cId="3926969413" sldId="286"/>
        </pc:sldMkLst>
        <pc:spChg chg="del">
          <ac:chgData name="Júlio César Chaves" userId="3f913fe9-3202-435d-b9f5-b2fca763184f" providerId="ADAL" clId="{2C743419-C7ED-4F6E-99E8-2CDA0CA3625B}" dt="2021-08-06T23:12:50.403" v="12575" actId="478"/>
          <ac:spMkLst>
            <pc:docMk/>
            <pc:sldMk cId="3926969413" sldId="286"/>
            <ac:spMk id="7" creationId="{6B71F65E-BC95-415C-B3CE-1F2E5CD1A15F}"/>
          </ac:spMkLst>
        </pc:spChg>
        <pc:spChg chg="add mod">
          <ac:chgData name="Júlio César Chaves" userId="3f913fe9-3202-435d-b9f5-b2fca763184f" providerId="ADAL" clId="{2C743419-C7ED-4F6E-99E8-2CDA0CA3625B}" dt="2021-08-06T23:12:50.755" v="12576"/>
          <ac:spMkLst>
            <pc:docMk/>
            <pc:sldMk cId="3926969413" sldId="286"/>
            <ac:spMk id="8" creationId="{D00660FA-E9B8-4CBF-B45E-FE6845ED5BAF}"/>
          </ac:spMkLst>
        </pc:spChg>
      </pc:sldChg>
      <pc:sldChg chg="addSp delSp modSp mod ord modNotesTx">
        <pc:chgData name="Júlio César Chaves" userId="3f913fe9-3202-435d-b9f5-b2fca763184f" providerId="ADAL" clId="{2C743419-C7ED-4F6E-99E8-2CDA0CA3625B}" dt="2021-08-06T19:43:22.999" v="11447"/>
        <pc:sldMkLst>
          <pc:docMk/>
          <pc:sldMk cId="631534967" sldId="287"/>
        </pc:sldMkLst>
        <pc:spChg chg="del">
          <ac:chgData name="Júlio César Chaves" userId="3f913fe9-3202-435d-b9f5-b2fca763184f" providerId="ADAL" clId="{2C743419-C7ED-4F6E-99E8-2CDA0CA3625B}" dt="2021-08-06T19:43:21.977" v="11446" actId="478"/>
          <ac:spMkLst>
            <pc:docMk/>
            <pc:sldMk cId="631534967" sldId="287"/>
            <ac:spMk id="10" creationId="{2F49FEFF-F598-4A0E-8220-38CEFCE17B17}"/>
          </ac:spMkLst>
        </pc:spChg>
        <pc:spChg chg="add mod">
          <ac:chgData name="Júlio César Chaves" userId="3f913fe9-3202-435d-b9f5-b2fca763184f" providerId="ADAL" clId="{2C743419-C7ED-4F6E-99E8-2CDA0CA3625B}" dt="2021-08-06T19:43:22.999" v="11447"/>
          <ac:spMkLst>
            <pc:docMk/>
            <pc:sldMk cId="631534967" sldId="287"/>
            <ac:spMk id="11" creationId="{CF4FB973-FEC7-4C1C-AA0A-5E0B43081234}"/>
          </ac:spMkLst>
        </pc:spChg>
        <pc:spChg chg="mod">
          <ac:chgData name="Júlio César Chaves" userId="3f913fe9-3202-435d-b9f5-b2fca763184f" providerId="ADAL" clId="{2C743419-C7ED-4F6E-99E8-2CDA0CA3625B}" dt="2021-08-04T22:49:09.364" v="8675" actId="1076"/>
          <ac:spMkLst>
            <pc:docMk/>
            <pc:sldMk cId="631534967" sldId="287"/>
            <ac:spMk id="12" creationId="{D5F6DEC6-48A6-422E-A0B8-4438B91ED4C3}"/>
          </ac:spMkLst>
        </pc:spChg>
        <pc:spChg chg="mod">
          <ac:chgData name="Júlio César Chaves" userId="3f913fe9-3202-435d-b9f5-b2fca763184f" providerId="ADAL" clId="{2C743419-C7ED-4F6E-99E8-2CDA0CA3625B}" dt="2021-08-04T22:48:54.469" v="8672" actId="1076"/>
          <ac:spMkLst>
            <pc:docMk/>
            <pc:sldMk cId="631534967" sldId="287"/>
            <ac:spMk id="11267" creationId="{045F5EF9-0ED0-4639-8060-7FE928B290B9}"/>
          </ac:spMkLst>
        </pc:spChg>
        <pc:spChg chg="mod">
          <ac:chgData name="Júlio César Chaves" userId="3f913fe9-3202-435d-b9f5-b2fca763184f" providerId="ADAL" clId="{2C743419-C7ED-4F6E-99E8-2CDA0CA3625B}" dt="2021-08-04T22:48:59.580" v="8673" actId="1076"/>
          <ac:spMkLst>
            <pc:docMk/>
            <pc:sldMk cId="631534967" sldId="287"/>
            <ac:spMk id="11268" creationId="{6790044C-D536-4BBF-82F7-913541BDC0A1}"/>
          </ac:spMkLst>
        </pc:spChg>
        <pc:spChg chg="mod">
          <ac:chgData name="Júlio César Chaves" userId="3f913fe9-3202-435d-b9f5-b2fca763184f" providerId="ADAL" clId="{2C743419-C7ED-4F6E-99E8-2CDA0CA3625B}" dt="2021-08-04T23:10:32.959" v="9351" actId="20577"/>
          <ac:spMkLst>
            <pc:docMk/>
            <pc:sldMk cId="631534967" sldId="287"/>
            <ac:spMk id="103427" creationId="{08961105-C3B9-4EB2-8ED1-12EA525525C7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641765676" sldId="287"/>
        </pc:sldMkLst>
      </pc:sldChg>
      <pc:sldChg chg="addSp delSp modSp modNotesTx">
        <pc:chgData name="Júlio César Chaves" userId="3f913fe9-3202-435d-b9f5-b2fca763184f" providerId="ADAL" clId="{2C743419-C7ED-4F6E-99E8-2CDA0CA3625B}" dt="2021-08-06T21:06:43.928" v="11605" actId="20577"/>
        <pc:sldMkLst>
          <pc:docMk/>
          <pc:sldMk cId="21961232" sldId="288"/>
        </pc:sldMkLst>
        <pc:spChg chg="del">
          <ac:chgData name="Júlio César Chaves" userId="3f913fe9-3202-435d-b9f5-b2fca763184f" providerId="ADAL" clId="{2C743419-C7ED-4F6E-99E8-2CDA0CA3625B}" dt="2021-08-06T19:43:36.991" v="11452" actId="478"/>
          <ac:spMkLst>
            <pc:docMk/>
            <pc:sldMk cId="21961232" sldId="288"/>
            <ac:spMk id="8" creationId="{D776C565-ED18-43C7-8846-42331C522DC6}"/>
          </ac:spMkLst>
        </pc:spChg>
        <pc:spChg chg="add mod">
          <ac:chgData name="Júlio César Chaves" userId="3f913fe9-3202-435d-b9f5-b2fca763184f" providerId="ADAL" clId="{2C743419-C7ED-4F6E-99E8-2CDA0CA3625B}" dt="2021-08-06T19:43:37.352" v="11453"/>
          <ac:spMkLst>
            <pc:docMk/>
            <pc:sldMk cId="21961232" sldId="288"/>
            <ac:spMk id="9" creationId="{D76FC229-1225-427F-8E1E-F4DF1BF4C70C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043459738" sldId="288"/>
        </pc:sldMkLst>
      </pc:sldChg>
      <pc:sldChg chg="addSp delSp modSp modNotesTx">
        <pc:chgData name="Júlio César Chaves" userId="3f913fe9-3202-435d-b9f5-b2fca763184f" providerId="ADAL" clId="{2C743419-C7ED-4F6E-99E8-2CDA0CA3625B}" dt="2021-08-06T23:11:16.839" v="12570" actId="20577"/>
        <pc:sldMkLst>
          <pc:docMk/>
          <pc:sldMk cId="1319766254" sldId="289"/>
        </pc:sldMkLst>
        <pc:spChg chg="del">
          <ac:chgData name="Júlio César Chaves" userId="3f913fe9-3202-435d-b9f5-b2fca763184f" providerId="ADAL" clId="{2C743419-C7ED-4F6E-99E8-2CDA0CA3625B}" dt="2021-08-06T19:47:39.042" v="11456" actId="478"/>
          <ac:spMkLst>
            <pc:docMk/>
            <pc:sldMk cId="1319766254" sldId="289"/>
            <ac:spMk id="8" creationId="{DA5B4082-904F-4087-8126-FCE4DA4B5E51}"/>
          </ac:spMkLst>
        </pc:spChg>
        <pc:spChg chg="add mod">
          <ac:chgData name="Júlio César Chaves" userId="3f913fe9-3202-435d-b9f5-b2fca763184f" providerId="ADAL" clId="{2C743419-C7ED-4F6E-99E8-2CDA0CA3625B}" dt="2021-08-06T19:47:39.424" v="11457"/>
          <ac:spMkLst>
            <pc:docMk/>
            <pc:sldMk cId="1319766254" sldId="289"/>
            <ac:spMk id="10" creationId="{D1D909E4-A658-44CD-9D74-F1675DDEC5B5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856053580" sldId="289"/>
        </pc:sldMkLst>
      </pc:sldChg>
      <pc:sldChg chg="addSp delSp modSp modNotesTx">
        <pc:chgData name="Júlio César Chaves" userId="3f913fe9-3202-435d-b9f5-b2fca763184f" providerId="ADAL" clId="{2C743419-C7ED-4F6E-99E8-2CDA0CA3625B}" dt="2021-08-06T23:30:41.128" v="12887" actId="20577"/>
        <pc:sldMkLst>
          <pc:docMk/>
          <pc:sldMk cId="1039555605" sldId="290"/>
        </pc:sldMkLst>
        <pc:spChg chg="del">
          <ac:chgData name="Júlio César Chaves" userId="3f913fe9-3202-435d-b9f5-b2fca763184f" providerId="ADAL" clId="{2C743419-C7ED-4F6E-99E8-2CDA0CA3625B}" dt="2021-08-06T23:27:38.839" v="12843" actId="478"/>
          <ac:spMkLst>
            <pc:docMk/>
            <pc:sldMk cId="1039555605" sldId="290"/>
            <ac:spMk id="7" creationId="{B0AA066C-A0D2-4297-8B25-C7677699DA66}"/>
          </ac:spMkLst>
        </pc:spChg>
        <pc:spChg chg="add mod">
          <ac:chgData name="Júlio César Chaves" userId="3f913fe9-3202-435d-b9f5-b2fca763184f" providerId="ADAL" clId="{2C743419-C7ED-4F6E-99E8-2CDA0CA3625B}" dt="2021-08-06T23:27:39.568" v="12844"/>
          <ac:spMkLst>
            <pc:docMk/>
            <pc:sldMk cId="1039555605" sldId="290"/>
            <ac:spMk id="8" creationId="{B42F70F5-2D8A-47DC-9E9B-C988B6A07BE0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175202111" sldId="290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648001069" sldId="291"/>
        </pc:sldMkLst>
      </pc:sldChg>
      <pc:sldChg chg="addSp delSp modSp modNotesTx">
        <pc:chgData name="Júlio César Chaves" userId="3f913fe9-3202-435d-b9f5-b2fca763184f" providerId="ADAL" clId="{2C743419-C7ED-4F6E-99E8-2CDA0CA3625B}" dt="2021-08-06T23:27:43.675" v="12846"/>
        <pc:sldMkLst>
          <pc:docMk/>
          <pc:sldMk cId="3985869671" sldId="291"/>
        </pc:sldMkLst>
        <pc:spChg chg="del">
          <ac:chgData name="Júlio César Chaves" userId="3f913fe9-3202-435d-b9f5-b2fca763184f" providerId="ADAL" clId="{2C743419-C7ED-4F6E-99E8-2CDA0CA3625B}" dt="2021-08-06T23:27:43.318" v="12845" actId="478"/>
          <ac:spMkLst>
            <pc:docMk/>
            <pc:sldMk cId="3985869671" sldId="291"/>
            <ac:spMk id="7" creationId="{1ED2C141-CA86-417A-9DD1-EB9D1CAD1CFF}"/>
          </ac:spMkLst>
        </pc:spChg>
        <pc:spChg chg="add mod">
          <ac:chgData name="Júlio César Chaves" userId="3f913fe9-3202-435d-b9f5-b2fca763184f" providerId="ADAL" clId="{2C743419-C7ED-4F6E-99E8-2CDA0CA3625B}" dt="2021-08-06T23:27:43.675" v="12846"/>
          <ac:spMkLst>
            <pc:docMk/>
            <pc:sldMk cId="3985869671" sldId="291"/>
            <ac:spMk id="8" creationId="{812B45AE-82A8-4E1B-8C88-004365A2285C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509187883" sldId="292"/>
        </pc:sldMkLst>
      </pc:sldChg>
      <pc:sldChg chg="addSp delSp modSp modNotesTx">
        <pc:chgData name="Júlio César Chaves" userId="3f913fe9-3202-435d-b9f5-b2fca763184f" providerId="ADAL" clId="{2C743419-C7ED-4F6E-99E8-2CDA0CA3625B}" dt="2021-08-07T12:49:54.369" v="13801" actId="20577"/>
        <pc:sldMkLst>
          <pc:docMk/>
          <pc:sldMk cId="195524259" sldId="293"/>
        </pc:sldMkLst>
        <pc:spChg chg="del">
          <ac:chgData name="Júlio César Chaves" userId="3f913fe9-3202-435d-b9f5-b2fca763184f" providerId="ADAL" clId="{2C743419-C7ED-4F6E-99E8-2CDA0CA3625B}" dt="2021-08-07T00:33:35.021" v="13719" actId="478"/>
          <ac:spMkLst>
            <pc:docMk/>
            <pc:sldMk cId="195524259" sldId="293"/>
            <ac:spMk id="7" creationId="{A4A4967A-24E0-48F0-A65E-5B149BEDC674}"/>
          </ac:spMkLst>
        </pc:spChg>
        <pc:spChg chg="add mod">
          <ac:chgData name="Júlio César Chaves" userId="3f913fe9-3202-435d-b9f5-b2fca763184f" providerId="ADAL" clId="{2C743419-C7ED-4F6E-99E8-2CDA0CA3625B}" dt="2021-08-07T00:33:35.366" v="13720"/>
          <ac:spMkLst>
            <pc:docMk/>
            <pc:sldMk cId="195524259" sldId="293"/>
            <ac:spMk id="8" creationId="{C19163E4-5798-45B4-ABC9-77E6BB9C4806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001810253" sldId="293"/>
        </pc:sldMkLst>
      </pc:sldChg>
      <pc:sldChg chg="addSp delSp modSp">
        <pc:chgData name="Júlio César Chaves" userId="3f913fe9-3202-435d-b9f5-b2fca763184f" providerId="ADAL" clId="{2C743419-C7ED-4F6E-99E8-2CDA0CA3625B}" dt="2021-08-06T23:27:49.030" v="12848"/>
        <pc:sldMkLst>
          <pc:docMk/>
          <pc:sldMk cId="404203234" sldId="294"/>
        </pc:sldMkLst>
        <pc:spChg chg="del">
          <ac:chgData name="Júlio César Chaves" userId="3f913fe9-3202-435d-b9f5-b2fca763184f" providerId="ADAL" clId="{2C743419-C7ED-4F6E-99E8-2CDA0CA3625B}" dt="2021-08-06T23:27:48.418" v="12847" actId="478"/>
          <ac:spMkLst>
            <pc:docMk/>
            <pc:sldMk cId="404203234" sldId="294"/>
            <ac:spMk id="7" creationId="{4F94B564-F789-40DF-8620-AF3654773837}"/>
          </ac:spMkLst>
        </pc:spChg>
        <pc:spChg chg="add mod">
          <ac:chgData name="Júlio César Chaves" userId="3f913fe9-3202-435d-b9f5-b2fca763184f" providerId="ADAL" clId="{2C743419-C7ED-4F6E-99E8-2CDA0CA3625B}" dt="2021-08-06T23:27:49.030" v="12848"/>
          <ac:spMkLst>
            <pc:docMk/>
            <pc:sldMk cId="404203234" sldId="294"/>
            <ac:spMk id="8" creationId="{22F85568-A7B9-43D6-A207-2805EFD883C4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786531412" sldId="294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97987387" sldId="295"/>
        </pc:sldMkLst>
      </pc:sldChg>
      <pc:sldChg chg="addSp delSp modSp modNotesTx">
        <pc:chgData name="Júlio César Chaves" userId="3f913fe9-3202-435d-b9f5-b2fca763184f" providerId="ADAL" clId="{2C743419-C7ED-4F6E-99E8-2CDA0CA3625B}" dt="2021-08-06T23:29:04.711" v="12878" actId="15"/>
        <pc:sldMkLst>
          <pc:docMk/>
          <pc:sldMk cId="576468547" sldId="295"/>
        </pc:sldMkLst>
        <pc:spChg chg="del">
          <ac:chgData name="Júlio César Chaves" userId="3f913fe9-3202-435d-b9f5-b2fca763184f" providerId="ADAL" clId="{2C743419-C7ED-4F6E-99E8-2CDA0CA3625B}" dt="2021-08-06T23:27:54.884" v="12849" actId="478"/>
          <ac:spMkLst>
            <pc:docMk/>
            <pc:sldMk cId="576468547" sldId="295"/>
            <ac:spMk id="7" creationId="{1852237A-8EF2-47BD-A30C-DCBEBB19348F}"/>
          </ac:spMkLst>
        </pc:spChg>
        <pc:spChg chg="add mod">
          <ac:chgData name="Júlio César Chaves" userId="3f913fe9-3202-435d-b9f5-b2fca763184f" providerId="ADAL" clId="{2C743419-C7ED-4F6E-99E8-2CDA0CA3625B}" dt="2021-08-06T23:27:55.238" v="12850"/>
          <ac:spMkLst>
            <pc:docMk/>
            <pc:sldMk cId="576468547" sldId="295"/>
            <ac:spMk id="8" creationId="{A201A884-F6C7-477B-B229-61D136DF4388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6T23:31:48.118" v="12930" actId="20577"/>
        <pc:sldMkLst>
          <pc:docMk/>
          <pc:sldMk cId="2606556284" sldId="296"/>
        </pc:sldMkLst>
        <pc:spChg chg="del">
          <ac:chgData name="Júlio César Chaves" userId="3f913fe9-3202-435d-b9f5-b2fca763184f" providerId="ADAL" clId="{2C743419-C7ED-4F6E-99E8-2CDA0CA3625B}" dt="2021-08-06T23:30:55.528" v="12888" actId="478"/>
          <ac:spMkLst>
            <pc:docMk/>
            <pc:sldMk cId="2606556284" sldId="296"/>
            <ac:spMk id="7" creationId="{9B9BF419-E00F-4871-A24F-24A9CD8A623F}"/>
          </ac:spMkLst>
        </pc:spChg>
        <pc:spChg chg="add mod">
          <ac:chgData name="Júlio César Chaves" userId="3f913fe9-3202-435d-b9f5-b2fca763184f" providerId="ADAL" clId="{2C743419-C7ED-4F6E-99E8-2CDA0CA3625B}" dt="2021-08-06T23:30:56.023" v="12889"/>
          <ac:spMkLst>
            <pc:docMk/>
            <pc:sldMk cId="2606556284" sldId="296"/>
            <ac:spMk id="8" creationId="{D30E5565-AF50-458E-BCDE-A2324478F793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986827585" sldId="296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677336531" sldId="297"/>
        </pc:sldMkLst>
      </pc:sldChg>
      <pc:sldChg chg="addSp delSp modSp">
        <pc:chgData name="Júlio César Chaves" userId="3f913fe9-3202-435d-b9f5-b2fca763184f" providerId="ADAL" clId="{2C743419-C7ED-4F6E-99E8-2CDA0CA3625B}" dt="2021-08-06T23:35:31.460" v="12988"/>
        <pc:sldMkLst>
          <pc:docMk/>
          <pc:sldMk cId="3580689541" sldId="297"/>
        </pc:sldMkLst>
        <pc:spChg chg="del">
          <ac:chgData name="Júlio César Chaves" userId="3f913fe9-3202-435d-b9f5-b2fca763184f" providerId="ADAL" clId="{2C743419-C7ED-4F6E-99E8-2CDA0CA3625B}" dt="2021-08-06T23:35:31.228" v="12987" actId="478"/>
          <ac:spMkLst>
            <pc:docMk/>
            <pc:sldMk cId="3580689541" sldId="297"/>
            <ac:spMk id="7" creationId="{5166FAFB-1A96-4952-915E-E678A23F6EB0}"/>
          </ac:spMkLst>
        </pc:spChg>
        <pc:spChg chg="add mod">
          <ac:chgData name="Júlio César Chaves" userId="3f913fe9-3202-435d-b9f5-b2fca763184f" providerId="ADAL" clId="{2C743419-C7ED-4F6E-99E8-2CDA0CA3625B}" dt="2021-08-06T23:35:31.460" v="12988"/>
          <ac:spMkLst>
            <pc:docMk/>
            <pc:sldMk cId="3580689541" sldId="297"/>
            <ac:spMk id="8" creationId="{5C0A20FB-DD11-4783-B2D2-EE6F73E3682C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399362261" sldId="298"/>
        </pc:sldMkLst>
      </pc:sldChg>
      <pc:sldChg chg="addSp delSp modSp modNotesTx">
        <pc:chgData name="Júlio César Chaves" userId="3f913fe9-3202-435d-b9f5-b2fca763184f" providerId="ADAL" clId="{2C743419-C7ED-4F6E-99E8-2CDA0CA3625B}" dt="2021-08-06T23:35:36.260" v="12990"/>
        <pc:sldMkLst>
          <pc:docMk/>
          <pc:sldMk cId="3733621398" sldId="298"/>
        </pc:sldMkLst>
        <pc:spChg chg="del">
          <ac:chgData name="Júlio César Chaves" userId="3f913fe9-3202-435d-b9f5-b2fca763184f" providerId="ADAL" clId="{2C743419-C7ED-4F6E-99E8-2CDA0CA3625B}" dt="2021-08-06T23:35:35.933" v="12989" actId="478"/>
          <ac:spMkLst>
            <pc:docMk/>
            <pc:sldMk cId="3733621398" sldId="298"/>
            <ac:spMk id="7" creationId="{7BD8F79A-EFA7-40E7-B703-054BCAC136CC}"/>
          </ac:spMkLst>
        </pc:spChg>
        <pc:spChg chg="add mod">
          <ac:chgData name="Júlio César Chaves" userId="3f913fe9-3202-435d-b9f5-b2fca763184f" providerId="ADAL" clId="{2C743419-C7ED-4F6E-99E8-2CDA0CA3625B}" dt="2021-08-06T23:35:36.260" v="12990"/>
          <ac:spMkLst>
            <pc:docMk/>
            <pc:sldMk cId="3733621398" sldId="298"/>
            <ac:spMk id="8" creationId="{2B5B5343-076C-42C3-AD01-2CA47AA09B37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726449632" sldId="299"/>
        </pc:sldMkLst>
      </pc:sldChg>
      <pc:sldChg chg="addSp delSp modSp modNotesTx">
        <pc:chgData name="Júlio César Chaves" userId="3f913fe9-3202-435d-b9f5-b2fca763184f" providerId="ADAL" clId="{2C743419-C7ED-4F6E-99E8-2CDA0CA3625B}" dt="2021-08-07T00:31:41.577" v="13718" actId="20577"/>
        <pc:sldMkLst>
          <pc:docMk/>
          <pc:sldMk cId="1513707439" sldId="299"/>
        </pc:sldMkLst>
        <pc:spChg chg="del">
          <ac:chgData name="Júlio César Chaves" userId="3f913fe9-3202-435d-b9f5-b2fca763184f" providerId="ADAL" clId="{2C743419-C7ED-4F6E-99E8-2CDA0CA3625B}" dt="2021-08-06T23:35:46.718" v="12993" actId="478"/>
          <ac:spMkLst>
            <pc:docMk/>
            <pc:sldMk cId="1513707439" sldId="299"/>
            <ac:spMk id="7" creationId="{59767D61-14BF-4257-825A-3F6F6F07A738}"/>
          </ac:spMkLst>
        </pc:spChg>
        <pc:spChg chg="add mod">
          <ac:chgData name="Júlio César Chaves" userId="3f913fe9-3202-435d-b9f5-b2fca763184f" providerId="ADAL" clId="{2C743419-C7ED-4F6E-99E8-2CDA0CA3625B}" dt="2021-08-06T23:35:47.065" v="12994"/>
          <ac:spMkLst>
            <pc:docMk/>
            <pc:sldMk cId="1513707439" sldId="299"/>
            <ac:spMk id="8" creationId="{AB64A277-202A-46BF-A08F-4216F33CFC1A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6T23:35:41.815" v="12992"/>
        <pc:sldMkLst>
          <pc:docMk/>
          <pc:sldMk cId="2264577469" sldId="300"/>
        </pc:sldMkLst>
        <pc:spChg chg="del">
          <ac:chgData name="Júlio César Chaves" userId="3f913fe9-3202-435d-b9f5-b2fca763184f" providerId="ADAL" clId="{2C743419-C7ED-4F6E-99E8-2CDA0CA3625B}" dt="2021-08-06T23:35:41.430" v="12991" actId="478"/>
          <ac:spMkLst>
            <pc:docMk/>
            <pc:sldMk cId="2264577469" sldId="300"/>
            <ac:spMk id="7" creationId="{23893ACD-FCD1-452B-AE64-848FFDC4353F}"/>
          </ac:spMkLst>
        </pc:spChg>
        <pc:spChg chg="add mod">
          <ac:chgData name="Júlio César Chaves" userId="3f913fe9-3202-435d-b9f5-b2fca763184f" providerId="ADAL" clId="{2C743419-C7ED-4F6E-99E8-2CDA0CA3625B}" dt="2021-08-06T23:35:41.815" v="12992"/>
          <ac:spMkLst>
            <pc:docMk/>
            <pc:sldMk cId="2264577469" sldId="300"/>
            <ac:spMk id="8" creationId="{F1052304-76DF-45A6-AFAE-37A809FA319D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389660424" sldId="300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039829254" sldId="301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70213281" sldId="302"/>
        </pc:sldMkLst>
      </pc:sldChg>
      <pc:sldChg chg="addSp delSp modSp modNotesTx">
        <pc:chgData name="Júlio César Chaves" userId="3f913fe9-3202-435d-b9f5-b2fca763184f" providerId="ADAL" clId="{2C743419-C7ED-4F6E-99E8-2CDA0CA3625B}" dt="2021-08-07T13:37:12.832" v="15558"/>
        <pc:sldMkLst>
          <pc:docMk/>
          <pc:sldMk cId="421172850" sldId="302"/>
        </pc:sldMkLst>
        <pc:spChg chg="del">
          <ac:chgData name="Júlio César Chaves" userId="3f913fe9-3202-435d-b9f5-b2fca763184f" providerId="ADAL" clId="{2C743419-C7ED-4F6E-99E8-2CDA0CA3625B}" dt="2021-08-07T13:37:12.398" v="15557" actId="478"/>
          <ac:spMkLst>
            <pc:docMk/>
            <pc:sldMk cId="421172850" sldId="302"/>
            <ac:spMk id="7" creationId="{6E3E086F-4CDC-4285-B686-8DBED2A2C34D}"/>
          </ac:spMkLst>
        </pc:spChg>
        <pc:spChg chg="add mod">
          <ac:chgData name="Júlio César Chaves" userId="3f913fe9-3202-435d-b9f5-b2fca763184f" providerId="ADAL" clId="{2C743419-C7ED-4F6E-99E8-2CDA0CA3625B}" dt="2021-08-07T13:37:12.832" v="15558"/>
          <ac:spMkLst>
            <pc:docMk/>
            <pc:sldMk cId="421172850" sldId="302"/>
            <ac:spMk id="8" creationId="{BD89BB0E-0BD5-4E9C-8BEB-72F8F89503B6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604995243" sldId="303"/>
        </pc:sldMkLst>
      </pc:sldChg>
      <pc:sldChg chg="addSp delSp modSp modNotesTx">
        <pc:chgData name="Júlio César Chaves" userId="3f913fe9-3202-435d-b9f5-b2fca763184f" providerId="ADAL" clId="{2C743419-C7ED-4F6E-99E8-2CDA0CA3625B}" dt="2021-08-07T13:37:21.990" v="15560"/>
        <pc:sldMkLst>
          <pc:docMk/>
          <pc:sldMk cId="2954549607" sldId="303"/>
        </pc:sldMkLst>
        <pc:spChg chg="del">
          <ac:chgData name="Júlio César Chaves" userId="3f913fe9-3202-435d-b9f5-b2fca763184f" providerId="ADAL" clId="{2C743419-C7ED-4F6E-99E8-2CDA0CA3625B}" dt="2021-08-07T13:37:21.688" v="15559" actId="478"/>
          <ac:spMkLst>
            <pc:docMk/>
            <pc:sldMk cId="2954549607" sldId="303"/>
            <ac:spMk id="7" creationId="{B6FEA11E-7EBC-494E-A028-993CC7F3F8FC}"/>
          </ac:spMkLst>
        </pc:spChg>
        <pc:spChg chg="add mod">
          <ac:chgData name="Júlio César Chaves" userId="3f913fe9-3202-435d-b9f5-b2fca763184f" providerId="ADAL" clId="{2C743419-C7ED-4F6E-99E8-2CDA0CA3625B}" dt="2021-08-07T13:37:21.990" v="15560"/>
          <ac:spMkLst>
            <pc:docMk/>
            <pc:sldMk cId="2954549607" sldId="303"/>
            <ac:spMk id="8" creationId="{F2E81F3D-D8A1-449B-8B3F-7B16A77AE68F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7T13:37:26.613" v="15562"/>
        <pc:sldMkLst>
          <pc:docMk/>
          <pc:sldMk cId="1045682687" sldId="304"/>
        </pc:sldMkLst>
        <pc:spChg chg="del">
          <ac:chgData name="Júlio César Chaves" userId="3f913fe9-3202-435d-b9f5-b2fca763184f" providerId="ADAL" clId="{2C743419-C7ED-4F6E-99E8-2CDA0CA3625B}" dt="2021-08-07T13:37:26.245" v="15561" actId="478"/>
          <ac:spMkLst>
            <pc:docMk/>
            <pc:sldMk cId="1045682687" sldId="304"/>
            <ac:spMk id="7" creationId="{CEDE7014-A509-4DDD-B6C6-C03D44C77B40}"/>
          </ac:spMkLst>
        </pc:spChg>
        <pc:spChg chg="add mod">
          <ac:chgData name="Júlio César Chaves" userId="3f913fe9-3202-435d-b9f5-b2fca763184f" providerId="ADAL" clId="{2C743419-C7ED-4F6E-99E8-2CDA0CA3625B}" dt="2021-08-07T13:37:26.613" v="15562"/>
          <ac:spMkLst>
            <pc:docMk/>
            <pc:sldMk cId="1045682687" sldId="304"/>
            <ac:spMk id="8" creationId="{49CEC758-1783-4EF3-9AD9-47D1E42D8123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7T13:37:35.269" v="15564"/>
        <pc:sldMkLst>
          <pc:docMk/>
          <pc:sldMk cId="2050461773" sldId="305"/>
        </pc:sldMkLst>
        <pc:spChg chg="del">
          <ac:chgData name="Júlio César Chaves" userId="3f913fe9-3202-435d-b9f5-b2fca763184f" providerId="ADAL" clId="{2C743419-C7ED-4F6E-99E8-2CDA0CA3625B}" dt="2021-08-07T13:37:34.980" v="15563" actId="478"/>
          <ac:spMkLst>
            <pc:docMk/>
            <pc:sldMk cId="2050461773" sldId="305"/>
            <ac:spMk id="7" creationId="{2724D698-CCE6-4565-BD0F-DE976AAD6090}"/>
          </ac:spMkLst>
        </pc:spChg>
        <pc:spChg chg="add mod">
          <ac:chgData name="Júlio César Chaves" userId="3f913fe9-3202-435d-b9f5-b2fca763184f" providerId="ADAL" clId="{2C743419-C7ED-4F6E-99E8-2CDA0CA3625B}" dt="2021-08-07T13:37:35.269" v="15564"/>
          <ac:spMkLst>
            <pc:docMk/>
            <pc:sldMk cId="2050461773" sldId="305"/>
            <ac:spMk id="8" creationId="{2E445DF8-8893-4AB1-A099-21FE7E5EC7EF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847207527" sldId="305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322774482" sldId="306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289661860" sldId="307"/>
        </pc:sldMkLst>
      </pc:sldChg>
      <pc:sldChg chg="addSp delSp modSp modNotesTx">
        <pc:chgData name="Júlio César Chaves" userId="3f913fe9-3202-435d-b9f5-b2fca763184f" providerId="ADAL" clId="{2C743419-C7ED-4F6E-99E8-2CDA0CA3625B}" dt="2021-08-07T13:37:42.403" v="15566"/>
        <pc:sldMkLst>
          <pc:docMk/>
          <pc:sldMk cId="4266786140" sldId="307"/>
        </pc:sldMkLst>
        <pc:spChg chg="del">
          <ac:chgData name="Júlio César Chaves" userId="3f913fe9-3202-435d-b9f5-b2fca763184f" providerId="ADAL" clId="{2C743419-C7ED-4F6E-99E8-2CDA0CA3625B}" dt="2021-08-07T13:37:41.884" v="15565" actId="478"/>
          <ac:spMkLst>
            <pc:docMk/>
            <pc:sldMk cId="4266786140" sldId="307"/>
            <ac:spMk id="7" creationId="{B408EA84-3E65-4131-B1C4-A9BB553D8C5A}"/>
          </ac:spMkLst>
        </pc:spChg>
        <pc:spChg chg="add mod">
          <ac:chgData name="Júlio César Chaves" userId="3f913fe9-3202-435d-b9f5-b2fca763184f" providerId="ADAL" clId="{2C743419-C7ED-4F6E-99E8-2CDA0CA3625B}" dt="2021-08-07T13:37:42.403" v="15566"/>
          <ac:spMkLst>
            <pc:docMk/>
            <pc:sldMk cId="4266786140" sldId="307"/>
            <ac:spMk id="8" creationId="{38B30129-A374-444C-A119-E56C374802E7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7T13:37:47.288" v="15568"/>
        <pc:sldMkLst>
          <pc:docMk/>
          <pc:sldMk cId="351078748" sldId="308"/>
        </pc:sldMkLst>
        <pc:spChg chg="del">
          <ac:chgData name="Júlio César Chaves" userId="3f913fe9-3202-435d-b9f5-b2fca763184f" providerId="ADAL" clId="{2C743419-C7ED-4F6E-99E8-2CDA0CA3625B}" dt="2021-08-07T13:37:46.828" v="15567" actId="478"/>
          <ac:spMkLst>
            <pc:docMk/>
            <pc:sldMk cId="351078748" sldId="308"/>
            <ac:spMk id="7" creationId="{5AD92A23-784A-4CAC-820F-885A07ACD736}"/>
          </ac:spMkLst>
        </pc:spChg>
        <pc:spChg chg="add mod">
          <ac:chgData name="Júlio César Chaves" userId="3f913fe9-3202-435d-b9f5-b2fca763184f" providerId="ADAL" clId="{2C743419-C7ED-4F6E-99E8-2CDA0CA3625B}" dt="2021-08-07T13:37:47.288" v="15568"/>
          <ac:spMkLst>
            <pc:docMk/>
            <pc:sldMk cId="351078748" sldId="308"/>
            <ac:spMk id="8" creationId="{90473990-0179-4C45-9AB8-F76BC75AD7AB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955245858" sldId="308"/>
        </pc:sldMkLst>
      </pc:sldChg>
      <pc:sldChg chg="addSp delSp modSp modNotesTx">
        <pc:chgData name="Júlio César Chaves" userId="3f913fe9-3202-435d-b9f5-b2fca763184f" providerId="ADAL" clId="{2C743419-C7ED-4F6E-99E8-2CDA0CA3625B}" dt="2021-08-07T13:37:51.931" v="15570"/>
        <pc:sldMkLst>
          <pc:docMk/>
          <pc:sldMk cId="30878921" sldId="309"/>
        </pc:sldMkLst>
        <pc:spChg chg="del">
          <ac:chgData name="Júlio César Chaves" userId="3f913fe9-3202-435d-b9f5-b2fca763184f" providerId="ADAL" clId="{2C743419-C7ED-4F6E-99E8-2CDA0CA3625B}" dt="2021-08-07T13:37:51.480" v="15569" actId="478"/>
          <ac:spMkLst>
            <pc:docMk/>
            <pc:sldMk cId="30878921" sldId="309"/>
            <ac:spMk id="7" creationId="{135E655E-62E4-4E05-8C57-5DC97E12A4C7}"/>
          </ac:spMkLst>
        </pc:spChg>
        <pc:spChg chg="add mod">
          <ac:chgData name="Júlio César Chaves" userId="3f913fe9-3202-435d-b9f5-b2fca763184f" providerId="ADAL" clId="{2C743419-C7ED-4F6E-99E8-2CDA0CA3625B}" dt="2021-08-07T13:37:51.931" v="15570"/>
          <ac:spMkLst>
            <pc:docMk/>
            <pc:sldMk cId="30878921" sldId="309"/>
            <ac:spMk id="8" creationId="{B0AB64DC-E018-4503-ABD2-4CF8A355B716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160077281" sldId="309"/>
        </pc:sldMkLst>
      </pc:sldChg>
      <pc:sldChg chg="addSp delSp modSp modNotesTx">
        <pc:chgData name="Júlio César Chaves" userId="3f913fe9-3202-435d-b9f5-b2fca763184f" providerId="ADAL" clId="{2C743419-C7ED-4F6E-99E8-2CDA0CA3625B}" dt="2021-08-07T13:37:57.488" v="15572"/>
        <pc:sldMkLst>
          <pc:docMk/>
          <pc:sldMk cId="775152585" sldId="310"/>
        </pc:sldMkLst>
        <pc:spChg chg="del">
          <ac:chgData name="Júlio César Chaves" userId="3f913fe9-3202-435d-b9f5-b2fca763184f" providerId="ADAL" clId="{2C743419-C7ED-4F6E-99E8-2CDA0CA3625B}" dt="2021-08-07T13:37:57.055" v="15571" actId="478"/>
          <ac:spMkLst>
            <pc:docMk/>
            <pc:sldMk cId="775152585" sldId="310"/>
            <ac:spMk id="7" creationId="{B5A2D5C2-858F-4304-9974-A902629B95E1}"/>
          </ac:spMkLst>
        </pc:spChg>
        <pc:spChg chg="add mod">
          <ac:chgData name="Júlio César Chaves" userId="3f913fe9-3202-435d-b9f5-b2fca763184f" providerId="ADAL" clId="{2C743419-C7ED-4F6E-99E8-2CDA0CA3625B}" dt="2021-08-07T13:37:57.488" v="15572"/>
          <ac:spMkLst>
            <pc:docMk/>
            <pc:sldMk cId="775152585" sldId="310"/>
            <ac:spMk id="8" creationId="{69B73526-09F8-4EFE-BA9A-EBDBD115D46B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4027222465" sldId="310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873282337" sldId="311"/>
        </pc:sldMkLst>
      </pc:sldChg>
      <pc:sldChg chg="addSp delSp modSp modNotesTx">
        <pc:chgData name="Júlio César Chaves" userId="3f913fe9-3202-435d-b9f5-b2fca763184f" providerId="ADAL" clId="{2C743419-C7ED-4F6E-99E8-2CDA0CA3625B}" dt="2021-08-07T13:38:02.403" v="15574"/>
        <pc:sldMkLst>
          <pc:docMk/>
          <pc:sldMk cId="974468072" sldId="311"/>
        </pc:sldMkLst>
        <pc:spChg chg="del">
          <ac:chgData name="Júlio César Chaves" userId="3f913fe9-3202-435d-b9f5-b2fca763184f" providerId="ADAL" clId="{2C743419-C7ED-4F6E-99E8-2CDA0CA3625B}" dt="2021-08-07T13:38:01.973" v="15573" actId="478"/>
          <ac:spMkLst>
            <pc:docMk/>
            <pc:sldMk cId="974468072" sldId="311"/>
            <ac:spMk id="8" creationId="{197A43F6-C40D-4B0F-A011-8F5C8DEE8163}"/>
          </ac:spMkLst>
        </pc:spChg>
        <pc:spChg chg="add mod">
          <ac:chgData name="Júlio César Chaves" userId="3f913fe9-3202-435d-b9f5-b2fca763184f" providerId="ADAL" clId="{2C743419-C7ED-4F6E-99E8-2CDA0CA3625B}" dt="2021-08-07T13:38:02.403" v="15574"/>
          <ac:spMkLst>
            <pc:docMk/>
            <pc:sldMk cId="974468072" sldId="311"/>
            <ac:spMk id="9" creationId="{B2A7D698-C07E-42C1-BC25-EA5E25C3B6EC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9164760" sldId="312"/>
        </pc:sldMkLst>
      </pc:sldChg>
      <pc:sldChg chg="addSp delSp modSp modNotesTx">
        <pc:chgData name="Júlio César Chaves" userId="3f913fe9-3202-435d-b9f5-b2fca763184f" providerId="ADAL" clId="{2C743419-C7ED-4F6E-99E8-2CDA0CA3625B}" dt="2021-08-07T13:38:06.613" v="15576"/>
        <pc:sldMkLst>
          <pc:docMk/>
          <pc:sldMk cId="4056763444" sldId="312"/>
        </pc:sldMkLst>
        <pc:spChg chg="del">
          <ac:chgData name="Júlio César Chaves" userId="3f913fe9-3202-435d-b9f5-b2fca763184f" providerId="ADAL" clId="{2C743419-C7ED-4F6E-99E8-2CDA0CA3625B}" dt="2021-08-07T13:38:06.186" v="15575" actId="478"/>
          <ac:spMkLst>
            <pc:docMk/>
            <pc:sldMk cId="4056763444" sldId="312"/>
            <ac:spMk id="7" creationId="{40ADCBFC-F8D7-420F-9C07-C69CEBE07173}"/>
          </ac:spMkLst>
        </pc:spChg>
        <pc:spChg chg="add mod">
          <ac:chgData name="Júlio César Chaves" userId="3f913fe9-3202-435d-b9f5-b2fca763184f" providerId="ADAL" clId="{2C743419-C7ED-4F6E-99E8-2CDA0CA3625B}" dt="2021-08-07T13:38:06.613" v="15576"/>
          <ac:spMkLst>
            <pc:docMk/>
            <pc:sldMk cId="4056763444" sldId="312"/>
            <ac:spMk id="8" creationId="{054480D1-7688-43E0-8B42-7F8D1AC0B874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806118060" sldId="313"/>
        </pc:sldMkLst>
      </pc:sldChg>
      <pc:sldChg chg="addSp delSp modSp modNotesTx">
        <pc:chgData name="Júlio César Chaves" userId="3f913fe9-3202-435d-b9f5-b2fca763184f" providerId="ADAL" clId="{2C743419-C7ED-4F6E-99E8-2CDA0CA3625B}" dt="2021-08-07T13:38:10.632" v="15578"/>
        <pc:sldMkLst>
          <pc:docMk/>
          <pc:sldMk cId="2278259446" sldId="313"/>
        </pc:sldMkLst>
        <pc:spChg chg="del">
          <ac:chgData name="Júlio César Chaves" userId="3f913fe9-3202-435d-b9f5-b2fca763184f" providerId="ADAL" clId="{2C743419-C7ED-4F6E-99E8-2CDA0CA3625B}" dt="2021-08-07T13:38:10.198" v="15577" actId="478"/>
          <ac:spMkLst>
            <pc:docMk/>
            <pc:sldMk cId="2278259446" sldId="313"/>
            <ac:spMk id="7" creationId="{24A6B59D-1537-49A8-8E75-1BB03F90F052}"/>
          </ac:spMkLst>
        </pc:spChg>
        <pc:spChg chg="add mod">
          <ac:chgData name="Júlio César Chaves" userId="3f913fe9-3202-435d-b9f5-b2fca763184f" providerId="ADAL" clId="{2C743419-C7ED-4F6E-99E8-2CDA0CA3625B}" dt="2021-08-07T13:38:10.632" v="15578"/>
          <ac:spMkLst>
            <pc:docMk/>
            <pc:sldMk cId="2278259446" sldId="313"/>
            <ac:spMk id="8" creationId="{D29038DC-9F10-4EC4-9F51-3C0ACFF5DB86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618552015" sldId="314"/>
        </pc:sldMkLst>
      </pc:sldChg>
      <pc:sldChg chg="addSp delSp modSp modNotesTx">
        <pc:chgData name="Júlio César Chaves" userId="3f913fe9-3202-435d-b9f5-b2fca763184f" providerId="ADAL" clId="{2C743419-C7ED-4F6E-99E8-2CDA0CA3625B}" dt="2021-08-07T13:43:38.051" v="15708"/>
        <pc:sldMkLst>
          <pc:docMk/>
          <pc:sldMk cId="1173154575" sldId="314"/>
        </pc:sldMkLst>
        <pc:spChg chg="del">
          <ac:chgData name="Júlio César Chaves" userId="3f913fe9-3202-435d-b9f5-b2fca763184f" providerId="ADAL" clId="{2C743419-C7ED-4F6E-99E8-2CDA0CA3625B}" dt="2021-08-07T13:43:37.714" v="15707" actId="478"/>
          <ac:spMkLst>
            <pc:docMk/>
            <pc:sldMk cId="1173154575" sldId="314"/>
            <ac:spMk id="7" creationId="{42CFEA56-E583-48D8-BB87-2281D308D2BB}"/>
          </ac:spMkLst>
        </pc:spChg>
        <pc:spChg chg="add mod">
          <ac:chgData name="Júlio César Chaves" userId="3f913fe9-3202-435d-b9f5-b2fca763184f" providerId="ADAL" clId="{2C743419-C7ED-4F6E-99E8-2CDA0CA3625B}" dt="2021-08-07T13:43:38.051" v="15708"/>
          <ac:spMkLst>
            <pc:docMk/>
            <pc:sldMk cId="1173154575" sldId="314"/>
            <ac:spMk id="8" creationId="{75983F64-A2DA-4FBF-93F5-06A62CF28F83}"/>
          </ac:spMkLst>
        </pc:spChg>
      </pc:sldChg>
      <pc:sldChg chg="addSp delSp modSp modNotesTx">
        <pc:chgData name="Júlio César Chaves" userId="3f913fe9-3202-435d-b9f5-b2fca763184f" providerId="ADAL" clId="{2C743419-C7ED-4F6E-99E8-2CDA0CA3625B}" dt="2021-08-07T13:57:20.695" v="16261"/>
        <pc:sldMkLst>
          <pc:docMk/>
          <pc:sldMk cId="2057371447" sldId="315"/>
        </pc:sldMkLst>
        <pc:spChg chg="del">
          <ac:chgData name="Júlio César Chaves" userId="3f913fe9-3202-435d-b9f5-b2fca763184f" providerId="ADAL" clId="{2C743419-C7ED-4F6E-99E8-2CDA0CA3625B}" dt="2021-08-07T13:57:20.346" v="16260" actId="478"/>
          <ac:spMkLst>
            <pc:docMk/>
            <pc:sldMk cId="2057371447" sldId="315"/>
            <ac:spMk id="5" creationId="{CA814BD5-8896-4B3A-9DB5-E46C1AAB70F2}"/>
          </ac:spMkLst>
        </pc:spChg>
        <pc:spChg chg="add mod">
          <ac:chgData name="Júlio César Chaves" userId="3f913fe9-3202-435d-b9f5-b2fca763184f" providerId="ADAL" clId="{2C743419-C7ED-4F6E-99E8-2CDA0CA3625B}" dt="2021-08-07T13:57:20.695" v="16261"/>
          <ac:spMkLst>
            <pc:docMk/>
            <pc:sldMk cId="2057371447" sldId="315"/>
            <ac:spMk id="6" creationId="{31BBFD71-EFE3-44B1-90B6-EE0591556962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437107572" sldId="315"/>
        </pc:sldMkLst>
      </pc:sldChg>
      <pc:sldChg chg="addSp delSp modSp modNotesTx">
        <pc:chgData name="Júlio César Chaves" userId="3f913fe9-3202-435d-b9f5-b2fca763184f" providerId="ADAL" clId="{2C743419-C7ED-4F6E-99E8-2CDA0CA3625B}" dt="2021-08-06T21:42:18.572" v="12077" actId="20577"/>
        <pc:sldMkLst>
          <pc:docMk/>
          <pc:sldMk cId="2005990515" sldId="316"/>
        </pc:sldMkLst>
        <pc:spChg chg="del">
          <ac:chgData name="Júlio César Chaves" userId="3f913fe9-3202-435d-b9f5-b2fca763184f" providerId="ADAL" clId="{2C743419-C7ED-4F6E-99E8-2CDA0CA3625B}" dt="2021-08-06T19:43:40.737" v="11454" actId="478"/>
          <ac:spMkLst>
            <pc:docMk/>
            <pc:sldMk cId="2005990515" sldId="316"/>
            <ac:spMk id="8" creationId="{D776C565-ED18-43C7-8846-42331C522DC6}"/>
          </ac:spMkLst>
        </pc:spChg>
        <pc:spChg chg="add mod">
          <ac:chgData name="Júlio César Chaves" userId="3f913fe9-3202-435d-b9f5-b2fca763184f" providerId="ADAL" clId="{2C743419-C7ED-4F6E-99E8-2CDA0CA3625B}" dt="2021-08-06T19:43:41.118" v="11455"/>
          <ac:spMkLst>
            <pc:docMk/>
            <pc:sldMk cId="2005990515" sldId="316"/>
            <ac:spMk id="9" creationId="{B810D93C-CE5B-4A65-8231-C76D06C02571}"/>
          </ac:spMkLst>
        </pc:sp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380393617" sldId="316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347683872" sldId="317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313732529" sldId="318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74695344" sldId="319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980991713" sldId="320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349890890" sldId="321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8281629" sldId="322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267241455" sldId="323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595539866" sldId="324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922853828" sldId="325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7348903" sldId="326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278104449" sldId="327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2524661992" sldId="328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418676610" sldId="376"/>
        </pc:sldMkLst>
      </pc:sldChg>
      <pc:sldChg chg="modSp mod">
        <pc:chgData name="Júlio César Chaves" userId="3f913fe9-3202-435d-b9f5-b2fca763184f" providerId="ADAL" clId="{2C743419-C7ED-4F6E-99E8-2CDA0CA3625B}" dt="2021-08-04T22:47:24.285" v="8644" actId="20577"/>
        <pc:sldMkLst>
          <pc:docMk/>
          <pc:sldMk cId="2738234578" sldId="377"/>
        </pc:sldMkLst>
        <pc:spChg chg="mod">
          <ac:chgData name="Júlio César Chaves" userId="3f913fe9-3202-435d-b9f5-b2fca763184f" providerId="ADAL" clId="{2C743419-C7ED-4F6E-99E8-2CDA0CA3625B}" dt="2021-08-04T22:47:24.285" v="8644" actId="20577"/>
          <ac:spMkLst>
            <pc:docMk/>
            <pc:sldMk cId="2738234578" sldId="377"/>
            <ac:spMk id="24" creationId="{11EA67E0-DC44-4426-B11B-A327DE8860B1}"/>
          </ac:spMkLst>
        </pc:spChg>
      </pc:sldChg>
      <pc:sldChg chg="modSp mod">
        <pc:chgData name="Júlio César Chaves" userId="3f913fe9-3202-435d-b9f5-b2fca763184f" providerId="ADAL" clId="{2C743419-C7ED-4F6E-99E8-2CDA0CA3625B}" dt="2021-08-04T22:47:42.344" v="8669" actId="6549"/>
        <pc:sldMkLst>
          <pc:docMk/>
          <pc:sldMk cId="1834826491" sldId="378"/>
        </pc:sldMkLst>
        <pc:spChg chg="mod">
          <ac:chgData name="Júlio César Chaves" userId="3f913fe9-3202-435d-b9f5-b2fca763184f" providerId="ADAL" clId="{2C743419-C7ED-4F6E-99E8-2CDA0CA3625B}" dt="2021-08-04T22:47:42.344" v="8669" actId="6549"/>
          <ac:spMkLst>
            <pc:docMk/>
            <pc:sldMk cId="1834826491" sldId="378"/>
            <ac:spMk id="2" creationId="{F78C5C0E-23FB-4BFA-BE3A-D0497418837E}"/>
          </ac:spMkLst>
        </pc:spChg>
      </pc:sldChg>
      <pc:sldChg chg="addSp delSp modSp new mod ord modClrScheme chgLayout modNotesTx">
        <pc:chgData name="Júlio César Chaves" userId="3f913fe9-3202-435d-b9f5-b2fca763184f" providerId="ADAL" clId="{2C743419-C7ED-4F6E-99E8-2CDA0CA3625B}" dt="2021-08-04T22:36:12.205" v="8437" actId="20577"/>
        <pc:sldMkLst>
          <pc:docMk/>
          <pc:sldMk cId="478609247" sldId="379"/>
        </pc:sldMkLst>
        <pc:spChg chg="del">
          <ac:chgData name="Júlio César Chaves" userId="3f913fe9-3202-435d-b9f5-b2fca763184f" providerId="ADAL" clId="{2C743419-C7ED-4F6E-99E8-2CDA0CA3625B}" dt="2021-07-31T18:56:30.634" v="100" actId="478"/>
          <ac:spMkLst>
            <pc:docMk/>
            <pc:sldMk cId="478609247" sldId="379"/>
            <ac:spMk id="2" creationId="{B45A90AA-6FB8-4FE5-A2A7-C129EACF4E99}"/>
          </ac:spMkLst>
        </pc:spChg>
        <pc:spChg chg="del mod">
          <ac:chgData name="Júlio César Chaves" userId="3f913fe9-3202-435d-b9f5-b2fca763184f" providerId="ADAL" clId="{2C743419-C7ED-4F6E-99E8-2CDA0CA3625B}" dt="2021-07-31T18:59:54.657" v="104" actId="700"/>
          <ac:spMkLst>
            <pc:docMk/>
            <pc:sldMk cId="478609247" sldId="379"/>
            <ac:spMk id="3" creationId="{214B94D0-4288-4E87-8E87-6C1B07E5ED0B}"/>
          </ac:spMkLst>
        </pc:spChg>
        <pc:spChg chg="del mod">
          <ac:chgData name="Júlio César Chaves" userId="3f913fe9-3202-435d-b9f5-b2fca763184f" providerId="ADAL" clId="{2C743419-C7ED-4F6E-99E8-2CDA0CA3625B}" dt="2021-07-31T18:59:54.657" v="104" actId="700"/>
          <ac:spMkLst>
            <pc:docMk/>
            <pc:sldMk cId="478609247" sldId="379"/>
            <ac:spMk id="4" creationId="{0971ABF7-3A48-4C11-BFBB-0BBA2C202FCB}"/>
          </ac:spMkLst>
        </pc:spChg>
        <pc:spChg chg="del mod">
          <ac:chgData name="Júlio César Chaves" userId="3f913fe9-3202-435d-b9f5-b2fca763184f" providerId="ADAL" clId="{2C743419-C7ED-4F6E-99E8-2CDA0CA3625B}" dt="2021-07-31T18:59:54.657" v="104" actId="700"/>
          <ac:spMkLst>
            <pc:docMk/>
            <pc:sldMk cId="478609247" sldId="379"/>
            <ac:spMk id="5" creationId="{6DE6FE57-69C5-4DE0-97A3-C5F2A746864D}"/>
          </ac:spMkLst>
        </pc:spChg>
        <pc:spChg chg="mod ord">
          <ac:chgData name="Júlio César Chaves" userId="3f913fe9-3202-435d-b9f5-b2fca763184f" providerId="ADAL" clId="{2C743419-C7ED-4F6E-99E8-2CDA0CA3625B}" dt="2021-07-31T18:59:54.657" v="104" actId="700"/>
          <ac:spMkLst>
            <pc:docMk/>
            <pc:sldMk cId="478609247" sldId="379"/>
            <ac:spMk id="6" creationId="{E1B11B39-4BB3-44EA-8012-ADDE93C59C5C}"/>
          </ac:spMkLst>
        </pc:spChg>
        <pc:picChg chg="add mod">
          <ac:chgData name="Júlio César Chaves" userId="3f913fe9-3202-435d-b9f5-b2fca763184f" providerId="ADAL" clId="{2C743419-C7ED-4F6E-99E8-2CDA0CA3625B}" dt="2021-07-31T19:00:22.978" v="108" actId="1076"/>
          <ac:picMkLst>
            <pc:docMk/>
            <pc:sldMk cId="478609247" sldId="379"/>
            <ac:picMk id="8" creationId="{EFC30F22-A89B-4D33-A39A-EFA13E8B85A9}"/>
          </ac:picMkLst>
        </pc:picChg>
        <pc:picChg chg="add del">
          <ac:chgData name="Júlio César Chaves" userId="3f913fe9-3202-435d-b9f5-b2fca763184f" providerId="ADAL" clId="{2C743419-C7ED-4F6E-99E8-2CDA0CA3625B}" dt="2021-07-31T18:55:21.596" v="80" actId="478"/>
          <ac:picMkLst>
            <pc:docMk/>
            <pc:sldMk cId="478609247" sldId="379"/>
            <ac:picMk id="1026" creationId="{44865D9C-596C-4322-A95D-3C0F7439D0B1}"/>
          </ac:picMkLst>
        </pc:picChg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3440270424" sldId="379"/>
        </pc:sldMkLst>
      </pc:sldChg>
      <pc:sldChg chg="del">
        <pc:chgData name="Júlio César Chaves" userId="3f913fe9-3202-435d-b9f5-b2fca763184f" providerId="ADAL" clId="{2C743419-C7ED-4F6E-99E8-2CDA0CA3625B}" dt="2021-07-31T18:39:01.215" v="75" actId="47"/>
        <pc:sldMkLst>
          <pc:docMk/>
          <pc:sldMk cId="1773460554" sldId="380"/>
        </pc:sldMkLst>
      </pc:sldChg>
      <pc:sldChg chg="modSp new del mod">
        <pc:chgData name="Júlio César Chaves" userId="3f913fe9-3202-435d-b9f5-b2fca763184f" providerId="ADAL" clId="{2C743419-C7ED-4F6E-99E8-2CDA0CA3625B}" dt="2021-08-04T18:22:13.361" v="7950" actId="47"/>
        <pc:sldMkLst>
          <pc:docMk/>
          <pc:sldMk cId="1953739652" sldId="380"/>
        </pc:sldMkLst>
        <pc:spChg chg="mod">
          <ac:chgData name="Júlio César Chaves" userId="3f913fe9-3202-435d-b9f5-b2fca763184f" providerId="ADAL" clId="{2C743419-C7ED-4F6E-99E8-2CDA0CA3625B}" dt="2021-07-31T20:56:56.553" v="1013" actId="6549"/>
          <ac:spMkLst>
            <pc:docMk/>
            <pc:sldMk cId="1953739652" sldId="380"/>
            <ac:spMk id="2" creationId="{6CF51313-63C1-41EE-898D-5AA87E85D335}"/>
          </ac:spMkLst>
        </pc:spChg>
      </pc:sldChg>
      <pc:sldChg chg="modSp add del mod">
        <pc:chgData name="Júlio César Chaves" userId="3f913fe9-3202-435d-b9f5-b2fca763184f" providerId="ADAL" clId="{2C743419-C7ED-4F6E-99E8-2CDA0CA3625B}" dt="2021-08-04T18:22:10.954" v="7949" actId="47"/>
        <pc:sldMkLst>
          <pc:docMk/>
          <pc:sldMk cId="656514041" sldId="381"/>
        </pc:sldMkLst>
        <pc:spChg chg="mod">
          <ac:chgData name="Júlio César Chaves" userId="3f913fe9-3202-435d-b9f5-b2fca763184f" providerId="ADAL" clId="{2C743419-C7ED-4F6E-99E8-2CDA0CA3625B}" dt="2021-07-31T20:57:07.977" v="1023" actId="20577"/>
          <ac:spMkLst>
            <pc:docMk/>
            <pc:sldMk cId="656514041" sldId="381"/>
            <ac:spMk id="2" creationId="{6CF51313-63C1-41EE-898D-5AA87E85D335}"/>
          </ac:spMkLst>
        </pc:spChg>
        <pc:spChg chg="mod">
          <ac:chgData name="Júlio César Chaves" userId="3f913fe9-3202-435d-b9f5-b2fca763184f" providerId="ADAL" clId="{2C743419-C7ED-4F6E-99E8-2CDA0CA3625B}" dt="2021-07-31T20:59:54.475" v="1107" actId="20577"/>
          <ac:spMkLst>
            <pc:docMk/>
            <pc:sldMk cId="656514041" sldId="381"/>
            <ac:spMk id="3" creationId="{45580540-3DEA-459A-8EF1-48CF8B3E3A29}"/>
          </ac:spMkLst>
        </pc:spChg>
      </pc:sldChg>
      <pc:sldChg chg="modSp new del mod modNotesTx">
        <pc:chgData name="Júlio César Chaves" userId="3f913fe9-3202-435d-b9f5-b2fca763184f" providerId="ADAL" clId="{2C743419-C7ED-4F6E-99E8-2CDA0CA3625B}" dt="2021-08-04T22:46:31.510" v="8611" actId="47"/>
        <pc:sldMkLst>
          <pc:docMk/>
          <pc:sldMk cId="313010277" sldId="382"/>
        </pc:sldMkLst>
        <pc:spChg chg="mod">
          <ac:chgData name="Júlio César Chaves" userId="3f913fe9-3202-435d-b9f5-b2fca763184f" providerId="ADAL" clId="{2C743419-C7ED-4F6E-99E8-2CDA0CA3625B}" dt="2021-08-02T16:25:57.458" v="2585" actId="20577"/>
          <ac:spMkLst>
            <pc:docMk/>
            <pc:sldMk cId="313010277" sldId="382"/>
            <ac:spMk id="2" creationId="{1713E327-F248-4BE1-BFA9-66009218765F}"/>
          </ac:spMkLst>
        </pc:spChg>
        <pc:spChg chg="mod">
          <ac:chgData name="Júlio César Chaves" userId="3f913fe9-3202-435d-b9f5-b2fca763184f" providerId="ADAL" clId="{2C743419-C7ED-4F6E-99E8-2CDA0CA3625B}" dt="2021-08-02T15:27:17.842" v="2282" actId="6549"/>
          <ac:spMkLst>
            <pc:docMk/>
            <pc:sldMk cId="313010277" sldId="382"/>
            <ac:spMk id="3" creationId="{56E2879E-37AB-4364-AAB1-69DAEEC27BC6}"/>
          </ac:spMkLst>
        </pc:spChg>
        <pc:spChg chg="mod">
          <ac:chgData name="Júlio César Chaves" userId="3f913fe9-3202-435d-b9f5-b2fca763184f" providerId="ADAL" clId="{2C743419-C7ED-4F6E-99E8-2CDA0CA3625B}" dt="2021-08-02T15:30:14.327" v="2393" actId="20577"/>
          <ac:spMkLst>
            <pc:docMk/>
            <pc:sldMk cId="313010277" sldId="382"/>
            <ac:spMk id="4" creationId="{EF0CD3D1-5536-4EDE-AD1A-6E7E3481D844}"/>
          </ac:spMkLst>
        </pc:spChg>
      </pc:sldChg>
      <pc:sldChg chg="modSp add del mod">
        <pc:chgData name="Júlio César Chaves" userId="3f913fe9-3202-435d-b9f5-b2fca763184f" providerId="ADAL" clId="{2C743419-C7ED-4F6E-99E8-2CDA0CA3625B}" dt="2021-08-04T18:21:00.341" v="7948" actId="47"/>
        <pc:sldMkLst>
          <pc:docMk/>
          <pc:sldMk cId="525823677" sldId="383"/>
        </pc:sldMkLst>
        <pc:spChg chg="mod">
          <ac:chgData name="Júlio César Chaves" userId="3f913fe9-3202-435d-b9f5-b2fca763184f" providerId="ADAL" clId="{2C743419-C7ED-4F6E-99E8-2CDA0CA3625B}" dt="2021-08-04T18:14:03.558" v="7731" actId="14100"/>
          <ac:spMkLst>
            <pc:docMk/>
            <pc:sldMk cId="525823677" sldId="383"/>
            <ac:spMk id="2" creationId="{1713E327-F248-4BE1-BFA9-66009218765F}"/>
          </ac:spMkLst>
        </pc:spChg>
        <pc:spChg chg="mod">
          <ac:chgData name="Júlio César Chaves" userId="3f913fe9-3202-435d-b9f5-b2fca763184f" providerId="ADAL" clId="{2C743419-C7ED-4F6E-99E8-2CDA0CA3625B}" dt="2021-08-04T18:19:58.381" v="7947" actId="20577"/>
          <ac:spMkLst>
            <pc:docMk/>
            <pc:sldMk cId="525823677" sldId="383"/>
            <ac:spMk id="3" creationId="{56E2879E-37AB-4364-AAB1-69DAEEC27BC6}"/>
          </ac:spMkLst>
        </pc:spChg>
        <pc:spChg chg="mod">
          <ac:chgData name="Júlio César Chaves" userId="3f913fe9-3202-435d-b9f5-b2fca763184f" providerId="ADAL" clId="{2C743419-C7ED-4F6E-99E8-2CDA0CA3625B}" dt="2021-08-04T18:18:58.511" v="7874" actId="20577"/>
          <ac:spMkLst>
            <pc:docMk/>
            <pc:sldMk cId="525823677" sldId="383"/>
            <ac:spMk id="4" creationId="{EF0CD3D1-5536-4EDE-AD1A-6E7E3481D844}"/>
          </ac:spMkLst>
        </pc:spChg>
        <pc:spChg chg="mod">
          <ac:chgData name="Júlio César Chaves" userId="3f913fe9-3202-435d-b9f5-b2fca763184f" providerId="ADAL" clId="{2C743419-C7ED-4F6E-99E8-2CDA0CA3625B}" dt="2021-08-04T18:12:57.808" v="7708"/>
          <ac:spMkLst>
            <pc:docMk/>
            <pc:sldMk cId="525823677" sldId="383"/>
            <ac:spMk id="5" creationId="{CE027674-ED18-4444-A39B-825F9613A3F5}"/>
          </ac:spMkLst>
        </pc:spChg>
      </pc:sldChg>
      <pc:sldChg chg="modSp add del mod modNotesTx">
        <pc:chgData name="Júlio César Chaves" userId="3f913fe9-3202-435d-b9f5-b2fca763184f" providerId="ADAL" clId="{2C743419-C7ED-4F6E-99E8-2CDA0CA3625B}" dt="2021-08-04T22:46:31.510" v="8611" actId="47"/>
        <pc:sldMkLst>
          <pc:docMk/>
          <pc:sldMk cId="4125930988" sldId="384"/>
        </pc:sldMkLst>
        <pc:spChg chg="mod">
          <ac:chgData name="Júlio César Chaves" userId="3f913fe9-3202-435d-b9f5-b2fca763184f" providerId="ADAL" clId="{2C743419-C7ED-4F6E-99E8-2CDA0CA3625B}" dt="2021-08-03T20:46:32.010" v="6264" actId="20577"/>
          <ac:spMkLst>
            <pc:docMk/>
            <pc:sldMk cId="4125930988" sldId="384"/>
            <ac:spMk id="2" creationId="{1713E327-F248-4BE1-BFA9-66009218765F}"/>
          </ac:spMkLst>
        </pc:spChg>
        <pc:spChg chg="mod">
          <ac:chgData name="Júlio César Chaves" userId="3f913fe9-3202-435d-b9f5-b2fca763184f" providerId="ADAL" clId="{2C743419-C7ED-4F6E-99E8-2CDA0CA3625B}" dt="2021-08-03T20:51:26.706" v="6385" actId="20577"/>
          <ac:spMkLst>
            <pc:docMk/>
            <pc:sldMk cId="4125930988" sldId="384"/>
            <ac:spMk id="3" creationId="{56E2879E-37AB-4364-AAB1-69DAEEC27BC6}"/>
          </ac:spMkLst>
        </pc:spChg>
        <pc:spChg chg="mod">
          <ac:chgData name="Júlio César Chaves" userId="3f913fe9-3202-435d-b9f5-b2fca763184f" providerId="ADAL" clId="{2C743419-C7ED-4F6E-99E8-2CDA0CA3625B}" dt="2021-08-03T20:52:19.931" v="6387" actId="6549"/>
          <ac:spMkLst>
            <pc:docMk/>
            <pc:sldMk cId="4125930988" sldId="384"/>
            <ac:spMk id="4" creationId="{EF0CD3D1-5536-4EDE-AD1A-6E7E3481D844}"/>
          </ac:spMkLst>
        </pc:spChg>
        <pc:spChg chg="mod">
          <ac:chgData name="Júlio César Chaves" userId="3f913fe9-3202-435d-b9f5-b2fca763184f" providerId="ADAL" clId="{2C743419-C7ED-4F6E-99E8-2CDA0CA3625B}" dt="2021-08-03T20:47:08.342" v="6272"/>
          <ac:spMkLst>
            <pc:docMk/>
            <pc:sldMk cId="4125930988" sldId="384"/>
            <ac:spMk id="5" creationId="{CE027674-ED18-4444-A39B-825F9613A3F5}"/>
          </ac:spMkLst>
        </pc:spChg>
      </pc:sldChg>
      <pc:sldChg chg="addSp delSp modSp add del mod modNotesTx">
        <pc:chgData name="Júlio César Chaves" userId="3f913fe9-3202-435d-b9f5-b2fca763184f" providerId="ADAL" clId="{2C743419-C7ED-4F6E-99E8-2CDA0CA3625B}" dt="2021-08-02T21:27:39.260" v="4697" actId="47"/>
        <pc:sldMkLst>
          <pc:docMk/>
          <pc:sldMk cId="1757053426" sldId="385"/>
        </pc:sldMkLst>
        <pc:spChg chg="mod">
          <ac:chgData name="Júlio César Chaves" userId="3f913fe9-3202-435d-b9f5-b2fca763184f" providerId="ADAL" clId="{2C743419-C7ED-4F6E-99E8-2CDA0CA3625B}" dt="2021-08-02T16:26:13.192" v="2611" actId="20577"/>
          <ac:spMkLst>
            <pc:docMk/>
            <pc:sldMk cId="1757053426" sldId="385"/>
            <ac:spMk id="2" creationId="{1713E327-F248-4BE1-BFA9-66009218765F}"/>
          </ac:spMkLst>
        </pc:spChg>
        <pc:spChg chg="del mod">
          <ac:chgData name="Júlio César Chaves" userId="3f913fe9-3202-435d-b9f5-b2fca763184f" providerId="ADAL" clId="{2C743419-C7ED-4F6E-99E8-2CDA0CA3625B}" dt="2021-08-02T21:22:59.094" v="4533" actId="478"/>
          <ac:spMkLst>
            <pc:docMk/>
            <pc:sldMk cId="1757053426" sldId="385"/>
            <ac:spMk id="3" creationId="{56E2879E-37AB-4364-AAB1-69DAEEC27BC6}"/>
          </ac:spMkLst>
        </pc:spChg>
        <pc:spChg chg="del">
          <ac:chgData name="Júlio César Chaves" userId="3f913fe9-3202-435d-b9f5-b2fca763184f" providerId="ADAL" clId="{2C743419-C7ED-4F6E-99E8-2CDA0CA3625B}" dt="2021-08-02T21:22:58.076" v="4532" actId="478"/>
          <ac:spMkLst>
            <pc:docMk/>
            <pc:sldMk cId="1757053426" sldId="385"/>
            <ac:spMk id="4" creationId="{EF0CD3D1-5536-4EDE-AD1A-6E7E3481D844}"/>
          </ac:spMkLst>
        </pc:spChg>
        <pc:spChg chg="mod">
          <ac:chgData name="Júlio César Chaves" userId="3f913fe9-3202-435d-b9f5-b2fca763184f" providerId="ADAL" clId="{2C743419-C7ED-4F6E-99E8-2CDA0CA3625B}" dt="2021-08-02T21:19:53.025" v="4522"/>
          <ac:spMkLst>
            <pc:docMk/>
            <pc:sldMk cId="1757053426" sldId="385"/>
            <ac:spMk id="5" creationId="{CE027674-ED18-4444-A39B-825F9613A3F5}"/>
          </ac:spMkLst>
        </pc:spChg>
        <pc:picChg chg="add mod">
          <ac:chgData name="Júlio César Chaves" userId="3f913fe9-3202-435d-b9f5-b2fca763184f" providerId="ADAL" clId="{2C743419-C7ED-4F6E-99E8-2CDA0CA3625B}" dt="2021-08-02T21:23:34.913" v="4537" actId="1440"/>
          <ac:picMkLst>
            <pc:docMk/>
            <pc:sldMk cId="1757053426" sldId="385"/>
            <ac:picMk id="7" creationId="{0A0D7006-66C7-4FF5-86C1-107DF52D3488}"/>
          </ac:picMkLst>
        </pc:picChg>
        <pc:picChg chg="add mod">
          <ac:chgData name="Júlio César Chaves" userId="3f913fe9-3202-435d-b9f5-b2fca763184f" providerId="ADAL" clId="{2C743419-C7ED-4F6E-99E8-2CDA0CA3625B}" dt="2021-08-02T21:23:37.249" v="4538" actId="1440"/>
          <ac:picMkLst>
            <pc:docMk/>
            <pc:sldMk cId="1757053426" sldId="385"/>
            <ac:picMk id="9" creationId="{52E9BDC9-2806-448E-8348-07762A82420D}"/>
          </ac:picMkLst>
        </pc:picChg>
        <pc:picChg chg="add mod">
          <ac:chgData name="Júlio César Chaves" userId="3f913fe9-3202-435d-b9f5-b2fca763184f" providerId="ADAL" clId="{2C743419-C7ED-4F6E-99E8-2CDA0CA3625B}" dt="2021-08-02T21:23:31.351" v="4536" actId="1440"/>
          <ac:picMkLst>
            <pc:docMk/>
            <pc:sldMk cId="1757053426" sldId="385"/>
            <ac:picMk id="11" creationId="{5D9487DD-3628-4301-8961-BBAB58CA47CF}"/>
          </ac:picMkLst>
        </pc:picChg>
      </pc:sldChg>
      <pc:sldChg chg="add del">
        <pc:chgData name="Júlio César Chaves" userId="3f913fe9-3202-435d-b9f5-b2fca763184f" providerId="ADAL" clId="{2C743419-C7ED-4F6E-99E8-2CDA0CA3625B}" dt="2021-08-02T15:26:41.723" v="2256"/>
        <pc:sldMkLst>
          <pc:docMk/>
          <pc:sldMk cId="1259241019" sldId="386"/>
        </pc:sldMkLst>
      </pc:sldChg>
      <pc:sldChg chg="modSp add del mod modNotesTx">
        <pc:chgData name="Júlio César Chaves" userId="3f913fe9-3202-435d-b9f5-b2fca763184f" providerId="ADAL" clId="{2C743419-C7ED-4F6E-99E8-2CDA0CA3625B}" dt="2021-08-04T22:46:31.510" v="8611" actId="47"/>
        <pc:sldMkLst>
          <pc:docMk/>
          <pc:sldMk cId="2901242042" sldId="386"/>
        </pc:sldMkLst>
        <pc:spChg chg="mod">
          <ac:chgData name="Júlio César Chaves" userId="3f913fe9-3202-435d-b9f5-b2fca763184f" providerId="ADAL" clId="{2C743419-C7ED-4F6E-99E8-2CDA0CA3625B}" dt="2021-08-02T16:26:04.542" v="2598" actId="20577"/>
          <ac:spMkLst>
            <pc:docMk/>
            <pc:sldMk cId="2901242042" sldId="386"/>
            <ac:spMk id="2" creationId="{1713E327-F248-4BE1-BFA9-66009218765F}"/>
          </ac:spMkLst>
        </pc:spChg>
        <pc:spChg chg="mod">
          <ac:chgData name="Júlio César Chaves" userId="3f913fe9-3202-435d-b9f5-b2fca763184f" providerId="ADAL" clId="{2C743419-C7ED-4F6E-99E8-2CDA0CA3625B}" dt="2021-08-02T20:44:29.427" v="4508" actId="20577"/>
          <ac:spMkLst>
            <pc:docMk/>
            <pc:sldMk cId="2901242042" sldId="386"/>
            <ac:spMk id="3" creationId="{56E2879E-37AB-4364-AAB1-69DAEEC27BC6}"/>
          </ac:spMkLst>
        </pc:spChg>
        <pc:spChg chg="mod">
          <ac:chgData name="Júlio César Chaves" userId="3f913fe9-3202-435d-b9f5-b2fca763184f" providerId="ADAL" clId="{2C743419-C7ED-4F6E-99E8-2CDA0CA3625B}" dt="2021-08-02T17:27:29.635" v="3958" actId="20577"/>
          <ac:spMkLst>
            <pc:docMk/>
            <pc:sldMk cId="2901242042" sldId="386"/>
            <ac:spMk id="4" creationId="{EF0CD3D1-5536-4EDE-AD1A-6E7E3481D844}"/>
          </ac:spMkLst>
        </pc:spChg>
      </pc:sldChg>
      <pc:sldChg chg="addSp modSp new del mod modNotesTx">
        <pc:chgData name="Júlio César Chaves" userId="3f913fe9-3202-435d-b9f5-b2fca763184f" providerId="ADAL" clId="{2C743419-C7ED-4F6E-99E8-2CDA0CA3625B}" dt="2021-08-04T22:46:31.510" v="8611" actId="47"/>
        <pc:sldMkLst>
          <pc:docMk/>
          <pc:sldMk cId="750478571" sldId="387"/>
        </pc:sldMkLst>
        <pc:spChg chg="mod">
          <ac:chgData name="Júlio César Chaves" userId="3f913fe9-3202-435d-b9f5-b2fca763184f" providerId="ADAL" clId="{2C743419-C7ED-4F6E-99E8-2CDA0CA3625B}" dt="2021-08-02T21:27:06.142" v="4682"/>
          <ac:spMkLst>
            <pc:docMk/>
            <pc:sldMk cId="750478571" sldId="387"/>
            <ac:spMk id="2" creationId="{33F0BC52-01AD-4040-B4B9-C59641D1254A}"/>
          </ac:spMkLst>
        </pc:spChg>
        <pc:spChg chg="mod">
          <ac:chgData name="Júlio César Chaves" userId="3f913fe9-3202-435d-b9f5-b2fca763184f" providerId="ADAL" clId="{2C743419-C7ED-4F6E-99E8-2CDA0CA3625B}" dt="2021-08-02T21:40:32.174" v="5439"/>
          <ac:spMkLst>
            <pc:docMk/>
            <pc:sldMk cId="750478571" sldId="387"/>
            <ac:spMk id="3" creationId="{EDFB6BD6-B394-4D38-80B3-9CC1F61E5CB2}"/>
          </ac:spMkLst>
        </pc:spChg>
        <pc:picChg chg="add mod">
          <ac:chgData name="Júlio César Chaves" userId="3f913fe9-3202-435d-b9f5-b2fca763184f" providerId="ADAL" clId="{2C743419-C7ED-4F6E-99E8-2CDA0CA3625B}" dt="2021-08-02T21:27:00.662" v="4681"/>
          <ac:picMkLst>
            <pc:docMk/>
            <pc:sldMk cId="750478571" sldId="387"/>
            <ac:picMk id="4" creationId="{8983E04E-E015-4070-9151-97B3639E126B}"/>
          </ac:picMkLst>
        </pc:picChg>
        <pc:picChg chg="add mod">
          <ac:chgData name="Júlio César Chaves" userId="3f913fe9-3202-435d-b9f5-b2fca763184f" providerId="ADAL" clId="{2C743419-C7ED-4F6E-99E8-2CDA0CA3625B}" dt="2021-08-02T21:27:00.662" v="4681"/>
          <ac:picMkLst>
            <pc:docMk/>
            <pc:sldMk cId="750478571" sldId="387"/>
            <ac:picMk id="5" creationId="{6CAACD98-8AB5-4B8B-A19A-B21AAB40FCE0}"/>
          </ac:picMkLst>
        </pc:picChg>
        <pc:picChg chg="add mod">
          <ac:chgData name="Júlio César Chaves" userId="3f913fe9-3202-435d-b9f5-b2fca763184f" providerId="ADAL" clId="{2C743419-C7ED-4F6E-99E8-2CDA0CA3625B}" dt="2021-08-02T21:27:00.662" v="4681"/>
          <ac:picMkLst>
            <pc:docMk/>
            <pc:sldMk cId="750478571" sldId="387"/>
            <ac:picMk id="6" creationId="{FC183E03-C919-4387-AADE-8E70742D954E}"/>
          </ac:picMkLst>
        </pc:picChg>
      </pc:sldChg>
      <pc:sldChg chg="modSp add del mod modNotesTx">
        <pc:chgData name="Júlio César Chaves" userId="3f913fe9-3202-435d-b9f5-b2fca763184f" providerId="ADAL" clId="{2C743419-C7ED-4F6E-99E8-2CDA0CA3625B}" dt="2021-08-04T22:46:31.510" v="8611" actId="47"/>
        <pc:sldMkLst>
          <pc:docMk/>
          <pc:sldMk cId="2157765525" sldId="388"/>
        </pc:sldMkLst>
        <pc:spChg chg="mod">
          <ac:chgData name="Júlio César Chaves" userId="3f913fe9-3202-435d-b9f5-b2fca763184f" providerId="ADAL" clId="{2C743419-C7ED-4F6E-99E8-2CDA0CA3625B}" dt="2021-08-03T21:35:44.423" v="7331" actId="20577"/>
          <ac:spMkLst>
            <pc:docMk/>
            <pc:sldMk cId="2157765525" sldId="388"/>
            <ac:spMk id="3" creationId="{56E2879E-37AB-4364-AAB1-69DAEEC27BC6}"/>
          </ac:spMkLst>
        </pc:spChg>
        <pc:spChg chg="mod">
          <ac:chgData name="Júlio César Chaves" userId="3f913fe9-3202-435d-b9f5-b2fca763184f" providerId="ADAL" clId="{2C743419-C7ED-4F6E-99E8-2CDA0CA3625B}" dt="2021-08-04T18:05:40.411" v="7473" actId="20577"/>
          <ac:spMkLst>
            <pc:docMk/>
            <pc:sldMk cId="2157765525" sldId="388"/>
            <ac:spMk id="4" creationId="{EF0CD3D1-5536-4EDE-AD1A-6E7E3481D844}"/>
          </ac:spMkLst>
        </pc:spChg>
        <pc:spChg chg="mod">
          <ac:chgData name="Júlio César Chaves" userId="3f913fe9-3202-435d-b9f5-b2fca763184f" providerId="ADAL" clId="{2C743419-C7ED-4F6E-99E8-2CDA0CA3625B}" dt="2021-08-04T18:10:39.203" v="7619" actId="20577"/>
          <ac:spMkLst>
            <pc:docMk/>
            <pc:sldMk cId="2157765525" sldId="388"/>
            <ac:spMk id="5" creationId="{CE027674-ED18-4444-A39B-825F9613A3F5}"/>
          </ac:spMkLst>
        </pc:spChg>
      </pc:sldChg>
      <pc:sldChg chg="modSp new mod ord">
        <pc:chgData name="Júlio César Chaves" userId="3f913fe9-3202-435d-b9f5-b2fca763184f" providerId="ADAL" clId="{2C743419-C7ED-4F6E-99E8-2CDA0CA3625B}" dt="2021-08-04T22:46:35.182" v="8613"/>
        <pc:sldMkLst>
          <pc:docMk/>
          <pc:sldMk cId="648345203" sldId="389"/>
        </pc:sldMkLst>
        <pc:spChg chg="mod">
          <ac:chgData name="Júlio César Chaves" userId="3f913fe9-3202-435d-b9f5-b2fca763184f" providerId="ADAL" clId="{2C743419-C7ED-4F6E-99E8-2CDA0CA3625B}" dt="2021-08-04T18:26:00.281" v="8106" actId="20577"/>
          <ac:spMkLst>
            <pc:docMk/>
            <pc:sldMk cId="648345203" sldId="389"/>
            <ac:spMk id="2" creationId="{CBD8FEBC-FA6A-4EC2-8AB9-854D5FA8276B}"/>
          </ac:spMkLst>
        </pc:spChg>
      </pc:sldChg>
      <pc:sldChg chg="addSp delSp modSp add mod modNotesTx">
        <pc:chgData name="Júlio César Chaves" userId="3f913fe9-3202-435d-b9f5-b2fca763184f" providerId="ADAL" clId="{2C743419-C7ED-4F6E-99E8-2CDA0CA3625B}" dt="2021-08-06T19:43:28.425" v="11449"/>
        <pc:sldMkLst>
          <pc:docMk/>
          <pc:sldMk cId="230668144" sldId="390"/>
        </pc:sldMkLst>
        <pc:spChg chg="del">
          <ac:chgData name="Júlio César Chaves" userId="3f913fe9-3202-435d-b9f5-b2fca763184f" providerId="ADAL" clId="{2C743419-C7ED-4F6E-99E8-2CDA0CA3625B}" dt="2021-08-06T19:43:27.213" v="11448" actId="478"/>
          <ac:spMkLst>
            <pc:docMk/>
            <pc:sldMk cId="230668144" sldId="390"/>
            <ac:spMk id="10" creationId="{2F49FEFF-F598-4A0E-8220-38CEFCE17B17}"/>
          </ac:spMkLst>
        </pc:spChg>
        <pc:spChg chg="add mod">
          <ac:chgData name="Júlio César Chaves" userId="3f913fe9-3202-435d-b9f5-b2fca763184f" providerId="ADAL" clId="{2C743419-C7ED-4F6E-99E8-2CDA0CA3625B}" dt="2021-08-06T19:43:28.425" v="11449"/>
          <ac:spMkLst>
            <pc:docMk/>
            <pc:sldMk cId="230668144" sldId="390"/>
            <ac:spMk id="11" creationId="{64CCBFAB-FD83-45DD-A639-A3762712477B}"/>
          </ac:spMkLst>
        </pc:spChg>
        <pc:spChg chg="mod">
          <ac:chgData name="Júlio César Chaves" userId="3f913fe9-3202-435d-b9f5-b2fca763184f" providerId="ADAL" clId="{2C743419-C7ED-4F6E-99E8-2CDA0CA3625B}" dt="2021-08-04T23:10:49.554" v="9353" actId="6549"/>
          <ac:spMkLst>
            <pc:docMk/>
            <pc:sldMk cId="230668144" sldId="390"/>
            <ac:spMk id="103427" creationId="{08961105-C3B9-4EB2-8ED1-12EA525525C7}"/>
          </ac:spMkLst>
        </pc:spChg>
      </pc:sldChg>
      <pc:sldChg chg="addSp delSp modSp add modNotesTx">
        <pc:chgData name="Júlio César Chaves" userId="3f913fe9-3202-435d-b9f5-b2fca763184f" providerId="ADAL" clId="{2C743419-C7ED-4F6E-99E8-2CDA0CA3625B}" dt="2021-08-06T19:43:32.492" v="11451"/>
        <pc:sldMkLst>
          <pc:docMk/>
          <pc:sldMk cId="4154693923" sldId="391"/>
        </pc:sldMkLst>
        <pc:spChg chg="del">
          <ac:chgData name="Júlio César Chaves" userId="3f913fe9-3202-435d-b9f5-b2fca763184f" providerId="ADAL" clId="{2C743419-C7ED-4F6E-99E8-2CDA0CA3625B}" dt="2021-08-06T19:43:32.103" v="11450" actId="478"/>
          <ac:spMkLst>
            <pc:docMk/>
            <pc:sldMk cId="4154693923" sldId="391"/>
            <ac:spMk id="10" creationId="{2F49FEFF-F598-4A0E-8220-38CEFCE17B17}"/>
          </ac:spMkLst>
        </pc:spChg>
        <pc:spChg chg="add mod">
          <ac:chgData name="Júlio César Chaves" userId="3f913fe9-3202-435d-b9f5-b2fca763184f" providerId="ADAL" clId="{2C743419-C7ED-4F6E-99E8-2CDA0CA3625B}" dt="2021-08-06T19:43:32.492" v="11451"/>
          <ac:spMkLst>
            <pc:docMk/>
            <pc:sldMk cId="4154693923" sldId="391"/>
            <ac:spMk id="11" creationId="{331B5702-6E37-46EB-85DB-3E73E31F658B}"/>
          </ac:spMkLst>
        </pc:spChg>
      </pc:sldChg>
      <pc:sldMasterChg chg="modSldLayout">
        <pc:chgData name="Júlio César Chaves" userId="3f913fe9-3202-435d-b9f5-b2fca763184f" providerId="ADAL" clId="{2C743419-C7ED-4F6E-99E8-2CDA0CA3625B}" dt="2021-07-31T18:59:21.841" v="103" actId="478"/>
        <pc:sldMasterMkLst>
          <pc:docMk/>
          <pc:sldMasterMk cId="3728137087" sldId="2147483648"/>
        </pc:sldMasterMkLst>
        <pc:sldLayoutChg chg="delSp mod">
          <pc:chgData name="Júlio César Chaves" userId="3f913fe9-3202-435d-b9f5-b2fca763184f" providerId="ADAL" clId="{2C743419-C7ED-4F6E-99E8-2CDA0CA3625B}" dt="2021-07-31T18:59:21.841" v="103" actId="478"/>
          <pc:sldLayoutMkLst>
            <pc:docMk/>
            <pc:sldMasterMk cId="3728137087" sldId="2147483648"/>
            <pc:sldLayoutMk cId="2632161327" sldId="2147483666"/>
          </pc:sldLayoutMkLst>
          <pc:spChg chg="del">
            <ac:chgData name="Júlio César Chaves" userId="3f913fe9-3202-435d-b9f5-b2fca763184f" providerId="ADAL" clId="{2C743419-C7ED-4F6E-99E8-2CDA0CA3625B}" dt="2021-07-31T18:59:21.841" v="103" actId="478"/>
            <ac:spMkLst>
              <pc:docMk/>
              <pc:sldMasterMk cId="3728137087" sldId="2147483648"/>
              <pc:sldLayoutMk cId="2632161327" sldId="2147483666"/>
              <ac:spMk id="2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DAA67A3E-01EA-4BAB-BAF9-C5B1BEC6A2DF}"/>
    <pc:docChg chg="custSel delSld modSld modSection">
      <pc:chgData name="Júlio César Chaves" userId="3f913fe9-3202-435d-b9f5-b2fca763184f" providerId="ADAL" clId="{DAA67A3E-01EA-4BAB-BAF9-C5B1BEC6A2DF}" dt="2021-08-18T22:37:14.652" v="83" actId="27636"/>
      <pc:docMkLst>
        <pc:docMk/>
      </pc:docMkLst>
      <pc:sldChg chg="modSp mod">
        <pc:chgData name="Júlio César Chaves" userId="3f913fe9-3202-435d-b9f5-b2fca763184f" providerId="ADAL" clId="{DAA67A3E-01EA-4BAB-BAF9-C5B1BEC6A2DF}" dt="2021-08-18T22:34:14.621" v="50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DAA67A3E-01EA-4BAB-BAF9-C5B1BEC6A2DF}" dt="2021-08-18T22:33:29.894" v="17" actId="20577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DAA67A3E-01EA-4BAB-BAF9-C5B1BEC6A2DF}" dt="2021-08-18T22:34:14.621" v="50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194616122" sldId="263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839297777" sldId="268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815109811" sldId="270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254688401" sldId="271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984329597" sldId="272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577275006" sldId="273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28209310" sldId="274"/>
        </pc:sldMkLst>
      </pc:sldChg>
      <pc:sldChg chg="modSp mod">
        <pc:chgData name="Júlio César Chaves" userId="3f913fe9-3202-435d-b9f5-b2fca763184f" providerId="ADAL" clId="{DAA67A3E-01EA-4BAB-BAF9-C5B1BEC6A2DF}" dt="2021-08-18T22:37:14.619" v="80" actId="27636"/>
        <pc:sldMkLst>
          <pc:docMk/>
          <pc:sldMk cId="1630730520" sldId="275"/>
        </pc:sldMkLst>
        <pc:spChg chg="mod">
          <ac:chgData name="Júlio César Chaves" userId="3f913fe9-3202-435d-b9f5-b2fca763184f" providerId="ADAL" clId="{DAA67A3E-01EA-4BAB-BAF9-C5B1BEC6A2DF}" dt="2021-08-18T22:37:14.619" v="80" actId="27636"/>
          <ac:spMkLst>
            <pc:docMk/>
            <pc:sldMk cId="1630730520" sldId="275"/>
            <ac:spMk id="33794" creationId="{B3BFCD9D-4097-4A18-BD2B-0FD0736AC670}"/>
          </ac:spMkLst>
        </pc:spChg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405014128" sldId="275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3057206961" sldId="276"/>
        </pc:sldMkLst>
      </pc:sldChg>
      <pc:sldChg chg="modSp mod">
        <pc:chgData name="Júlio César Chaves" userId="3f913fe9-3202-435d-b9f5-b2fca763184f" providerId="ADAL" clId="{DAA67A3E-01EA-4BAB-BAF9-C5B1BEC6A2DF}" dt="2021-08-18T22:37:14.633" v="81" actId="27636"/>
        <pc:sldMkLst>
          <pc:docMk/>
          <pc:sldMk cId="3062984969" sldId="276"/>
        </pc:sldMkLst>
        <pc:spChg chg="mod">
          <ac:chgData name="Júlio César Chaves" userId="3f913fe9-3202-435d-b9f5-b2fca763184f" providerId="ADAL" clId="{DAA67A3E-01EA-4BAB-BAF9-C5B1BEC6A2DF}" dt="2021-08-18T22:37:14.633" v="81" actId="27636"/>
          <ac:spMkLst>
            <pc:docMk/>
            <pc:sldMk cId="3062984969" sldId="276"/>
            <ac:spMk id="35842" creationId="{E150DCD9-814D-44C0-A881-B4525B01F759}"/>
          </ac:spMkLst>
        </pc:spChg>
      </pc:sldChg>
      <pc:sldChg chg="modSp mod">
        <pc:chgData name="Júlio César Chaves" userId="3f913fe9-3202-435d-b9f5-b2fca763184f" providerId="ADAL" clId="{DAA67A3E-01EA-4BAB-BAF9-C5B1BEC6A2DF}" dt="2021-08-18T22:37:14.639" v="82" actId="27636"/>
        <pc:sldMkLst>
          <pc:docMk/>
          <pc:sldMk cId="3960298710" sldId="277"/>
        </pc:sldMkLst>
        <pc:spChg chg="mod">
          <ac:chgData name="Júlio César Chaves" userId="3f913fe9-3202-435d-b9f5-b2fca763184f" providerId="ADAL" clId="{DAA67A3E-01EA-4BAB-BAF9-C5B1BEC6A2DF}" dt="2021-08-18T22:37:14.639" v="82" actId="27636"/>
          <ac:spMkLst>
            <pc:docMk/>
            <pc:sldMk cId="3960298710" sldId="277"/>
            <ac:spMk id="37890" creationId="{E7FA5C3B-8101-44E7-BE03-849F64DB24BB}"/>
          </ac:spMkLst>
        </pc:spChg>
      </pc:sldChg>
      <pc:sldChg chg="modSp mod">
        <pc:chgData name="Júlio César Chaves" userId="3f913fe9-3202-435d-b9f5-b2fca763184f" providerId="ADAL" clId="{DAA67A3E-01EA-4BAB-BAF9-C5B1BEC6A2DF}" dt="2021-08-18T22:37:14.652" v="83" actId="27636"/>
        <pc:sldMkLst>
          <pc:docMk/>
          <pc:sldMk cId="2405407957" sldId="283"/>
        </pc:sldMkLst>
        <pc:spChg chg="mod">
          <ac:chgData name="Júlio César Chaves" userId="3f913fe9-3202-435d-b9f5-b2fca763184f" providerId="ADAL" clId="{DAA67A3E-01EA-4BAB-BAF9-C5B1BEC6A2DF}" dt="2021-08-18T22:37:14.652" v="83" actId="27636"/>
          <ac:spMkLst>
            <pc:docMk/>
            <pc:sldMk cId="2405407957" sldId="283"/>
            <ac:spMk id="50178" creationId="{2FA4F0C3-D477-467D-88A0-85865785C957}"/>
          </ac:spMkLst>
        </pc:spChg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631534967" sldId="287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1961232" sldId="288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319766254" sldId="289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039555605" sldId="290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3985869671" sldId="291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95524259" sldId="293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04203234" sldId="294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576468547" sldId="295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606556284" sldId="296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3580689541" sldId="297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3733621398" sldId="298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513707439" sldId="299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264577469" sldId="300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21172850" sldId="302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954549607" sldId="303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045682687" sldId="304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050461773" sldId="305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266786140" sldId="307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351078748" sldId="308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30878921" sldId="309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775152585" sldId="310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974468072" sldId="311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056763444" sldId="312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278259446" sldId="313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173154575" sldId="314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057371447" sldId="315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005990515" sldId="316"/>
        </pc:sldMkLst>
      </pc:sldChg>
      <pc:sldChg chg="modSp mod">
        <pc:chgData name="Júlio César Chaves" userId="3f913fe9-3202-435d-b9f5-b2fca763184f" providerId="ADAL" clId="{DAA67A3E-01EA-4BAB-BAF9-C5B1BEC6A2DF}" dt="2021-08-18T22:36:08.748" v="77" actId="20577"/>
        <pc:sldMkLst>
          <pc:docMk/>
          <pc:sldMk cId="2738234578" sldId="377"/>
        </pc:sldMkLst>
        <pc:spChg chg="mod">
          <ac:chgData name="Júlio César Chaves" userId="3f913fe9-3202-435d-b9f5-b2fca763184f" providerId="ADAL" clId="{DAA67A3E-01EA-4BAB-BAF9-C5B1BEC6A2DF}" dt="2021-08-18T22:36:08.748" v="77" actId="20577"/>
          <ac:spMkLst>
            <pc:docMk/>
            <pc:sldMk cId="2738234578" sldId="377"/>
            <ac:spMk id="24" creationId="{11EA67E0-DC44-4426-B11B-A327DE8860B1}"/>
          </ac:spMkLst>
        </pc:spChg>
      </pc:sldChg>
      <pc:sldChg chg="modSp mod">
        <pc:chgData name="Júlio César Chaves" userId="3f913fe9-3202-435d-b9f5-b2fca763184f" providerId="ADAL" clId="{DAA67A3E-01EA-4BAB-BAF9-C5B1BEC6A2DF}" dt="2021-08-18T22:37:14.586" v="79" actId="27636"/>
        <pc:sldMkLst>
          <pc:docMk/>
          <pc:sldMk cId="1752875042" sldId="378"/>
        </pc:sldMkLst>
        <pc:spChg chg="mod">
          <ac:chgData name="Júlio César Chaves" userId="3f913fe9-3202-435d-b9f5-b2fca763184f" providerId="ADAL" clId="{DAA67A3E-01EA-4BAB-BAF9-C5B1BEC6A2DF}" dt="2021-08-18T22:37:14.586" v="79" actId="27636"/>
          <ac:spMkLst>
            <pc:docMk/>
            <pc:sldMk cId="1752875042" sldId="378"/>
            <ac:spMk id="5123" creationId="{138AA3E1-7880-4F84-9096-AD17C3DCAF8D}"/>
          </ac:spMkLst>
        </pc:spChg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1834826491" sldId="378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78609247" sldId="379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648345203" sldId="389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230668144" sldId="390"/>
        </pc:sldMkLst>
      </pc:sldChg>
      <pc:sldChg chg="del">
        <pc:chgData name="Júlio César Chaves" userId="3f913fe9-3202-435d-b9f5-b2fca763184f" providerId="ADAL" clId="{DAA67A3E-01EA-4BAB-BAF9-C5B1BEC6A2DF}" dt="2021-08-18T22:36:56.637" v="78" actId="47"/>
        <pc:sldMkLst>
          <pc:docMk/>
          <pc:sldMk cId="4154693923" sldId="391"/>
        </pc:sldMkLst>
      </pc:sldChg>
      <pc:sldMasterChg chg="delSldLayout">
        <pc:chgData name="Júlio César Chaves" userId="3f913fe9-3202-435d-b9f5-b2fca763184f" providerId="ADAL" clId="{DAA67A3E-01EA-4BAB-BAF9-C5B1BEC6A2DF}" dt="2021-08-18T22:36:56.637" v="78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DAA67A3E-01EA-4BAB-BAF9-C5B1BEC6A2DF}" dt="2021-08-18T22:36:56.637" v="78" actId="47"/>
          <pc:sldLayoutMkLst>
            <pc:docMk/>
            <pc:sldMasterMk cId="3728137087" sldId="2147483648"/>
            <pc:sldLayoutMk cId="1420730760" sldId="2147483667"/>
          </pc:sldLayoutMkLst>
        </pc:sldLayoutChg>
      </pc:sldMaster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3847207527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5F4FF734-0322-4323-AA9B-99003D5F8FF9}"/>
    <pc:docChg chg="custSel addSld delSld modSld sldOrd modSection">
      <pc:chgData name="Júlio César Chaves" userId="3f913fe9-3202-435d-b9f5-b2fca763184f" providerId="ADAL" clId="{5F4FF734-0322-4323-AA9B-99003D5F8FF9}" dt="2023-05-27T18:54:02.598" v="975" actId="47"/>
      <pc:docMkLst>
        <pc:docMk/>
      </pc:docMkLst>
      <pc:sldChg chg="modSp mod">
        <pc:chgData name="Júlio César Chaves" userId="3f913fe9-3202-435d-b9f5-b2fca763184f" providerId="ADAL" clId="{5F4FF734-0322-4323-AA9B-99003D5F8FF9}" dt="2023-05-27T18:53:52.904" v="974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5F4FF734-0322-4323-AA9B-99003D5F8FF9}" dt="2023-05-27T18:53:52.904" v="974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modSp mod">
        <pc:chgData name="Júlio César Chaves" userId="3f913fe9-3202-435d-b9f5-b2fca763184f" providerId="ADAL" clId="{5F4FF734-0322-4323-AA9B-99003D5F8FF9}" dt="2023-05-27T17:49:41.293" v="7" actId="20577"/>
        <pc:sldMkLst>
          <pc:docMk/>
          <pc:sldMk cId="3431300152" sldId="388"/>
        </pc:sldMkLst>
        <pc:spChg chg="mod">
          <ac:chgData name="Júlio César Chaves" userId="3f913fe9-3202-435d-b9f5-b2fca763184f" providerId="ADAL" clId="{5F4FF734-0322-4323-AA9B-99003D5F8FF9}" dt="2023-05-27T17:49:41.293" v="7" actId="20577"/>
          <ac:spMkLst>
            <pc:docMk/>
            <pc:sldMk cId="3431300152" sldId="388"/>
            <ac:spMk id="2" creationId="{3D4D12A7-DB18-4D55-B830-0FBA976BF1A8}"/>
          </ac:spMkLst>
        </pc:spChg>
      </pc:sldChg>
      <pc:sldChg chg="del">
        <pc:chgData name="Júlio César Chaves" userId="3f913fe9-3202-435d-b9f5-b2fca763184f" providerId="ADAL" clId="{5F4FF734-0322-4323-AA9B-99003D5F8FF9}" dt="2023-05-27T18:52:17.243" v="935" actId="47"/>
        <pc:sldMkLst>
          <pc:docMk/>
          <pc:sldMk cId="683984743" sldId="417"/>
        </pc:sldMkLst>
      </pc:sldChg>
      <pc:sldChg chg="del">
        <pc:chgData name="Júlio César Chaves" userId="3f913fe9-3202-435d-b9f5-b2fca763184f" providerId="ADAL" clId="{5F4FF734-0322-4323-AA9B-99003D5F8FF9}" dt="2023-05-27T18:52:17.243" v="935" actId="47"/>
        <pc:sldMkLst>
          <pc:docMk/>
          <pc:sldMk cId="1882585770" sldId="418"/>
        </pc:sldMkLst>
      </pc:sldChg>
      <pc:sldChg chg="del">
        <pc:chgData name="Júlio César Chaves" userId="3f913fe9-3202-435d-b9f5-b2fca763184f" providerId="ADAL" clId="{5F4FF734-0322-4323-AA9B-99003D5F8FF9}" dt="2023-05-27T18:52:17.243" v="935" actId="47"/>
        <pc:sldMkLst>
          <pc:docMk/>
          <pc:sldMk cId="3130889445" sldId="419"/>
        </pc:sldMkLst>
      </pc:sldChg>
      <pc:sldChg chg="del">
        <pc:chgData name="Júlio César Chaves" userId="3f913fe9-3202-435d-b9f5-b2fca763184f" providerId="ADAL" clId="{5F4FF734-0322-4323-AA9B-99003D5F8FF9}" dt="2023-05-27T18:52:17.243" v="935" actId="47"/>
        <pc:sldMkLst>
          <pc:docMk/>
          <pc:sldMk cId="2895317363" sldId="420"/>
        </pc:sldMkLst>
      </pc:sldChg>
      <pc:sldChg chg="addSp modSp mod">
        <pc:chgData name="Júlio César Chaves" userId="3f913fe9-3202-435d-b9f5-b2fca763184f" providerId="ADAL" clId="{5F4FF734-0322-4323-AA9B-99003D5F8FF9}" dt="2023-05-27T18:36:06.172" v="840" actId="1076"/>
        <pc:sldMkLst>
          <pc:docMk/>
          <pc:sldMk cId="4100877134" sldId="421"/>
        </pc:sldMkLst>
        <pc:spChg chg="mod">
          <ac:chgData name="Júlio César Chaves" userId="3f913fe9-3202-435d-b9f5-b2fca763184f" providerId="ADAL" clId="{5F4FF734-0322-4323-AA9B-99003D5F8FF9}" dt="2023-05-27T18:35:50.183" v="838" actId="20577"/>
          <ac:spMkLst>
            <pc:docMk/>
            <pc:sldMk cId="4100877134" sldId="421"/>
            <ac:spMk id="3" creationId="{D94BC607-41A4-EBCE-456D-79DD6A78938C}"/>
          </ac:spMkLst>
        </pc:spChg>
        <pc:picChg chg="add mod">
          <ac:chgData name="Júlio César Chaves" userId="3f913fe9-3202-435d-b9f5-b2fca763184f" providerId="ADAL" clId="{5F4FF734-0322-4323-AA9B-99003D5F8FF9}" dt="2023-05-27T18:36:06.172" v="840" actId="1076"/>
          <ac:picMkLst>
            <pc:docMk/>
            <pc:sldMk cId="4100877134" sldId="421"/>
            <ac:picMk id="8" creationId="{B15C81DA-522C-4060-18BA-F48C74D759C0}"/>
          </ac:picMkLst>
        </pc:picChg>
      </pc:sldChg>
      <pc:sldChg chg="del">
        <pc:chgData name="Júlio César Chaves" userId="3f913fe9-3202-435d-b9f5-b2fca763184f" providerId="ADAL" clId="{5F4FF734-0322-4323-AA9B-99003D5F8FF9}" dt="2023-05-27T18:54:02.598" v="975" actId="47"/>
        <pc:sldMkLst>
          <pc:docMk/>
          <pc:sldMk cId="2256850464" sldId="422"/>
        </pc:sldMkLst>
      </pc:sldChg>
      <pc:sldChg chg="addSp modSp del mod">
        <pc:chgData name="Júlio César Chaves" userId="3f913fe9-3202-435d-b9f5-b2fca763184f" providerId="ADAL" clId="{5F4FF734-0322-4323-AA9B-99003D5F8FF9}" dt="2023-05-27T18:52:17.243" v="935" actId="47"/>
        <pc:sldMkLst>
          <pc:docMk/>
          <pc:sldMk cId="4183653380" sldId="423"/>
        </pc:sldMkLst>
        <pc:spChg chg="add mod">
          <ac:chgData name="Júlio César Chaves" userId="3f913fe9-3202-435d-b9f5-b2fca763184f" providerId="ADAL" clId="{5F4FF734-0322-4323-AA9B-99003D5F8FF9}" dt="2023-05-27T17:54:33.393" v="10" actId="14100"/>
          <ac:spMkLst>
            <pc:docMk/>
            <pc:sldMk cId="4183653380" sldId="423"/>
            <ac:spMk id="8" creationId="{2CE6EDA4-7400-2EA7-DEE0-ED4194A46547}"/>
          </ac:spMkLst>
        </pc:spChg>
      </pc:sldChg>
      <pc:sldChg chg="del">
        <pc:chgData name="Júlio César Chaves" userId="3f913fe9-3202-435d-b9f5-b2fca763184f" providerId="ADAL" clId="{5F4FF734-0322-4323-AA9B-99003D5F8FF9}" dt="2023-05-27T18:52:17.243" v="935" actId="47"/>
        <pc:sldMkLst>
          <pc:docMk/>
          <pc:sldMk cId="3645323411" sldId="424"/>
        </pc:sldMkLst>
      </pc:sldChg>
      <pc:sldChg chg="addSp modSp new mod">
        <pc:chgData name="Júlio César Chaves" userId="3f913fe9-3202-435d-b9f5-b2fca763184f" providerId="ADAL" clId="{5F4FF734-0322-4323-AA9B-99003D5F8FF9}" dt="2023-05-27T18:02:10.139" v="54" actId="1076"/>
        <pc:sldMkLst>
          <pc:docMk/>
          <pc:sldMk cId="2037022778" sldId="425"/>
        </pc:sldMkLst>
        <pc:spChg chg="mod">
          <ac:chgData name="Júlio César Chaves" userId="3f913fe9-3202-435d-b9f5-b2fca763184f" providerId="ADAL" clId="{5F4FF734-0322-4323-AA9B-99003D5F8FF9}" dt="2023-05-27T18:01:24.931" v="22" actId="20577"/>
          <ac:spMkLst>
            <pc:docMk/>
            <pc:sldMk cId="2037022778" sldId="425"/>
            <ac:spMk id="2" creationId="{5B6EBA40-7563-A808-703F-F6E04930BC0D}"/>
          </ac:spMkLst>
        </pc:spChg>
        <pc:spChg chg="mod">
          <ac:chgData name="Júlio César Chaves" userId="3f913fe9-3202-435d-b9f5-b2fca763184f" providerId="ADAL" clId="{5F4FF734-0322-4323-AA9B-99003D5F8FF9}" dt="2023-05-27T18:01:35.991" v="51" actId="20577"/>
          <ac:spMkLst>
            <pc:docMk/>
            <pc:sldMk cId="2037022778" sldId="425"/>
            <ac:spMk id="3" creationId="{EFD54943-B16A-48DC-3C44-8E14CB9D4AE3}"/>
          </ac:spMkLst>
        </pc:spChg>
        <pc:spChg chg="mod">
          <ac:chgData name="Júlio César Chaves" userId="3f913fe9-3202-435d-b9f5-b2fca763184f" providerId="ADAL" clId="{5F4FF734-0322-4323-AA9B-99003D5F8FF9}" dt="2023-05-27T18:01:41.938" v="52"/>
          <ac:spMkLst>
            <pc:docMk/>
            <pc:sldMk cId="2037022778" sldId="425"/>
            <ac:spMk id="4" creationId="{51DB36C9-0938-21D4-A6F6-D9698F9370F1}"/>
          </ac:spMkLst>
        </pc:spChg>
        <pc:picChg chg="add mod">
          <ac:chgData name="Júlio César Chaves" userId="3f913fe9-3202-435d-b9f5-b2fca763184f" providerId="ADAL" clId="{5F4FF734-0322-4323-AA9B-99003D5F8FF9}" dt="2023-05-27T18:02:10.139" v="54" actId="1076"/>
          <ac:picMkLst>
            <pc:docMk/>
            <pc:sldMk cId="2037022778" sldId="425"/>
            <ac:picMk id="6" creationId="{542C0733-6599-2C38-5AB5-A2E191F360A7}"/>
          </ac:picMkLst>
        </pc:picChg>
      </pc:sldChg>
      <pc:sldChg chg="addSp modSp new del mod">
        <pc:chgData name="Júlio César Chaves" userId="3f913fe9-3202-435d-b9f5-b2fca763184f" providerId="ADAL" clId="{5F4FF734-0322-4323-AA9B-99003D5F8FF9}" dt="2023-05-27T18:45:55.890" v="878" actId="2696"/>
        <pc:sldMkLst>
          <pc:docMk/>
          <pc:sldMk cId="1356778051" sldId="426"/>
        </pc:sldMkLst>
        <pc:spChg chg="mod">
          <ac:chgData name="Júlio César Chaves" userId="3f913fe9-3202-435d-b9f5-b2fca763184f" providerId="ADAL" clId="{5F4FF734-0322-4323-AA9B-99003D5F8FF9}" dt="2023-05-27T18:03:26.227" v="80" actId="20577"/>
          <ac:spMkLst>
            <pc:docMk/>
            <pc:sldMk cId="1356778051" sldId="426"/>
            <ac:spMk id="2" creationId="{BD4C24A6-5F2D-A59A-14E1-B3A89CAD8165}"/>
          </ac:spMkLst>
        </pc:spChg>
        <pc:spChg chg="mod">
          <ac:chgData name="Júlio César Chaves" userId="3f913fe9-3202-435d-b9f5-b2fca763184f" providerId="ADAL" clId="{5F4FF734-0322-4323-AA9B-99003D5F8FF9}" dt="2023-05-27T18:06:57.887" v="256" actId="20577"/>
          <ac:spMkLst>
            <pc:docMk/>
            <pc:sldMk cId="1356778051" sldId="426"/>
            <ac:spMk id="3" creationId="{F1539712-3552-2063-C54E-073C6299DF3B}"/>
          </ac:spMkLst>
        </pc:spChg>
        <pc:spChg chg="mod">
          <ac:chgData name="Júlio César Chaves" userId="3f913fe9-3202-435d-b9f5-b2fca763184f" providerId="ADAL" clId="{5F4FF734-0322-4323-AA9B-99003D5F8FF9}" dt="2023-05-27T18:15:16.742" v="500"/>
          <ac:spMkLst>
            <pc:docMk/>
            <pc:sldMk cId="1356778051" sldId="426"/>
            <ac:spMk id="4" creationId="{BE13D69D-D47B-CB86-A81A-BD7205114147}"/>
          </ac:spMkLst>
        </pc:spChg>
        <pc:picChg chg="add mod">
          <ac:chgData name="Júlio César Chaves" userId="3f913fe9-3202-435d-b9f5-b2fca763184f" providerId="ADAL" clId="{5F4FF734-0322-4323-AA9B-99003D5F8FF9}" dt="2023-05-27T18:04:53.191" v="81" actId="1076"/>
          <ac:picMkLst>
            <pc:docMk/>
            <pc:sldMk cId="1356778051" sldId="426"/>
            <ac:picMk id="6" creationId="{4279860D-C2CA-1825-6CDF-CAD750EBA88F}"/>
          </ac:picMkLst>
        </pc:picChg>
        <pc:picChg chg="add mod">
          <ac:chgData name="Júlio César Chaves" userId="3f913fe9-3202-435d-b9f5-b2fca763184f" providerId="ADAL" clId="{5F4FF734-0322-4323-AA9B-99003D5F8FF9}" dt="2023-05-27T18:04:55.371" v="82" actId="1076"/>
          <ac:picMkLst>
            <pc:docMk/>
            <pc:sldMk cId="1356778051" sldId="426"/>
            <ac:picMk id="8" creationId="{207416CC-FF3F-DDCD-74DE-0E989C7E488F}"/>
          </ac:picMkLst>
        </pc:picChg>
      </pc:sldChg>
      <pc:sldChg chg="add del">
        <pc:chgData name="Júlio César Chaves" userId="3f913fe9-3202-435d-b9f5-b2fca763184f" providerId="ADAL" clId="{5F4FF734-0322-4323-AA9B-99003D5F8FF9}" dt="2023-05-27T18:46:41.549" v="887" actId="47"/>
        <pc:sldMkLst>
          <pc:docMk/>
          <pc:sldMk cId="2106449627" sldId="426"/>
        </pc:sldMkLst>
      </pc:sldChg>
      <pc:sldChg chg="addSp modSp new mod ord">
        <pc:chgData name="Júlio César Chaves" userId="3f913fe9-3202-435d-b9f5-b2fca763184f" providerId="ADAL" clId="{5F4FF734-0322-4323-AA9B-99003D5F8FF9}" dt="2023-05-27T18:46:52.150" v="890" actId="20577"/>
        <pc:sldMkLst>
          <pc:docMk/>
          <pc:sldMk cId="857206844" sldId="427"/>
        </pc:sldMkLst>
        <pc:spChg chg="mod">
          <ac:chgData name="Júlio César Chaves" userId="3f913fe9-3202-435d-b9f5-b2fca763184f" providerId="ADAL" clId="{5F4FF734-0322-4323-AA9B-99003D5F8FF9}" dt="2023-05-27T18:46:52.150" v="890" actId="20577"/>
          <ac:spMkLst>
            <pc:docMk/>
            <pc:sldMk cId="857206844" sldId="427"/>
            <ac:spMk id="2" creationId="{45D81164-13F6-2685-E751-F9A7B91A835D}"/>
          </ac:spMkLst>
        </pc:spChg>
        <pc:spChg chg="mod">
          <ac:chgData name="Júlio César Chaves" userId="3f913fe9-3202-435d-b9f5-b2fca763184f" providerId="ADAL" clId="{5F4FF734-0322-4323-AA9B-99003D5F8FF9}" dt="2023-05-27T18:12:00.638" v="385" actId="20577"/>
          <ac:spMkLst>
            <pc:docMk/>
            <pc:sldMk cId="857206844" sldId="427"/>
            <ac:spMk id="3" creationId="{B7565DE7-A484-0510-87C3-88212A2149F3}"/>
          </ac:spMkLst>
        </pc:spChg>
        <pc:spChg chg="mod">
          <ac:chgData name="Júlio César Chaves" userId="3f913fe9-3202-435d-b9f5-b2fca763184f" providerId="ADAL" clId="{5F4FF734-0322-4323-AA9B-99003D5F8FF9}" dt="2023-05-27T18:15:13.883" v="499"/>
          <ac:spMkLst>
            <pc:docMk/>
            <pc:sldMk cId="857206844" sldId="427"/>
            <ac:spMk id="4" creationId="{5D9DCC29-E846-C995-36A0-A91583283B96}"/>
          </ac:spMkLst>
        </pc:spChg>
        <pc:picChg chg="add mod">
          <ac:chgData name="Júlio César Chaves" userId="3f913fe9-3202-435d-b9f5-b2fca763184f" providerId="ADAL" clId="{5F4FF734-0322-4323-AA9B-99003D5F8FF9}" dt="2023-05-27T18:12:09.459" v="386" actId="1076"/>
          <ac:picMkLst>
            <pc:docMk/>
            <pc:sldMk cId="857206844" sldId="427"/>
            <ac:picMk id="6" creationId="{971DAC10-1567-4D36-D127-1A9969E542D1}"/>
          </ac:picMkLst>
        </pc:picChg>
        <pc:picChg chg="add mod">
          <ac:chgData name="Júlio César Chaves" userId="3f913fe9-3202-435d-b9f5-b2fca763184f" providerId="ADAL" clId="{5F4FF734-0322-4323-AA9B-99003D5F8FF9}" dt="2023-05-27T18:12:11.346" v="387" actId="1076"/>
          <ac:picMkLst>
            <pc:docMk/>
            <pc:sldMk cId="857206844" sldId="427"/>
            <ac:picMk id="8" creationId="{0D787B3E-FF74-1191-03D6-2546F0067FB5}"/>
          </ac:picMkLst>
        </pc:picChg>
      </pc:sldChg>
      <pc:sldChg chg="addSp modSp new del mod">
        <pc:chgData name="Júlio César Chaves" userId="3f913fe9-3202-435d-b9f5-b2fca763184f" providerId="ADAL" clId="{5F4FF734-0322-4323-AA9B-99003D5F8FF9}" dt="2023-05-27T18:45:55.890" v="878" actId="2696"/>
        <pc:sldMkLst>
          <pc:docMk/>
          <pc:sldMk cId="1853303305" sldId="428"/>
        </pc:sldMkLst>
        <pc:spChg chg="mod">
          <ac:chgData name="Júlio César Chaves" userId="3f913fe9-3202-435d-b9f5-b2fca763184f" providerId="ADAL" clId="{5F4FF734-0322-4323-AA9B-99003D5F8FF9}" dt="2023-05-27T18:13:07.234" v="408" actId="20577"/>
          <ac:spMkLst>
            <pc:docMk/>
            <pc:sldMk cId="1853303305" sldId="428"/>
            <ac:spMk id="2" creationId="{641F18F3-5A1A-2781-C466-8A8F374A2138}"/>
          </ac:spMkLst>
        </pc:spChg>
        <pc:spChg chg="mod">
          <ac:chgData name="Júlio César Chaves" userId="3f913fe9-3202-435d-b9f5-b2fca763184f" providerId="ADAL" clId="{5F4FF734-0322-4323-AA9B-99003D5F8FF9}" dt="2023-05-27T18:13:32.961" v="492" actId="20577"/>
          <ac:spMkLst>
            <pc:docMk/>
            <pc:sldMk cId="1853303305" sldId="428"/>
            <ac:spMk id="3" creationId="{47D6E1B6-2342-8F5F-2352-47052E0BC8A5}"/>
          </ac:spMkLst>
        </pc:spChg>
        <pc:spChg chg="mod">
          <ac:chgData name="Júlio César Chaves" userId="3f913fe9-3202-435d-b9f5-b2fca763184f" providerId="ADAL" clId="{5F4FF734-0322-4323-AA9B-99003D5F8FF9}" dt="2023-05-27T18:15:11.216" v="498"/>
          <ac:spMkLst>
            <pc:docMk/>
            <pc:sldMk cId="1853303305" sldId="428"/>
            <ac:spMk id="4" creationId="{CD3C3F33-51C4-F9C0-1B49-33335E8E2377}"/>
          </ac:spMkLst>
        </pc:spChg>
        <pc:picChg chg="add mod">
          <ac:chgData name="Júlio César Chaves" userId="3f913fe9-3202-435d-b9f5-b2fca763184f" providerId="ADAL" clId="{5F4FF734-0322-4323-AA9B-99003D5F8FF9}" dt="2023-05-27T18:14:14.573" v="496" actId="1076"/>
          <ac:picMkLst>
            <pc:docMk/>
            <pc:sldMk cId="1853303305" sldId="428"/>
            <ac:picMk id="6" creationId="{900FD94B-2188-D9B5-39F1-0DDAA002584C}"/>
          </ac:picMkLst>
        </pc:picChg>
        <pc:picChg chg="add mod">
          <ac:chgData name="Júlio César Chaves" userId="3f913fe9-3202-435d-b9f5-b2fca763184f" providerId="ADAL" clId="{5F4FF734-0322-4323-AA9B-99003D5F8FF9}" dt="2023-05-27T18:15:06.705" v="497" actId="1076"/>
          <ac:picMkLst>
            <pc:docMk/>
            <pc:sldMk cId="1853303305" sldId="428"/>
            <ac:picMk id="8" creationId="{F9660469-2D41-C099-9CC0-7538289DFBB5}"/>
          </ac:picMkLst>
        </pc:picChg>
      </pc:sldChg>
      <pc:sldChg chg="add del">
        <pc:chgData name="Júlio César Chaves" userId="3f913fe9-3202-435d-b9f5-b2fca763184f" providerId="ADAL" clId="{5F4FF734-0322-4323-AA9B-99003D5F8FF9}" dt="2023-05-27T18:46:43.757" v="888" actId="47"/>
        <pc:sldMkLst>
          <pc:docMk/>
          <pc:sldMk cId="2753192291" sldId="428"/>
        </pc:sldMkLst>
      </pc:sldChg>
      <pc:sldChg chg="addSp delSp modSp new mod">
        <pc:chgData name="Júlio César Chaves" userId="3f913fe9-3202-435d-b9f5-b2fca763184f" providerId="ADAL" clId="{5F4FF734-0322-4323-AA9B-99003D5F8FF9}" dt="2023-05-27T18:46:56.459" v="892" actId="20577"/>
        <pc:sldMkLst>
          <pc:docMk/>
          <pc:sldMk cId="2194787415" sldId="429"/>
        </pc:sldMkLst>
        <pc:spChg chg="mod">
          <ac:chgData name="Júlio César Chaves" userId="3f913fe9-3202-435d-b9f5-b2fca763184f" providerId="ADAL" clId="{5F4FF734-0322-4323-AA9B-99003D5F8FF9}" dt="2023-05-27T18:46:56.459" v="892" actId="20577"/>
          <ac:spMkLst>
            <pc:docMk/>
            <pc:sldMk cId="2194787415" sldId="429"/>
            <ac:spMk id="2" creationId="{13B54BA4-5FCE-9D49-9282-F3A8ED3CE778}"/>
          </ac:spMkLst>
        </pc:spChg>
        <pc:spChg chg="mod">
          <ac:chgData name="Júlio César Chaves" userId="3f913fe9-3202-435d-b9f5-b2fca763184f" providerId="ADAL" clId="{5F4FF734-0322-4323-AA9B-99003D5F8FF9}" dt="2023-05-27T18:16:15.823" v="548" actId="20577"/>
          <ac:spMkLst>
            <pc:docMk/>
            <pc:sldMk cId="2194787415" sldId="429"/>
            <ac:spMk id="3" creationId="{672939EB-C7CB-819A-FCC1-AC3AE9D03F6C}"/>
          </ac:spMkLst>
        </pc:spChg>
        <pc:spChg chg="add del mod">
          <ac:chgData name="Júlio César Chaves" userId="3f913fe9-3202-435d-b9f5-b2fca763184f" providerId="ADAL" clId="{5F4FF734-0322-4323-AA9B-99003D5F8FF9}" dt="2023-05-27T18:23:24.867" v="562" actId="478"/>
          <ac:spMkLst>
            <pc:docMk/>
            <pc:sldMk cId="2194787415" sldId="429"/>
            <ac:spMk id="10" creationId="{A72F0E63-B370-30BF-2C8B-3B4AA5A5AD3D}"/>
          </ac:spMkLst>
        </pc:spChg>
        <pc:spChg chg="add mod">
          <ac:chgData name="Júlio César Chaves" userId="3f913fe9-3202-435d-b9f5-b2fca763184f" providerId="ADAL" clId="{5F4FF734-0322-4323-AA9B-99003D5F8FF9}" dt="2023-05-27T18:23:29.153" v="563" actId="1076"/>
          <ac:spMkLst>
            <pc:docMk/>
            <pc:sldMk cId="2194787415" sldId="429"/>
            <ac:spMk id="12" creationId="{BE99DCB0-B614-EACB-5FE3-F25F8903FBBF}"/>
          </ac:spMkLst>
        </pc:spChg>
        <pc:picChg chg="add mod">
          <ac:chgData name="Júlio César Chaves" userId="3f913fe9-3202-435d-b9f5-b2fca763184f" providerId="ADAL" clId="{5F4FF734-0322-4323-AA9B-99003D5F8FF9}" dt="2023-05-27T18:16:24.135" v="550" actId="1076"/>
          <ac:picMkLst>
            <pc:docMk/>
            <pc:sldMk cId="2194787415" sldId="429"/>
            <ac:picMk id="6" creationId="{4DFE0194-5884-EDB5-DA45-F4D9BD3C050B}"/>
          </ac:picMkLst>
        </pc:picChg>
        <pc:picChg chg="add mod">
          <ac:chgData name="Júlio César Chaves" userId="3f913fe9-3202-435d-b9f5-b2fca763184f" providerId="ADAL" clId="{5F4FF734-0322-4323-AA9B-99003D5F8FF9}" dt="2023-05-27T18:16:31.985" v="552" actId="1076"/>
          <ac:picMkLst>
            <pc:docMk/>
            <pc:sldMk cId="2194787415" sldId="429"/>
            <ac:picMk id="8" creationId="{83B6237D-A2FE-D7D5-1E37-B8A22BE69229}"/>
          </ac:picMkLst>
        </pc:picChg>
      </pc:sldChg>
      <pc:sldChg chg="addSp modSp new mod">
        <pc:chgData name="Júlio César Chaves" userId="3f913fe9-3202-435d-b9f5-b2fca763184f" providerId="ADAL" clId="{5F4FF734-0322-4323-AA9B-99003D5F8FF9}" dt="2023-05-27T18:47:04.223" v="894" actId="20577"/>
        <pc:sldMkLst>
          <pc:docMk/>
          <pc:sldMk cId="412905953" sldId="430"/>
        </pc:sldMkLst>
        <pc:spChg chg="mod">
          <ac:chgData name="Júlio César Chaves" userId="3f913fe9-3202-435d-b9f5-b2fca763184f" providerId="ADAL" clId="{5F4FF734-0322-4323-AA9B-99003D5F8FF9}" dt="2023-05-27T18:47:04.223" v="894" actId="20577"/>
          <ac:spMkLst>
            <pc:docMk/>
            <pc:sldMk cId="412905953" sldId="430"/>
            <ac:spMk id="2" creationId="{DBF6F505-3084-B28B-DCCD-D8F78B093FC1}"/>
          </ac:spMkLst>
        </pc:spChg>
        <pc:spChg chg="mod">
          <ac:chgData name="Júlio César Chaves" userId="3f913fe9-3202-435d-b9f5-b2fca763184f" providerId="ADAL" clId="{5F4FF734-0322-4323-AA9B-99003D5F8FF9}" dt="2023-05-27T18:24:36.930" v="621" actId="20577"/>
          <ac:spMkLst>
            <pc:docMk/>
            <pc:sldMk cId="412905953" sldId="430"/>
            <ac:spMk id="3" creationId="{9C81A852-F96C-F5A2-5C21-5B12854479C1}"/>
          </ac:spMkLst>
        </pc:spChg>
        <pc:spChg chg="add mod">
          <ac:chgData name="Júlio César Chaves" userId="3f913fe9-3202-435d-b9f5-b2fca763184f" providerId="ADAL" clId="{5F4FF734-0322-4323-AA9B-99003D5F8FF9}" dt="2023-05-27T18:24:56.826" v="630" actId="14100"/>
          <ac:spMkLst>
            <pc:docMk/>
            <pc:sldMk cId="412905953" sldId="430"/>
            <ac:spMk id="12" creationId="{43227198-E775-480A-1DC2-A5CEC4AFCB5F}"/>
          </ac:spMkLst>
        </pc:spChg>
        <pc:picChg chg="add mod">
          <ac:chgData name="Júlio César Chaves" userId="3f913fe9-3202-435d-b9f5-b2fca763184f" providerId="ADAL" clId="{5F4FF734-0322-4323-AA9B-99003D5F8FF9}" dt="2023-05-27T18:24:40.520" v="622" actId="1076"/>
          <ac:picMkLst>
            <pc:docMk/>
            <pc:sldMk cId="412905953" sldId="430"/>
            <ac:picMk id="6" creationId="{B1D878BC-340C-9C8D-C455-8219FD1BF259}"/>
          </ac:picMkLst>
        </pc:picChg>
        <pc:picChg chg="add mod">
          <ac:chgData name="Júlio César Chaves" userId="3f913fe9-3202-435d-b9f5-b2fca763184f" providerId="ADAL" clId="{5F4FF734-0322-4323-AA9B-99003D5F8FF9}" dt="2023-05-27T18:24:49.407" v="624" actId="1076"/>
          <ac:picMkLst>
            <pc:docMk/>
            <pc:sldMk cId="412905953" sldId="430"/>
            <ac:picMk id="8" creationId="{8A9B970C-C533-6883-DD17-A6B26405F50D}"/>
          </ac:picMkLst>
        </pc:picChg>
        <pc:picChg chg="add mod">
          <ac:chgData name="Júlio César Chaves" userId="3f913fe9-3202-435d-b9f5-b2fca763184f" providerId="ADAL" clId="{5F4FF734-0322-4323-AA9B-99003D5F8FF9}" dt="2023-05-27T18:24:50.462" v="625" actId="1076"/>
          <ac:picMkLst>
            <pc:docMk/>
            <pc:sldMk cId="412905953" sldId="430"/>
            <ac:picMk id="10" creationId="{93EAA87C-E798-F0CC-A7C9-3AA7DD9005DF}"/>
          </ac:picMkLst>
        </pc:picChg>
      </pc:sldChg>
      <pc:sldChg chg="addSp modSp new mod">
        <pc:chgData name="Júlio César Chaves" userId="3f913fe9-3202-435d-b9f5-b2fca763184f" providerId="ADAL" clId="{5F4FF734-0322-4323-AA9B-99003D5F8FF9}" dt="2023-05-27T18:47:09.422" v="896" actId="20577"/>
        <pc:sldMkLst>
          <pc:docMk/>
          <pc:sldMk cId="3118135489" sldId="431"/>
        </pc:sldMkLst>
        <pc:spChg chg="mod">
          <ac:chgData name="Júlio César Chaves" userId="3f913fe9-3202-435d-b9f5-b2fca763184f" providerId="ADAL" clId="{5F4FF734-0322-4323-AA9B-99003D5F8FF9}" dt="2023-05-27T18:47:09.422" v="896" actId="20577"/>
          <ac:spMkLst>
            <pc:docMk/>
            <pc:sldMk cId="3118135489" sldId="431"/>
            <ac:spMk id="2" creationId="{5C844245-95B2-D54F-6971-03B550645EFE}"/>
          </ac:spMkLst>
        </pc:spChg>
        <pc:spChg chg="mod">
          <ac:chgData name="Júlio César Chaves" userId="3f913fe9-3202-435d-b9f5-b2fca763184f" providerId="ADAL" clId="{5F4FF734-0322-4323-AA9B-99003D5F8FF9}" dt="2023-05-27T18:46:29.544" v="885" actId="14100"/>
          <ac:spMkLst>
            <pc:docMk/>
            <pc:sldMk cId="3118135489" sldId="431"/>
            <ac:spMk id="3" creationId="{C6E0080A-272C-958D-8935-87EDEBCD12BA}"/>
          </ac:spMkLst>
        </pc:spChg>
        <pc:picChg chg="add mod">
          <ac:chgData name="Júlio César Chaves" userId="3f913fe9-3202-435d-b9f5-b2fca763184f" providerId="ADAL" clId="{5F4FF734-0322-4323-AA9B-99003D5F8FF9}" dt="2023-05-27T18:27:21.538" v="668" actId="1076"/>
          <ac:picMkLst>
            <pc:docMk/>
            <pc:sldMk cId="3118135489" sldId="431"/>
            <ac:picMk id="6" creationId="{7F382EA2-6557-38F4-CD25-4F7FA92011A3}"/>
          </ac:picMkLst>
        </pc:picChg>
        <pc:picChg chg="add mod">
          <ac:chgData name="Júlio César Chaves" userId="3f913fe9-3202-435d-b9f5-b2fca763184f" providerId="ADAL" clId="{5F4FF734-0322-4323-AA9B-99003D5F8FF9}" dt="2023-05-27T18:27:20.193" v="667" actId="1076"/>
          <ac:picMkLst>
            <pc:docMk/>
            <pc:sldMk cId="3118135489" sldId="431"/>
            <ac:picMk id="8" creationId="{4A0B50C4-B56E-3905-B27C-ED6F34D10EF2}"/>
          </ac:picMkLst>
        </pc:picChg>
        <pc:picChg chg="add mod">
          <ac:chgData name="Júlio César Chaves" userId="3f913fe9-3202-435d-b9f5-b2fca763184f" providerId="ADAL" clId="{5F4FF734-0322-4323-AA9B-99003D5F8FF9}" dt="2023-05-27T18:46:31.927" v="886" actId="1076"/>
          <ac:picMkLst>
            <pc:docMk/>
            <pc:sldMk cId="3118135489" sldId="431"/>
            <ac:picMk id="10" creationId="{9B069CD0-E70B-1A7F-9E92-267694A2F664}"/>
          </ac:picMkLst>
        </pc:picChg>
      </pc:sldChg>
      <pc:sldChg chg="addSp delSp modSp new mod">
        <pc:chgData name="Júlio César Chaves" userId="3f913fe9-3202-435d-b9f5-b2fca763184f" providerId="ADAL" clId="{5F4FF734-0322-4323-AA9B-99003D5F8FF9}" dt="2023-05-27T18:47:13.492" v="898" actId="20577"/>
        <pc:sldMkLst>
          <pc:docMk/>
          <pc:sldMk cId="955499350" sldId="432"/>
        </pc:sldMkLst>
        <pc:spChg chg="mod">
          <ac:chgData name="Júlio César Chaves" userId="3f913fe9-3202-435d-b9f5-b2fca763184f" providerId="ADAL" clId="{5F4FF734-0322-4323-AA9B-99003D5F8FF9}" dt="2023-05-27T18:47:13.492" v="898" actId="20577"/>
          <ac:spMkLst>
            <pc:docMk/>
            <pc:sldMk cId="955499350" sldId="432"/>
            <ac:spMk id="2" creationId="{D1971A33-16A5-05BF-7283-3F8031D67CD6}"/>
          </ac:spMkLst>
        </pc:spChg>
        <pc:spChg chg="mod">
          <ac:chgData name="Júlio César Chaves" userId="3f913fe9-3202-435d-b9f5-b2fca763184f" providerId="ADAL" clId="{5F4FF734-0322-4323-AA9B-99003D5F8FF9}" dt="2023-05-27T18:29:53.874" v="758"/>
          <ac:spMkLst>
            <pc:docMk/>
            <pc:sldMk cId="955499350" sldId="432"/>
            <ac:spMk id="3" creationId="{F0F910DF-E38A-D779-C169-A4757105C584}"/>
          </ac:spMkLst>
        </pc:spChg>
        <pc:spChg chg="add del">
          <ac:chgData name="Júlio César Chaves" userId="3f913fe9-3202-435d-b9f5-b2fca763184f" providerId="ADAL" clId="{5F4FF734-0322-4323-AA9B-99003D5F8FF9}" dt="2023-05-27T18:30:01.696" v="760" actId="478"/>
          <ac:spMkLst>
            <pc:docMk/>
            <pc:sldMk cId="955499350" sldId="432"/>
            <ac:spMk id="6" creationId="{D81B6E57-D268-039C-B490-1611950DADF2}"/>
          </ac:spMkLst>
        </pc:spChg>
        <pc:spChg chg="add mod">
          <ac:chgData name="Júlio César Chaves" userId="3f913fe9-3202-435d-b9f5-b2fca763184f" providerId="ADAL" clId="{5F4FF734-0322-4323-AA9B-99003D5F8FF9}" dt="2023-05-27T18:30:19.873" v="775" actId="1076"/>
          <ac:spMkLst>
            <pc:docMk/>
            <pc:sldMk cId="955499350" sldId="432"/>
            <ac:spMk id="8" creationId="{46523EE7-22BE-871A-92A1-4DB136B3F075}"/>
          </ac:spMkLst>
        </pc:spChg>
      </pc:sldChg>
      <pc:sldChg chg="addSp modSp new mod">
        <pc:chgData name="Júlio César Chaves" userId="3f913fe9-3202-435d-b9f5-b2fca763184f" providerId="ADAL" clId="{5F4FF734-0322-4323-AA9B-99003D5F8FF9}" dt="2023-05-27T18:51:59.950" v="934" actId="20577"/>
        <pc:sldMkLst>
          <pc:docMk/>
          <pc:sldMk cId="1556438967" sldId="433"/>
        </pc:sldMkLst>
        <pc:spChg chg="mod">
          <ac:chgData name="Júlio César Chaves" userId="3f913fe9-3202-435d-b9f5-b2fca763184f" providerId="ADAL" clId="{5F4FF734-0322-4323-AA9B-99003D5F8FF9}" dt="2023-05-27T18:31:47.991" v="799" actId="20577"/>
          <ac:spMkLst>
            <pc:docMk/>
            <pc:sldMk cId="1556438967" sldId="433"/>
            <ac:spMk id="2" creationId="{43B8F3A9-99E3-D2A9-0AE2-7F7D10A6FD7D}"/>
          </ac:spMkLst>
        </pc:spChg>
        <pc:spChg chg="mod">
          <ac:chgData name="Júlio César Chaves" userId="3f913fe9-3202-435d-b9f5-b2fca763184f" providerId="ADAL" clId="{5F4FF734-0322-4323-AA9B-99003D5F8FF9}" dt="2023-05-27T18:50:04.701" v="907" actId="14100"/>
          <ac:spMkLst>
            <pc:docMk/>
            <pc:sldMk cId="1556438967" sldId="433"/>
            <ac:spMk id="3" creationId="{A5B10254-5FD6-C992-6232-AF93BCAE50A9}"/>
          </ac:spMkLst>
        </pc:spChg>
        <pc:spChg chg="add mod">
          <ac:chgData name="Júlio César Chaves" userId="3f913fe9-3202-435d-b9f5-b2fca763184f" providerId="ADAL" clId="{5F4FF734-0322-4323-AA9B-99003D5F8FF9}" dt="2023-05-27T18:49:56.882" v="906" actId="20577"/>
          <ac:spMkLst>
            <pc:docMk/>
            <pc:sldMk cId="1556438967" sldId="433"/>
            <ac:spMk id="7" creationId="{DD209B0E-E7D8-E0D1-49B0-D29C829693F4}"/>
          </ac:spMkLst>
        </pc:spChg>
        <pc:spChg chg="add mod">
          <ac:chgData name="Júlio César Chaves" userId="3f913fe9-3202-435d-b9f5-b2fca763184f" providerId="ADAL" clId="{5F4FF734-0322-4323-AA9B-99003D5F8FF9}" dt="2023-05-27T18:51:59.950" v="934" actId="20577"/>
          <ac:spMkLst>
            <pc:docMk/>
            <pc:sldMk cId="1556438967" sldId="433"/>
            <ac:spMk id="8" creationId="{C1E8448A-D2D7-FD84-AB7F-74139D86A6C4}"/>
          </ac:spMkLst>
        </pc:spChg>
        <pc:picChg chg="add mod">
          <ac:chgData name="Júlio César Chaves" userId="3f913fe9-3202-435d-b9f5-b2fca763184f" providerId="ADAL" clId="{5F4FF734-0322-4323-AA9B-99003D5F8FF9}" dt="2023-05-27T18:32:05.443" v="833" actId="1076"/>
          <ac:picMkLst>
            <pc:docMk/>
            <pc:sldMk cId="1556438967" sldId="433"/>
            <ac:picMk id="6" creationId="{C045872A-F983-A0AE-2023-F0A2410A138F}"/>
          </ac:picMkLst>
        </pc:picChg>
        <pc:picChg chg="add mod">
          <ac:chgData name="Júlio César Chaves" userId="3f913fe9-3202-435d-b9f5-b2fca763184f" providerId="ADAL" clId="{5F4FF734-0322-4323-AA9B-99003D5F8FF9}" dt="2023-05-27T18:51:49.206" v="915" actId="1076"/>
          <ac:picMkLst>
            <pc:docMk/>
            <pc:sldMk cId="1556438967" sldId="433"/>
            <ac:picMk id="10" creationId="{C9E0D2AF-1654-282A-9631-99D9691447C3}"/>
          </ac:picMkLst>
        </pc:picChg>
      </pc:sldChg>
      <pc:sldChg chg="addSp modSp new mod">
        <pc:chgData name="Júlio César Chaves" userId="3f913fe9-3202-435d-b9f5-b2fca763184f" providerId="ADAL" clId="{5F4FF734-0322-4323-AA9B-99003D5F8FF9}" dt="2023-05-27T18:53:36.109" v="964" actId="1076"/>
        <pc:sldMkLst>
          <pc:docMk/>
          <pc:sldMk cId="2339105046" sldId="434"/>
        </pc:sldMkLst>
        <pc:spChg chg="mod">
          <ac:chgData name="Júlio César Chaves" userId="3f913fe9-3202-435d-b9f5-b2fca763184f" providerId="ADAL" clId="{5F4FF734-0322-4323-AA9B-99003D5F8FF9}" dt="2023-05-27T18:53:23.996" v="962" actId="20577"/>
          <ac:spMkLst>
            <pc:docMk/>
            <pc:sldMk cId="2339105046" sldId="434"/>
            <ac:spMk id="2" creationId="{7D02BF49-3108-29AC-38C6-195673A67858}"/>
          </ac:spMkLst>
        </pc:spChg>
        <pc:spChg chg="mod">
          <ac:chgData name="Júlio César Chaves" userId="3f913fe9-3202-435d-b9f5-b2fca763184f" providerId="ADAL" clId="{5F4FF734-0322-4323-AA9B-99003D5F8FF9}" dt="2023-05-27T18:53:11.011" v="937"/>
          <ac:spMkLst>
            <pc:docMk/>
            <pc:sldMk cId="2339105046" sldId="434"/>
            <ac:spMk id="3" creationId="{738775A5-096D-9055-7175-A4967372028D}"/>
          </ac:spMkLst>
        </pc:spChg>
        <pc:picChg chg="add mod">
          <ac:chgData name="Júlio César Chaves" userId="3f913fe9-3202-435d-b9f5-b2fca763184f" providerId="ADAL" clId="{5F4FF734-0322-4323-AA9B-99003D5F8FF9}" dt="2023-05-27T18:53:36.109" v="964" actId="1076"/>
          <ac:picMkLst>
            <pc:docMk/>
            <pc:sldMk cId="2339105046" sldId="434"/>
            <ac:picMk id="6" creationId="{4AB5C92E-C5CD-1F19-5442-15AAE0156103}"/>
          </ac:picMkLst>
        </pc:picChg>
      </pc:sldChg>
    </pc:docChg>
  </pc:docChgLst>
  <pc:docChgLst>
    <pc:chgData name="Júlio César Chaves" userId="3f913fe9-3202-435d-b9f5-b2fca763184f" providerId="ADAL" clId="{C096C55D-DFC3-40EB-8484-8666A7117FE7}"/>
    <pc:docChg chg="modNotesMaster modHandout">
      <pc:chgData name="Júlio César Chaves" userId="3f913fe9-3202-435d-b9f5-b2fca763184f" providerId="ADAL" clId="{C096C55D-DFC3-40EB-8484-8666A7117FE7}" dt="2021-08-12T15:35:16.658" v="0"/>
      <pc:docMkLst>
        <pc:docMk/>
      </pc:docMkLst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3f913fe9-3202-435d-b9f5-b2fca763184f" providerId="ADAL" clId="{67FA7F7D-5FC8-47CD-8480-FC9C443D34DD}"/>
    <pc:docChg chg="undo custSel addSld delSld modSld modSection">
      <pc:chgData name="Júlio César Chaves" userId="3f913fe9-3202-435d-b9f5-b2fca763184f" providerId="ADAL" clId="{67FA7F7D-5FC8-47CD-8480-FC9C443D34DD}" dt="2021-10-11T23:34:28.094" v="1347" actId="6549"/>
      <pc:docMkLst>
        <pc:docMk/>
      </pc:docMkLst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2833314594" sldId="261"/>
        </pc:sldMkLst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1988021679" sldId="263"/>
        </pc:sldMkLst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1445811725" sldId="264"/>
        </pc:sldMkLst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3941590637" sldId="265"/>
        </pc:sldMkLst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4087940895" sldId="266"/>
        </pc:sldMkLst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570474833" sldId="272"/>
        </pc:sldMkLst>
      </pc:sldChg>
      <pc:sldChg chg="add del">
        <pc:chgData name="Júlio César Chaves" userId="3f913fe9-3202-435d-b9f5-b2fca763184f" providerId="ADAL" clId="{67FA7F7D-5FC8-47CD-8480-FC9C443D34DD}" dt="2021-10-11T19:49:23.855" v="466" actId="47"/>
        <pc:sldMkLst>
          <pc:docMk/>
          <pc:sldMk cId="482300362" sldId="275"/>
        </pc:sldMkLst>
      </pc:sldChg>
      <pc:sldChg chg="delSp add del mod">
        <pc:chgData name="Júlio César Chaves" userId="3f913fe9-3202-435d-b9f5-b2fca763184f" providerId="ADAL" clId="{67FA7F7D-5FC8-47CD-8480-FC9C443D34DD}" dt="2021-10-11T19:49:23.855" v="466" actId="47"/>
        <pc:sldMkLst>
          <pc:docMk/>
          <pc:sldMk cId="3273395987" sldId="276"/>
        </pc:sldMkLst>
        <pc:spChg chg="del">
          <ac:chgData name="Júlio César Chaves" userId="3f913fe9-3202-435d-b9f5-b2fca763184f" providerId="ADAL" clId="{67FA7F7D-5FC8-47CD-8480-FC9C443D34DD}" dt="2021-10-06T21:58:23.971" v="226" actId="478"/>
          <ac:spMkLst>
            <pc:docMk/>
            <pc:sldMk cId="3273395987" sldId="276"/>
            <ac:spMk id="7" creationId="{1D44DACF-AC2B-44C3-AA02-080F5508EC03}"/>
          </ac:spMkLst>
        </pc:spChg>
      </pc:sldChg>
      <pc:sldChg chg="add del">
        <pc:chgData name="Júlio César Chaves" userId="3f913fe9-3202-435d-b9f5-b2fca763184f" providerId="ADAL" clId="{67FA7F7D-5FC8-47CD-8480-FC9C443D34DD}" dt="2021-10-11T19:49:23.855" v="466" actId="47"/>
        <pc:sldMkLst>
          <pc:docMk/>
          <pc:sldMk cId="1163267675" sldId="277"/>
        </pc:sldMkLst>
      </pc:sldChg>
      <pc:sldChg chg="modSp mod">
        <pc:chgData name="Júlio César Chaves" userId="3f913fe9-3202-435d-b9f5-b2fca763184f" providerId="ADAL" clId="{67FA7F7D-5FC8-47CD-8480-FC9C443D34DD}" dt="2021-10-11T23:07:05.700" v="1083" actId="20577"/>
        <pc:sldMkLst>
          <pc:docMk/>
          <pc:sldMk cId="962689469" sldId="290"/>
        </pc:sldMkLst>
        <pc:spChg chg="mod">
          <ac:chgData name="Júlio César Chaves" userId="3f913fe9-3202-435d-b9f5-b2fca763184f" providerId="ADAL" clId="{67FA7F7D-5FC8-47CD-8480-FC9C443D34DD}" dt="2021-10-11T23:07:05.700" v="1083" actId="20577"/>
          <ac:spMkLst>
            <pc:docMk/>
            <pc:sldMk cId="962689469" sldId="290"/>
            <ac:spMk id="3" creationId="{C570D76B-034F-45E4-BB63-E0477E16D832}"/>
          </ac:spMkLst>
        </pc:spChg>
        <pc:picChg chg="mod">
          <ac:chgData name="Júlio César Chaves" userId="3f913fe9-3202-435d-b9f5-b2fca763184f" providerId="ADAL" clId="{67FA7F7D-5FC8-47CD-8480-FC9C443D34DD}" dt="2021-10-11T23:06:47.294" v="1077" actId="1076"/>
          <ac:picMkLst>
            <pc:docMk/>
            <pc:sldMk cId="962689469" sldId="290"/>
            <ac:picMk id="3074" creationId="{00000000-0000-0000-0000-000000000000}"/>
          </ac:picMkLst>
        </pc:picChg>
      </pc:sldChg>
      <pc:sldChg chg="add">
        <pc:chgData name="Júlio César Chaves" userId="3f913fe9-3202-435d-b9f5-b2fca763184f" providerId="ADAL" clId="{67FA7F7D-5FC8-47CD-8480-FC9C443D34DD}" dt="2021-10-11T19:51:29.087" v="468"/>
        <pc:sldMkLst>
          <pc:docMk/>
          <pc:sldMk cId="210083913" sldId="380"/>
        </pc:sldMkLst>
      </pc:sldChg>
      <pc:sldChg chg="addSp delSp new del mod">
        <pc:chgData name="Júlio César Chaves" userId="3f913fe9-3202-435d-b9f5-b2fca763184f" providerId="ADAL" clId="{67FA7F7D-5FC8-47CD-8480-FC9C443D34DD}" dt="2021-10-11T19:51:16.011" v="467" actId="2696"/>
        <pc:sldMkLst>
          <pc:docMk/>
          <pc:sldMk cId="4154466777" sldId="380"/>
        </pc:sldMkLst>
        <pc:picChg chg="add del">
          <ac:chgData name="Júlio César Chaves" userId="3f913fe9-3202-435d-b9f5-b2fca763184f" providerId="ADAL" clId="{67FA7F7D-5FC8-47CD-8480-FC9C443D34DD}" dt="2021-10-04T23:33:04.809" v="161" actId="478"/>
          <ac:picMkLst>
            <pc:docMk/>
            <pc:sldMk cId="4154466777" sldId="380"/>
            <ac:picMk id="4" creationId="{28CEEC75-6548-4A17-BE2F-6A535846E9DE}"/>
          </ac:picMkLst>
        </pc:picChg>
        <pc:picChg chg="add">
          <ac:chgData name="Júlio César Chaves" userId="3f913fe9-3202-435d-b9f5-b2fca763184f" providerId="ADAL" clId="{67FA7F7D-5FC8-47CD-8480-FC9C443D34DD}" dt="2021-10-04T23:33:22.639" v="162" actId="22"/>
          <ac:picMkLst>
            <pc:docMk/>
            <pc:sldMk cId="4154466777" sldId="380"/>
            <ac:picMk id="6" creationId="{B5C83CB5-7B16-4E9A-B018-73F076581769}"/>
          </ac:picMkLst>
        </pc:picChg>
      </pc:sldChg>
      <pc:sldChg chg="modSp new del mod">
        <pc:chgData name="Júlio César Chaves" userId="3f913fe9-3202-435d-b9f5-b2fca763184f" providerId="ADAL" clId="{67FA7F7D-5FC8-47CD-8480-FC9C443D34DD}" dt="2021-10-11T19:51:16.011" v="467" actId="2696"/>
        <pc:sldMkLst>
          <pc:docMk/>
          <pc:sldMk cId="1642305079" sldId="381"/>
        </pc:sldMkLst>
        <pc:spChg chg="mod">
          <ac:chgData name="Júlio César Chaves" userId="3f913fe9-3202-435d-b9f5-b2fca763184f" providerId="ADAL" clId="{67FA7F7D-5FC8-47CD-8480-FC9C443D34DD}" dt="2021-10-04T22:57:26.831" v="30" actId="20577"/>
          <ac:spMkLst>
            <pc:docMk/>
            <pc:sldMk cId="1642305079" sldId="381"/>
            <ac:spMk id="2" creationId="{3D1868C9-65E3-4B86-BE4D-51BBF87B66B0}"/>
          </ac:spMkLst>
        </pc:spChg>
        <pc:spChg chg="mod">
          <ac:chgData name="Júlio César Chaves" userId="3f913fe9-3202-435d-b9f5-b2fca763184f" providerId="ADAL" clId="{67FA7F7D-5FC8-47CD-8480-FC9C443D34DD}" dt="2021-10-04T23:29:49.264" v="132"/>
          <ac:spMkLst>
            <pc:docMk/>
            <pc:sldMk cId="1642305079" sldId="381"/>
            <ac:spMk id="3" creationId="{132AACF9-41BE-4177-8A9B-A94F7475D439}"/>
          </ac:spMkLst>
        </pc:spChg>
      </pc:sldChg>
      <pc:sldChg chg="modSp add mod">
        <pc:chgData name="Júlio César Chaves" userId="3f913fe9-3202-435d-b9f5-b2fca763184f" providerId="ADAL" clId="{67FA7F7D-5FC8-47CD-8480-FC9C443D34DD}" dt="2021-10-11T20:46:49.436" v="936"/>
        <pc:sldMkLst>
          <pc:docMk/>
          <pc:sldMk cId="3094861906" sldId="381"/>
        </pc:sldMkLst>
        <pc:spChg chg="mod">
          <ac:chgData name="Júlio César Chaves" userId="3f913fe9-3202-435d-b9f5-b2fca763184f" providerId="ADAL" clId="{67FA7F7D-5FC8-47CD-8480-FC9C443D34DD}" dt="2021-10-11T20:46:49.436" v="936"/>
          <ac:spMkLst>
            <pc:docMk/>
            <pc:sldMk cId="3094861906" sldId="381"/>
            <ac:spMk id="3" creationId="{132AACF9-41BE-4177-8A9B-A94F7475D439}"/>
          </ac:spMkLst>
        </pc:spChg>
      </pc:sldChg>
      <pc:sldChg chg="addSp delSp modSp add mod">
        <pc:chgData name="Júlio César Chaves" userId="3f913fe9-3202-435d-b9f5-b2fca763184f" providerId="ADAL" clId="{67FA7F7D-5FC8-47CD-8480-FC9C443D34DD}" dt="2021-10-11T20:50:29.782" v="945" actId="478"/>
        <pc:sldMkLst>
          <pc:docMk/>
          <pc:sldMk cId="3091073187" sldId="382"/>
        </pc:sldMkLst>
        <pc:spChg chg="mod">
          <ac:chgData name="Júlio César Chaves" userId="3f913fe9-3202-435d-b9f5-b2fca763184f" providerId="ADAL" clId="{67FA7F7D-5FC8-47CD-8480-FC9C443D34DD}" dt="2021-10-11T20:50:14.229" v="939" actId="20577"/>
          <ac:spMkLst>
            <pc:docMk/>
            <pc:sldMk cId="3091073187" sldId="382"/>
            <ac:spMk id="3" creationId="{132AACF9-41BE-4177-8A9B-A94F7475D439}"/>
          </ac:spMkLst>
        </pc:spChg>
        <pc:spChg chg="mod">
          <ac:chgData name="Júlio César Chaves" userId="3f913fe9-3202-435d-b9f5-b2fca763184f" providerId="ADAL" clId="{67FA7F7D-5FC8-47CD-8480-FC9C443D34DD}" dt="2021-10-11T20:50:26.536" v="944" actId="6549"/>
          <ac:spMkLst>
            <pc:docMk/>
            <pc:sldMk cId="3091073187" sldId="382"/>
            <ac:spMk id="4" creationId="{A5E08462-63EF-49B0-A4E1-D556AB75FE31}"/>
          </ac:spMkLst>
        </pc:spChg>
        <pc:spChg chg="add del mod">
          <ac:chgData name="Júlio César Chaves" userId="3f913fe9-3202-435d-b9f5-b2fca763184f" providerId="ADAL" clId="{67FA7F7D-5FC8-47CD-8480-FC9C443D34DD}" dt="2021-10-11T20:50:29.782" v="945" actId="478"/>
          <ac:spMkLst>
            <pc:docMk/>
            <pc:sldMk cId="3091073187" sldId="382"/>
            <ac:spMk id="5" creationId="{8FD3EF09-D9AC-4543-9EBD-383AC0C79FB3}"/>
          </ac:spMkLst>
        </pc:spChg>
      </pc:sldChg>
      <pc:sldChg chg="modSp add del mod">
        <pc:chgData name="Júlio César Chaves" userId="3f913fe9-3202-435d-b9f5-b2fca763184f" providerId="ADAL" clId="{67FA7F7D-5FC8-47CD-8480-FC9C443D34DD}" dt="2021-10-11T19:51:16.011" v="467" actId="2696"/>
        <pc:sldMkLst>
          <pc:docMk/>
          <pc:sldMk cId="3268920437" sldId="382"/>
        </pc:sldMkLst>
        <pc:spChg chg="mod">
          <ac:chgData name="Júlio César Chaves" userId="3f913fe9-3202-435d-b9f5-b2fca763184f" providerId="ADAL" clId="{67FA7F7D-5FC8-47CD-8480-FC9C443D34DD}" dt="2021-10-04T23:30:26.790" v="160"/>
          <ac:spMkLst>
            <pc:docMk/>
            <pc:sldMk cId="3268920437" sldId="382"/>
            <ac:spMk id="3" creationId="{132AACF9-41BE-4177-8A9B-A94F7475D439}"/>
          </ac:spMkLst>
        </pc:spChg>
      </pc:sldChg>
      <pc:sldChg chg="modSp new mod">
        <pc:chgData name="Júlio César Chaves" userId="3f913fe9-3202-435d-b9f5-b2fca763184f" providerId="ADAL" clId="{67FA7F7D-5FC8-47CD-8480-FC9C443D34DD}" dt="2021-10-06T22:16:11.103" v="244" actId="20577"/>
        <pc:sldMkLst>
          <pc:docMk/>
          <pc:sldMk cId="3956106399" sldId="383"/>
        </pc:sldMkLst>
        <pc:spChg chg="mod">
          <ac:chgData name="Júlio César Chaves" userId="3f913fe9-3202-435d-b9f5-b2fca763184f" providerId="ADAL" clId="{67FA7F7D-5FC8-47CD-8480-FC9C443D34DD}" dt="2021-10-06T22:16:11.103" v="244" actId="20577"/>
          <ac:spMkLst>
            <pc:docMk/>
            <pc:sldMk cId="3956106399" sldId="383"/>
            <ac:spMk id="2" creationId="{6F476CBD-3F2D-43C1-B1E3-693D9FFC8604}"/>
          </ac:spMkLst>
        </pc:spChg>
        <pc:spChg chg="mod">
          <ac:chgData name="Júlio César Chaves" userId="3f913fe9-3202-435d-b9f5-b2fca763184f" providerId="ADAL" clId="{67FA7F7D-5FC8-47CD-8480-FC9C443D34DD}" dt="2021-10-06T22:07:42.511" v="237"/>
          <ac:spMkLst>
            <pc:docMk/>
            <pc:sldMk cId="3956106399" sldId="383"/>
            <ac:spMk id="3" creationId="{1D114492-5615-4127-8CF2-16D1A12F4353}"/>
          </ac:spMkLst>
        </pc:spChg>
        <pc:spChg chg="mod">
          <ac:chgData name="Júlio César Chaves" userId="3f913fe9-3202-435d-b9f5-b2fca763184f" providerId="ADAL" clId="{67FA7F7D-5FC8-47CD-8480-FC9C443D34DD}" dt="2021-10-06T22:07:10.671" v="234"/>
          <ac:spMkLst>
            <pc:docMk/>
            <pc:sldMk cId="3956106399" sldId="383"/>
            <ac:spMk id="4" creationId="{D929D3F1-9742-47D6-B24B-AC26107D2F4A}"/>
          </ac:spMkLst>
        </pc:spChg>
      </pc:sldChg>
      <pc:sldChg chg="modSp new mod">
        <pc:chgData name="Júlio César Chaves" userId="3f913fe9-3202-435d-b9f5-b2fca763184f" providerId="ADAL" clId="{67FA7F7D-5FC8-47CD-8480-FC9C443D34DD}" dt="2021-10-06T21:53:36.004" v="222" actId="20577"/>
        <pc:sldMkLst>
          <pc:docMk/>
          <pc:sldMk cId="778791983" sldId="384"/>
        </pc:sldMkLst>
        <pc:spChg chg="mod">
          <ac:chgData name="Júlio César Chaves" userId="3f913fe9-3202-435d-b9f5-b2fca763184f" providerId="ADAL" clId="{67FA7F7D-5FC8-47CD-8480-FC9C443D34DD}" dt="2021-10-06T21:53:36.004" v="222" actId="20577"/>
          <ac:spMkLst>
            <pc:docMk/>
            <pc:sldMk cId="778791983" sldId="384"/>
            <ac:spMk id="2" creationId="{E5A1A7E9-DA07-4F98-8FAA-C60BFD74B085}"/>
          </ac:spMkLst>
        </pc:spChg>
      </pc:sldChg>
      <pc:sldChg chg="modSp add mod">
        <pc:chgData name="Júlio César Chaves" userId="3f913fe9-3202-435d-b9f5-b2fca763184f" providerId="ADAL" clId="{67FA7F7D-5FC8-47CD-8480-FC9C443D34DD}" dt="2021-10-06T21:56:32.337" v="225" actId="6549"/>
        <pc:sldMkLst>
          <pc:docMk/>
          <pc:sldMk cId="915493869" sldId="385"/>
        </pc:sldMkLst>
        <pc:spChg chg="mod">
          <ac:chgData name="Júlio César Chaves" userId="3f913fe9-3202-435d-b9f5-b2fca763184f" providerId="ADAL" clId="{67FA7F7D-5FC8-47CD-8480-FC9C443D34DD}" dt="2021-10-06T21:56:32.337" v="225" actId="6549"/>
          <ac:spMkLst>
            <pc:docMk/>
            <pc:sldMk cId="915493869" sldId="385"/>
            <ac:spMk id="6" creationId="{48EF85B4-D244-4E0D-98E9-6E8383ADD8F4}"/>
          </ac:spMkLst>
        </pc:spChg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2228450538" sldId="386"/>
        </pc:sldMkLst>
      </pc:sldChg>
      <pc:sldChg chg="add">
        <pc:chgData name="Júlio César Chaves" userId="3f913fe9-3202-435d-b9f5-b2fca763184f" providerId="ADAL" clId="{67FA7F7D-5FC8-47CD-8480-FC9C443D34DD}" dt="2021-10-06T21:56:02.640" v="223"/>
        <pc:sldMkLst>
          <pc:docMk/>
          <pc:sldMk cId="467722025" sldId="387"/>
        </pc:sldMkLst>
      </pc:sldChg>
      <pc:sldChg chg="modSp new mod">
        <pc:chgData name="Júlio César Chaves" userId="3f913fe9-3202-435d-b9f5-b2fca763184f" providerId="ADAL" clId="{67FA7F7D-5FC8-47CD-8480-FC9C443D34DD}" dt="2021-10-06T22:08:27.771" v="241" actId="20577"/>
        <pc:sldMkLst>
          <pc:docMk/>
          <pc:sldMk cId="3431300152" sldId="388"/>
        </pc:sldMkLst>
        <pc:spChg chg="mod">
          <ac:chgData name="Júlio César Chaves" userId="3f913fe9-3202-435d-b9f5-b2fca763184f" providerId="ADAL" clId="{67FA7F7D-5FC8-47CD-8480-FC9C443D34DD}" dt="2021-10-06T22:08:27.771" v="241" actId="20577"/>
          <ac:spMkLst>
            <pc:docMk/>
            <pc:sldMk cId="3431300152" sldId="388"/>
            <ac:spMk id="2" creationId="{3D4D12A7-DB18-4D55-B830-0FBA976BF1A8}"/>
          </ac:spMkLst>
        </pc:spChg>
      </pc:sldChg>
      <pc:sldChg chg="modSp new mod">
        <pc:chgData name="Júlio César Chaves" userId="3f913fe9-3202-435d-b9f5-b2fca763184f" providerId="ADAL" clId="{67FA7F7D-5FC8-47CD-8480-FC9C443D34DD}" dt="2021-10-06T22:19:49.857" v="338" actId="20577"/>
        <pc:sldMkLst>
          <pc:docMk/>
          <pc:sldMk cId="1324101120" sldId="389"/>
        </pc:sldMkLst>
        <pc:spChg chg="mod">
          <ac:chgData name="Júlio César Chaves" userId="3f913fe9-3202-435d-b9f5-b2fca763184f" providerId="ADAL" clId="{67FA7F7D-5FC8-47CD-8480-FC9C443D34DD}" dt="2021-10-06T22:17:33.474" v="257" actId="20577"/>
          <ac:spMkLst>
            <pc:docMk/>
            <pc:sldMk cId="1324101120" sldId="389"/>
            <ac:spMk id="2" creationId="{8D056AC5-E56A-4B47-AC08-C049C00F86DF}"/>
          </ac:spMkLst>
        </pc:spChg>
        <pc:spChg chg="mod">
          <ac:chgData name="Júlio César Chaves" userId="3f913fe9-3202-435d-b9f5-b2fca763184f" providerId="ADAL" clId="{67FA7F7D-5FC8-47CD-8480-FC9C443D34DD}" dt="2021-10-06T22:19:49.857" v="338" actId="20577"/>
          <ac:spMkLst>
            <pc:docMk/>
            <pc:sldMk cId="1324101120" sldId="389"/>
            <ac:spMk id="3" creationId="{B46FF735-B41D-4E71-855E-716F788D78D4}"/>
          </ac:spMkLst>
        </pc:spChg>
        <pc:spChg chg="mod">
          <ac:chgData name="Júlio César Chaves" userId="3f913fe9-3202-435d-b9f5-b2fca763184f" providerId="ADAL" clId="{67FA7F7D-5FC8-47CD-8480-FC9C443D34DD}" dt="2021-10-06T22:17:51.328" v="265"/>
          <ac:spMkLst>
            <pc:docMk/>
            <pc:sldMk cId="1324101120" sldId="389"/>
            <ac:spMk id="4" creationId="{A2575CEA-2A63-4781-9472-64636C4CE758}"/>
          </ac:spMkLst>
        </pc:spChg>
      </pc:sldChg>
      <pc:sldChg chg="modSp new mod">
        <pc:chgData name="Júlio César Chaves" userId="3f913fe9-3202-435d-b9f5-b2fca763184f" providerId="ADAL" clId="{67FA7F7D-5FC8-47CD-8480-FC9C443D34DD}" dt="2021-10-06T22:20:32.773" v="355"/>
        <pc:sldMkLst>
          <pc:docMk/>
          <pc:sldMk cId="3771313238" sldId="390"/>
        </pc:sldMkLst>
        <pc:spChg chg="mod">
          <ac:chgData name="Júlio César Chaves" userId="3f913fe9-3202-435d-b9f5-b2fca763184f" providerId="ADAL" clId="{67FA7F7D-5FC8-47CD-8480-FC9C443D34DD}" dt="2021-10-06T22:18:52.207" v="272" actId="20577"/>
          <ac:spMkLst>
            <pc:docMk/>
            <pc:sldMk cId="3771313238" sldId="390"/>
            <ac:spMk id="2" creationId="{C7CC1A59-25FB-4CF9-85FC-C9B6EFE5B53A}"/>
          </ac:spMkLst>
        </pc:spChg>
        <pc:spChg chg="mod">
          <ac:chgData name="Júlio César Chaves" userId="3f913fe9-3202-435d-b9f5-b2fca763184f" providerId="ADAL" clId="{67FA7F7D-5FC8-47CD-8480-FC9C443D34DD}" dt="2021-10-06T22:20:32.773" v="355"/>
          <ac:spMkLst>
            <pc:docMk/>
            <pc:sldMk cId="3771313238" sldId="390"/>
            <ac:spMk id="3" creationId="{5F2CB8B1-627E-4C05-9E5D-D66A815C52EF}"/>
          </ac:spMkLst>
        </pc:spChg>
        <pc:spChg chg="mod">
          <ac:chgData name="Júlio César Chaves" userId="3f913fe9-3202-435d-b9f5-b2fca763184f" providerId="ADAL" clId="{67FA7F7D-5FC8-47CD-8480-FC9C443D34DD}" dt="2021-10-06T22:20:12.130" v="346"/>
          <ac:spMkLst>
            <pc:docMk/>
            <pc:sldMk cId="3771313238" sldId="390"/>
            <ac:spMk id="4" creationId="{BF035FF6-29F6-46EB-B44A-74DED88B091F}"/>
          </ac:spMkLst>
        </pc:spChg>
      </pc:sldChg>
      <pc:sldChg chg="modSp new mod">
        <pc:chgData name="Júlio César Chaves" userId="3f913fe9-3202-435d-b9f5-b2fca763184f" providerId="ADAL" clId="{67FA7F7D-5FC8-47CD-8480-FC9C443D34DD}" dt="2021-10-06T22:22:54.849" v="447" actId="20577"/>
        <pc:sldMkLst>
          <pc:docMk/>
          <pc:sldMk cId="406721925" sldId="391"/>
        </pc:sldMkLst>
        <pc:spChg chg="mod">
          <ac:chgData name="Júlio César Chaves" userId="3f913fe9-3202-435d-b9f5-b2fca763184f" providerId="ADAL" clId="{67FA7F7D-5FC8-47CD-8480-FC9C443D34DD}" dt="2021-10-06T22:21:08.723" v="404" actId="20577"/>
          <ac:spMkLst>
            <pc:docMk/>
            <pc:sldMk cId="406721925" sldId="391"/>
            <ac:spMk id="2" creationId="{5BACD636-7CA2-4D46-8529-A3E1CB1EE37C}"/>
          </ac:spMkLst>
        </pc:spChg>
        <pc:spChg chg="mod">
          <ac:chgData name="Júlio César Chaves" userId="3f913fe9-3202-435d-b9f5-b2fca763184f" providerId="ADAL" clId="{67FA7F7D-5FC8-47CD-8480-FC9C443D34DD}" dt="2021-10-06T22:22:54.849" v="447" actId="20577"/>
          <ac:spMkLst>
            <pc:docMk/>
            <pc:sldMk cId="406721925" sldId="391"/>
            <ac:spMk id="3" creationId="{24BEB692-A509-45F7-8934-706A8231DC4F}"/>
          </ac:spMkLst>
        </pc:spChg>
      </pc:sldChg>
      <pc:sldChg chg="modSp new mod">
        <pc:chgData name="Júlio César Chaves" userId="3f913fe9-3202-435d-b9f5-b2fca763184f" providerId="ADAL" clId="{67FA7F7D-5FC8-47CD-8480-FC9C443D34DD}" dt="2021-10-06T22:34:10.719" v="465"/>
        <pc:sldMkLst>
          <pc:docMk/>
          <pc:sldMk cId="2213088994" sldId="392"/>
        </pc:sldMkLst>
        <pc:spChg chg="mod">
          <ac:chgData name="Júlio César Chaves" userId="3f913fe9-3202-435d-b9f5-b2fca763184f" providerId="ADAL" clId="{67FA7F7D-5FC8-47CD-8480-FC9C443D34DD}" dt="2021-10-06T22:25:46.597" v="451" actId="20577"/>
          <ac:spMkLst>
            <pc:docMk/>
            <pc:sldMk cId="2213088994" sldId="392"/>
            <ac:spMk id="2" creationId="{CB27CDC7-873C-41C2-B4AB-54D0A60B4BF4}"/>
          </ac:spMkLst>
        </pc:spChg>
        <pc:spChg chg="mod">
          <ac:chgData name="Júlio César Chaves" userId="3f913fe9-3202-435d-b9f5-b2fca763184f" providerId="ADAL" clId="{67FA7F7D-5FC8-47CD-8480-FC9C443D34DD}" dt="2021-10-06T22:34:02.930" v="457" actId="15"/>
          <ac:spMkLst>
            <pc:docMk/>
            <pc:sldMk cId="2213088994" sldId="392"/>
            <ac:spMk id="3" creationId="{E2EFA446-504D-4FB1-8632-76DD5259AB0D}"/>
          </ac:spMkLst>
        </pc:spChg>
        <pc:spChg chg="mod">
          <ac:chgData name="Júlio César Chaves" userId="3f913fe9-3202-435d-b9f5-b2fca763184f" providerId="ADAL" clId="{67FA7F7D-5FC8-47CD-8480-FC9C443D34DD}" dt="2021-10-06T22:34:10.719" v="465"/>
          <ac:spMkLst>
            <pc:docMk/>
            <pc:sldMk cId="2213088994" sldId="392"/>
            <ac:spMk id="4" creationId="{C69F334E-36CD-4C81-AEA6-25F14E32FDFB}"/>
          </ac:spMkLst>
        </pc:spChg>
      </pc:sldChg>
      <pc:sldChg chg="addSp delSp modSp new mod modClrScheme chgLayout">
        <pc:chgData name="Júlio César Chaves" userId="3f913fe9-3202-435d-b9f5-b2fca763184f" providerId="ADAL" clId="{67FA7F7D-5FC8-47CD-8480-FC9C443D34DD}" dt="2021-10-11T20:03:26.632" v="705" actId="1076"/>
        <pc:sldMkLst>
          <pc:docMk/>
          <pc:sldMk cId="35539691" sldId="393"/>
        </pc:sldMkLst>
        <pc:spChg chg="del mod ord">
          <ac:chgData name="Júlio César Chaves" userId="3f913fe9-3202-435d-b9f5-b2fca763184f" providerId="ADAL" clId="{67FA7F7D-5FC8-47CD-8480-FC9C443D34DD}" dt="2021-10-11T20:02:14.018" v="663" actId="700"/>
          <ac:spMkLst>
            <pc:docMk/>
            <pc:sldMk cId="35539691" sldId="393"/>
            <ac:spMk id="2" creationId="{CCBAD7E1-0800-4E60-97C4-0A435D915A6E}"/>
          </ac:spMkLst>
        </pc:spChg>
        <pc:spChg chg="add mod">
          <ac:chgData name="Júlio César Chaves" userId="3f913fe9-3202-435d-b9f5-b2fca763184f" providerId="ADAL" clId="{67FA7F7D-5FC8-47CD-8480-FC9C443D34DD}" dt="2021-10-11T20:03:26.632" v="705" actId="1076"/>
          <ac:spMkLst>
            <pc:docMk/>
            <pc:sldMk cId="35539691" sldId="393"/>
            <ac:spMk id="5" creationId="{0F70B3DD-2763-4E27-A257-F30E75643355}"/>
          </ac:spMkLst>
        </pc:spChg>
        <pc:spChg chg="add mod ord">
          <ac:chgData name="Júlio César Chaves" userId="3f913fe9-3202-435d-b9f5-b2fca763184f" providerId="ADAL" clId="{67FA7F7D-5FC8-47CD-8480-FC9C443D34DD}" dt="2021-10-11T20:02:34.449" v="683" actId="20577"/>
          <ac:spMkLst>
            <pc:docMk/>
            <pc:sldMk cId="35539691" sldId="393"/>
            <ac:spMk id="6" creationId="{8429733B-B3EA-470A-9EC8-96D515C37436}"/>
          </ac:spMkLst>
        </pc:spChg>
        <pc:spChg chg="add mod ord">
          <ac:chgData name="Júlio César Chaves" userId="3f913fe9-3202-435d-b9f5-b2fca763184f" providerId="ADAL" clId="{67FA7F7D-5FC8-47CD-8480-FC9C443D34DD}" dt="2021-10-11T20:02:30.268" v="681"/>
          <ac:spMkLst>
            <pc:docMk/>
            <pc:sldMk cId="35539691" sldId="393"/>
            <ac:spMk id="7" creationId="{8B234D11-4B4A-413F-8F11-3C71D456AB82}"/>
          </ac:spMkLst>
        </pc:spChg>
        <pc:graphicFrameChg chg="add del mod">
          <ac:chgData name="Júlio César Chaves" userId="3f913fe9-3202-435d-b9f5-b2fca763184f" providerId="ADAL" clId="{67FA7F7D-5FC8-47CD-8480-FC9C443D34DD}" dt="2021-10-11T20:01:09.709" v="657" actId="478"/>
          <ac:graphicFrameMkLst>
            <pc:docMk/>
            <pc:sldMk cId="35539691" sldId="393"/>
            <ac:graphicFrameMk id="3" creationId="{B21F12E1-A97D-4A75-ABE6-306C306506DA}"/>
          </ac:graphicFrameMkLst>
        </pc:graphicFrameChg>
      </pc:sldChg>
      <pc:sldChg chg="modSp add mod">
        <pc:chgData name="Júlio César Chaves" userId="3f913fe9-3202-435d-b9f5-b2fca763184f" providerId="ADAL" clId="{67FA7F7D-5FC8-47CD-8480-FC9C443D34DD}" dt="2021-10-11T20:03:18.866" v="704" actId="1076"/>
        <pc:sldMkLst>
          <pc:docMk/>
          <pc:sldMk cId="2144780269" sldId="394"/>
        </pc:sldMkLst>
        <pc:spChg chg="mod">
          <ac:chgData name="Júlio César Chaves" userId="3f913fe9-3202-435d-b9f5-b2fca763184f" providerId="ADAL" clId="{67FA7F7D-5FC8-47CD-8480-FC9C443D34DD}" dt="2021-10-11T20:03:18.866" v="704" actId="1076"/>
          <ac:spMkLst>
            <pc:docMk/>
            <pc:sldMk cId="2144780269" sldId="394"/>
            <ac:spMk id="5" creationId="{0F70B3DD-2763-4E27-A257-F30E75643355}"/>
          </ac:spMkLst>
        </pc:spChg>
        <pc:spChg chg="mod">
          <ac:chgData name="Júlio César Chaves" userId="3f913fe9-3202-435d-b9f5-b2fca763184f" providerId="ADAL" clId="{67FA7F7D-5FC8-47CD-8480-FC9C443D34DD}" dt="2021-10-11T20:03:12.503" v="703" actId="6549"/>
          <ac:spMkLst>
            <pc:docMk/>
            <pc:sldMk cId="2144780269" sldId="394"/>
            <ac:spMk id="6" creationId="{8429733B-B3EA-470A-9EC8-96D515C37436}"/>
          </ac:spMkLst>
        </pc:spChg>
      </pc:sldChg>
      <pc:sldChg chg="addSp modSp new mod">
        <pc:chgData name="Júlio César Chaves" userId="3f913fe9-3202-435d-b9f5-b2fca763184f" providerId="ADAL" clId="{67FA7F7D-5FC8-47CD-8480-FC9C443D34DD}" dt="2021-10-11T20:56:41.732" v="974" actId="20577"/>
        <pc:sldMkLst>
          <pc:docMk/>
          <pc:sldMk cId="3054748598" sldId="395"/>
        </pc:sldMkLst>
        <pc:spChg chg="mod">
          <ac:chgData name="Júlio César Chaves" userId="3f913fe9-3202-435d-b9f5-b2fca763184f" providerId="ADAL" clId="{67FA7F7D-5FC8-47CD-8480-FC9C443D34DD}" dt="2021-10-11T20:56:41.732" v="974" actId="20577"/>
          <ac:spMkLst>
            <pc:docMk/>
            <pc:sldMk cId="3054748598" sldId="395"/>
            <ac:spMk id="2" creationId="{0A70BBE5-BBC3-4B40-A214-8BBED5462C34}"/>
          </ac:spMkLst>
        </pc:spChg>
        <pc:spChg chg="add mod">
          <ac:chgData name="Júlio César Chaves" userId="3f913fe9-3202-435d-b9f5-b2fca763184f" providerId="ADAL" clId="{67FA7F7D-5FC8-47CD-8480-FC9C443D34DD}" dt="2021-10-11T20:15:54.138" v="756" actId="6549"/>
          <ac:spMkLst>
            <pc:docMk/>
            <pc:sldMk cId="3054748598" sldId="395"/>
            <ac:spMk id="4" creationId="{C6FAD0FC-209F-40DD-AA3E-BBFEEE83B467}"/>
          </ac:spMkLst>
        </pc:spChg>
      </pc:sldChg>
      <pc:sldChg chg="add">
        <pc:chgData name="Júlio César Chaves" userId="3f913fe9-3202-435d-b9f5-b2fca763184f" providerId="ADAL" clId="{67FA7F7D-5FC8-47CD-8480-FC9C443D34DD}" dt="2021-10-11T20:24:51.521" v="769"/>
        <pc:sldMkLst>
          <pc:docMk/>
          <pc:sldMk cId="525823677" sldId="406"/>
        </pc:sldMkLst>
      </pc:sldChg>
      <pc:sldChg chg="modSp new del mod">
        <pc:chgData name="Júlio César Chaves" userId="3f913fe9-3202-435d-b9f5-b2fca763184f" providerId="ADAL" clId="{67FA7F7D-5FC8-47CD-8480-FC9C443D34DD}" dt="2021-10-11T20:40:55.584" v="927" actId="47"/>
        <pc:sldMkLst>
          <pc:docMk/>
          <pc:sldMk cId="1311252196" sldId="407"/>
        </pc:sldMkLst>
        <pc:spChg chg="mod">
          <ac:chgData name="Júlio César Chaves" userId="3f913fe9-3202-435d-b9f5-b2fca763184f" providerId="ADAL" clId="{67FA7F7D-5FC8-47CD-8480-FC9C443D34DD}" dt="2021-10-11T20:25:41.068" v="818" actId="20577"/>
          <ac:spMkLst>
            <pc:docMk/>
            <pc:sldMk cId="1311252196" sldId="407"/>
            <ac:spMk id="4" creationId="{9813EC1D-4341-4383-9034-17CDA242DA81}"/>
          </ac:spMkLst>
        </pc:spChg>
      </pc:sldChg>
      <pc:sldChg chg="addSp modSp new mod">
        <pc:chgData name="Júlio César Chaves" userId="3f913fe9-3202-435d-b9f5-b2fca763184f" providerId="ADAL" clId="{67FA7F7D-5FC8-47CD-8480-FC9C443D34DD}" dt="2021-10-11T20:58:59.077" v="1063" actId="404"/>
        <pc:sldMkLst>
          <pc:docMk/>
          <pc:sldMk cId="1662987956" sldId="408"/>
        </pc:sldMkLst>
        <pc:spChg chg="add mod">
          <ac:chgData name="Júlio César Chaves" userId="3f913fe9-3202-435d-b9f5-b2fca763184f" providerId="ADAL" clId="{67FA7F7D-5FC8-47CD-8480-FC9C443D34DD}" dt="2021-10-11T20:57:17.471" v="989" actId="1076"/>
          <ac:spMkLst>
            <pc:docMk/>
            <pc:sldMk cId="1662987956" sldId="408"/>
            <ac:spMk id="3" creationId="{800E45FA-0B16-41B7-A70D-97A3AD94492C}"/>
          </ac:spMkLst>
        </pc:spChg>
        <pc:spChg chg="add mod">
          <ac:chgData name="Júlio César Chaves" userId="3f913fe9-3202-435d-b9f5-b2fca763184f" providerId="ADAL" clId="{67FA7F7D-5FC8-47CD-8480-FC9C443D34DD}" dt="2021-10-11T20:58:59.077" v="1063" actId="404"/>
          <ac:spMkLst>
            <pc:docMk/>
            <pc:sldMk cId="1662987956" sldId="408"/>
            <ac:spMk id="4" creationId="{E6EA101C-C236-49CE-94C5-4E4F7585D0E0}"/>
          </ac:spMkLst>
        </pc:spChg>
      </pc:sldChg>
      <pc:sldChg chg="addSp modSp add mod">
        <pc:chgData name="Júlio César Chaves" userId="3f913fe9-3202-435d-b9f5-b2fca763184f" providerId="ADAL" clId="{67FA7F7D-5FC8-47CD-8480-FC9C443D34DD}" dt="2021-10-11T21:00:24.786" v="1064" actId="6549"/>
        <pc:sldMkLst>
          <pc:docMk/>
          <pc:sldMk cId="836832584" sldId="409"/>
        </pc:sldMkLst>
        <pc:spChg chg="mod">
          <ac:chgData name="Júlio César Chaves" userId="3f913fe9-3202-435d-b9f5-b2fca763184f" providerId="ADAL" clId="{67FA7F7D-5FC8-47CD-8480-FC9C443D34DD}" dt="2021-10-11T20:56:22.117" v="960" actId="1076"/>
          <ac:spMkLst>
            <pc:docMk/>
            <pc:sldMk cId="836832584" sldId="409"/>
            <ac:spMk id="3" creationId="{800E45FA-0B16-41B7-A70D-97A3AD94492C}"/>
          </ac:spMkLst>
        </pc:spChg>
        <pc:spChg chg="add mod">
          <ac:chgData name="Júlio César Chaves" userId="3f913fe9-3202-435d-b9f5-b2fca763184f" providerId="ADAL" clId="{67FA7F7D-5FC8-47CD-8480-FC9C443D34DD}" dt="2021-10-11T21:00:24.786" v="1064" actId="6549"/>
          <ac:spMkLst>
            <pc:docMk/>
            <pc:sldMk cId="836832584" sldId="409"/>
            <ac:spMk id="4" creationId="{120A6237-A58F-49F2-8D66-E9288ACEC96C}"/>
          </ac:spMkLst>
        </pc:spChg>
      </pc:sldChg>
      <pc:sldChg chg="modSp new mod">
        <pc:chgData name="Júlio César Chaves" userId="3f913fe9-3202-435d-b9f5-b2fca763184f" providerId="ADAL" clId="{67FA7F7D-5FC8-47CD-8480-FC9C443D34DD}" dt="2021-10-11T23:05:37.939" v="1075" actId="20577"/>
        <pc:sldMkLst>
          <pc:docMk/>
          <pc:sldMk cId="2834299722" sldId="410"/>
        </pc:sldMkLst>
        <pc:spChg chg="mod">
          <ac:chgData name="Júlio César Chaves" userId="3f913fe9-3202-435d-b9f5-b2fca763184f" providerId="ADAL" clId="{67FA7F7D-5FC8-47CD-8480-FC9C443D34DD}" dt="2021-10-11T23:05:37.939" v="1075" actId="20577"/>
          <ac:spMkLst>
            <pc:docMk/>
            <pc:sldMk cId="2834299722" sldId="410"/>
            <ac:spMk id="2" creationId="{27C0977B-A9F8-49AF-9791-8C8D92CC7F60}"/>
          </ac:spMkLst>
        </pc:spChg>
      </pc:sldChg>
      <pc:sldChg chg="addSp delSp modSp new mod modClrScheme chgLayout">
        <pc:chgData name="Júlio César Chaves" userId="3f913fe9-3202-435d-b9f5-b2fca763184f" providerId="ADAL" clId="{67FA7F7D-5FC8-47CD-8480-FC9C443D34DD}" dt="2021-10-11T23:16:30.647" v="1252" actId="14100"/>
        <pc:sldMkLst>
          <pc:docMk/>
          <pc:sldMk cId="1203326119" sldId="411"/>
        </pc:sldMkLst>
        <pc:spChg chg="mod ord">
          <ac:chgData name="Júlio César Chaves" userId="3f913fe9-3202-435d-b9f5-b2fca763184f" providerId="ADAL" clId="{67FA7F7D-5FC8-47CD-8480-FC9C443D34DD}" dt="2021-10-11T23:12:57.083" v="1114" actId="700"/>
          <ac:spMkLst>
            <pc:docMk/>
            <pc:sldMk cId="1203326119" sldId="411"/>
            <ac:spMk id="2" creationId="{285277AE-8DD3-4751-A1BB-93D75EE5B860}"/>
          </ac:spMkLst>
        </pc:spChg>
        <pc:spChg chg="del mod ord">
          <ac:chgData name="Júlio César Chaves" userId="3f913fe9-3202-435d-b9f5-b2fca763184f" providerId="ADAL" clId="{67FA7F7D-5FC8-47CD-8480-FC9C443D34DD}" dt="2021-10-11T23:12:57.083" v="1114" actId="700"/>
          <ac:spMkLst>
            <pc:docMk/>
            <pc:sldMk cId="1203326119" sldId="411"/>
            <ac:spMk id="3" creationId="{87EC3F9A-69F8-409D-A63F-1CC49FF015D5}"/>
          </ac:spMkLst>
        </pc:spChg>
        <pc:spChg chg="add mod ord">
          <ac:chgData name="Júlio César Chaves" userId="3f913fe9-3202-435d-b9f5-b2fca763184f" providerId="ADAL" clId="{67FA7F7D-5FC8-47CD-8480-FC9C443D34DD}" dt="2021-10-11T23:14:04.080" v="1151" actId="20577"/>
          <ac:spMkLst>
            <pc:docMk/>
            <pc:sldMk cId="1203326119" sldId="411"/>
            <ac:spMk id="4" creationId="{A6E14919-C4B3-44D5-B9D3-8B3E3DC8C626}"/>
          </ac:spMkLst>
        </pc:spChg>
        <pc:spChg chg="add mod ord">
          <ac:chgData name="Júlio César Chaves" userId="3f913fe9-3202-435d-b9f5-b2fca763184f" providerId="ADAL" clId="{67FA7F7D-5FC8-47CD-8480-FC9C443D34DD}" dt="2021-10-11T23:15:28.617" v="1246" actId="20577"/>
          <ac:spMkLst>
            <pc:docMk/>
            <pc:sldMk cId="1203326119" sldId="411"/>
            <ac:spMk id="5" creationId="{6D8F2DE7-E162-4611-9151-2A1E6D375C48}"/>
          </ac:spMkLst>
        </pc:spChg>
        <pc:spChg chg="add mod ord">
          <ac:chgData name="Júlio César Chaves" userId="3f913fe9-3202-435d-b9f5-b2fca763184f" providerId="ADAL" clId="{67FA7F7D-5FC8-47CD-8480-FC9C443D34DD}" dt="2021-10-11T23:12:57.083" v="1114" actId="700"/>
          <ac:spMkLst>
            <pc:docMk/>
            <pc:sldMk cId="1203326119" sldId="411"/>
            <ac:spMk id="6" creationId="{67E63BF3-E55C-4F13-8568-081D0E3F0FD4}"/>
          </ac:spMkLst>
        </pc:spChg>
        <pc:picChg chg="add mod">
          <ac:chgData name="Júlio César Chaves" userId="3f913fe9-3202-435d-b9f5-b2fca763184f" providerId="ADAL" clId="{67FA7F7D-5FC8-47CD-8480-FC9C443D34DD}" dt="2021-10-11T23:16:20.740" v="1249" actId="1076"/>
          <ac:picMkLst>
            <pc:docMk/>
            <pc:sldMk cId="1203326119" sldId="411"/>
            <ac:picMk id="7" creationId="{C6557990-E62C-428A-8B26-0C8C47887E8D}"/>
          </ac:picMkLst>
        </pc:picChg>
        <pc:picChg chg="add mod">
          <ac:chgData name="Júlio César Chaves" userId="3f913fe9-3202-435d-b9f5-b2fca763184f" providerId="ADAL" clId="{67FA7F7D-5FC8-47CD-8480-FC9C443D34DD}" dt="2021-10-11T23:16:30.647" v="1252" actId="14100"/>
          <ac:picMkLst>
            <pc:docMk/>
            <pc:sldMk cId="1203326119" sldId="411"/>
            <ac:picMk id="8" creationId="{F4EF05C3-D7B5-41C5-9961-2FA10BF4D600}"/>
          </ac:picMkLst>
        </pc:picChg>
      </pc:sldChg>
      <pc:sldChg chg="addSp delSp modSp mod modClrScheme chgLayout">
        <pc:chgData name="Júlio César Chaves" userId="3f913fe9-3202-435d-b9f5-b2fca763184f" providerId="ADAL" clId="{67FA7F7D-5FC8-47CD-8480-FC9C443D34DD}" dt="2021-10-11T23:19:24.867" v="1259" actId="14100"/>
        <pc:sldMkLst>
          <pc:docMk/>
          <pc:sldMk cId="2755065440" sldId="413"/>
        </pc:sldMkLst>
        <pc:spChg chg="add mod ord">
          <ac:chgData name="Júlio César Chaves" userId="3f913fe9-3202-435d-b9f5-b2fca763184f" providerId="ADAL" clId="{67FA7F7D-5FC8-47CD-8480-FC9C443D34DD}" dt="2021-10-11T23:19:14.806" v="1256"/>
          <ac:spMkLst>
            <pc:docMk/>
            <pc:sldMk cId="2755065440" sldId="413"/>
            <ac:spMk id="2" creationId="{7FFDC152-5636-4E60-B1F7-C0290A10CBF2}"/>
          </ac:spMkLst>
        </pc:spChg>
        <pc:spChg chg="mod ord">
          <ac:chgData name="Júlio César Chaves" userId="3f913fe9-3202-435d-b9f5-b2fca763184f" providerId="ADAL" clId="{67FA7F7D-5FC8-47CD-8480-FC9C443D34DD}" dt="2021-10-11T23:18:59.725" v="1254" actId="700"/>
          <ac:spMkLst>
            <pc:docMk/>
            <pc:sldMk cId="2755065440" sldId="413"/>
            <ac:spMk id="3" creationId="{98233A06-9079-4745-BB55-52CB5ED4631C}"/>
          </ac:spMkLst>
        </pc:spChg>
        <pc:spChg chg="add mod ord">
          <ac:chgData name="Júlio César Chaves" userId="3f913fe9-3202-435d-b9f5-b2fca763184f" providerId="ADAL" clId="{67FA7F7D-5FC8-47CD-8480-FC9C443D34DD}" dt="2021-10-11T23:18:59.725" v="1254" actId="700"/>
          <ac:spMkLst>
            <pc:docMk/>
            <pc:sldMk cId="2755065440" sldId="413"/>
            <ac:spMk id="4" creationId="{3F14775D-A9FE-4A6B-87EB-7C1921CAB97A}"/>
          </ac:spMkLst>
        </pc:spChg>
        <pc:spChg chg="mod ord">
          <ac:chgData name="Júlio César Chaves" userId="3f913fe9-3202-435d-b9f5-b2fca763184f" providerId="ADAL" clId="{67FA7F7D-5FC8-47CD-8480-FC9C443D34DD}" dt="2021-10-11T23:18:59.725" v="1254" actId="700"/>
          <ac:spMkLst>
            <pc:docMk/>
            <pc:sldMk cId="2755065440" sldId="413"/>
            <ac:spMk id="5" creationId="{75872218-37EE-4715-8AC4-8729E8DA66BE}"/>
          </ac:spMkLst>
        </pc:spChg>
        <pc:spChg chg="del mod">
          <ac:chgData name="Júlio César Chaves" userId="3f913fe9-3202-435d-b9f5-b2fca763184f" providerId="ADAL" clId="{67FA7F7D-5FC8-47CD-8480-FC9C443D34DD}" dt="2021-10-11T23:19:18.184" v="1257" actId="478"/>
          <ac:spMkLst>
            <pc:docMk/>
            <pc:sldMk cId="2755065440" sldId="413"/>
            <ac:spMk id="9" creationId="{7403FDEB-8EDD-402F-97B2-E83F19AE62A3}"/>
          </ac:spMkLst>
        </pc:spChg>
        <pc:picChg chg="mod">
          <ac:chgData name="Júlio César Chaves" userId="3f913fe9-3202-435d-b9f5-b2fca763184f" providerId="ADAL" clId="{67FA7F7D-5FC8-47CD-8480-FC9C443D34DD}" dt="2021-10-11T23:19:24.867" v="1259" actId="14100"/>
          <ac:picMkLst>
            <pc:docMk/>
            <pc:sldMk cId="2755065440" sldId="413"/>
            <ac:picMk id="6" creationId="{4CD99EEF-B70C-4C16-ADE7-D234C0C0D1B6}"/>
          </ac:picMkLst>
        </pc:picChg>
        <pc:picChg chg="mod">
          <ac:chgData name="Júlio César Chaves" userId="3f913fe9-3202-435d-b9f5-b2fca763184f" providerId="ADAL" clId="{67FA7F7D-5FC8-47CD-8480-FC9C443D34DD}" dt="2021-10-11T23:19:22.702" v="1258" actId="14100"/>
          <ac:picMkLst>
            <pc:docMk/>
            <pc:sldMk cId="2755065440" sldId="413"/>
            <ac:picMk id="7" creationId="{9A5084EC-DD7C-4C15-8B35-F1E96F3755AD}"/>
          </ac:picMkLst>
        </pc:picChg>
      </pc:sldChg>
      <pc:sldChg chg="modSp new del mod">
        <pc:chgData name="Júlio César Chaves" userId="3f913fe9-3202-435d-b9f5-b2fca763184f" providerId="ADAL" clId="{67FA7F7D-5FC8-47CD-8480-FC9C443D34DD}" dt="2021-10-11T23:33:16.958" v="1332" actId="2696"/>
        <pc:sldMkLst>
          <pc:docMk/>
          <pc:sldMk cId="1529246226" sldId="415"/>
        </pc:sldMkLst>
        <pc:spChg chg="mod">
          <ac:chgData name="Júlio César Chaves" userId="3f913fe9-3202-435d-b9f5-b2fca763184f" providerId="ADAL" clId="{67FA7F7D-5FC8-47CD-8480-FC9C443D34DD}" dt="2021-10-11T23:31:11.210" v="1291" actId="114"/>
          <ac:spMkLst>
            <pc:docMk/>
            <pc:sldMk cId="1529246226" sldId="415"/>
            <ac:spMk id="2" creationId="{0FDD519C-083B-4A4F-B5D6-44DA16A366FC}"/>
          </ac:spMkLst>
        </pc:spChg>
        <pc:spChg chg="mod">
          <ac:chgData name="Júlio César Chaves" userId="3f913fe9-3202-435d-b9f5-b2fca763184f" providerId="ADAL" clId="{67FA7F7D-5FC8-47CD-8480-FC9C443D34DD}" dt="2021-10-11T23:31:23.598" v="1293" actId="20577"/>
          <ac:spMkLst>
            <pc:docMk/>
            <pc:sldMk cId="1529246226" sldId="415"/>
            <ac:spMk id="3" creationId="{D313FE1F-F074-42E4-B90B-FDB5BB2ABFD4}"/>
          </ac:spMkLst>
        </pc:spChg>
        <pc:spChg chg="mod">
          <ac:chgData name="Júlio César Chaves" userId="3f913fe9-3202-435d-b9f5-b2fca763184f" providerId="ADAL" clId="{67FA7F7D-5FC8-47CD-8480-FC9C443D34DD}" dt="2021-10-11T23:31:35.799" v="1301"/>
          <ac:spMkLst>
            <pc:docMk/>
            <pc:sldMk cId="1529246226" sldId="415"/>
            <ac:spMk id="4" creationId="{C232A58F-7478-4394-A039-C91706783F39}"/>
          </ac:spMkLst>
        </pc:spChg>
      </pc:sldChg>
      <pc:sldChg chg="add">
        <pc:chgData name="Júlio César Chaves" userId="3f913fe9-3202-435d-b9f5-b2fca763184f" providerId="ADAL" clId="{67FA7F7D-5FC8-47CD-8480-FC9C443D34DD}" dt="2021-10-11T23:33:19.852" v="1333"/>
        <pc:sldMkLst>
          <pc:docMk/>
          <pc:sldMk cId="1691816698" sldId="415"/>
        </pc:sldMkLst>
      </pc:sldChg>
      <pc:sldChg chg="add">
        <pc:chgData name="Júlio César Chaves" userId="3f913fe9-3202-435d-b9f5-b2fca763184f" providerId="ADAL" clId="{67FA7F7D-5FC8-47CD-8480-FC9C443D34DD}" dt="2021-10-11T23:33:19.852" v="1333"/>
        <pc:sldMkLst>
          <pc:docMk/>
          <pc:sldMk cId="540677662" sldId="416"/>
        </pc:sldMkLst>
      </pc:sldChg>
      <pc:sldChg chg="addSp delSp modSp new del mod modClrScheme chgLayout">
        <pc:chgData name="Júlio César Chaves" userId="3f913fe9-3202-435d-b9f5-b2fca763184f" providerId="ADAL" clId="{67FA7F7D-5FC8-47CD-8480-FC9C443D34DD}" dt="2021-10-11T23:33:16.958" v="1332" actId="2696"/>
        <pc:sldMkLst>
          <pc:docMk/>
          <pc:sldMk cId="2491180159" sldId="416"/>
        </pc:sldMkLst>
        <pc:spChg chg="del mod ord">
          <ac:chgData name="Júlio César Chaves" userId="3f913fe9-3202-435d-b9f5-b2fca763184f" providerId="ADAL" clId="{67FA7F7D-5FC8-47CD-8480-FC9C443D34DD}" dt="2021-10-11T23:32:38.753" v="1303" actId="700"/>
          <ac:spMkLst>
            <pc:docMk/>
            <pc:sldMk cId="2491180159" sldId="416"/>
            <ac:spMk id="2" creationId="{5930FECD-52AD-426A-B97D-712289B7AB4B}"/>
          </ac:spMkLst>
        </pc:spChg>
        <pc:spChg chg="del mod ord">
          <ac:chgData name="Júlio César Chaves" userId="3f913fe9-3202-435d-b9f5-b2fca763184f" providerId="ADAL" clId="{67FA7F7D-5FC8-47CD-8480-FC9C443D34DD}" dt="2021-10-11T23:32:38.753" v="1303" actId="700"/>
          <ac:spMkLst>
            <pc:docMk/>
            <pc:sldMk cId="2491180159" sldId="416"/>
            <ac:spMk id="3" creationId="{60053688-A2BA-49D3-8565-D613B53882F1}"/>
          </ac:spMkLst>
        </pc:spChg>
        <pc:spChg chg="del mod ord">
          <ac:chgData name="Júlio César Chaves" userId="3f913fe9-3202-435d-b9f5-b2fca763184f" providerId="ADAL" clId="{67FA7F7D-5FC8-47CD-8480-FC9C443D34DD}" dt="2021-10-11T23:32:38.753" v="1303" actId="700"/>
          <ac:spMkLst>
            <pc:docMk/>
            <pc:sldMk cId="2491180159" sldId="416"/>
            <ac:spMk id="4" creationId="{138D923E-9ABA-46A6-A4C8-A5AD08C3F951}"/>
          </ac:spMkLst>
        </pc:spChg>
        <pc:spChg chg="add mod ord">
          <ac:chgData name="Júlio César Chaves" userId="3f913fe9-3202-435d-b9f5-b2fca763184f" providerId="ADAL" clId="{67FA7F7D-5FC8-47CD-8480-FC9C443D34DD}" dt="2021-10-11T23:32:46.273" v="1322" actId="20577"/>
          <ac:spMkLst>
            <pc:docMk/>
            <pc:sldMk cId="2491180159" sldId="416"/>
            <ac:spMk id="5" creationId="{9569D7F7-2718-4D3E-ACF2-050B404AFD9B}"/>
          </ac:spMkLst>
        </pc:spChg>
        <pc:spChg chg="add mod ord">
          <ac:chgData name="Júlio César Chaves" userId="3f913fe9-3202-435d-b9f5-b2fca763184f" providerId="ADAL" clId="{67FA7F7D-5FC8-47CD-8480-FC9C443D34DD}" dt="2021-10-11T23:32:59.497" v="1331"/>
          <ac:spMkLst>
            <pc:docMk/>
            <pc:sldMk cId="2491180159" sldId="416"/>
            <ac:spMk id="6" creationId="{8C6A00A0-0CC9-42D6-86CE-3053B4CE4B3E}"/>
          </ac:spMkLst>
        </pc:spChg>
        <pc:spChg chg="add mod ord">
          <ac:chgData name="Júlio César Chaves" userId="3f913fe9-3202-435d-b9f5-b2fca763184f" providerId="ADAL" clId="{67FA7F7D-5FC8-47CD-8480-FC9C443D34DD}" dt="2021-10-11T23:32:50.461" v="1330"/>
          <ac:spMkLst>
            <pc:docMk/>
            <pc:sldMk cId="2491180159" sldId="416"/>
            <ac:spMk id="7" creationId="{F5E256B9-29AF-4EBE-A8A2-829811761264}"/>
          </ac:spMkLst>
        </pc:spChg>
      </pc:sldChg>
      <pc:sldChg chg="delSp modSp add mod">
        <pc:chgData name="Júlio César Chaves" userId="3f913fe9-3202-435d-b9f5-b2fca763184f" providerId="ADAL" clId="{67FA7F7D-5FC8-47CD-8480-FC9C443D34DD}" dt="2021-10-11T23:34:28.094" v="1347" actId="6549"/>
        <pc:sldMkLst>
          <pc:docMk/>
          <pc:sldMk cId="962121032" sldId="417"/>
        </pc:sldMkLst>
        <pc:spChg chg="mod">
          <ac:chgData name="Júlio César Chaves" userId="3f913fe9-3202-435d-b9f5-b2fca763184f" providerId="ADAL" clId="{67FA7F7D-5FC8-47CD-8480-FC9C443D34DD}" dt="2021-10-11T23:34:19.398" v="1344" actId="20577"/>
          <ac:spMkLst>
            <pc:docMk/>
            <pc:sldMk cId="962121032" sldId="417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67FA7F7D-5FC8-47CD-8480-FC9C443D34DD}" dt="2021-10-11T23:34:28.094" v="1347" actId="6549"/>
          <ac:spMkLst>
            <pc:docMk/>
            <pc:sldMk cId="962121032" sldId="417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67FA7F7D-5FC8-47CD-8480-FC9C443D34DD}" dt="2021-10-11T23:34:24.636" v="1346" actId="478"/>
          <ac:spMkLst>
            <pc:docMk/>
            <pc:sldMk cId="962121032" sldId="417"/>
            <ac:spMk id="4" creationId="{00000000-0000-0000-0000-000000000000}"/>
          </ac:spMkLst>
        </pc:spChg>
        <pc:picChg chg="del">
          <ac:chgData name="Júlio César Chaves" userId="3f913fe9-3202-435d-b9f5-b2fca763184f" providerId="ADAL" clId="{67FA7F7D-5FC8-47CD-8480-FC9C443D34DD}" dt="2021-10-11T23:34:21.420" v="1345" actId="478"/>
          <ac:picMkLst>
            <pc:docMk/>
            <pc:sldMk cId="962121032" sldId="417"/>
            <ac:picMk id="4098" creationId="{00000000-0000-0000-0000-000000000000}"/>
          </ac:picMkLst>
        </pc:picChg>
      </pc:sldChg>
      <pc:sldMasterChg chg="delSldLayout">
        <pc:chgData name="Júlio César Chaves" userId="3f913fe9-3202-435d-b9f5-b2fca763184f" providerId="ADAL" clId="{67FA7F7D-5FC8-47CD-8480-FC9C443D34DD}" dt="2021-10-11T19:49:23.855" v="466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67FA7F7D-5FC8-47CD-8480-FC9C443D34DD}" dt="2021-10-11T19:49:23.855" v="466" actId="47"/>
          <pc:sldLayoutMkLst>
            <pc:docMk/>
            <pc:sldMasterMk cId="3728137087" sldId="2147483648"/>
            <pc:sldLayoutMk cId="3038350074" sldId="2147483667"/>
          </pc:sldLayoutMkLst>
        </pc:sldLayoutChg>
      </pc:sldMasterChg>
    </pc:docChg>
  </pc:docChgLst>
  <pc:docChgLst>
    <pc:chgData name="Júlio César Chaves" userId="3f913fe9-3202-435d-b9f5-b2fca763184f" providerId="ADAL" clId="{CE033781-88BA-483B-8E00-692F4C436A48}"/>
    <pc:docChg chg="modSld">
      <pc:chgData name="Júlio César Chaves" userId="3f913fe9-3202-435d-b9f5-b2fca763184f" providerId="ADAL" clId="{CE033781-88BA-483B-8E00-692F4C436A48}" dt="2021-08-26T16:14:20.349" v="7" actId="20577"/>
      <pc:docMkLst>
        <pc:docMk/>
      </pc:docMkLst>
      <pc:sldChg chg="modSp mod">
        <pc:chgData name="Júlio César Chaves" userId="3f913fe9-3202-435d-b9f5-b2fca763184f" providerId="ADAL" clId="{CE033781-88BA-483B-8E00-692F4C436A48}" dt="2021-08-26T16:14:20.349" v="7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CE033781-88BA-483B-8E00-692F4C436A48}" dt="2021-08-26T16:14:20.349" v="7" actId="20577"/>
          <ac:spMkLst>
            <pc:docMk/>
            <pc:sldMk cId="1907083369" sldId="259"/>
            <ac:spMk id="2" creationId="{CE784A9F-2F14-47A1-9BDA-D2347E4C0043}"/>
          </ac:spMkLst>
        </pc:spChg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522BE198-929C-4DDC-85CF-D74E45E916C0}"/>
    <pc:docChg chg="custSel addSld modSld modSection">
      <pc:chgData name="Júlio César Chaves" userId="3f913fe9-3202-435d-b9f5-b2fca763184f" providerId="ADAL" clId="{522BE198-929C-4DDC-85CF-D74E45E916C0}" dt="2023-04-01T20:52:28.454" v="1203" actId="1076"/>
      <pc:docMkLst>
        <pc:docMk/>
      </pc:docMkLst>
      <pc:sldChg chg="modSp mod">
        <pc:chgData name="Júlio César Chaves" userId="3f913fe9-3202-435d-b9f5-b2fca763184f" providerId="ADAL" clId="{522BE198-929C-4DDC-85CF-D74E45E916C0}" dt="2023-04-01T16:04:44.901" v="60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522BE198-929C-4DDC-85CF-D74E45E916C0}" dt="2023-04-01T16:04:44.901" v="60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522BE198-929C-4DDC-85CF-D74E45E916C0}" dt="2023-04-01T19:53:20.088" v="624" actId="14100"/>
        <pc:sldMkLst>
          <pc:docMk/>
          <pc:sldMk cId="4100877134" sldId="421"/>
        </pc:sldMkLst>
        <pc:spChg chg="mod">
          <ac:chgData name="Júlio César Chaves" userId="3f913fe9-3202-435d-b9f5-b2fca763184f" providerId="ADAL" clId="{522BE198-929C-4DDC-85CF-D74E45E916C0}" dt="2023-04-01T19:53:15.171" v="623" actId="20577"/>
          <ac:spMkLst>
            <pc:docMk/>
            <pc:sldMk cId="4100877134" sldId="421"/>
            <ac:spMk id="2" creationId="{937E48BA-69B4-8244-A6FB-E984575DB6C3}"/>
          </ac:spMkLst>
        </pc:spChg>
        <pc:spChg chg="mod">
          <ac:chgData name="Júlio César Chaves" userId="3f913fe9-3202-435d-b9f5-b2fca763184f" providerId="ADAL" clId="{522BE198-929C-4DDC-85CF-D74E45E916C0}" dt="2023-04-01T19:51:58.346" v="618" actId="20577"/>
          <ac:spMkLst>
            <pc:docMk/>
            <pc:sldMk cId="4100877134" sldId="421"/>
            <ac:spMk id="3" creationId="{D94BC607-41A4-EBCE-456D-79DD6A78938C}"/>
          </ac:spMkLst>
        </pc:spChg>
        <pc:picChg chg="add mod">
          <ac:chgData name="Júlio César Chaves" userId="3f913fe9-3202-435d-b9f5-b2fca763184f" providerId="ADAL" clId="{522BE198-929C-4DDC-85CF-D74E45E916C0}" dt="2023-04-01T19:53:20.088" v="624" actId="14100"/>
          <ac:picMkLst>
            <pc:docMk/>
            <pc:sldMk cId="4100877134" sldId="421"/>
            <ac:picMk id="6" creationId="{DA7198BF-80A9-56BE-7D54-E0E8C00C1D34}"/>
          </ac:picMkLst>
        </pc:picChg>
        <pc:picChg chg="add mod">
          <ac:chgData name="Júlio César Chaves" userId="3f913fe9-3202-435d-b9f5-b2fca763184f" providerId="ADAL" clId="{522BE198-929C-4DDC-85CF-D74E45E916C0}" dt="2023-04-01T19:49:06.473" v="535" actId="1076"/>
          <ac:picMkLst>
            <pc:docMk/>
            <pc:sldMk cId="4100877134" sldId="421"/>
            <ac:picMk id="7" creationId="{326385E6-4921-A673-5D8F-B75701ED67AA}"/>
          </ac:picMkLst>
        </pc:picChg>
        <pc:picChg chg="add del mod">
          <ac:chgData name="Júlio César Chaves" userId="3f913fe9-3202-435d-b9f5-b2fca763184f" providerId="ADAL" clId="{522BE198-929C-4DDC-85CF-D74E45E916C0}" dt="2023-04-01T19:52:02.528" v="619" actId="478"/>
          <ac:picMkLst>
            <pc:docMk/>
            <pc:sldMk cId="4100877134" sldId="421"/>
            <ac:picMk id="8" creationId="{751E1CB7-4193-CD54-A696-012A84CA21A7}"/>
          </ac:picMkLst>
        </pc:picChg>
        <pc:picChg chg="add mod">
          <ac:chgData name="Júlio César Chaves" userId="3f913fe9-3202-435d-b9f5-b2fca763184f" providerId="ADAL" clId="{522BE198-929C-4DDC-85CF-D74E45E916C0}" dt="2023-04-01T19:49:07.993" v="536" actId="1076"/>
          <ac:picMkLst>
            <pc:docMk/>
            <pc:sldMk cId="4100877134" sldId="421"/>
            <ac:picMk id="10" creationId="{92EA5A86-981C-F27B-7CB6-447E8BD16BC2}"/>
          </ac:picMkLst>
        </pc:picChg>
        <pc:picChg chg="add mod">
          <ac:chgData name="Júlio César Chaves" userId="3f913fe9-3202-435d-b9f5-b2fca763184f" providerId="ADAL" clId="{522BE198-929C-4DDC-85CF-D74E45E916C0}" dt="2023-04-01T19:49:09.361" v="537" actId="1076"/>
          <ac:picMkLst>
            <pc:docMk/>
            <pc:sldMk cId="4100877134" sldId="421"/>
            <ac:picMk id="11" creationId="{91D98695-9FAD-FF22-0B61-0C71F1137FB0}"/>
          </ac:picMkLst>
        </pc:picChg>
        <pc:picChg chg="add del mod">
          <ac:chgData name="Júlio César Chaves" userId="3f913fe9-3202-435d-b9f5-b2fca763184f" providerId="ADAL" clId="{522BE198-929C-4DDC-85CF-D74E45E916C0}" dt="2023-04-01T19:47:13.473" v="474" actId="478"/>
          <ac:picMkLst>
            <pc:docMk/>
            <pc:sldMk cId="4100877134" sldId="421"/>
            <ac:picMk id="12" creationId="{79E928E0-7FBC-B1AD-D1F9-DD616A4B00AC}"/>
          </ac:picMkLst>
        </pc:picChg>
      </pc:sldChg>
      <pc:sldChg chg="addSp delSp modSp new mod modClrScheme chgLayout">
        <pc:chgData name="Júlio César Chaves" userId="3f913fe9-3202-435d-b9f5-b2fca763184f" providerId="ADAL" clId="{522BE198-929C-4DDC-85CF-D74E45E916C0}" dt="2023-04-01T19:41:00.179" v="465" actId="20577"/>
        <pc:sldMkLst>
          <pc:docMk/>
          <pc:sldMk cId="2256850464" sldId="422"/>
        </pc:sldMkLst>
        <pc:spChg chg="del mod ord">
          <ac:chgData name="Júlio César Chaves" userId="3f913fe9-3202-435d-b9f5-b2fca763184f" providerId="ADAL" clId="{522BE198-929C-4DDC-85CF-D74E45E916C0}" dt="2023-04-01T16:19:09.185" v="184" actId="700"/>
          <ac:spMkLst>
            <pc:docMk/>
            <pc:sldMk cId="2256850464" sldId="422"/>
            <ac:spMk id="2" creationId="{0BF747E9-03D8-5EA3-36D2-4298B2E5A2AF}"/>
          </ac:spMkLst>
        </pc:spChg>
        <pc:spChg chg="del">
          <ac:chgData name="Júlio César Chaves" userId="3f913fe9-3202-435d-b9f5-b2fca763184f" providerId="ADAL" clId="{522BE198-929C-4DDC-85CF-D74E45E916C0}" dt="2023-04-01T16:19:09.185" v="184" actId="700"/>
          <ac:spMkLst>
            <pc:docMk/>
            <pc:sldMk cId="2256850464" sldId="422"/>
            <ac:spMk id="3" creationId="{64240051-8EE2-6843-ACF1-3CDEB2825C36}"/>
          </ac:spMkLst>
        </pc:spChg>
        <pc:spChg chg="del">
          <ac:chgData name="Júlio César Chaves" userId="3f913fe9-3202-435d-b9f5-b2fca763184f" providerId="ADAL" clId="{522BE198-929C-4DDC-85CF-D74E45E916C0}" dt="2023-04-01T16:19:09.185" v="184" actId="700"/>
          <ac:spMkLst>
            <pc:docMk/>
            <pc:sldMk cId="2256850464" sldId="422"/>
            <ac:spMk id="4" creationId="{009770B6-31C8-0DD0-AD43-BDFB4FDD2BCF}"/>
          </ac:spMkLst>
        </pc:spChg>
        <pc:spChg chg="add mod ord">
          <ac:chgData name="Júlio César Chaves" userId="3f913fe9-3202-435d-b9f5-b2fca763184f" providerId="ADAL" clId="{522BE198-929C-4DDC-85CF-D74E45E916C0}" dt="2023-04-01T19:41:00.179" v="465" actId="20577"/>
          <ac:spMkLst>
            <pc:docMk/>
            <pc:sldMk cId="2256850464" sldId="422"/>
            <ac:spMk id="5" creationId="{1F79E28F-D6ED-236A-2738-161515791295}"/>
          </ac:spMkLst>
        </pc:spChg>
      </pc:sldChg>
      <pc:sldChg chg="addSp modSp new mod">
        <pc:chgData name="Júlio César Chaves" userId="3f913fe9-3202-435d-b9f5-b2fca763184f" providerId="ADAL" clId="{522BE198-929C-4DDC-85CF-D74E45E916C0}" dt="2023-04-01T20:52:28.454" v="1203" actId="1076"/>
        <pc:sldMkLst>
          <pc:docMk/>
          <pc:sldMk cId="4183653380" sldId="423"/>
        </pc:sldMkLst>
        <pc:spChg chg="mod">
          <ac:chgData name="Júlio César Chaves" userId="3f913fe9-3202-435d-b9f5-b2fca763184f" providerId="ADAL" clId="{522BE198-929C-4DDC-85CF-D74E45E916C0}" dt="2023-04-01T19:53:29.603" v="627" actId="20577"/>
          <ac:spMkLst>
            <pc:docMk/>
            <pc:sldMk cId="4183653380" sldId="423"/>
            <ac:spMk id="2" creationId="{02210980-4476-5269-78F6-89482B224E38}"/>
          </ac:spMkLst>
        </pc:spChg>
        <pc:spChg chg="mod">
          <ac:chgData name="Júlio César Chaves" userId="3f913fe9-3202-435d-b9f5-b2fca763184f" providerId="ADAL" clId="{522BE198-929C-4DDC-85CF-D74E45E916C0}" dt="2023-04-01T20:43:11.828" v="1165" actId="20577"/>
          <ac:spMkLst>
            <pc:docMk/>
            <pc:sldMk cId="4183653380" sldId="423"/>
            <ac:spMk id="3" creationId="{9C613C37-947A-238D-4B6D-359267E0D2D7}"/>
          </ac:spMkLst>
        </pc:spChg>
        <pc:spChg chg="mod">
          <ac:chgData name="Júlio César Chaves" userId="3f913fe9-3202-435d-b9f5-b2fca763184f" providerId="ADAL" clId="{522BE198-929C-4DDC-85CF-D74E45E916C0}" dt="2023-04-01T20:50:58.711" v="1201" actId="20577"/>
          <ac:spMkLst>
            <pc:docMk/>
            <pc:sldMk cId="4183653380" sldId="423"/>
            <ac:spMk id="4" creationId="{4A5FA8A6-F833-C652-9EF6-BEC2EB9A08D6}"/>
          </ac:spMkLst>
        </pc:spChg>
        <pc:spChg chg="add mod">
          <ac:chgData name="Júlio César Chaves" userId="3f913fe9-3202-435d-b9f5-b2fca763184f" providerId="ADAL" clId="{522BE198-929C-4DDC-85CF-D74E45E916C0}" dt="2023-04-01T20:50:51.125" v="1168" actId="14100"/>
          <ac:spMkLst>
            <pc:docMk/>
            <pc:sldMk cId="4183653380" sldId="423"/>
            <ac:spMk id="7" creationId="{EEF64435-B313-FFEC-6E76-B568398A0A73}"/>
          </ac:spMkLst>
        </pc:spChg>
        <pc:spChg chg="add mod">
          <ac:chgData name="Júlio César Chaves" userId="3f913fe9-3202-435d-b9f5-b2fca763184f" providerId="ADAL" clId="{522BE198-929C-4DDC-85CF-D74E45E916C0}" dt="2023-04-01T20:52:28.454" v="1203" actId="1076"/>
          <ac:spMkLst>
            <pc:docMk/>
            <pc:sldMk cId="4183653380" sldId="423"/>
            <ac:spMk id="9" creationId="{924E927F-062E-8A7A-D72E-546D27B36A8E}"/>
          </ac:spMkLst>
        </pc:spChg>
      </pc:sldChg>
    </pc:docChg>
  </pc:docChgLst>
  <pc:docChgLst>
    <pc:chgData name="Júlio César Chaves" userId="3f913fe9-3202-435d-b9f5-b2fca763184f" providerId="ADAL" clId="{31528109-3D6C-49C1-9121-0EFF4F80A902}"/>
    <pc:docChg chg="custSel addSld modSld">
      <pc:chgData name="Júlio César Chaves" userId="3f913fe9-3202-435d-b9f5-b2fca763184f" providerId="ADAL" clId="{31528109-3D6C-49C1-9121-0EFF4F80A902}" dt="2021-10-14T17:43:43.717" v="582" actId="20577"/>
      <pc:docMkLst>
        <pc:docMk/>
      </pc:docMkLst>
      <pc:sldChg chg="modSp mod">
        <pc:chgData name="Júlio César Chaves" userId="3f913fe9-3202-435d-b9f5-b2fca763184f" providerId="ADAL" clId="{31528109-3D6C-49C1-9121-0EFF4F80A902}" dt="2021-10-07T13:13:04.616" v="514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1528109-3D6C-49C1-9121-0EFF4F80A902}" dt="2021-10-07T13:13:04.616" v="514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 modNotesTx">
        <pc:chgData name="Júlio César Chaves" userId="3f913fe9-3202-435d-b9f5-b2fca763184f" providerId="ADAL" clId="{31528109-3D6C-49C1-9121-0EFF4F80A902}" dt="2021-09-16T13:02:44.336" v="135" actId="20577"/>
        <pc:sldMkLst>
          <pc:docMk/>
          <pc:sldMk cId="2225630044" sldId="317"/>
        </pc:sldMkLst>
        <pc:picChg chg="add del mod">
          <ac:chgData name="Júlio César Chaves" userId="3f913fe9-3202-435d-b9f5-b2fca763184f" providerId="ADAL" clId="{31528109-3D6C-49C1-9121-0EFF4F80A902}" dt="2021-09-16T12:51:03.964" v="35" actId="478"/>
          <ac:picMkLst>
            <pc:docMk/>
            <pc:sldMk cId="2225630044" sldId="317"/>
            <ac:picMk id="5" creationId="{3E347B09-E7D5-4A2D-8566-0FFBB76CD3B0}"/>
          </ac:picMkLst>
        </pc:picChg>
      </pc:sldChg>
      <pc:sldChg chg="modSp mod modNotesTx">
        <pc:chgData name="Júlio César Chaves" userId="3f913fe9-3202-435d-b9f5-b2fca763184f" providerId="ADAL" clId="{31528109-3D6C-49C1-9121-0EFF4F80A902}" dt="2021-10-14T17:43:43.717" v="582" actId="20577"/>
        <pc:sldMkLst>
          <pc:docMk/>
          <pc:sldMk cId="3545954804" sldId="318"/>
        </pc:sldMkLst>
        <pc:spChg chg="mod">
          <ac:chgData name="Júlio César Chaves" userId="3f913fe9-3202-435d-b9f5-b2fca763184f" providerId="ADAL" clId="{31528109-3D6C-49C1-9121-0EFF4F80A902}" dt="2021-10-14T17:43:43.717" v="582" actId="20577"/>
          <ac:spMkLst>
            <pc:docMk/>
            <pc:sldMk cId="3545954804" sldId="318"/>
            <ac:spMk id="5123" creationId="{35E1B20B-D590-4FF5-9434-309B19B83B0A}"/>
          </ac:spMkLst>
        </pc:spChg>
      </pc:sldChg>
      <pc:sldChg chg="modNotesTx">
        <pc:chgData name="Júlio César Chaves" userId="3f913fe9-3202-435d-b9f5-b2fca763184f" providerId="ADAL" clId="{31528109-3D6C-49C1-9121-0EFF4F80A902}" dt="2021-09-16T13:46:11.900" v="494" actId="20577"/>
        <pc:sldMkLst>
          <pc:docMk/>
          <pc:sldMk cId="969024703" sldId="319"/>
        </pc:sldMkLst>
      </pc:sldChg>
      <pc:sldChg chg="modSp mod">
        <pc:chgData name="Júlio César Chaves" userId="3f913fe9-3202-435d-b9f5-b2fca763184f" providerId="ADAL" clId="{31528109-3D6C-49C1-9121-0EFF4F80A902}" dt="2021-09-30T15:22:51.068" v="512" actId="20577"/>
        <pc:sldMkLst>
          <pc:docMk/>
          <pc:sldMk cId="2738234578" sldId="377"/>
        </pc:sldMkLst>
        <pc:spChg chg="mod">
          <ac:chgData name="Júlio César Chaves" userId="3f913fe9-3202-435d-b9f5-b2fca763184f" providerId="ADAL" clId="{31528109-3D6C-49C1-9121-0EFF4F80A902}" dt="2021-09-30T15:22:51.068" v="512" actId="20577"/>
          <ac:spMkLst>
            <pc:docMk/>
            <pc:sldMk cId="2738234578" sldId="377"/>
            <ac:spMk id="24" creationId="{11EA67E0-DC44-4426-B11B-A327DE8860B1}"/>
          </ac:spMkLst>
        </pc:spChg>
      </pc:sldChg>
      <pc:sldChg chg="addSp delSp modSp add mod modNotesTx">
        <pc:chgData name="Júlio César Chaves" userId="3f913fe9-3202-435d-b9f5-b2fca763184f" providerId="ADAL" clId="{31528109-3D6C-49C1-9121-0EFF4F80A902}" dt="2021-09-16T12:52:24.172" v="43" actId="1076"/>
        <pc:sldMkLst>
          <pc:docMk/>
          <pc:sldMk cId="1997835625" sldId="378"/>
        </pc:sldMkLst>
        <pc:picChg chg="del">
          <ac:chgData name="Júlio César Chaves" userId="3f913fe9-3202-435d-b9f5-b2fca763184f" providerId="ADAL" clId="{31528109-3D6C-49C1-9121-0EFF4F80A902}" dt="2021-09-16T12:50:48.873" v="33" actId="478"/>
          <ac:picMkLst>
            <pc:docMk/>
            <pc:sldMk cId="1997835625" sldId="378"/>
            <ac:picMk id="3" creationId="{0AC1ACB7-7D8F-432A-9FD7-B5CDC307D0C5}"/>
          </ac:picMkLst>
        </pc:picChg>
        <pc:picChg chg="mod ord">
          <ac:chgData name="Júlio César Chaves" userId="3f913fe9-3202-435d-b9f5-b2fca763184f" providerId="ADAL" clId="{31528109-3D6C-49C1-9121-0EFF4F80A902}" dt="2021-09-16T12:52:24.172" v="43" actId="1076"/>
          <ac:picMkLst>
            <pc:docMk/>
            <pc:sldMk cId="1997835625" sldId="378"/>
            <ac:picMk id="5" creationId="{3E347B09-E7D5-4A2D-8566-0FFBB76CD3B0}"/>
          </ac:picMkLst>
        </pc:picChg>
        <pc:picChg chg="add mod">
          <ac:chgData name="Júlio César Chaves" userId="3f913fe9-3202-435d-b9f5-b2fca763184f" providerId="ADAL" clId="{31528109-3D6C-49C1-9121-0EFF4F80A902}" dt="2021-09-16T12:52:21.005" v="42" actId="1076"/>
          <ac:picMkLst>
            <pc:docMk/>
            <pc:sldMk cId="1997835625" sldId="378"/>
            <ac:picMk id="8" creationId="{E7E49404-7EED-4448-AF9D-ACEEAC739D52}"/>
          </ac:picMkLst>
        </pc:picChg>
      </pc:sldChg>
      <pc:sldChg chg="addSp modSp mod">
        <pc:chgData name="Júlio César Chaves" userId="3f913fe9-3202-435d-b9f5-b2fca763184f" providerId="ADAL" clId="{31528109-3D6C-49C1-9121-0EFF4F80A902}" dt="2021-10-14T14:04:03.153" v="526" actId="13926"/>
        <pc:sldMkLst>
          <pc:docMk/>
          <pc:sldMk cId="836832584" sldId="409"/>
        </pc:sldMkLst>
        <pc:spChg chg="add mod">
          <ac:chgData name="Júlio César Chaves" userId="3f913fe9-3202-435d-b9f5-b2fca763184f" providerId="ADAL" clId="{31528109-3D6C-49C1-9121-0EFF4F80A902}" dt="2021-10-14T14:04:03.153" v="526" actId="13926"/>
          <ac:spMkLst>
            <pc:docMk/>
            <pc:sldMk cId="836832584" sldId="409"/>
            <ac:spMk id="5" creationId="{B9A33660-D5C3-41E6-9EFB-203CA776CE9D}"/>
          </ac:spMkLst>
        </pc:spChg>
      </pc:sldChg>
    </pc:docChg>
  </pc:docChgLst>
  <pc:docChgLst>
    <pc:chgData name="Júlio César Chaves" userId="3f913fe9-3202-435d-b9f5-b2fca763184f" providerId="ADAL" clId="{45735F7B-6461-41F8-B6C1-1AFA2A95AFF5}"/>
    <pc:docChg chg="custSel addSld modSld sldOrd modSection">
      <pc:chgData name="Júlio César Chaves" userId="3f913fe9-3202-435d-b9f5-b2fca763184f" providerId="ADAL" clId="{45735F7B-6461-41F8-B6C1-1AFA2A95AFF5}" dt="2024-04-15T18:19:41.663" v="659" actId="6549"/>
      <pc:docMkLst>
        <pc:docMk/>
      </pc:docMkLst>
      <pc:sldChg chg="modSp mod">
        <pc:chgData name="Júlio César Chaves" userId="3f913fe9-3202-435d-b9f5-b2fca763184f" providerId="ADAL" clId="{45735F7B-6461-41F8-B6C1-1AFA2A95AFF5}" dt="2024-04-15T18:19:41.663" v="659" actId="6549"/>
        <pc:sldMkLst>
          <pc:docMk/>
          <pc:sldMk cId="134347623" sldId="257"/>
        </pc:sldMkLst>
        <pc:spChg chg="mod">
          <ac:chgData name="Júlio César Chaves" userId="3f913fe9-3202-435d-b9f5-b2fca763184f" providerId="ADAL" clId="{45735F7B-6461-41F8-B6C1-1AFA2A95AFF5}" dt="2024-04-15T18:19:41.663" v="659" actId="6549"/>
          <ac:spMkLst>
            <pc:docMk/>
            <pc:sldMk cId="134347623" sldId="257"/>
            <ac:spMk id="5123" creationId="{35E1B20B-D590-4FF5-9434-309B19B83B0A}"/>
          </ac:spMkLst>
        </pc:spChg>
      </pc:sldChg>
      <pc:sldChg chg="addSp delSp modSp mod ord">
        <pc:chgData name="Júlio César Chaves" userId="3f913fe9-3202-435d-b9f5-b2fca763184f" providerId="ADAL" clId="{45735F7B-6461-41F8-B6C1-1AFA2A95AFF5}" dt="2024-04-15T17:55:59.431" v="399" actId="1076"/>
        <pc:sldMkLst>
          <pc:docMk/>
          <pc:sldMk cId="1036619120" sldId="411"/>
        </pc:sldMkLst>
        <pc:spChg chg="mod ord">
          <ac:chgData name="Júlio César Chaves" userId="3f913fe9-3202-435d-b9f5-b2fca763184f" providerId="ADAL" clId="{45735F7B-6461-41F8-B6C1-1AFA2A95AFF5}" dt="2024-04-15T17:55:59.431" v="399" actId="1076"/>
          <ac:spMkLst>
            <pc:docMk/>
            <pc:sldMk cId="1036619120" sldId="411"/>
            <ac:spMk id="14" creationId="{F5884BB7-AF14-110A-F484-D0DB0A4763FD}"/>
          </ac:spMkLst>
        </pc:spChg>
        <pc:picChg chg="add mod">
          <ac:chgData name="Júlio César Chaves" userId="3f913fe9-3202-435d-b9f5-b2fca763184f" providerId="ADAL" clId="{45735F7B-6461-41F8-B6C1-1AFA2A95AFF5}" dt="2024-04-15T17:55:56.159" v="398" actId="1076"/>
          <ac:picMkLst>
            <pc:docMk/>
            <pc:sldMk cId="1036619120" sldId="411"/>
            <ac:picMk id="6" creationId="{24052878-7177-D0B8-1D06-FFE0E0D6AF64}"/>
          </ac:picMkLst>
        </pc:picChg>
        <pc:picChg chg="del">
          <ac:chgData name="Júlio César Chaves" userId="3f913fe9-3202-435d-b9f5-b2fca763184f" providerId="ADAL" clId="{45735F7B-6461-41F8-B6C1-1AFA2A95AFF5}" dt="2024-04-15T17:55:33.241" v="390" actId="478"/>
          <ac:picMkLst>
            <pc:docMk/>
            <pc:sldMk cId="1036619120" sldId="411"/>
            <ac:picMk id="9" creationId="{82AE4444-305B-B992-B4BA-4E506DD66A13}"/>
          </ac:picMkLst>
        </pc:picChg>
      </pc:sldChg>
      <pc:sldChg chg="modSp mod">
        <pc:chgData name="Júlio César Chaves" userId="3f913fe9-3202-435d-b9f5-b2fca763184f" providerId="ADAL" clId="{45735F7B-6461-41F8-B6C1-1AFA2A95AFF5}" dt="2024-04-15T17:40:47.292" v="336" actId="20577"/>
        <pc:sldMkLst>
          <pc:docMk/>
          <pc:sldMk cId="4100877134" sldId="421"/>
        </pc:sldMkLst>
        <pc:spChg chg="mod">
          <ac:chgData name="Júlio César Chaves" userId="3f913fe9-3202-435d-b9f5-b2fca763184f" providerId="ADAL" clId="{45735F7B-6461-41F8-B6C1-1AFA2A95AFF5}" dt="2024-04-15T17:40:47.292" v="336" actId="20577"/>
          <ac:spMkLst>
            <pc:docMk/>
            <pc:sldMk cId="4100877134" sldId="421"/>
            <ac:spMk id="3" creationId="{D94BC607-41A4-EBCE-456D-79DD6A78938C}"/>
          </ac:spMkLst>
        </pc:spChg>
      </pc:sldChg>
      <pc:sldChg chg="addSp delSp modSp mod">
        <pc:chgData name="Júlio César Chaves" userId="3f913fe9-3202-435d-b9f5-b2fca763184f" providerId="ADAL" clId="{45735F7B-6461-41F8-B6C1-1AFA2A95AFF5}" dt="2024-04-15T17:54:43.948" v="389" actId="20577"/>
        <pc:sldMkLst>
          <pc:docMk/>
          <pc:sldMk cId="2037022778" sldId="425"/>
        </pc:sldMkLst>
        <pc:spChg chg="mod">
          <ac:chgData name="Júlio César Chaves" userId="3f913fe9-3202-435d-b9f5-b2fca763184f" providerId="ADAL" clId="{45735F7B-6461-41F8-B6C1-1AFA2A95AFF5}" dt="2024-04-15T17:54:43.948" v="389" actId="20577"/>
          <ac:spMkLst>
            <pc:docMk/>
            <pc:sldMk cId="2037022778" sldId="425"/>
            <ac:spMk id="3" creationId="{EFD54943-B16A-48DC-3C44-8E14CB9D4AE3}"/>
          </ac:spMkLst>
        </pc:spChg>
        <pc:picChg chg="del">
          <ac:chgData name="Júlio César Chaves" userId="3f913fe9-3202-435d-b9f5-b2fca763184f" providerId="ADAL" clId="{45735F7B-6461-41F8-B6C1-1AFA2A95AFF5}" dt="2024-04-15T17:42:08.324" v="337" actId="478"/>
          <ac:picMkLst>
            <pc:docMk/>
            <pc:sldMk cId="2037022778" sldId="425"/>
            <ac:picMk id="6" creationId="{542C0733-6599-2C38-5AB5-A2E191F360A7}"/>
          </ac:picMkLst>
        </pc:picChg>
        <pc:picChg chg="add mod">
          <ac:chgData name="Júlio César Chaves" userId="3f913fe9-3202-435d-b9f5-b2fca763184f" providerId="ADAL" clId="{45735F7B-6461-41F8-B6C1-1AFA2A95AFF5}" dt="2024-04-15T17:54:24.588" v="344" actId="1076"/>
          <ac:picMkLst>
            <pc:docMk/>
            <pc:sldMk cId="2037022778" sldId="425"/>
            <ac:picMk id="7" creationId="{EED7A4EE-5BDE-A9E0-5788-7B12DD907144}"/>
          </ac:picMkLst>
        </pc:picChg>
        <pc:picChg chg="add mod">
          <ac:chgData name="Júlio César Chaves" userId="3f913fe9-3202-435d-b9f5-b2fca763184f" providerId="ADAL" clId="{45735F7B-6461-41F8-B6C1-1AFA2A95AFF5}" dt="2024-04-15T17:54:25.957" v="345" actId="1076"/>
          <ac:picMkLst>
            <pc:docMk/>
            <pc:sldMk cId="2037022778" sldId="425"/>
            <ac:picMk id="9" creationId="{9B909595-2FF3-AFB1-EAE7-71C25CDC29DB}"/>
          </ac:picMkLst>
        </pc:picChg>
      </pc:sldChg>
      <pc:sldChg chg="delSp modSp mod">
        <pc:chgData name="Júlio César Chaves" userId="3f913fe9-3202-435d-b9f5-b2fca763184f" providerId="ADAL" clId="{45735F7B-6461-41F8-B6C1-1AFA2A95AFF5}" dt="2024-04-15T18:17:31.141" v="583" actId="1076"/>
        <pc:sldMkLst>
          <pc:docMk/>
          <pc:sldMk cId="2194787415" sldId="429"/>
        </pc:sldMkLst>
        <pc:spChg chg="mod">
          <ac:chgData name="Júlio César Chaves" userId="3f913fe9-3202-435d-b9f5-b2fca763184f" providerId="ADAL" clId="{45735F7B-6461-41F8-B6C1-1AFA2A95AFF5}" dt="2024-04-15T18:06:03.741" v="404" actId="6549"/>
          <ac:spMkLst>
            <pc:docMk/>
            <pc:sldMk cId="2194787415" sldId="429"/>
            <ac:spMk id="2" creationId="{13B54BA4-5FCE-9D49-9282-F3A8ED3CE778}"/>
          </ac:spMkLst>
        </pc:spChg>
        <pc:spChg chg="mod">
          <ac:chgData name="Júlio César Chaves" userId="3f913fe9-3202-435d-b9f5-b2fca763184f" providerId="ADAL" clId="{45735F7B-6461-41F8-B6C1-1AFA2A95AFF5}" dt="2024-04-15T18:16:41.439" v="579" actId="20577"/>
          <ac:spMkLst>
            <pc:docMk/>
            <pc:sldMk cId="2194787415" sldId="429"/>
            <ac:spMk id="3" creationId="{672939EB-C7CB-819A-FCC1-AC3AE9D03F6C}"/>
          </ac:spMkLst>
        </pc:spChg>
        <pc:spChg chg="mod">
          <ac:chgData name="Júlio César Chaves" userId="3f913fe9-3202-435d-b9f5-b2fca763184f" providerId="ADAL" clId="{45735F7B-6461-41F8-B6C1-1AFA2A95AFF5}" dt="2024-04-15T18:17:20.527" v="580"/>
          <ac:spMkLst>
            <pc:docMk/>
            <pc:sldMk cId="2194787415" sldId="429"/>
            <ac:spMk id="4" creationId="{C4543A37-B0BB-114B-31F8-9DAB38B74DA8}"/>
          </ac:spMkLst>
        </pc:spChg>
        <pc:spChg chg="mod">
          <ac:chgData name="Júlio César Chaves" userId="3f913fe9-3202-435d-b9f5-b2fca763184f" providerId="ADAL" clId="{45735F7B-6461-41F8-B6C1-1AFA2A95AFF5}" dt="2024-04-15T18:17:31.141" v="583" actId="1076"/>
          <ac:spMkLst>
            <pc:docMk/>
            <pc:sldMk cId="2194787415" sldId="429"/>
            <ac:spMk id="12" creationId="{BE99DCB0-B614-EACB-5FE3-F25F8903FBBF}"/>
          </ac:spMkLst>
        </pc:spChg>
        <pc:picChg chg="del">
          <ac:chgData name="Júlio César Chaves" userId="3f913fe9-3202-435d-b9f5-b2fca763184f" providerId="ADAL" clId="{45735F7B-6461-41F8-B6C1-1AFA2A95AFF5}" dt="2024-04-15T18:06:18.042" v="410" actId="478"/>
          <ac:picMkLst>
            <pc:docMk/>
            <pc:sldMk cId="2194787415" sldId="429"/>
            <ac:picMk id="6" creationId="{4DFE0194-5884-EDB5-DA45-F4D9BD3C050B}"/>
          </ac:picMkLst>
        </pc:picChg>
        <pc:picChg chg="del">
          <ac:chgData name="Júlio César Chaves" userId="3f913fe9-3202-435d-b9f5-b2fca763184f" providerId="ADAL" clId="{45735F7B-6461-41F8-B6C1-1AFA2A95AFF5}" dt="2024-04-15T18:06:18.545" v="411" actId="478"/>
          <ac:picMkLst>
            <pc:docMk/>
            <pc:sldMk cId="2194787415" sldId="429"/>
            <ac:picMk id="8" creationId="{83B6237D-A2FE-D7D5-1E37-B8A22BE69229}"/>
          </ac:picMkLst>
        </pc:picChg>
      </pc:sldChg>
      <pc:sldChg chg="modSp mod">
        <pc:chgData name="Júlio César Chaves" userId="3f913fe9-3202-435d-b9f5-b2fca763184f" providerId="ADAL" clId="{45735F7B-6461-41F8-B6C1-1AFA2A95AFF5}" dt="2024-04-15T18:17:47.134" v="591" actId="20577"/>
        <pc:sldMkLst>
          <pc:docMk/>
          <pc:sldMk cId="412905953" sldId="430"/>
        </pc:sldMkLst>
        <pc:spChg chg="mod">
          <ac:chgData name="Júlio César Chaves" userId="3f913fe9-3202-435d-b9f5-b2fca763184f" providerId="ADAL" clId="{45735F7B-6461-41F8-B6C1-1AFA2A95AFF5}" dt="2024-04-15T18:17:47.134" v="591" actId="20577"/>
          <ac:spMkLst>
            <pc:docMk/>
            <pc:sldMk cId="412905953" sldId="430"/>
            <ac:spMk id="12" creationId="{43227198-E775-480A-1DC2-A5CEC4AFCB5F}"/>
          </ac:spMkLst>
        </pc:spChg>
      </pc:sldChg>
      <pc:sldChg chg="modSp mod">
        <pc:chgData name="Júlio César Chaves" userId="3f913fe9-3202-435d-b9f5-b2fca763184f" providerId="ADAL" clId="{45735F7B-6461-41F8-B6C1-1AFA2A95AFF5}" dt="2024-04-15T17:59:47.722" v="400"/>
        <pc:sldMkLst>
          <pc:docMk/>
          <pc:sldMk cId="3118135489" sldId="431"/>
        </pc:sldMkLst>
        <pc:spChg chg="mod">
          <ac:chgData name="Júlio César Chaves" userId="3f913fe9-3202-435d-b9f5-b2fca763184f" providerId="ADAL" clId="{45735F7B-6461-41F8-B6C1-1AFA2A95AFF5}" dt="2024-04-15T17:59:47.722" v="400"/>
          <ac:spMkLst>
            <pc:docMk/>
            <pc:sldMk cId="3118135489" sldId="431"/>
            <ac:spMk id="3" creationId="{C6E0080A-272C-958D-8935-87EDEBCD12BA}"/>
          </ac:spMkLst>
        </pc:spChg>
      </pc:sldChg>
      <pc:sldChg chg="addSp delSp modSp new mod">
        <pc:chgData name="Júlio César Chaves" userId="3f913fe9-3202-435d-b9f5-b2fca763184f" providerId="ADAL" clId="{45735F7B-6461-41F8-B6C1-1AFA2A95AFF5}" dt="2024-04-15T17:36:35.912" v="311" actId="1076"/>
        <pc:sldMkLst>
          <pc:docMk/>
          <pc:sldMk cId="2924286438" sldId="435"/>
        </pc:sldMkLst>
        <pc:spChg chg="mod">
          <ac:chgData name="Júlio César Chaves" userId="3f913fe9-3202-435d-b9f5-b2fca763184f" providerId="ADAL" clId="{45735F7B-6461-41F8-B6C1-1AFA2A95AFF5}" dt="2024-04-15T17:18:52.929" v="13" actId="20577"/>
          <ac:spMkLst>
            <pc:docMk/>
            <pc:sldMk cId="2924286438" sldId="435"/>
            <ac:spMk id="2" creationId="{CDC926FC-B2B3-EB3C-49D5-DF13E103F7D9}"/>
          </ac:spMkLst>
        </pc:spChg>
        <pc:spChg chg="mod">
          <ac:chgData name="Júlio César Chaves" userId="3f913fe9-3202-435d-b9f5-b2fca763184f" providerId="ADAL" clId="{45735F7B-6461-41F8-B6C1-1AFA2A95AFF5}" dt="2024-04-15T17:31:42.791" v="209" actId="14100"/>
          <ac:spMkLst>
            <pc:docMk/>
            <pc:sldMk cId="2924286438" sldId="435"/>
            <ac:spMk id="3" creationId="{BBBFBDB3-3596-93AA-178C-256EFA189523}"/>
          </ac:spMkLst>
        </pc:spChg>
        <pc:spChg chg="mod">
          <ac:chgData name="Júlio César Chaves" userId="3f913fe9-3202-435d-b9f5-b2fca763184f" providerId="ADAL" clId="{45735F7B-6461-41F8-B6C1-1AFA2A95AFF5}" dt="2024-04-15T17:34:14.332" v="307" actId="20577"/>
          <ac:spMkLst>
            <pc:docMk/>
            <pc:sldMk cId="2924286438" sldId="435"/>
            <ac:spMk id="4" creationId="{BF3028BD-5937-A2DC-7548-78A110B97A37}"/>
          </ac:spMkLst>
        </pc:spChg>
        <pc:picChg chg="add del mod">
          <ac:chgData name="Júlio César Chaves" userId="3f913fe9-3202-435d-b9f5-b2fca763184f" providerId="ADAL" clId="{45735F7B-6461-41F8-B6C1-1AFA2A95AFF5}" dt="2024-04-15T17:31:14.962" v="194" actId="478"/>
          <ac:picMkLst>
            <pc:docMk/>
            <pc:sldMk cId="2924286438" sldId="435"/>
            <ac:picMk id="7" creationId="{894C4591-8DD7-CF4F-9927-0BE34C4E19A0}"/>
          </ac:picMkLst>
        </pc:picChg>
        <pc:picChg chg="add del mod">
          <ac:chgData name="Júlio César Chaves" userId="3f913fe9-3202-435d-b9f5-b2fca763184f" providerId="ADAL" clId="{45735F7B-6461-41F8-B6C1-1AFA2A95AFF5}" dt="2024-04-15T17:32:39.261" v="213" actId="478"/>
          <ac:picMkLst>
            <pc:docMk/>
            <pc:sldMk cId="2924286438" sldId="435"/>
            <ac:picMk id="9" creationId="{F0C16D42-E9D0-DF85-CAF6-0A3AEACE9D34}"/>
          </ac:picMkLst>
        </pc:picChg>
        <pc:picChg chg="add del mod">
          <ac:chgData name="Júlio César Chaves" userId="3f913fe9-3202-435d-b9f5-b2fca763184f" providerId="ADAL" clId="{45735F7B-6461-41F8-B6C1-1AFA2A95AFF5}" dt="2024-04-15T17:32:59.013" v="216" actId="478"/>
          <ac:picMkLst>
            <pc:docMk/>
            <pc:sldMk cId="2924286438" sldId="435"/>
            <ac:picMk id="11" creationId="{6405AC6D-A1D2-909F-0D75-E1123715C02E}"/>
          </ac:picMkLst>
        </pc:picChg>
        <pc:picChg chg="add mod">
          <ac:chgData name="Júlio César Chaves" userId="3f913fe9-3202-435d-b9f5-b2fca763184f" providerId="ADAL" clId="{45735F7B-6461-41F8-B6C1-1AFA2A95AFF5}" dt="2024-04-15T17:31:55.662" v="211" actId="1076"/>
          <ac:picMkLst>
            <pc:docMk/>
            <pc:sldMk cId="2924286438" sldId="435"/>
            <ac:picMk id="13" creationId="{173A156D-4618-AB29-5526-4A3E767DC090}"/>
          </ac:picMkLst>
        </pc:picChg>
        <pc:picChg chg="add mod">
          <ac:chgData name="Júlio César Chaves" userId="3f913fe9-3202-435d-b9f5-b2fca763184f" providerId="ADAL" clId="{45735F7B-6461-41F8-B6C1-1AFA2A95AFF5}" dt="2024-04-15T17:32:49.877" v="215" actId="1076"/>
          <ac:picMkLst>
            <pc:docMk/>
            <pc:sldMk cId="2924286438" sldId="435"/>
            <ac:picMk id="15" creationId="{4D431403-8A2F-00B4-8B59-1A6E86275D2B}"/>
          </ac:picMkLst>
        </pc:picChg>
        <pc:picChg chg="add mod">
          <ac:chgData name="Júlio César Chaves" userId="3f913fe9-3202-435d-b9f5-b2fca763184f" providerId="ADAL" clId="{45735F7B-6461-41F8-B6C1-1AFA2A95AFF5}" dt="2024-04-15T17:36:35.912" v="311" actId="1076"/>
          <ac:picMkLst>
            <pc:docMk/>
            <pc:sldMk cId="2924286438" sldId="435"/>
            <ac:picMk id="17" creationId="{7CB3A1EE-947C-DBFC-E6F2-7025E696BD86}"/>
          </ac:picMkLst>
        </pc:picChg>
      </pc:sldChg>
      <pc:sldChg chg="addSp modSp new mod">
        <pc:chgData name="Júlio César Chaves" userId="3f913fe9-3202-435d-b9f5-b2fca763184f" providerId="ADAL" clId="{45735F7B-6461-41F8-B6C1-1AFA2A95AFF5}" dt="2024-04-15T18:19:10.789" v="658" actId="20577"/>
        <pc:sldMkLst>
          <pc:docMk/>
          <pc:sldMk cId="2000901402" sldId="436"/>
        </pc:sldMkLst>
        <pc:spChg chg="mod">
          <ac:chgData name="Júlio César Chaves" userId="3f913fe9-3202-435d-b9f5-b2fca763184f" providerId="ADAL" clId="{45735F7B-6461-41F8-B6C1-1AFA2A95AFF5}" dt="2024-04-15T18:18:48.942" v="637" actId="20577"/>
          <ac:spMkLst>
            <pc:docMk/>
            <pc:sldMk cId="2000901402" sldId="436"/>
            <ac:spMk id="2" creationId="{8E473C21-16A4-14F2-D99B-7446D2035FEF}"/>
          </ac:spMkLst>
        </pc:spChg>
        <pc:spChg chg="mod">
          <ac:chgData name="Júlio César Chaves" userId="3f913fe9-3202-435d-b9f5-b2fca763184f" providerId="ADAL" clId="{45735F7B-6461-41F8-B6C1-1AFA2A95AFF5}" dt="2024-04-15T18:19:10.789" v="658" actId="20577"/>
          <ac:spMkLst>
            <pc:docMk/>
            <pc:sldMk cId="2000901402" sldId="436"/>
            <ac:spMk id="3" creationId="{7B90EB6D-88DE-543B-5E68-8B137B2A312E}"/>
          </ac:spMkLst>
        </pc:spChg>
        <pc:picChg chg="add mod">
          <ac:chgData name="Júlio César Chaves" userId="3f913fe9-3202-435d-b9f5-b2fca763184f" providerId="ADAL" clId="{45735F7B-6461-41F8-B6C1-1AFA2A95AFF5}" dt="2024-04-15T18:18:59.260" v="639" actId="1076"/>
          <ac:picMkLst>
            <pc:docMk/>
            <pc:sldMk cId="2000901402" sldId="436"/>
            <ac:picMk id="6" creationId="{66590750-F7BD-1776-4413-841B0CC19493}"/>
          </ac:picMkLst>
        </pc:picChg>
      </pc:sld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241F117-9BC9-4213-B444-753D451F81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74417-B9CA-4CBF-A187-A01A14FCBD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pt-BR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3E08387-F88F-4FA8-8995-15EA2BF10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70216" indent="-29623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84948" indent="-23699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58927" indent="-23699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132907" indent="-23699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606886" indent="-2369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3080865" indent="-2369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554844" indent="-2369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4028824" indent="-2369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3971A9F-5F5E-4819-87F4-25DA66669A98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227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5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o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3216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B47ED-9E6B-4E1B-BEBE-AF0F5890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FFDA49-DCB1-4B2D-A507-922EB3055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92867"/>
            <a:ext cx="3886200" cy="458409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35C55D-3124-4D7B-BE05-0F23B2A9D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92867"/>
            <a:ext cx="3886200" cy="458409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8BF405-CE4C-4FED-A7C9-7E3DCCE9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4DB1-38F2-4657-87FF-877B04051503}" type="datetimeFigureOut">
              <a:rPr lang="pt-BR" smtClean="0"/>
              <a:t>28/04/2024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76B4F6-6FE2-473B-8227-3A4234CD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A6961A-1796-4709-AF47-27A3CCAC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C3CE4-BCE3-4ACE-84D0-4D34AE93ECDB}" type="slidenum">
              <a:rPr lang="pt-BR" smtClean="0"/>
              <a:t>‹nº›</a:t>
            </a:fld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FACE2FD2-90B9-4088-8560-55366850443E}"/>
              </a:ext>
            </a:extLst>
          </p:cNvPr>
          <p:cNvGrpSpPr/>
          <p:nvPr userDrawn="1"/>
        </p:nvGrpSpPr>
        <p:grpSpPr>
          <a:xfrm>
            <a:off x="634837" y="1478337"/>
            <a:ext cx="7880513" cy="114530"/>
            <a:chOff x="846450" y="1478337"/>
            <a:chExt cx="10507350" cy="114530"/>
          </a:xfrm>
        </p:grpSpPr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A944DFF3-54B0-489F-B09E-3E202DFAD61B}"/>
                </a:ext>
              </a:extLst>
            </p:cNvPr>
            <p:cNvSpPr/>
            <p:nvPr userDrawn="1"/>
          </p:nvSpPr>
          <p:spPr>
            <a:xfrm>
              <a:off x="3080246" y="1478337"/>
              <a:ext cx="8273554" cy="114530"/>
            </a:xfrm>
            <a:prstGeom prst="rect">
              <a:avLst/>
            </a:prstGeom>
            <a:solidFill>
              <a:srgbClr val="1C2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/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CE6398D6-4914-431D-849F-4C83B97BE48E}"/>
                </a:ext>
              </a:extLst>
            </p:cNvPr>
            <p:cNvSpPr/>
            <p:nvPr userDrawn="1"/>
          </p:nvSpPr>
          <p:spPr>
            <a:xfrm>
              <a:off x="846450" y="1479664"/>
              <a:ext cx="2142416" cy="113203"/>
            </a:xfrm>
            <a:prstGeom prst="rect">
              <a:avLst/>
            </a:prstGeom>
            <a:solidFill>
              <a:srgbClr val="4195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350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C76B6333-863B-4E72-9417-B88087186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61" y="365126"/>
            <a:ext cx="1297090" cy="43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0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6" r:id="rId10"/>
    <p:sldLayoutId id="2147483660" r:id="rId11"/>
    <p:sldLayoutId id="2147483655" r:id="rId12"/>
    <p:sldLayoutId id="2147483665" r:id="rId13"/>
    <p:sldLayoutId id="2147483667" r:id="rId14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alend.com/resources/what-is-mapreduc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ws.amazon.com/pt/emr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Aliga8or/csds-spark-emr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github.com/Aliga8or/csds-spark-emr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iga8or/csds-spark-emr/blob/master/wordcount.py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spark.apache.org/documentation.html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err="1"/>
              <a:t>Modelagem</a:t>
            </a:r>
            <a:r>
              <a:rPr lang="en-US"/>
              <a:t> </a:t>
            </a:r>
            <a:r>
              <a:rPr lang="en-US" err="1"/>
              <a:t>informacional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Big Data &amp; Data Lakes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264744" y="5181598"/>
            <a:ext cx="1497013" cy="1022351"/>
          </a:xfrm>
        </p:spPr>
        <p:txBody>
          <a:bodyPr/>
          <a:lstStyle/>
          <a:p>
            <a:r>
              <a:rPr lang="en-US" dirty="0" err="1"/>
              <a:t>Setembro</a:t>
            </a:r>
            <a:r>
              <a:rPr lang="en-US" dirty="0"/>
              <a:t>, 2021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1372789" y="2631170"/>
            <a:ext cx="70692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err="1">
                <a:solidFill>
                  <a:srgbClr val="00B0F0"/>
                </a:solidFill>
              </a:rPr>
              <a:t>map-reduce</a:t>
            </a:r>
            <a:r>
              <a:rPr lang="pt-BR" sz="4400" b="1" dirty="0">
                <a:solidFill>
                  <a:srgbClr val="00B0F0"/>
                </a:solidFill>
              </a:rPr>
              <a:t> </a:t>
            </a:r>
            <a:r>
              <a:rPr lang="pt-BR" sz="4400" b="1" dirty="0" err="1">
                <a:solidFill>
                  <a:srgbClr val="00B0F0"/>
                </a:solidFill>
              </a:rPr>
              <a:t>spark</a:t>
            </a:r>
            <a:r>
              <a:rPr lang="pt-BR" sz="4400" b="1" dirty="0">
                <a:solidFill>
                  <a:srgbClr val="00B0F0"/>
                </a:solidFill>
              </a:rPr>
              <a:t> </a:t>
            </a:r>
            <a:r>
              <a:rPr lang="pt-BR" sz="4400" b="1" dirty="0" err="1">
                <a:solidFill>
                  <a:srgbClr val="00B0F0"/>
                </a:solidFill>
              </a:rPr>
              <a:t>lab</a:t>
            </a:r>
            <a:endParaRPr lang="pt-BR" sz="4400" b="1" dirty="0">
              <a:solidFill>
                <a:srgbClr val="00B0F0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11E8660-60C8-4E13-87AF-160044E09C5E}"/>
              </a:ext>
            </a:extLst>
          </p:cNvPr>
          <p:cNvSpPr txBox="1">
            <a:spLocks/>
          </p:cNvSpPr>
          <p:nvPr/>
        </p:nvSpPr>
        <p:spPr>
          <a:xfrm>
            <a:off x="6087291" y="5181598"/>
            <a:ext cx="2599509" cy="102235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300" b="1" i="1" kern="1200">
                <a:solidFill>
                  <a:schemeClr val="bg1">
                    <a:lumMod val="50000"/>
                  </a:schemeClr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b="1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dirty="0"/>
              <a:t>Júlio César Chaves</a:t>
            </a:r>
          </a:p>
          <a:p>
            <a:r>
              <a:rPr lang="en-US" dirty="0"/>
              <a:t>julio.cesar.chaves@prof.fgv.edu.br</a:t>
            </a:r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12A7-DB18-4D55-B830-0FBA976B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1695849"/>
          </a:xfrm>
        </p:spPr>
        <p:txBody>
          <a:bodyPr/>
          <a:lstStyle/>
          <a:p>
            <a:r>
              <a:rPr lang="pt-BR" dirty="0"/>
              <a:t>AWS </a:t>
            </a:r>
            <a:r>
              <a:rPr lang="pt-BR" dirty="0" err="1"/>
              <a:t>Academy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30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12A7-DB18-4D55-B830-0FBA976B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8100"/>
            <a:ext cx="7818120" cy="1695849"/>
          </a:xfrm>
        </p:spPr>
        <p:txBody>
          <a:bodyPr/>
          <a:lstStyle/>
          <a:p>
            <a:r>
              <a:rPr lang="pt-BR" dirty="0"/>
              <a:t>Meu Map-</a:t>
            </a:r>
            <a:r>
              <a:rPr lang="pt-BR" dirty="0" err="1"/>
              <a:t>Reduce</a:t>
            </a:r>
            <a:br>
              <a:rPr lang="pt-BR" dirty="0"/>
            </a:br>
            <a:r>
              <a:rPr lang="pt-BR" i="1" dirty="0"/>
              <a:t>sessão de </a:t>
            </a:r>
            <a:r>
              <a:rPr lang="pt-BR" i="1" dirty="0" err="1"/>
              <a:t>lab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415423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6716E2A-04EE-430D-BAD4-8F4C21666C5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eaLnBrk="1" hangingPunct="1"/>
            <a:r>
              <a:rPr altLang="en-US" cap="none" dirty="0">
                <a:ea typeface="MS PGothic" panose="020B0600070205080204" pitchFamily="34" charset="-128"/>
              </a:rPr>
              <a:t>INTRODUÇÃO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35E1B20B-D590-4FF5-9434-309B19B83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Rodando</a:t>
            </a:r>
            <a:r>
              <a:rPr lang="en-US" altLang="en-US" dirty="0"/>
              <a:t> Map-Reduce a </a:t>
            </a:r>
            <a:r>
              <a:rPr lang="en-US" altLang="en-US" dirty="0" err="1"/>
              <a:t>partir</a:t>
            </a:r>
            <a:r>
              <a:rPr lang="en-US" altLang="en-US" dirty="0"/>
              <a:t> do servidor de </a:t>
            </a:r>
            <a:r>
              <a:rPr lang="en-US" altLang="en-US" dirty="0" err="1"/>
              <a:t>laboratório</a:t>
            </a:r>
            <a:endParaRPr lang="en-US" altLang="en-US" dirty="0"/>
          </a:p>
          <a:p>
            <a:pPr lvl="1"/>
            <a:r>
              <a:rPr lang="en-US" dirty="0"/>
              <a:t>MAP REDUCE</a:t>
            </a:r>
          </a:p>
          <a:p>
            <a:pPr lvl="1"/>
            <a:r>
              <a:rPr lang="en-US" dirty="0" err="1"/>
              <a:t>Conceito</a:t>
            </a:r>
            <a:r>
              <a:rPr lang="en-US" dirty="0"/>
              <a:t>: cluster EMR – Elastic Map Reduce</a:t>
            </a:r>
          </a:p>
          <a:p>
            <a:pPr lvl="1"/>
            <a:r>
              <a:rPr lang="en-US" dirty="0" err="1"/>
              <a:t>Conceito</a:t>
            </a:r>
            <a:r>
              <a:rPr lang="en-US" dirty="0"/>
              <a:t>: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en-US" dirty="0" err="1"/>
              <a:t>disponibilizada</a:t>
            </a:r>
            <a:endParaRPr lang="en-US" dirty="0"/>
          </a:p>
          <a:p>
            <a:pPr lvl="1"/>
            <a:r>
              <a:rPr lang="en-US" dirty="0" err="1"/>
              <a:t>Prática</a:t>
            </a:r>
            <a:r>
              <a:rPr lang="en-US" dirty="0"/>
              <a:t>: </a:t>
            </a:r>
            <a:r>
              <a:rPr lang="en-US" dirty="0" err="1"/>
              <a:t>conectando</a:t>
            </a:r>
            <a:r>
              <a:rPr lang="en-US" dirty="0"/>
              <a:t>-se </a:t>
            </a:r>
            <a:r>
              <a:rPr lang="en-US" dirty="0" err="1"/>
              <a:t>ao</a:t>
            </a:r>
            <a:r>
              <a:rPr lang="en-US" dirty="0"/>
              <a:t> cluster</a:t>
            </a:r>
          </a:p>
          <a:p>
            <a:pPr lvl="1"/>
            <a:r>
              <a:rPr lang="en-US" altLang="en-US" dirty="0" err="1"/>
              <a:t>Prática</a:t>
            </a:r>
            <a:r>
              <a:rPr lang="en-US" altLang="en-US" dirty="0"/>
              <a:t>: </a:t>
            </a:r>
            <a:r>
              <a:rPr lang="en-US" altLang="en-US" dirty="0" err="1"/>
              <a:t>salvando</a:t>
            </a:r>
            <a:r>
              <a:rPr lang="en-US" altLang="en-US" dirty="0"/>
              <a:t> (</a:t>
            </a:r>
            <a:r>
              <a:rPr lang="en-US" altLang="en-US" dirty="0" err="1"/>
              <a:t>baixando</a:t>
            </a:r>
            <a:r>
              <a:rPr lang="en-US" altLang="en-US" dirty="0"/>
              <a:t>) </a:t>
            </a:r>
            <a:r>
              <a:rPr lang="en-US" altLang="en-US" dirty="0" err="1"/>
              <a:t>os</a:t>
            </a:r>
            <a:r>
              <a:rPr lang="en-US" altLang="en-US" dirty="0"/>
              <a:t> </a:t>
            </a:r>
            <a:r>
              <a:rPr lang="en-US" altLang="en-US" dirty="0" err="1"/>
              <a:t>seus</a:t>
            </a:r>
            <a:r>
              <a:rPr lang="en-US" altLang="en-US" dirty="0"/>
              <a:t> </a:t>
            </a:r>
            <a:r>
              <a:rPr lang="en-US" altLang="en-US" dirty="0" err="1"/>
              <a:t>arquivos</a:t>
            </a:r>
            <a:endParaRPr lang="en-US" altLang="en-US" dirty="0"/>
          </a:p>
          <a:p>
            <a:pPr lvl="1"/>
            <a:r>
              <a:rPr lang="en-US" altLang="en-US" dirty="0" err="1"/>
              <a:t>Prática</a:t>
            </a:r>
            <a:r>
              <a:rPr lang="en-US" altLang="en-US" dirty="0"/>
              <a:t>: </a:t>
            </a:r>
            <a:r>
              <a:rPr lang="en-US" altLang="en-US" dirty="0" err="1"/>
              <a:t>rodando</a:t>
            </a:r>
            <a:r>
              <a:rPr lang="en-US" altLang="en-US" dirty="0"/>
              <a:t> o </a:t>
            </a:r>
            <a:r>
              <a:rPr lang="en-US" altLang="en-US" dirty="0" err="1"/>
              <a:t>seu</a:t>
            </a:r>
            <a:r>
              <a:rPr lang="en-US" altLang="en-US" dirty="0"/>
              <a:t> map-reduce</a:t>
            </a: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90BB5AD-4C63-49CA-8B77-BD124AF47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924800" y="6629400"/>
            <a:ext cx="1219200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24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0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16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 dirty="0">
                <a:solidFill>
                  <a:schemeClr val="tx1"/>
                </a:solidFill>
              </a:rPr>
              <a:t>Chapter 10 – Slide  </a:t>
            </a:r>
            <a:fld id="{5C9E57E9-559C-425F-92EE-EE51A7A59D32}" type="slidenum">
              <a:rPr lang="en-US" altLang="en-US" sz="900" b="1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900" b="1" dirty="0">
              <a:solidFill>
                <a:schemeClr val="tx1"/>
              </a:solidFill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9998CA1-C550-4146-91C9-E3EA828D9FF0}"/>
              </a:ext>
            </a:extLst>
          </p:cNvPr>
          <p:cNvSpPr txBox="1">
            <a:spLocks/>
          </p:cNvSpPr>
          <p:nvPr/>
        </p:nvSpPr>
        <p:spPr bwMode="auto">
          <a:xfrm>
            <a:off x="0" y="6629400"/>
            <a:ext cx="5574082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"/>
              <a:defRPr sz="2400" kern="1200" baseline="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"/>
              <a:defRPr sz="20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"/>
              <a:defRPr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"/>
              <a:defRPr sz="16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"/>
              <a:defRPr sz="1400" kern="1200">
                <a:solidFill>
                  <a:schemeClr val="tx2"/>
                </a:solidFill>
                <a:latin typeface="Franklin Gothic Book" panose="020B05030201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 i="1" dirty="0" err="1">
                <a:solidFill>
                  <a:schemeClr val="tx1"/>
                </a:solidFill>
              </a:rPr>
              <a:t>Jukić</a:t>
            </a:r>
            <a:r>
              <a:rPr lang="en-US" altLang="en-US" sz="900" i="1" dirty="0">
                <a:solidFill>
                  <a:schemeClr val="tx1"/>
                </a:solidFill>
              </a:rPr>
              <a:t>, </a:t>
            </a:r>
            <a:r>
              <a:rPr lang="en-US" altLang="en-US" sz="900" i="1" dirty="0" err="1">
                <a:solidFill>
                  <a:schemeClr val="tx1"/>
                </a:solidFill>
              </a:rPr>
              <a:t>Vrbsky</a:t>
            </a:r>
            <a:r>
              <a:rPr lang="en-US" altLang="en-US" sz="900" i="1" dirty="0">
                <a:solidFill>
                  <a:schemeClr val="tx1"/>
                </a:solidFill>
              </a:rPr>
              <a:t>, </a:t>
            </a:r>
            <a:r>
              <a:rPr lang="en-US" altLang="en-US" sz="900" i="1" dirty="0" err="1">
                <a:solidFill>
                  <a:schemeClr val="tx1"/>
                </a:solidFill>
              </a:rPr>
              <a:t>Nestorov</a:t>
            </a:r>
            <a:r>
              <a:rPr lang="en-US" altLang="en-US" sz="900" i="1" dirty="0">
                <a:solidFill>
                  <a:schemeClr val="tx1"/>
                </a:solidFill>
              </a:rPr>
              <a:t>, Sharma – Database Systems – Copyright </a:t>
            </a:r>
            <a:r>
              <a:rPr lang="en-US" altLang="en-US" sz="900" i="1" dirty="0" err="1">
                <a:solidFill>
                  <a:schemeClr val="tx1"/>
                </a:solidFill>
              </a:rPr>
              <a:t>Nenad</a:t>
            </a:r>
            <a:r>
              <a:rPr lang="en-US" altLang="en-US" sz="900" i="1" dirty="0">
                <a:solidFill>
                  <a:schemeClr val="tx1"/>
                </a:solidFill>
              </a:rPr>
              <a:t> </a:t>
            </a:r>
            <a:r>
              <a:rPr lang="en-US" altLang="en-US" sz="900" i="1" dirty="0" err="1">
                <a:solidFill>
                  <a:schemeClr val="tx1"/>
                </a:solidFill>
              </a:rPr>
              <a:t>Jukic</a:t>
            </a:r>
            <a:r>
              <a:rPr lang="en-US" altLang="en-US" sz="900" i="1" dirty="0">
                <a:solidFill>
                  <a:schemeClr val="tx1"/>
                </a:solidFill>
              </a:rPr>
              <a:t> and Prospect Press </a:t>
            </a:r>
          </a:p>
        </p:txBody>
      </p:sp>
    </p:spTree>
    <p:extLst>
      <p:ext uri="{BB962C8B-B14F-4D97-AF65-F5344CB8AC3E}">
        <p14:creationId xmlns:p14="http://schemas.microsoft.com/office/powerpoint/2010/main" val="13434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6BAB8-5FB4-4E4B-A6C5-0323CB22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Map </a:t>
            </a:r>
            <a:r>
              <a:rPr lang="pt-BR" dirty="0" err="1">
                <a:latin typeface="Arial"/>
                <a:cs typeface="Arial"/>
              </a:rPr>
              <a:t>Reduce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70D76B-034F-45E4-BB63-E0477E16D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0" y="1368026"/>
            <a:ext cx="2312670" cy="4724163"/>
          </a:xfr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pt-BR" sz="1350" dirty="0">
                <a:latin typeface="Arial Unicode MS"/>
                <a:ea typeface="Arial Unicode MS"/>
                <a:cs typeface="Arial Unicode MS"/>
              </a:rPr>
              <a:t>Parte do </a:t>
            </a:r>
            <a:r>
              <a:rPr lang="pt-BR" sz="1350" dirty="0" err="1">
                <a:latin typeface="Arial Unicode MS"/>
                <a:ea typeface="Arial Unicode MS"/>
                <a:cs typeface="Arial Unicode MS"/>
              </a:rPr>
              <a:t>hadoop</a:t>
            </a:r>
            <a:r>
              <a:rPr lang="pt-BR" sz="1350" dirty="0">
                <a:latin typeface="Arial Unicode MS"/>
                <a:ea typeface="Arial Unicode MS"/>
                <a:cs typeface="Arial Unicode MS"/>
              </a:rPr>
              <a:t> responsável pelo processamento</a:t>
            </a:r>
          </a:p>
          <a:p>
            <a:pPr lvl="1"/>
            <a:r>
              <a:rPr lang="pt-BR" sz="1200" dirty="0" err="1">
                <a:latin typeface="Arial Unicode MS"/>
                <a:ea typeface="Arial Unicode MS"/>
                <a:cs typeface="Arial Unicode MS"/>
              </a:rPr>
              <a:t>Map</a:t>
            </a:r>
            <a:r>
              <a:rPr lang="pt-BR" sz="1200" dirty="0">
                <a:latin typeface="Arial Unicode MS"/>
                <a:ea typeface="Arial Unicode MS"/>
                <a:cs typeface="Arial Unicode MS"/>
              </a:rPr>
              <a:t> - Método de filtro e de ordenação dos dados</a:t>
            </a:r>
          </a:p>
          <a:p>
            <a:pPr lvl="1"/>
            <a:r>
              <a:rPr lang="pt-BR" sz="1200" dirty="0" err="1">
                <a:latin typeface="Arial Unicode MS"/>
                <a:ea typeface="Arial Unicode MS"/>
                <a:cs typeface="Arial Unicode MS"/>
              </a:rPr>
              <a:t>Reduce</a:t>
            </a:r>
            <a:r>
              <a:rPr lang="pt-BR" sz="1200" dirty="0">
                <a:latin typeface="Arial Unicode MS"/>
                <a:ea typeface="Arial Unicode MS"/>
                <a:cs typeface="Arial Unicode MS"/>
              </a:rPr>
              <a:t> - Método de sumarização do que foi mapeado</a:t>
            </a:r>
          </a:p>
          <a:p>
            <a:r>
              <a:rPr lang="pt-BR" sz="1600" dirty="0">
                <a:latin typeface="Arial Unicode MS"/>
              </a:rPr>
              <a:t>YARN</a:t>
            </a:r>
          </a:p>
          <a:p>
            <a:pPr lvl="1"/>
            <a:r>
              <a:rPr lang="pt-BR" sz="1200" dirty="0" err="1"/>
              <a:t>Yet</a:t>
            </a:r>
            <a:r>
              <a:rPr lang="pt-BR" sz="1200" dirty="0"/>
              <a:t> </a:t>
            </a:r>
            <a:r>
              <a:rPr lang="pt-BR" sz="1200" dirty="0" err="1"/>
              <a:t>Another</a:t>
            </a:r>
            <a:r>
              <a:rPr lang="pt-BR" sz="1200" dirty="0"/>
              <a:t> </a:t>
            </a:r>
            <a:r>
              <a:rPr lang="pt-BR" sz="1200" dirty="0" err="1"/>
              <a:t>Resource</a:t>
            </a:r>
            <a:r>
              <a:rPr lang="pt-BR" sz="1200" dirty="0"/>
              <a:t> </a:t>
            </a:r>
            <a:r>
              <a:rPr lang="pt-BR" sz="1200" dirty="0" err="1"/>
              <a:t>Negotiator</a:t>
            </a:r>
            <a:endParaRPr lang="pt-BR" sz="1200" dirty="0"/>
          </a:p>
          <a:p>
            <a:pPr lvl="1"/>
            <a:r>
              <a:rPr lang="pt-BR" sz="1200" dirty="0"/>
              <a:t>Tecnologia usada para agendamento de tarefas e gerenciamento de recursos e um dos principais componentes do </a:t>
            </a:r>
            <a:r>
              <a:rPr lang="pt-BR" sz="1200" dirty="0" err="1"/>
              <a:t>Hadoop</a:t>
            </a:r>
            <a:r>
              <a:rPr lang="pt-BR" sz="1200" dirty="0"/>
              <a:t>.</a:t>
            </a:r>
          </a:p>
        </p:txBody>
      </p:sp>
      <p:pic>
        <p:nvPicPr>
          <p:cNvPr id="3074" name="Picture 2" descr="mapreduce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61" y="1368026"/>
            <a:ext cx="6044089" cy="318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406453" y="5568640"/>
            <a:ext cx="11769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>
                <a:hlinkClick r:id="rId4"/>
              </a:rPr>
              <a:t>Talend</a:t>
            </a:r>
            <a:r>
              <a:rPr lang="en-US" sz="1350" dirty="0">
                <a:hlinkClick r:id="rId4"/>
              </a:rPr>
              <a:t>(www</a:t>
            </a:r>
            <a:r>
              <a:rPr lang="en-US" sz="1350" dirty="0"/>
              <a:t>)</a:t>
            </a:r>
            <a:endParaRPr lang="pt-BR" sz="1350" dirty="0"/>
          </a:p>
        </p:txBody>
      </p:sp>
    </p:spTree>
    <p:extLst>
      <p:ext uri="{BB962C8B-B14F-4D97-AF65-F5344CB8AC3E}">
        <p14:creationId xmlns:p14="http://schemas.microsoft.com/office/powerpoint/2010/main" val="962689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CAFC0-CA37-C1ED-9E76-B98D13D5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Conceito</a:t>
            </a:r>
            <a:r>
              <a:rPr lang="en-US" dirty="0"/>
              <a:t>: cluster EMR – Elastic Map Reduce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2F2C28-8599-3CF4-1E81-12A5E237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0" y="539053"/>
            <a:ext cx="4846320" cy="1374775"/>
          </a:xfrm>
        </p:spPr>
        <p:txBody>
          <a:bodyPr/>
          <a:lstStyle/>
          <a:p>
            <a:pPr lvl="2"/>
            <a:r>
              <a:rPr lang="pt-BR" dirty="0"/>
              <a:t>O </a:t>
            </a:r>
            <a:r>
              <a:rPr lang="pt-BR" dirty="0" err="1"/>
              <a:t>Amazon</a:t>
            </a:r>
            <a:r>
              <a:rPr lang="pt-BR" dirty="0"/>
              <a:t> EMR é uma plataforma de big data em nuvem usada para executar trabalhos de processamento de dados distribuídos em grande escala, consultas SQL interativas e aplicações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 (ML) usando frameworks de análise de código aberto como Apache </a:t>
            </a:r>
            <a:r>
              <a:rPr lang="pt-BR" dirty="0" err="1"/>
              <a:t>Spark</a:t>
            </a:r>
            <a:r>
              <a:rPr lang="pt-BR" dirty="0"/>
              <a:t>, Apache </a:t>
            </a:r>
            <a:r>
              <a:rPr lang="pt-BR" dirty="0" err="1"/>
              <a:t>Hive</a:t>
            </a:r>
            <a:r>
              <a:rPr lang="pt-BR" dirty="0"/>
              <a:t> e Presto.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FAD47E-A20A-A78B-A026-776CA92A83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Plataforma de big data – </a:t>
            </a:r>
            <a:r>
              <a:rPr lang="pt-BR" dirty="0" err="1">
                <a:hlinkClick r:id="rId2"/>
              </a:rPr>
              <a:t>Amazon</a:t>
            </a:r>
            <a:r>
              <a:rPr lang="pt-BR" dirty="0">
                <a:hlinkClick r:id="rId2"/>
              </a:rPr>
              <a:t> EMR – </a:t>
            </a:r>
            <a:r>
              <a:rPr lang="pt-BR" dirty="0" err="1">
                <a:hlinkClick r:id="rId2"/>
              </a:rPr>
              <a:t>Amazon</a:t>
            </a:r>
            <a:r>
              <a:rPr lang="pt-BR" dirty="0">
                <a:hlinkClick r:id="rId2"/>
              </a:rPr>
              <a:t> Web Services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941FE59-B4FA-C976-B5FA-D03105277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86" y="2044042"/>
            <a:ext cx="6811326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8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926FC-B2B3-EB3C-49D5-DF13E103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Iniciar </a:t>
            </a:r>
            <a:r>
              <a:rPr lang="pt-BR" dirty="0" err="1"/>
              <a:t>lab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BFBDB3-3596-93AA-178C-256EFA189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78" y="591015"/>
            <a:ext cx="4857722" cy="5587535"/>
          </a:xfrm>
        </p:spPr>
        <p:txBody>
          <a:bodyPr/>
          <a:lstStyle/>
          <a:p>
            <a:r>
              <a:rPr lang="pt-BR" dirty="0"/>
              <a:t>No curso AWS </a:t>
            </a:r>
            <a:r>
              <a:rPr lang="pt-BR" dirty="0" err="1"/>
              <a:t>Learner</a:t>
            </a:r>
            <a:r>
              <a:rPr lang="pt-BR" dirty="0"/>
              <a:t> </a:t>
            </a:r>
            <a:r>
              <a:rPr lang="pt-BR" dirty="0" err="1"/>
              <a:t>Lab</a:t>
            </a:r>
            <a:r>
              <a:rPr lang="pt-BR" dirty="0"/>
              <a:t>, ir no módulo "</a:t>
            </a:r>
            <a:r>
              <a:rPr lang="pt-BR" dirty="0" err="1"/>
              <a:t>sandbox</a:t>
            </a:r>
            <a:r>
              <a:rPr lang="pt-BR" dirty="0"/>
              <a:t>" e iniciar o </a:t>
            </a:r>
            <a:r>
              <a:rPr lang="pt-BR" dirty="0" err="1"/>
              <a:t>lab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3028BD-5937-A2DC-7548-78A110B97A3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42917" y="2909455"/>
            <a:ext cx="2321755" cy="2749550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learner</a:t>
            </a:r>
            <a:r>
              <a:rPr lang="pt-BR" dirty="0"/>
              <a:t> </a:t>
            </a:r>
            <a:r>
              <a:rPr lang="pt-BR" dirty="0" err="1"/>
              <a:t>lab</a:t>
            </a:r>
            <a:r>
              <a:rPr lang="pt-BR" dirty="0"/>
              <a:t> é um ambiente com USD 100 de crédito e fica 4h no ar de forma ininterrupta.</a:t>
            </a:r>
          </a:p>
          <a:p>
            <a:r>
              <a:rPr lang="pt-BR" dirty="0"/>
              <a:t>Aguarde até ver "</a:t>
            </a:r>
            <a:r>
              <a:rPr lang="pt-BR" dirty="0" err="1"/>
              <a:t>Lab</a:t>
            </a:r>
            <a:r>
              <a:rPr lang="pt-BR" dirty="0"/>
              <a:t> status: </a:t>
            </a:r>
            <a:r>
              <a:rPr lang="pt-BR" dirty="0" err="1"/>
              <a:t>ready</a:t>
            </a:r>
            <a:r>
              <a:rPr lang="pt-BR" dirty="0"/>
              <a:t>", bola verde, e clique no botão "AWS".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5EA68D-08B6-3331-EFAE-52E3796F5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73A156D-4618-AB29-5526-4A3E767DC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672" y="1225610"/>
            <a:ext cx="5249008" cy="154326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D431403-8A2F-00B4-8B59-1A6E8627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202" y="2573913"/>
            <a:ext cx="3629532" cy="94310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CB3A1EE-947C-DBFC-E6F2-7025E696B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75" y="3745620"/>
            <a:ext cx="1237805" cy="8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8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E48BA-69B4-8244-A6FB-E984575D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#1 Criando um EMR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BC607-41A4-EBCE-456D-79DD6A78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78" y="3004456"/>
            <a:ext cx="4857722" cy="3174093"/>
          </a:xfrm>
        </p:spPr>
        <p:txBody>
          <a:bodyPr/>
          <a:lstStyle/>
          <a:p>
            <a:pPr lvl="2"/>
            <a:r>
              <a:rPr lang="pt-BR" dirty="0"/>
              <a:t>1 Subir o próprio </a:t>
            </a:r>
            <a:r>
              <a:rPr lang="pt-BR" dirty="0" err="1"/>
              <a:t>Learner</a:t>
            </a:r>
            <a:r>
              <a:rPr lang="pt-BR" dirty="0"/>
              <a:t> Lab</a:t>
            </a:r>
          </a:p>
          <a:p>
            <a:pPr lvl="2"/>
            <a:r>
              <a:rPr lang="pt-BR" dirty="0"/>
              <a:t>2 Abrir console e procurar por EMR</a:t>
            </a:r>
          </a:p>
          <a:p>
            <a:pPr lvl="2"/>
            <a:r>
              <a:rPr lang="pt-BR" dirty="0"/>
              <a:t>3 Criar um cluster “Spark”</a:t>
            </a:r>
          </a:p>
          <a:p>
            <a:pPr lvl="2"/>
            <a:r>
              <a:rPr lang="pt-BR" dirty="0"/>
              <a:t>4 Deixe os tipos de instância com tamanho default.</a:t>
            </a:r>
          </a:p>
          <a:p>
            <a:pPr lvl="2"/>
            <a:r>
              <a:rPr lang="pt-BR" dirty="0"/>
              <a:t>5 Crie uma chave SSH e salve em local seguro.</a:t>
            </a:r>
          </a:p>
          <a:p>
            <a:pPr lvl="2"/>
            <a:r>
              <a:rPr lang="pt-BR" dirty="0"/>
              <a:t>6 Escolha perfil de serviço </a:t>
            </a:r>
            <a:r>
              <a:rPr lang="pt-BR" dirty="0" err="1"/>
              <a:t>EMR_DefaultRole</a:t>
            </a:r>
            <a:r>
              <a:rPr lang="pt-BR" dirty="0"/>
              <a:t>..</a:t>
            </a:r>
          </a:p>
          <a:p>
            <a:pPr lvl="2"/>
            <a:r>
              <a:rPr lang="pt-BR" dirty="0"/>
              <a:t>7 Escolha perfil de instância EMR_EC2_DefaultRole..</a:t>
            </a:r>
          </a:p>
          <a:p>
            <a:pPr lvl="2"/>
            <a:r>
              <a:rPr lang="pt-BR" dirty="0"/>
              <a:t>8 Criar Cluster</a:t>
            </a:r>
          </a:p>
          <a:p>
            <a:pPr lvl="2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8752EC-D724-3B1E-FEF8-D684BC84B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A7198BF-80A9-56BE-7D54-E0E8C00C1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860" y="457200"/>
            <a:ext cx="4672940" cy="205955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2EA5A86-981C-F27B-7CB6-447E8BD16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827" y="5972051"/>
            <a:ext cx="1962424" cy="7621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6385E6-4921-A673-5D8F-B75701ED6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973" y="5972051"/>
            <a:ext cx="2191056" cy="88594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1D98695-9FAD-FF22-0B61-0C71F1137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6" y="2722163"/>
            <a:ext cx="2953162" cy="322942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15C81DA-522C-4060-18BA-F48C74D75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251" y="2745356"/>
            <a:ext cx="990738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7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EBA40-7563-A808-703F-F6E04930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#2 Aguardar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54943-B16A-48DC-3C44-8E14CB9D4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levar entre 10-15 min, até o status ficar igual a "</a:t>
            </a:r>
            <a:r>
              <a:rPr lang="pt-BR" dirty="0" err="1"/>
              <a:t>Waiting</a:t>
            </a:r>
            <a:r>
              <a:rPr lang="pt-BR" dirty="0"/>
              <a:t>".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DB36C9-0938-21D4-A6F6-D9698F937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GitHub - Aliga8or/</a:t>
            </a:r>
            <a:r>
              <a:rPr lang="en-US" dirty="0" err="1">
                <a:hlinkClick r:id="rId2"/>
              </a:rPr>
              <a:t>csds</a:t>
            </a:r>
            <a:r>
              <a:rPr lang="en-US" dirty="0">
                <a:hlinkClick r:id="rId2"/>
              </a:rPr>
              <a:t>-spark-</a:t>
            </a:r>
            <a:r>
              <a:rPr lang="en-US" dirty="0" err="1">
                <a:hlinkClick r:id="rId2"/>
              </a:rPr>
              <a:t>emr</a:t>
            </a:r>
            <a:r>
              <a:rPr lang="en-US" dirty="0">
                <a:hlinkClick r:id="rId2"/>
              </a:rPr>
              <a:t>: A simple Word Count Example using </a:t>
            </a:r>
            <a:r>
              <a:rPr lang="en-US" dirty="0" err="1">
                <a:hlinkClick r:id="rId2"/>
              </a:rPr>
              <a:t>pyspark</a:t>
            </a:r>
            <a:r>
              <a:rPr lang="en-US" dirty="0">
                <a:hlinkClick r:id="rId2"/>
              </a:rPr>
              <a:t> on AWS EMR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ED7A4EE-5BDE-A9E0-5788-7B12DD907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634" y="3763139"/>
            <a:ext cx="1961660" cy="105234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B909595-2FF3-AFB1-EAE7-71C25CDC2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802" y="3731800"/>
            <a:ext cx="1838582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22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6BE2B-D9F9-4671-A3E4-56B3D2F8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4200"/>
            <a:ext cx="3182052" cy="1228028"/>
          </a:xfrm>
        </p:spPr>
        <p:txBody>
          <a:bodyPr/>
          <a:lstStyle/>
          <a:p>
            <a:r>
              <a:rPr lang="pt-BR" dirty="0"/>
              <a:t>Conceito: arquitetura disponibilizada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36FBB4-A320-43A1-8219-73EF6D94B2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Gráfico 4" descr="Servidor estrutura de tópicos">
            <a:extLst>
              <a:ext uri="{FF2B5EF4-FFF2-40B4-BE49-F238E27FC236}">
                <a16:creationId xmlns:a16="http://schemas.microsoft.com/office/drawing/2014/main" id="{30243AC6-A8DA-4B26-A4BC-42E51CD1C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6142" y="4408358"/>
            <a:ext cx="886600" cy="914400"/>
          </a:xfrm>
          <a:prstGeom prst="rect">
            <a:avLst/>
          </a:prstGeom>
        </p:spPr>
      </p:pic>
      <p:pic>
        <p:nvPicPr>
          <p:cNvPr id="10" name="Gráfico 9" descr="Servidor estrutura de tópicos">
            <a:extLst>
              <a:ext uri="{FF2B5EF4-FFF2-40B4-BE49-F238E27FC236}">
                <a16:creationId xmlns:a16="http://schemas.microsoft.com/office/drawing/2014/main" id="{4E789273-EDC6-B94B-0307-5D05FC8C8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1258" y="4407971"/>
            <a:ext cx="886600" cy="914400"/>
          </a:xfrm>
          <a:prstGeom prst="rect">
            <a:avLst/>
          </a:prstGeom>
        </p:spPr>
      </p:pic>
      <p:pic>
        <p:nvPicPr>
          <p:cNvPr id="11" name="Gráfico 10" descr="Servidor estrutura de tópicos">
            <a:extLst>
              <a:ext uri="{FF2B5EF4-FFF2-40B4-BE49-F238E27FC236}">
                <a16:creationId xmlns:a16="http://schemas.microsoft.com/office/drawing/2014/main" id="{549C3116-DD09-8BD7-D651-AAA756DA8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8700" y="4407971"/>
            <a:ext cx="886600" cy="914400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704CA5F-EA6C-B29A-8ACB-1434001D1FCF}"/>
              </a:ext>
            </a:extLst>
          </p:cNvPr>
          <p:cNvCxnSpPr/>
          <p:nvPr/>
        </p:nvCxnSpPr>
        <p:spPr>
          <a:xfrm>
            <a:off x="788670" y="5154930"/>
            <a:ext cx="76923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5143987F-83EF-D401-C931-C39310EBEF10}"/>
              </a:ext>
            </a:extLst>
          </p:cNvPr>
          <p:cNvSpPr txBox="1">
            <a:spLocks/>
          </p:cNvSpPr>
          <p:nvPr/>
        </p:nvSpPr>
        <p:spPr>
          <a:xfrm>
            <a:off x="3921618" y="5337599"/>
            <a:ext cx="1300764" cy="9143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pPr lvl="2" algn="ctr"/>
            <a:r>
              <a:rPr lang="pt-BR" dirty="0"/>
              <a:t>Nó core 1 (</a:t>
            </a:r>
            <a:r>
              <a:rPr lang="pt-BR" dirty="0" err="1"/>
              <a:t>worker</a:t>
            </a:r>
            <a:r>
              <a:rPr lang="pt-BR" dirty="0"/>
              <a:t>)</a:t>
            </a:r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93C08CA5-A5D1-854F-35F3-B60B4F25CF68}"/>
              </a:ext>
            </a:extLst>
          </p:cNvPr>
          <p:cNvSpPr txBox="1">
            <a:spLocks/>
          </p:cNvSpPr>
          <p:nvPr/>
        </p:nvSpPr>
        <p:spPr>
          <a:xfrm>
            <a:off x="6054176" y="5337599"/>
            <a:ext cx="1300764" cy="9143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pPr lvl="2" algn="ctr"/>
            <a:r>
              <a:rPr lang="pt-BR" dirty="0"/>
              <a:t>Nó core 2 (</a:t>
            </a:r>
            <a:r>
              <a:rPr lang="pt-BR" dirty="0" err="1"/>
              <a:t>worker</a:t>
            </a:r>
            <a:r>
              <a:rPr lang="pt-BR" dirty="0"/>
              <a:t>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052878-7177-D0B8-1D06-FFE0E0D6A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9572"/>
            <a:ext cx="8373644" cy="4858428"/>
          </a:xfrm>
          <a:prstGeom prst="rect">
            <a:avLst/>
          </a:prstGeom>
        </p:spPr>
      </p:pic>
      <p:sp>
        <p:nvSpPr>
          <p:cNvPr id="14" name="Espaço Reservado para Conteúdo 3">
            <a:extLst>
              <a:ext uri="{FF2B5EF4-FFF2-40B4-BE49-F238E27FC236}">
                <a16:creationId xmlns:a16="http://schemas.microsoft.com/office/drawing/2014/main" id="{F5884BB7-AF14-110A-F484-D0DB0A4763FD}"/>
              </a:ext>
            </a:extLst>
          </p:cNvPr>
          <p:cNvSpPr txBox="1">
            <a:spLocks/>
          </p:cNvSpPr>
          <p:nvPr/>
        </p:nvSpPr>
        <p:spPr>
          <a:xfrm>
            <a:off x="2057625" y="3531391"/>
            <a:ext cx="1300764" cy="9143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pPr lvl="2" algn="ctr"/>
            <a:r>
              <a:rPr lang="pt-BR" dirty="0"/>
              <a:t>Nó master</a:t>
            </a:r>
          </a:p>
          <a:p>
            <a:pPr lvl="2" algn="ctr"/>
            <a:r>
              <a:rPr lang="pt-BR" dirty="0"/>
              <a:t>(onde iremos conectar)</a:t>
            </a:r>
          </a:p>
        </p:txBody>
      </p:sp>
    </p:spTree>
    <p:extLst>
      <p:ext uri="{BB962C8B-B14F-4D97-AF65-F5344CB8AC3E}">
        <p14:creationId xmlns:p14="http://schemas.microsoft.com/office/powerpoint/2010/main" val="1036619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81164-13F6-2685-E751-F9A7B91A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#3 Abrir porta do nó primário no firewall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65DE7-A484-0510-87C3-88212A214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Ir até o grupo de segurança do nó primário, adicionar regra de abertura da porta 22 para “Meu IP”.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9DCC29-E846-C995-36A0-A91583283B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GitHub - Aliga8or/</a:t>
            </a:r>
            <a:r>
              <a:rPr lang="en-US" dirty="0" err="1">
                <a:hlinkClick r:id="rId2"/>
              </a:rPr>
              <a:t>csds</a:t>
            </a:r>
            <a:r>
              <a:rPr lang="en-US" dirty="0">
                <a:hlinkClick r:id="rId2"/>
              </a:rPr>
              <a:t>-spark-</a:t>
            </a:r>
            <a:r>
              <a:rPr lang="en-US" dirty="0" err="1">
                <a:hlinkClick r:id="rId2"/>
              </a:rPr>
              <a:t>emr</a:t>
            </a:r>
            <a:r>
              <a:rPr lang="en-US" dirty="0">
                <a:hlinkClick r:id="rId2"/>
              </a:rPr>
              <a:t>: A simple Word Count Example using </a:t>
            </a:r>
            <a:r>
              <a:rPr lang="en-US" dirty="0" err="1">
                <a:hlinkClick r:id="rId2"/>
              </a:rPr>
              <a:t>pyspark</a:t>
            </a:r>
            <a:r>
              <a:rPr lang="en-US" dirty="0">
                <a:hlinkClick r:id="rId2"/>
              </a:rPr>
              <a:t> on AWS EMR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1DAC10-1567-4D36-D127-1A9969E54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745" y="1433410"/>
            <a:ext cx="1648055" cy="5906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D787B3E-FF74-1191-03D6-2546F0067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863" y="2563292"/>
            <a:ext cx="7087589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06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54BA4-5FCE-9D49-9282-F3A8ED3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#4 Fazer upload do texto no 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2939EB-C7CB-819A-FCC1-AC3AE9D03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 </a:t>
            </a:r>
            <a:r>
              <a:rPr lang="pt-BR" dirty="0" err="1"/>
              <a:t>bucket</a:t>
            </a:r>
            <a:r>
              <a:rPr lang="pt-BR" dirty="0"/>
              <a:t> no S3 e carregar o arquivo </a:t>
            </a:r>
            <a:r>
              <a:rPr lang="pt-BR"/>
              <a:t>texto de sua preferência. </a:t>
            </a:r>
          </a:p>
          <a:p>
            <a:r>
              <a:rPr lang="pt-BR"/>
              <a:t>O arquivo a seguir contem a </a:t>
            </a:r>
            <a:r>
              <a:rPr lang="pt-BR" dirty="0"/>
              <a:t>Ilíada e a </a:t>
            </a:r>
            <a:r>
              <a:rPr lang="pt-BR" dirty="0" err="1"/>
              <a:t>Odisséia</a:t>
            </a:r>
            <a:r>
              <a:rPr lang="pt-BR" dirty="0"/>
              <a:t> de Homero em Inglês, e o conteúdo é de </a:t>
            </a:r>
            <a:r>
              <a:rPr lang="pt-BR"/>
              <a:t>acesso público. (está no git do lab-emr)</a:t>
            </a:r>
          </a:p>
          <a:p>
            <a:pPr lvl="1"/>
            <a:r>
              <a:rPr lang="pt-BR"/>
              <a:t>h24h_Homer_GregoryNagy_Harvard.txt</a:t>
            </a:r>
          </a:p>
          <a:p>
            <a:r>
              <a:rPr lang="pt-BR"/>
              <a:t>A obra Dom Casmurro está no link abaixo.</a:t>
            </a:r>
          </a:p>
          <a:p>
            <a:pPr lvl="1"/>
            <a:r>
              <a:rPr lang="pt-BR"/>
              <a:t>https://www.textos.com.br/texto/romance/geral/dom-casmurro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543A37-B0BB-114B-31F8-9DAB38B74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https://chs.harvard.edu/book/nagy-gregory-the-ancient-greek-hero-in-24-hours/</a:t>
            </a:r>
          </a:p>
        </p:txBody>
      </p:sp>
    </p:spTree>
    <p:extLst>
      <p:ext uri="{BB962C8B-B14F-4D97-AF65-F5344CB8AC3E}">
        <p14:creationId xmlns:p14="http://schemas.microsoft.com/office/powerpoint/2010/main" val="2194787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6F505-3084-B28B-DCCD-D8F78B09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#5 Deixar o seu arquivo público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81A852-F96C-F5A2-5C21-5B1285447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510DE6-2C86-8336-5553-6B0EE830D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D878BC-340C-9C8D-C455-8219FD1BF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164" y="679450"/>
            <a:ext cx="3124636" cy="15527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A9B970C-C533-6883-DD17-A6B26405F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71570"/>
            <a:ext cx="1457528" cy="10288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3EAA87C-E798-F0CC-A7C9-3AA7DD900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568" y="3763006"/>
            <a:ext cx="3639058" cy="107647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227198-E775-480A-1DC2-A5CEC4AFCB5F}"/>
              </a:ext>
            </a:extLst>
          </p:cNvPr>
          <p:cNvSpPr txBox="1"/>
          <p:nvPr/>
        </p:nvSpPr>
        <p:spPr>
          <a:xfrm>
            <a:off x="3326019" y="5370516"/>
            <a:ext cx="5360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https://xxxxx/h24h_Homer_GregoryNagy_Harvard.txt</a:t>
            </a:r>
          </a:p>
        </p:txBody>
      </p:sp>
    </p:spTree>
    <p:extLst>
      <p:ext uri="{BB962C8B-B14F-4D97-AF65-F5344CB8AC3E}">
        <p14:creationId xmlns:p14="http://schemas.microsoft.com/office/powerpoint/2010/main" val="41290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44245-95B2-D54F-6971-03B55064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#6 Conectando-se ao nó primário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0080A-272C-958D-8935-87EDEBCD1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1263"/>
            <a:ext cx="2490395" cy="3977578"/>
          </a:xfrm>
        </p:spPr>
        <p:txBody>
          <a:bodyPr/>
          <a:lstStyle/>
          <a:p>
            <a:r>
              <a:rPr lang="pt-BR" dirty="0"/>
              <a:t>Copiar o endereço público do nó primário, adicionar em uma conexão login=ec2-user, chave= a chave SSH que você criou, </a:t>
            </a:r>
            <a:r>
              <a:rPr lang="pt-BR" dirty="0" err="1"/>
              <a:t>hostname</a:t>
            </a:r>
            <a:r>
              <a:rPr lang="pt-BR" dirty="0"/>
              <a:t> = o nome que você acabou de copiar.</a:t>
            </a:r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647CD7-5B81-4B43-25C8-42D247B0A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382EA2-6557-38F4-CD25-4F7FA9201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666" y="1765810"/>
            <a:ext cx="3639058" cy="98121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0B50C4-B56E-3905-B27C-ED6F34D10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847" y="679450"/>
            <a:ext cx="3600953" cy="9716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B069CD0-E70B-1A7F-9E92-267694A2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683" y="2747022"/>
            <a:ext cx="5601482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3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71A33-16A5-05BF-7283-3F8031D6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#7 criar wordcount.py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F910DF-E38A-D779-C169-A4757105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/home/</a:t>
            </a:r>
            <a:r>
              <a:rPr lang="pt-BR" dirty="0" err="1"/>
              <a:t>hadoop</a:t>
            </a:r>
            <a:r>
              <a:rPr lang="pt-BR" dirty="0"/>
              <a:t> o arquivo wordcount.py, cole o conteúdo de </a:t>
            </a:r>
            <a:r>
              <a:rPr lang="en-US" dirty="0">
                <a:hlinkClick r:id="rId2"/>
              </a:rPr>
              <a:t>csds-spark-emr/wordcount.py at master · Aliga8or/</a:t>
            </a:r>
            <a:r>
              <a:rPr lang="en-US" dirty="0" err="1">
                <a:hlinkClick r:id="rId2"/>
              </a:rPr>
              <a:t>csds</a:t>
            </a:r>
            <a:r>
              <a:rPr lang="en-US" dirty="0">
                <a:hlinkClick r:id="rId2"/>
              </a:rPr>
              <a:t>-spark-</a:t>
            </a:r>
            <a:r>
              <a:rPr lang="en-US" dirty="0" err="1">
                <a:hlinkClick r:id="rId2"/>
              </a:rPr>
              <a:t>emr</a:t>
            </a:r>
            <a:r>
              <a:rPr lang="en-US" dirty="0">
                <a:hlinkClick r:id="rId2"/>
              </a:rPr>
              <a:t> · GitHub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2F48A6-908B-70ED-302E-1C68F1E7ED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523EE7-22BE-871A-92A1-4DB136B3F075}"/>
              </a:ext>
            </a:extLst>
          </p:cNvPr>
          <p:cNvSpPr txBox="1"/>
          <p:nvPr/>
        </p:nvSpPr>
        <p:spPr>
          <a:xfrm>
            <a:off x="3639252" y="1913828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 err="1"/>
              <a:t>import</a:t>
            </a:r>
            <a:r>
              <a:rPr lang="pt-BR" sz="900" dirty="0"/>
              <a:t> sys</a:t>
            </a:r>
          </a:p>
          <a:p>
            <a:r>
              <a:rPr lang="pt-BR" sz="900" dirty="0" err="1"/>
              <a:t>from</a:t>
            </a:r>
            <a:r>
              <a:rPr lang="pt-BR" sz="900" dirty="0"/>
              <a:t> </a:t>
            </a:r>
            <a:r>
              <a:rPr lang="pt-BR" sz="900" dirty="0" err="1"/>
              <a:t>operator</a:t>
            </a:r>
            <a:r>
              <a:rPr lang="pt-BR" sz="900" dirty="0"/>
              <a:t> </a:t>
            </a:r>
            <a:r>
              <a:rPr lang="pt-BR" sz="900" dirty="0" err="1"/>
              <a:t>import</a:t>
            </a:r>
            <a:r>
              <a:rPr lang="pt-BR" sz="900" dirty="0"/>
              <a:t> </a:t>
            </a:r>
            <a:r>
              <a:rPr lang="pt-BR" sz="900" dirty="0" err="1"/>
              <a:t>add</a:t>
            </a:r>
            <a:endParaRPr lang="pt-BR" sz="900" dirty="0"/>
          </a:p>
          <a:p>
            <a:r>
              <a:rPr lang="pt-BR" sz="900" dirty="0" err="1"/>
              <a:t>from</a:t>
            </a:r>
            <a:r>
              <a:rPr lang="pt-BR" sz="900" dirty="0"/>
              <a:t> </a:t>
            </a:r>
            <a:r>
              <a:rPr lang="pt-BR" sz="900" dirty="0" err="1"/>
              <a:t>pyspark</a:t>
            </a:r>
            <a:r>
              <a:rPr lang="pt-BR" sz="900" dirty="0"/>
              <a:t> </a:t>
            </a:r>
            <a:r>
              <a:rPr lang="pt-BR" sz="900" dirty="0" err="1"/>
              <a:t>import</a:t>
            </a:r>
            <a:r>
              <a:rPr lang="pt-BR" sz="900" dirty="0"/>
              <a:t> </a:t>
            </a:r>
            <a:r>
              <a:rPr lang="pt-BR" sz="900" dirty="0" err="1"/>
              <a:t>SparkConf</a:t>
            </a:r>
            <a:r>
              <a:rPr lang="pt-BR" sz="900" dirty="0"/>
              <a:t>, </a:t>
            </a:r>
            <a:r>
              <a:rPr lang="pt-BR" sz="900" dirty="0" err="1"/>
              <a:t>SparkContext</a:t>
            </a:r>
            <a:endParaRPr lang="pt-BR" sz="900" dirty="0"/>
          </a:p>
          <a:p>
            <a:endParaRPr lang="pt-BR" sz="900" dirty="0"/>
          </a:p>
          <a:p>
            <a:r>
              <a:rPr lang="pt-BR" sz="900" dirty="0"/>
              <a:t>#for </a:t>
            </a:r>
            <a:r>
              <a:rPr lang="pt-BR" sz="900" dirty="0" err="1"/>
              <a:t>SparkConf</a:t>
            </a:r>
            <a:r>
              <a:rPr lang="pt-BR" sz="900" dirty="0"/>
              <a:t>() </a:t>
            </a:r>
            <a:r>
              <a:rPr lang="pt-BR" sz="900" dirty="0" err="1"/>
              <a:t>check</a:t>
            </a:r>
            <a:r>
              <a:rPr lang="pt-BR" sz="900" dirty="0"/>
              <a:t> out http://spark.apache.org/docs/latest/configuration.html</a:t>
            </a:r>
          </a:p>
          <a:p>
            <a:r>
              <a:rPr lang="pt-BR" sz="900" dirty="0" err="1"/>
              <a:t>conf</a:t>
            </a:r>
            <a:r>
              <a:rPr lang="pt-BR" sz="900" dirty="0"/>
              <a:t> = (</a:t>
            </a:r>
            <a:r>
              <a:rPr lang="pt-BR" sz="900" dirty="0" err="1"/>
              <a:t>SparkConf</a:t>
            </a:r>
            <a:r>
              <a:rPr lang="pt-BR" sz="900" dirty="0"/>
              <a:t>()</a:t>
            </a:r>
          </a:p>
          <a:p>
            <a:r>
              <a:rPr lang="pt-BR" sz="900" dirty="0"/>
              <a:t>         .</a:t>
            </a:r>
            <a:r>
              <a:rPr lang="pt-BR" sz="900" dirty="0" err="1"/>
              <a:t>setMaster</a:t>
            </a:r>
            <a:r>
              <a:rPr lang="pt-BR" sz="900" dirty="0"/>
              <a:t>("local")</a:t>
            </a:r>
          </a:p>
          <a:p>
            <a:r>
              <a:rPr lang="pt-BR" sz="900" dirty="0"/>
              <a:t>         .</a:t>
            </a:r>
            <a:r>
              <a:rPr lang="pt-BR" sz="900" dirty="0" err="1"/>
              <a:t>setAppName</a:t>
            </a:r>
            <a:r>
              <a:rPr lang="pt-BR" sz="900" dirty="0"/>
              <a:t>("</a:t>
            </a:r>
            <a:r>
              <a:rPr lang="pt-BR" sz="900" dirty="0" err="1"/>
              <a:t>WordCounter</a:t>
            </a:r>
            <a:r>
              <a:rPr lang="pt-BR" sz="900" dirty="0"/>
              <a:t>")</a:t>
            </a:r>
          </a:p>
          <a:p>
            <a:r>
              <a:rPr lang="pt-BR" sz="900" dirty="0"/>
              <a:t>         .set("</a:t>
            </a:r>
            <a:r>
              <a:rPr lang="pt-BR" sz="900" dirty="0" err="1"/>
              <a:t>spark.executor.memory</a:t>
            </a:r>
            <a:r>
              <a:rPr lang="pt-BR" sz="900" dirty="0"/>
              <a:t>", "1g"))</a:t>
            </a:r>
          </a:p>
          <a:p>
            <a:r>
              <a:rPr lang="pt-BR" sz="900" dirty="0" err="1"/>
              <a:t>sc</a:t>
            </a:r>
            <a:r>
              <a:rPr lang="pt-BR" sz="900" dirty="0"/>
              <a:t> = </a:t>
            </a:r>
            <a:r>
              <a:rPr lang="pt-BR" sz="900" dirty="0" err="1"/>
              <a:t>SparkContext</a:t>
            </a:r>
            <a:r>
              <a:rPr lang="pt-BR" sz="900" dirty="0"/>
              <a:t>(</a:t>
            </a:r>
            <a:r>
              <a:rPr lang="pt-BR" sz="900" dirty="0" err="1"/>
              <a:t>conf</a:t>
            </a:r>
            <a:r>
              <a:rPr lang="pt-BR" sz="900" dirty="0"/>
              <a:t> = </a:t>
            </a:r>
            <a:r>
              <a:rPr lang="pt-BR" sz="900" dirty="0" err="1"/>
              <a:t>conf</a:t>
            </a:r>
            <a:r>
              <a:rPr lang="pt-BR" sz="900" dirty="0"/>
              <a:t>)</a:t>
            </a:r>
          </a:p>
          <a:p>
            <a:endParaRPr lang="pt-BR" sz="900" dirty="0"/>
          </a:p>
          <a:p>
            <a:r>
              <a:rPr lang="pt-BR" sz="900" dirty="0"/>
              <a:t>print("</a:t>
            </a:r>
            <a:r>
              <a:rPr lang="pt-BR" sz="900" dirty="0" err="1"/>
              <a:t>Launch</a:t>
            </a:r>
            <a:r>
              <a:rPr lang="pt-BR" sz="900" dirty="0"/>
              <a:t> App..")</a:t>
            </a:r>
          </a:p>
          <a:p>
            <a:r>
              <a:rPr lang="pt-BR" sz="900" dirty="0" err="1"/>
              <a:t>if</a:t>
            </a:r>
            <a:r>
              <a:rPr lang="pt-BR" sz="900" dirty="0"/>
              <a:t> __</a:t>
            </a:r>
            <a:r>
              <a:rPr lang="pt-BR" sz="900" dirty="0" err="1"/>
              <a:t>name</a:t>
            </a:r>
            <a:r>
              <a:rPr lang="pt-BR" sz="900" dirty="0"/>
              <a:t>__ == "__</a:t>
            </a:r>
            <a:r>
              <a:rPr lang="pt-BR" sz="900" dirty="0" err="1"/>
              <a:t>main</a:t>
            </a:r>
            <a:r>
              <a:rPr lang="pt-BR" sz="900" dirty="0"/>
              <a:t>__":</a:t>
            </a:r>
          </a:p>
          <a:p>
            <a:r>
              <a:rPr lang="pt-BR" sz="900" dirty="0"/>
              <a:t>	print("</a:t>
            </a:r>
            <a:r>
              <a:rPr lang="pt-BR" sz="900" dirty="0" err="1"/>
              <a:t>Initiating</a:t>
            </a:r>
            <a:r>
              <a:rPr lang="pt-BR" sz="900" dirty="0"/>
              <a:t> </a:t>
            </a:r>
            <a:r>
              <a:rPr lang="pt-BR" sz="900" dirty="0" err="1"/>
              <a:t>main</a:t>
            </a:r>
            <a:r>
              <a:rPr lang="pt-BR" sz="900" dirty="0"/>
              <a:t>..")</a:t>
            </a:r>
          </a:p>
          <a:p>
            <a:r>
              <a:rPr lang="pt-BR" sz="900" dirty="0"/>
              <a:t>	</a:t>
            </a:r>
          </a:p>
          <a:p>
            <a:r>
              <a:rPr lang="pt-BR" sz="900" dirty="0"/>
              <a:t>	</a:t>
            </a:r>
            <a:r>
              <a:rPr lang="pt-BR" sz="900" dirty="0" err="1"/>
              <a:t>inputFile</a:t>
            </a:r>
            <a:r>
              <a:rPr lang="pt-BR" sz="900" dirty="0"/>
              <a:t> = "s3://csds1129/</a:t>
            </a:r>
            <a:r>
              <a:rPr lang="pt-BR" sz="900" dirty="0" err="1"/>
              <a:t>spark-emr</a:t>
            </a:r>
            <a:r>
              <a:rPr lang="pt-BR" sz="900" dirty="0"/>
              <a:t>/input.txt"</a:t>
            </a:r>
          </a:p>
          <a:p>
            <a:r>
              <a:rPr lang="pt-BR" sz="900" dirty="0"/>
              <a:t>	print("</a:t>
            </a:r>
            <a:r>
              <a:rPr lang="pt-BR" sz="900" dirty="0" err="1"/>
              <a:t>Counting</a:t>
            </a:r>
            <a:r>
              <a:rPr lang="pt-BR" sz="900" dirty="0"/>
              <a:t> words in ", </a:t>
            </a:r>
            <a:r>
              <a:rPr lang="pt-BR" sz="900" dirty="0" err="1"/>
              <a:t>inputFile</a:t>
            </a:r>
            <a:r>
              <a:rPr lang="pt-BR" sz="900" dirty="0"/>
              <a:t>)</a:t>
            </a:r>
          </a:p>
          <a:p>
            <a:r>
              <a:rPr lang="pt-BR" sz="900" dirty="0"/>
              <a:t>	</a:t>
            </a:r>
            <a:r>
              <a:rPr lang="pt-BR" sz="900" dirty="0" err="1"/>
              <a:t>lines</a:t>
            </a:r>
            <a:r>
              <a:rPr lang="pt-BR" sz="900" dirty="0"/>
              <a:t> = </a:t>
            </a:r>
            <a:r>
              <a:rPr lang="pt-BR" sz="900" dirty="0" err="1"/>
              <a:t>sc.textFile</a:t>
            </a:r>
            <a:r>
              <a:rPr lang="pt-BR" sz="900" dirty="0"/>
              <a:t>(</a:t>
            </a:r>
            <a:r>
              <a:rPr lang="pt-BR" sz="900" dirty="0" err="1"/>
              <a:t>inputFile</a:t>
            </a:r>
            <a:r>
              <a:rPr lang="pt-BR" sz="900" dirty="0"/>
              <a:t>)</a:t>
            </a:r>
          </a:p>
          <a:p>
            <a:r>
              <a:rPr lang="pt-BR" sz="900" dirty="0"/>
              <a:t>	</a:t>
            </a:r>
          </a:p>
          <a:p>
            <a:r>
              <a:rPr lang="pt-BR" sz="900" dirty="0"/>
              <a:t>	#for lambdas </a:t>
            </a:r>
            <a:r>
              <a:rPr lang="pt-BR" sz="900" dirty="0" err="1"/>
              <a:t>check</a:t>
            </a:r>
            <a:r>
              <a:rPr lang="pt-BR" sz="900" dirty="0"/>
              <a:t> out https://docs.python.org/3/tutorial/controlflow.html#lambda-expressions</a:t>
            </a:r>
          </a:p>
          <a:p>
            <a:r>
              <a:rPr lang="pt-BR" sz="900" dirty="0"/>
              <a:t>	</a:t>
            </a:r>
            <a:r>
              <a:rPr lang="pt-BR" sz="900" dirty="0" err="1"/>
              <a:t>lines_nonempty</a:t>
            </a:r>
            <a:r>
              <a:rPr lang="pt-BR" sz="900" dirty="0"/>
              <a:t> = </a:t>
            </a:r>
            <a:r>
              <a:rPr lang="pt-BR" sz="900" dirty="0" err="1"/>
              <a:t>lines.filter</a:t>
            </a:r>
            <a:r>
              <a:rPr lang="pt-BR" sz="900" dirty="0"/>
              <a:t>( lambda x: </a:t>
            </a:r>
            <a:r>
              <a:rPr lang="pt-BR" sz="900" dirty="0" err="1"/>
              <a:t>len</a:t>
            </a:r>
            <a:r>
              <a:rPr lang="pt-BR" sz="900" dirty="0"/>
              <a:t>(x) &gt; 0 )</a:t>
            </a:r>
          </a:p>
          <a:p>
            <a:r>
              <a:rPr lang="pt-BR" sz="900" dirty="0"/>
              <a:t>	</a:t>
            </a:r>
            <a:r>
              <a:rPr lang="pt-BR" sz="900" dirty="0" err="1"/>
              <a:t>counts</a:t>
            </a:r>
            <a:r>
              <a:rPr lang="pt-BR" sz="900" dirty="0"/>
              <a:t> = </a:t>
            </a:r>
            <a:r>
              <a:rPr lang="pt-BR" sz="900" dirty="0" err="1"/>
              <a:t>lines_nonempty.flatMap</a:t>
            </a:r>
            <a:r>
              <a:rPr lang="pt-BR" sz="900" dirty="0"/>
              <a:t>(lambda x: </a:t>
            </a:r>
            <a:r>
              <a:rPr lang="pt-BR" sz="900" dirty="0" err="1"/>
              <a:t>x.split</a:t>
            </a:r>
            <a:r>
              <a:rPr lang="pt-BR" sz="900" dirty="0"/>
              <a:t>(' ')) \</a:t>
            </a:r>
          </a:p>
          <a:p>
            <a:r>
              <a:rPr lang="pt-BR" sz="900" dirty="0"/>
              <a:t>	              .</a:t>
            </a:r>
            <a:r>
              <a:rPr lang="pt-BR" sz="900" dirty="0" err="1"/>
              <a:t>map</a:t>
            </a:r>
            <a:r>
              <a:rPr lang="pt-BR" sz="900" dirty="0"/>
              <a:t>(lambda x: (x, 1)) \</a:t>
            </a:r>
          </a:p>
          <a:p>
            <a:r>
              <a:rPr lang="pt-BR" sz="900" dirty="0"/>
              <a:t>	              .</a:t>
            </a:r>
            <a:r>
              <a:rPr lang="pt-BR" sz="900" dirty="0" err="1"/>
              <a:t>reduceByKey</a:t>
            </a:r>
            <a:r>
              <a:rPr lang="pt-BR" sz="900" dirty="0"/>
              <a:t>(</a:t>
            </a:r>
            <a:r>
              <a:rPr lang="pt-BR" sz="900" dirty="0" err="1"/>
              <a:t>add</a:t>
            </a:r>
            <a:r>
              <a:rPr lang="pt-BR" sz="900" dirty="0"/>
              <a:t>)</a:t>
            </a:r>
          </a:p>
          <a:p>
            <a:r>
              <a:rPr lang="pt-BR" sz="900" dirty="0"/>
              <a:t>	output = </a:t>
            </a:r>
            <a:r>
              <a:rPr lang="pt-BR" sz="900" dirty="0" err="1"/>
              <a:t>counts.collect</a:t>
            </a:r>
            <a:r>
              <a:rPr lang="pt-BR" sz="900" dirty="0"/>
              <a:t>()</a:t>
            </a:r>
          </a:p>
          <a:p>
            <a:r>
              <a:rPr lang="pt-BR" sz="900" dirty="0"/>
              <a:t>	for (word, </a:t>
            </a:r>
            <a:r>
              <a:rPr lang="pt-BR" sz="900" dirty="0" err="1"/>
              <a:t>count</a:t>
            </a:r>
            <a:r>
              <a:rPr lang="pt-BR" sz="900" dirty="0"/>
              <a:t>) in output:</a:t>
            </a:r>
          </a:p>
          <a:p>
            <a:r>
              <a:rPr lang="pt-BR" sz="900" dirty="0"/>
              <a:t>	    print("%s: %i" % (word, </a:t>
            </a:r>
            <a:r>
              <a:rPr lang="pt-BR" sz="900" dirty="0" err="1"/>
              <a:t>count</a:t>
            </a:r>
            <a:r>
              <a:rPr lang="pt-BR" sz="900" dirty="0"/>
              <a:t>))</a:t>
            </a:r>
          </a:p>
          <a:p>
            <a:endParaRPr lang="pt-BR" sz="900" dirty="0"/>
          </a:p>
          <a:p>
            <a:r>
              <a:rPr lang="pt-BR" sz="900" dirty="0"/>
              <a:t>	</a:t>
            </a:r>
            <a:r>
              <a:rPr lang="pt-BR" sz="900" dirty="0" err="1"/>
              <a:t>sc.stop</a:t>
            </a:r>
            <a:r>
              <a:rPr lang="pt-BR" sz="9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55499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8F3A9-99E3-D2A9-0AE2-7F7D10A6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#10 leia o seu arquivo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10254-5FD6-C992-6232-AF93BCAE5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78" y="685800"/>
            <a:ext cx="4857722" cy="1831489"/>
          </a:xfrm>
        </p:spPr>
        <p:txBody>
          <a:bodyPr/>
          <a:lstStyle/>
          <a:p>
            <a:r>
              <a:rPr lang="pt-BR" dirty="0"/>
              <a:t>Em </a:t>
            </a:r>
            <a:r>
              <a:rPr lang="pt-BR" dirty="0" err="1"/>
              <a:t>inputfile</a:t>
            </a:r>
            <a:r>
              <a:rPr lang="pt-BR" dirty="0"/>
              <a:t>, chame a sua URL S3.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9F6EF8-6738-0CF0-6FFF-4EB5FD716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045872A-F983-A0AE-2023-F0A2410A1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97" y="1504164"/>
            <a:ext cx="5210902" cy="638264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D209B0E-E7D8-E0D1-49B0-D29C829693F4}"/>
              </a:ext>
            </a:extLst>
          </p:cNvPr>
          <p:cNvSpPr txBox="1">
            <a:spLocks/>
          </p:cNvSpPr>
          <p:nvPr/>
        </p:nvSpPr>
        <p:spPr>
          <a:xfrm>
            <a:off x="457200" y="2960792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#11 rode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1E8448A-D2D7-FD84-AB7F-74139D86A6C4}"/>
              </a:ext>
            </a:extLst>
          </p:cNvPr>
          <p:cNvSpPr txBox="1">
            <a:spLocks/>
          </p:cNvSpPr>
          <p:nvPr/>
        </p:nvSpPr>
        <p:spPr>
          <a:xfrm>
            <a:off x="3829078" y="3075791"/>
            <a:ext cx="4857722" cy="18314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dirty="0"/>
              <a:t>spark-submit wordcount.py | tee output.txt</a:t>
            </a:r>
          </a:p>
          <a:p>
            <a:r>
              <a:rPr lang="en-US" dirty="0"/>
              <a:t>less output.txt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9E0D2AF-1654-282A-9631-99D96914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78" y="4063719"/>
            <a:ext cx="4857722" cy="24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3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2BF49-3108-29AC-38C6-195673A6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Spark </a:t>
            </a:r>
            <a:r>
              <a:rPr lang="pt-BR" dirty="0" err="1"/>
              <a:t>Documentation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8775A5-096D-9055-7175-A49673720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hlinkClick r:id="rId2"/>
              </a:rPr>
              <a:t>Documentation</a:t>
            </a:r>
            <a:r>
              <a:rPr lang="pt-BR" dirty="0">
                <a:hlinkClick r:id="rId2"/>
              </a:rPr>
              <a:t> | Apache Spark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F32EC4-D528-A96F-B017-0E52D3621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B5C92E-C5CD-1F19-5442-15AAE0156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053" y="1913828"/>
            <a:ext cx="7144747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05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73C21-16A4-14F2-D99B-7446D203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Desligue o seu </a:t>
            </a:r>
            <a:r>
              <a:rPr lang="pt-BR" dirty="0" err="1"/>
              <a:t>lab</a:t>
            </a:r>
            <a:r>
              <a:rPr lang="pt-BR" dirty="0"/>
              <a:t> para economizar créditos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0EB6D-88DE-543B-5E68-8B137B2A3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Clique em "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Lab</a:t>
            </a:r>
            <a:r>
              <a:rPr lang="pt-BR" dirty="0"/>
              <a:t>"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EA7EE8-E999-944D-8338-559207D0A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6590750-F7BD-1776-4413-841B0CC19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267" y="2381120"/>
            <a:ext cx="2676899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01402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10117</TotalTime>
  <Words>946</Words>
  <Application>Microsoft Office PowerPoint</Application>
  <PresentationFormat>Apresentação na tela (4:3)</PresentationFormat>
  <Paragraphs>108</Paragraphs>
  <Slides>18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MS PGothic</vt:lpstr>
      <vt:lpstr>Arial</vt:lpstr>
      <vt:lpstr>Arial Unicode MS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AWS Academy</vt:lpstr>
      <vt:lpstr>Meu Map-Reduce sessão de lab</vt:lpstr>
      <vt:lpstr>INTRODUÇÃO</vt:lpstr>
      <vt:lpstr>Map Reduce</vt:lpstr>
      <vt:lpstr>Conceito: cluster EMR – Elastic Map Reduce</vt:lpstr>
      <vt:lpstr>Iniciar lab</vt:lpstr>
      <vt:lpstr>#1 Criando um EMR</vt:lpstr>
      <vt:lpstr>#2 Aguardar</vt:lpstr>
      <vt:lpstr>Conceito: arquitetura disponibilizada</vt:lpstr>
      <vt:lpstr>#3 Abrir porta do nó primário no firewall</vt:lpstr>
      <vt:lpstr>#4 Fazer upload do texto no S3</vt:lpstr>
      <vt:lpstr>#5 Deixar o seu arquivo público</vt:lpstr>
      <vt:lpstr>#6 Conectando-se ao nó primário</vt:lpstr>
      <vt:lpstr>#7 criar wordcount.py</vt:lpstr>
      <vt:lpstr>#10 leia o seu arquivo</vt:lpstr>
      <vt:lpstr>Spark Documentation</vt:lpstr>
      <vt:lpstr>Desligue o seu lab para economizar créditos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4</cp:revision>
  <cp:lastPrinted>2021-08-26T16:13:06Z</cp:lastPrinted>
  <dcterms:created xsi:type="dcterms:W3CDTF">2014-02-07T03:47:22Z</dcterms:created>
  <dcterms:modified xsi:type="dcterms:W3CDTF">2024-04-28T23:24:59Z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