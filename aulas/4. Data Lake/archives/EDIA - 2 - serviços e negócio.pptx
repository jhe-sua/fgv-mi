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heme/theme2.xml" ContentType="application/vnd.openxmlformats-officedocument.theme+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notesSlides/notesSlide2.xml" ContentType="application/vnd.openxmlformats-officedocument.presentationml.notesSlide+xml"/>
  <Override PartName="/ppt/tags/tag24.xml" ContentType="application/vnd.openxmlformats-officedocument.presentationml.tags+xml"/>
  <Override PartName="/ppt/notesSlides/notesSlide3.xml" ContentType="application/vnd.openxmlformats-officedocument.presentationml.notesSlide+xml"/>
  <Override PartName="/ppt/tags/tag25.xml" ContentType="application/vnd.openxmlformats-officedocument.presentationml.tags+xml"/>
  <Override PartName="/ppt/notesSlides/notesSlide4.xml" ContentType="application/vnd.openxmlformats-officedocument.presentationml.notesSlide+xml"/>
  <Override PartName="/ppt/tags/tag26.xml" ContentType="application/vnd.openxmlformats-officedocument.presentationml.tags+xml"/>
  <Override PartName="/ppt/notesSlides/notesSlide5.xml" ContentType="application/vnd.openxmlformats-officedocument.presentationml.notesSlide+xml"/>
  <Override PartName="/ppt/tags/tag27.xml" ContentType="application/vnd.openxmlformats-officedocument.presentationml.tags+xml"/>
  <Override PartName="/ppt/notesSlides/notesSlide6.xml" ContentType="application/vnd.openxmlformats-officedocument.presentationml.notesSlide+xml"/>
  <Override PartName="/ppt/tags/tag28.xml" ContentType="application/vnd.openxmlformats-officedocument.presentationml.tags+xml"/>
  <Override PartName="/ppt/notesSlides/notesSlide7.xml" ContentType="application/vnd.openxmlformats-officedocument.presentationml.notesSlide+xml"/>
  <Override PartName="/ppt/tags/tag29.xml" ContentType="application/vnd.openxmlformats-officedocument.presentationml.tags+xml"/>
  <Override PartName="/ppt/notesSlides/notesSlide8.xml" ContentType="application/vnd.openxmlformats-officedocument.presentationml.notesSlide+xml"/>
  <Override PartName="/ppt/tags/tag30.xml" ContentType="application/vnd.openxmlformats-officedocument.presentationml.tags+xml"/>
  <Override PartName="/ppt/notesSlides/notesSlide9.xml" ContentType="application/vnd.openxmlformats-officedocument.presentationml.notesSlide+xml"/>
  <Override PartName="/ppt/tags/tag31.xml" ContentType="application/vnd.openxmlformats-officedocument.presentationml.tags+xml"/>
  <Override PartName="/ppt/notesSlides/notesSlide10.xml" ContentType="application/vnd.openxmlformats-officedocument.presentationml.notesSlide+xml"/>
  <Override PartName="/ppt/tags/tag32.xml" ContentType="application/vnd.openxmlformats-officedocument.presentationml.tags+xml"/>
  <Override PartName="/ppt/notesSlides/notesSlide11.xml" ContentType="application/vnd.openxmlformats-officedocument.presentationml.notesSlide+xml"/>
  <Override PartName="/ppt/tags/tag33.xml" ContentType="application/vnd.openxmlformats-officedocument.presentationml.tags+xml"/>
  <Override PartName="/ppt/notesSlides/notesSlide12.xml" ContentType="application/vnd.openxmlformats-officedocument.presentationml.notesSlide+xml"/>
  <Override PartName="/ppt/tags/tag34.xml" ContentType="application/vnd.openxmlformats-officedocument.presentationml.tags+xml"/>
  <Override PartName="/ppt/notesSlides/notesSlide13.xml" ContentType="application/vnd.openxmlformats-officedocument.presentationml.notesSlide+xml"/>
  <Override PartName="/ppt/tags/tag35.xml" ContentType="application/vnd.openxmlformats-officedocument.presentationml.tags+xml"/>
  <Override PartName="/ppt/notesSlides/notesSlide14.xml" ContentType="application/vnd.openxmlformats-officedocument.presentationml.notesSlide+xml"/>
  <Override PartName="/ppt/tags/tag36.xml" ContentType="application/vnd.openxmlformats-officedocument.presentationml.tags+xml"/>
  <Override PartName="/ppt/notesSlides/notesSlide15.xml" ContentType="application/vnd.openxmlformats-officedocument.presentationml.notesSlide+xml"/>
  <Override PartName="/ppt/tags/tag37.xml" ContentType="application/vnd.openxmlformats-officedocument.presentationml.tags+xml"/>
  <Override PartName="/ppt/notesSlides/notesSlide16.xml" ContentType="application/vnd.openxmlformats-officedocument.presentationml.notesSlide+xml"/>
  <Override PartName="/ppt/tags/tag38.xml" ContentType="application/vnd.openxmlformats-officedocument.presentationml.tags+xml"/>
  <Override PartName="/ppt/notesSlides/notesSlide17.xml" ContentType="application/vnd.openxmlformats-officedocument.presentationml.notesSlide+xml"/>
  <Override PartName="/ppt/tags/tag39.xml" ContentType="application/vnd.openxmlformats-officedocument.presentationml.tags+xml"/>
  <Override PartName="/ppt/notesSlides/notesSlide18.xml" ContentType="application/vnd.openxmlformats-officedocument.presentationml.notesSlide+xml"/>
  <Override PartName="/ppt/tags/tag40.xml" ContentType="application/vnd.openxmlformats-officedocument.presentationml.tags+xml"/>
  <Override PartName="/ppt/notesSlides/notesSlide19.xml" ContentType="application/vnd.openxmlformats-officedocument.presentationml.notesSlide+xml"/>
  <Override PartName="/ppt/tags/tag41.xml" ContentType="application/vnd.openxmlformats-officedocument.presentationml.tags+xml"/>
  <Override PartName="/ppt/notesSlides/notesSlide20.xml" ContentType="application/vnd.openxmlformats-officedocument.presentationml.notesSlide+xml"/>
  <Override PartName="/ppt/tags/tag42.xml" ContentType="application/vnd.openxmlformats-officedocument.presentationml.tags+xml"/>
  <Override PartName="/ppt/notesSlides/notesSlide21.xml" ContentType="application/vnd.openxmlformats-officedocument.presentationml.notesSlide+xml"/>
  <Override PartName="/ppt/tags/tag43.xml" ContentType="application/vnd.openxmlformats-officedocument.presentationml.tags+xml"/>
  <Override PartName="/ppt/notesSlides/notesSlide22.xml" ContentType="application/vnd.openxmlformats-officedocument.presentationml.notesSlide+xml"/>
  <Override PartName="/ppt/tags/tag44.xml" ContentType="application/vnd.openxmlformats-officedocument.presentationml.tags+xml"/>
  <Override PartName="/ppt/notesSlides/notesSlide23.xml" ContentType="application/vnd.openxmlformats-officedocument.presentationml.notesSlide+xml"/>
  <Override PartName="/ppt/tags/tag45.xml" ContentType="application/vnd.openxmlformats-officedocument.presentationml.tags+xml"/>
  <Override PartName="/ppt/notesSlides/notesSlide24.xml" ContentType="application/vnd.openxmlformats-officedocument.presentationml.notesSlide+xml"/>
  <Override PartName="/ppt/tags/tag46.xml" ContentType="application/vnd.openxmlformats-officedocument.presentationml.tags+xml"/>
  <Override PartName="/ppt/notesSlides/notesSlide25.xml" ContentType="application/vnd.openxmlformats-officedocument.presentationml.notesSlide+xml"/>
  <Override PartName="/ppt/tags/tag47.xml" ContentType="application/vnd.openxmlformats-officedocument.presentationml.tags+xml"/>
  <Override PartName="/ppt/notesSlides/notesSlide26.xml" ContentType="application/vnd.openxmlformats-officedocument.presentationml.notesSlide+xml"/>
  <Override PartName="/ppt/tags/tag48.xml" ContentType="application/vnd.openxmlformats-officedocument.presentationml.tags+xml"/>
  <Override PartName="/ppt/notesSlides/notesSlide27.xml" ContentType="application/vnd.openxmlformats-officedocument.presentationml.notesSlide+xml"/>
  <Override PartName="/ppt/tags/tag49.xml" ContentType="application/vnd.openxmlformats-officedocument.presentationml.tags+xml"/>
  <Override PartName="/ppt/notesSlides/notesSlide28.xml" ContentType="application/vnd.openxmlformats-officedocument.presentationml.notesSlide+xml"/>
  <Override PartName="/ppt/tags/tag50.xml" ContentType="application/vnd.openxmlformats-officedocument.presentationml.tags+xml"/>
  <Override PartName="/ppt/notesSlides/notesSlide29.xml" ContentType="application/vnd.openxmlformats-officedocument.presentationml.notesSlide+xml"/>
  <Override PartName="/ppt/tags/tag51.xml" ContentType="application/vnd.openxmlformats-officedocument.presentationml.tags+xml"/>
  <Override PartName="/ppt/notesSlides/notesSlide30.xml" ContentType="application/vnd.openxmlformats-officedocument.presentationml.notesSlide+xml"/>
  <Override PartName="/ppt/tags/tag52.xml" ContentType="application/vnd.openxmlformats-officedocument.presentationml.tags+xml"/>
  <Override PartName="/ppt/notesSlides/notesSlide31.xml" ContentType="application/vnd.openxmlformats-officedocument.presentationml.notesSlide+xml"/>
  <Override PartName="/ppt/tags/tag53.xml" ContentType="application/vnd.openxmlformats-officedocument.presentationml.tags+xml"/>
  <Override PartName="/ppt/notesSlides/notesSlide32.xml" ContentType="application/vnd.openxmlformats-officedocument.presentationml.notesSlide+xml"/>
  <Override PartName="/ppt/tags/tag54.xml" ContentType="application/vnd.openxmlformats-officedocument.presentationml.tags+xml"/>
  <Override PartName="/ppt/notesSlides/notesSlide33.xml" ContentType="application/vnd.openxmlformats-officedocument.presentationml.notesSlide+xml"/>
  <Override PartName="/ppt/tags/tag55.xml" ContentType="application/vnd.openxmlformats-officedocument.presentationml.tags+xml"/>
  <Override PartName="/ppt/notesSlides/notesSlide34.xml" ContentType="application/vnd.openxmlformats-officedocument.presentationml.notesSlide+xml"/>
  <Override PartName="/ppt/tags/tag56.xml" ContentType="application/vnd.openxmlformats-officedocument.presentationml.tags+xml"/>
  <Override PartName="/ppt/notesSlides/notesSlide35.xml" ContentType="application/vnd.openxmlformats-officedocument.presentationml.notesSlide+xml"/>
  <Override PartName="/ppt/tags/tag57.xml" ContentType="application/vnd.openxmlformats-officedocument.presentationml.tags+xml"/>
  <Override PartName="/ppt/notesSlides/notesSlide36.xml" ContentType="application/vnd.openxmlformats-officedocument.presentationml.notesSlide+xml"/>
  <Override PartName="/ppt/tags/tag58.xml" ContentType="application/vnd.openxmlformats-officedocument.presentationml.tags+xml"/>
  <Override PartName="/ppt/notesSlides/notesSlide37.xml" ContentType="application/vnd.openxmlformats-officedocument.presentationml.notesSlide+xml"/>
  <Override PartName="/ppt/tags/tag59.xml" ContentType="application/vnd.openxmlformats-officedocument.presentationml.tags+xml"/>
  <Override PartName="/ppt/notesSlides/notesSlide38.xml" ContentType="application/vnd.openxmlformats-officedocument.presentationml.notesSlide+xml"/>
  <Override PartName="/ppt/tags/tag60.xml" ContentType="application/vnd.openxmlformats-officedocument.presentationml.tags+xml"/>
  <Override PartName="/ppt/notesSlides/notesSlide39.xml" ContentType="application/vnd.openxmlformats-officedocument.presentationml.notesSlide+xml"/>
  <Override PartName="/ppt/tags/tag61.xml" ContentType="application/vnd.openxmlformats-officedocument.presentationml.tags+xml"/>
  <Override PartName="/ppt/notesSlides/notesSlide40.xml" ContentType="application/vnd.openxmlformats-officedocument.presentationml.notesSlide+xml"/>
  <Override PartName="/ppt/tags/tag62.xml" ContentType="application/vnd.openxmlformats-officedocument.presentationml.tags+xml"/>
  <Override PartName="/ppt/notesSlides/notesSlide41.xml" ContentType="application/vnd.openxmlformats-officedocument.presentationml.notesSlide+xml"/>
  <Override PartName="/ppt/tags/tag63.xml" ContentType="application/vnd.openxmlformats-officedocument.presentationml.tags+xml"/>
  <Override PartName="/ppt/notesSlides/notesSlide42.xml" ContentType="application/vnd.openxmlformats-officedocument.presentationml.notesSlide+xml"/>
  <Override PartName="/ppt/tags/tag64.xml" ContentType="application/vnd.openxmlformats-officedocument.presentationml.tags+xml"/>
  <Override PartName="/ppt/notesSlides/notesSlide43.xml" ContentType="application/vnd.openxmlformats-officedocument.presentationml.notesSlide+xml"/>
  <Override PartName="/ppt/tags/tag65.xml" ContentType="application/vnd.openxmlformats-officedocument.presentationml.tags+xml"/>
  <Override PartName="/ppt/notesSlides/notesSlide44.xml" ContentType="application/vnd.openxmlformats-officedocument.presentationml.notesSlide+xml"/>
  <Override PartName="/ppt/tags/tag66.xml" ContentType="application/vnd.openxmlformats-officedocument.presentationml.tags+xml"/>
  <Override PartName="/ppt/notesSlides/notesSlide45.xml" ContentType="application/vnd.openxmlformats-officedocument.presentationml.notesSlide+xml"/>
  <Override PartName="/ppt/tags/tag67.xml" ContentType="application/vnd.openxmlformats-officedocument.presentationml.tags+xml"/>
  <Override PartName="/ppt/notesSlides/notesSlide46.xml" ContentType="application/vnd.openxmlformats-officedocument.presentationml.notesSlide+xml"/>
  <Override PartName="/ppt/tags/tag68.xml" ContentType="application/vnd.openxmlformats-officedocument.presentationml.tags+xml"/>
  <Override PartName="/ppt/notesSlides/notesSlide47.xml" ContentType="application/vnd.openxmlformats-officedocument.presentationml.notesSlide+xml"/>
  <Override PartName="/ppt/tags/tag69.xml" ContentType="application/vnd.openxmlformats-officedocument.presentationml.tags+xml"/>
  <Override PartName="/ppt/notesSlides/notesSlide48.xml" ContentType="application/vnd.openxmlformats-officedocument.presentationml.notesSlide+xml"/>
  <Override PartName="/ppt/tags/tag70.xml" ContentType="application/vnd.openxmlformats-officedocument.presentationml.tags+xml"/>
  <Override PartName="/ppt/notesSlides/notesSlide49.xml" ContentType="application/vnd.openxmlformats-officedocument.presentationml.notesSlide+xml"/>
  <Override PartName="/ppt/tags/tag71.xml" ContentType="application/vnd.openxmlformats-officedocument.presentationml.tags+xml"/>
  <Override PartName="/ppt/notesSlides/notesSlide50.xml" ContentType="application/vnd.openxmlformats-officedocument.presentationml.notesSlide+xml"/>
  <Override PartName="/ppt/tags/tag72.xml" ContentType="application/vnd.openxmlformats-officedocument.presentationml.tags+xml"/>
  <Override PartName="/ppt/notesSlides/notesSlide51.xml" ContentType="application/vnd.openxmlformats-officedocument.presentationml.notesSlide+xml"/>
  <Override PartName="/ppt/tags/tag73.xml" ContentType="application/vnd.openxmlformats-officedocument.presentationml.tags+xml"/>
  <Override PartName="/ppt/notesSlides/notesSlide52.xml" ContentType="application/vnd.openxmlformats-officedocument.presentationml.notesSlide+xml"/>
  <Override PartName="/ppt/tags/tag74.xml" ContentType="application/vnd.openxmlformats-officedocument.presentationml.tags+xml"/>
  <Override PartName="/ppt/notesSlides/notesSlide53.xml" ContentType="application/vnd.openxmlformats-officedocument.presentationml.notesSlide+xml"/>
  <Override PartName="/ppt/tags/tag75.xml" ContentType="application/vnd.openxmlformats-officedocument.presentationml.tags+xml"/>
  <Override PartName="/ppt/notesSlides/notesSlide54.xml" ContentType="application/vnd.openxmlformats-officedocument.presentationml.notesSlide+xml"/>
  <Override PartName="/ppt/tags/tag76.xml" ContentType="application/vnd.openxmlformats-officedocument.presentationml.tags+xml"/>
  <Override PartName="/ppt/notesSlides/notesSlide55.xml" ContentType="application/vnd.openxmlformats-officedocument.presentationml.notesSlide+xml"/>
  <Override PartName="/ppt/tags/tag77.xml" ContentType="application/vnd.openxmlformats-officedocument.presentationml.tags+xml"/>
  <Override PartName="/ppt/notesSlides/notesSlide56.xml" ContentType="application/vnd.openxmlformats-officedocument.presentationml.notesSlide+xml"/>
  <Override PartName="/ppt/tags/tag78.xml" ContentType="application/vnd.openxmlformats-officedocument.presentationml.tags+xml"/>
  <Override PartName="/ppt/notesSlides/notesSlide57.xml" ContentType="application/vnd.openxmlformats-officedocument.presentationml.notesSlide+xml"/>
  <Override PartName="/ppt/tags/tag79.xml" ContentType="application/vnd.openxmlformats-officedocument.presentationml.tags+xml"/>
  <Override PartName="/ppt/notesSlides/notesSlide58.xml" ContentType="application/vnd.openxmlformats-officedocument.presentationml.notesSlide+xml"/>
  <Override PartName="/ppt/tags/tag80.xml" ContentType="application/vnd.openxmlformats-officedocument.presentationml.tags+xml"/>
  <Override PartName="/ppt/notesSlides/notesSlide59.xml" ContentType="application/vnd.openxmlformats-officedocument.presentationml.notesSlide+xml"/>
  <Override PartName="/ppt/tags/tag81.xml" ContentType="application/vnd.openxmlformats-officedocument.presentationml.tags+xml"/>
  <Override PartName="/ppt/notesSlides/notesSlide60.xml" ContentType="application/vnd.openxmlformats-officedocument.presentationml.notesSlide+xml"/>
  <Override PartName="/ppt/tags/tag82.xml" ContentType="application/vnd.openxmlformats-officedocument.presentationml.tags+xml"/>
  <Override PartName="/ppt/notesSlides/notesSlide61.xml" ContentType="application/vnd.openxmlformats-officedocument.presentationml.notesSlide+xml"/>
  <Override PartName="/ppt/tags/tag83.xml" ContentType="application/vnd.openxmlformats-officedocument.presentationml.tags+xml"/>
  <Override PartName="/ppt/notesSlides/notesSlide62.xml" ContentType="application/vnd.openxmlformats-officedocument.presentationml.notesSlide+xml"/>
  <Override PartName="/ppt/tags/tag84.xml" ContentType="application/vnd.openxmlformats-officedocument.presentationml.tags+xml"/>
  <Override PartName="/ppt/notesSlides/notesSlide63.xml" ContentType="application/vnd.openxmlformats-officedocument.presentationml.notesSlide+xml"/>
  <Override PartName="/ppt/tags/tag85.xml" ContentType="application/vnd.openxmlformats-officedocument.presentationml.tags+xml"/>
  <Override PartName="/ppt/notesSlides/notesSlide64.xml" ContentType="application/vnd.openxmlformats-officedocument.presentationml.notesSlide+xml"/>
  <Override PartName="/ppt/tags/tag86.xml" ContentType="application/vnd.openxmlformats-officedocument.presentationml.tags+xml"/>
  <Override PartName="/ppt/notesSlides/notesSlide65.xml" ContentType="application/vnd.openxmlformats-officedocument.presentationml.notesSlide+xml"/>
  <Override PartName="/ppt/tags/tag87.xml" ContentType="application/vnd.openxmlformats-officedocument.presentationml.tags+xml"/>
  <Override PartName="/ppt/notesSlides/notesSlide66.xml" ContentType="application/vnd.openxmlformats-officedocument.presentationml.notesSlide+xml"/>
  <Override PartName="/ppt/tags/tag88.xml" ContentType="application/vnd.openxmlformats-officedocument.presentationml.tags+xml"/>
  <Override PartName="/ppt/notesSlides/notesSlide67.xml" ContentType="application/vnd.openxmlformats-officedocument.presentationml.notesSlide+xml"/>
  <Override PartName="/ppt/tags/tag89.xml" ContentType="application/vnd.openxmlformats-officedocument.presentationml.tags+xml"/>
  <Override PartName="/ppt/notesSlides/notesSlide68.xml" ContentType="application/vnd.openxmlformats-officedocument.presentationml.notesSlide+xml"/>
  <Override PartName="/ppt/tags/tag90.xml" ContentType="application/vnd.openxmlformats-officedocument.presentationml.tags+xml"/>
  <Override PartName="/ppt/notesSlides/notesSlide69.xml" ContentType="application/vnd.openxmlformats-officedocument.presentationml.notesSlide+xml"/>
  <Override PartName="/ppt/tags/tag91.xml" ContentType="application/vnd.openxmlformats-officedocument.presentationml.tags+xml"/>
  <Override PartName="/ppt/notesSlides/notesSlide70.xml" ContentType="application/vnd.openxmlformats-officedocument.presentationml.notesSlide+xml"/>
  <Override PartName="/ppt/tags/tag92.xml" ContentType="application/vnd.openxmlformats-officedocument.presentationml.tags+xml"/>
  <Override PartName="/ppt/notesSlides/notesSlide71.xml" ContentType="application/vnd.openxmlformats-officedocument.presentationml.notesSlide+xml"/>
  <Override PartName="/ppt/tags/tag93.xml" ContentType="application/vnd.openxmlformats-officedocument.presentationml.tags+xml"/>
  <Override PartName="/ppt/notesSlides/notesSlide72.xml" ContentType="application/vnd.openxmlformats-officedocument.presentationml.notesSlide+xml"/>
  <Override PartName="/ppt/tags/tag94.xml" ContentType="application/vnd.openxmlformats-officedocument.presentationml.tags+xml"/>
  <Override PartName="/ppt/notesSlides/notesSlide73.xml" ContentType="application/vnd.openxmlformats-officedocument.presentationml.notesSlide+xml"/>
  <Override PartName="/ppt/tags/tag95.xml" ContentType="application/vnd.openxmlformats-officedocument.presentationml.tags+xml"/>
  <Override PartName="/ppt/notesSlides/notesSlide74.xml" ContentType="application/vnd.openxmlformats-officedocument.presentationml.notesSlide+xml"/>
  <Override PartName="/ppt/tags/tag96.xml" ContentType="application/vnd.openxmlformats-officedocument.presentationml.tags+xml"/>
  <Override PartName="/ppt/notesSlides/notesSlide75.xml" ContentType="application/vnd.openxmlformats-officedocument.presentationml.notesSlide+xml"/>
  <Override PartName="/ppt/tags/tag97.xml" ContentType="application/vnd.openxmlformats-officedocument.presentationml.tags+xml"/>
  <Override PartName="/ppt/notesSlides/notesSlide76.xml" ContentType="application/vnd.openxmlformats-officedocument.presentationml.notesSlide+xml"/>
  <Override PartName="/ppt/tags/tag98.xml" ContentType="application/vnd.openxmlformats-officedocument.presentationml.tags+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tags/tag99.xml" ContentType="application/vnd.openxmlformats-officedocument.presentationml.tags+xml"/>
  <Override PartName="/ppt/notesSlides/notesSlide7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8" r:id="rId1"/>
  </p:sldMasterIdLst>
  <p:notesMasterIdLst>
    <p:notesMasterId r:id="rId100"/>
  </p:notesMasterIdLst>
  <p:sldIdLst>
    <p:sldId id="257" r:id="rId2"/>
    <p:sldId id="974" r:id="rId3"/>
    <p:sldId id="977" r:id="rId4"/>
    <p:sldId id="386" r:id="rId5"/>
    <p:sldId id="878" r:id="rId6"/>
    <p:sldId id="391" r:id="rId7"/>
    <p:sldId id="879" r:id="rId8"/>
    <p:sldId id="394" r:id="rId9"/>
    <p:sldId id="395" r:id="rId10"/>
    <p:sldId id="396" r:id="rId11"/>
    <p:sldId id="880" r:id="rId12"/>
    <p:sldId id="873" r:id="rId13"/>
    <p:sldId id="582" r:id="rId14"/>
    <p:sldId id="987" r:id="rId15"/>
    <p:sldId id="978" r:id="rId16"/>
    <p:sldId id="869" r:id="rId17"/>
    <p:sldId id="979" r:id="rId18"/>
    <p:sldId id="980" r:id="rId19"/>
    <p:sldId id="314" r:id="rId20"/>
    <p:sldId id="369" r:id="rId21"/>
    <p:sldId id="870" r:id="rId22"/>
    <p:sldId id="871" r:id="rId23"/>
    <p:sldId id="511" r:id="rId24"/>
    <p:sldId id="371" r:id="rId25"/>
    <p:sldId id="317" r:id="rId26"/>
    <p:sldId id="872" r:id="rId27"/>
    <p:sldId id="981" r:id="rId28"/>
    <p:sldId id="643" r:id="rId29"/>
    <p:sldId id="881" r:id="rId30"/>
    <p:sldId id="882" r:id="rId31"/>
    <p:sldId id="883" r:id="rId32"/>
    <p:sldId id="982" r:id="rId33"/>
    <p:sldId id="432" r:id="rId34"/>
    <p:sldId id="433" r:id="rId35"/>
    <p:sldId id="434" r:id="rId36"/>
    <p:sldId id="983" r:id="rId37"/>
    <p:sldId id="374" r:id="rId38"/>
    <p:sldId id="626" r:id="rId39"/>
    <p:sldId id="988" r:id="rId40"/>
    <p:sldId id="377" r:id="rId41"/>
    <p:sldId id="385" r:id="rId42"/>
    <p:sldId id="625" r:id="rId43"/>
    <p:sldId id="442" r:id="rId44"/>
    <p:sldId id="627" r:id="rId45"/>
    <p:sldId id="380" r:id="rId46"/>
    <p:sldId id="852" r:id="rId47"/>
    <p:sldId id="378" r:id="rId48"/>
    <p:sldId id="382" r:id="rId49"/>
    <p:sldId id="840" r:id="rId50"/>
    <p:sldId id="841" r:id="rId51"/>
    <p:sldId id="420" r:id="rId52"/>
    <p:sldId id="392" r:id="rId53"/>
    <p:sldId id="393" r:id="rId54"/>
    <p:sldId id="402" r:id="rId55"/>
    <p:sldId id="397" r:id="rId56"/>
    <p:sldId id="861" r:id="rId57"/>
    <p:sldId id="850" r:id="rId58"/>
    <p:sldId id="860" r:id="rId59"/>
    <p:sldId id="855" r:id="rId60"/>
    <p:sldId id="1002" r:id="rId61"/>
    <p:sldId id="862" r:id="rId62"/>
    <p:sldId id="437" r:id="rId63"/>
    <p:sldId id="849" r:id="rId64"/>
    <p:sldId id="989" r:id="rId65"/>
    <p:sldId id="991" r:id="rId66"/>
    <p:sldId id="992" r:id="rId67"/>
    <p:sldId id="993" r:id="rId68"/>
    <p:sldId id="997" r:id="rId69"/>
    <p:sldId id="998" r:id="rId70"/>
    <p:sldId id="282" r:id="rId71"/>
    <p:sldId id="331" r:id="rId72"/>
    <p:sldId id="334" r:id="rId73"/>
    <p:sldId id="264" r:id="rId74"/>
    <p:sldId id="330" r:id="rId75"/>
    <p:sldId id="266" r:id="rId76"/>
    <p:sldId id="332" r:id="rId77"/>
    <p:sldId id="267" r:id="rId78"/>
    <p:sldId id="295" r:id="rId79"/>
    <p:sldId id="260" r:id="rId80"/>
    <p:sldId id="268" r:id="rId81"/>
    <p:sldId id="271" r:id="rId82"/>
    <p:sldId id="318" r:id="rId83"/>
    <p:sldId id="325" r:id="rId84"/>
    <p:sldId id="327" r:id="rId85"/>
    <p:sldId id="333" r:id="rId86"/>
    <p:sldId id="296" r:id="rId87"/>
    <p:sldId id="274" r:id="rId88"/>
    <p:sldId id="329" r:id="rId89"/>
    <p:sldId id="298" r:id="rId90"/>
    <p:sldId id="269" r:id="rId91"/>
    <p:sldId id="277" r:id="rId92"/>
    <p:sldId id="283" r:id="rId93"/>
    <p:sldId id="284" r:id="rId94"/>
    <p:sldId id="285" r:id="rId95"/>
    <p:sldId id="1000" r:id="rId96"/>
    <p:sldId id="261" r:id="rId97"/>
    <p:sldId id="1003" r:id="rId98"/>
    <p:sldId id="297" r:id="rId99"/>
  </p:sldIdLst>
  <p:sldSz cx="9144000" cy="6858000" type="screen4x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65">
          <p15:clr>
            <a:srgbClr val="A4A3A4"/>
          </p15:clr>
        </p15:guide>
        <p15:guide id="2" pos="1756">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FCA22E-7756-466D-BDF4-2FC162A7CB10}" v="1" dt="2024-10-11T19:44:18.4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79" autoAdjust="0"/>
    <p:restoredTop sz="95324" autoAdjust="0"/>
  </p:normalViewPr>
  <p:slideViewPr>
    <p:cSldViewPr snapToGrid="0">
      <p:cViewPr varScale="1">
        <p:scale>
          <a:sx n="97" d="100"/>
          <a:sy n="97" d="100"/>
        </p:scale>
        <p:origin x="1986" y="306"/>
      </p:cViewPr>
      <p:guideLst>
        <p:guide orient="horz" pos="1265"/>
        <p:guide pos="1756"/>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úlio César Chaves" userId="2d3e62d851452179" providerId="LiveId" clId="{5A57A17C-D37C-4F70-A6A1-8F703B30E30D}"/>
    <pc:docChg chg="undo redo custSel addSld delSld modSld modMainMaster">
      <pc:chgData name="Júlio César Chaves" userId="2d3e62d851452179" providerId="LiveId" clId="{5A57A17C-D37C-4F70-A6A1-8F703B30E30D}" dt="2024-01-11T18:58:28.300" v="1418" actId="20577"/>
      <pc:docMkLst>
        <pc:docMk/>
      </pc:docMkLst>
      <pc:sldChg chg="modSp del mod">
        <pc:chgData name="Júlio César Chaves" userId="2d3e62d851452179" providerId="LiveId" clId="{5A57A17C-D37C-4F70-A6A1-8F703B30E30D}" dt="2024-01-09T22:53:36.910" v="1077" actId="14100"/>
        <pc:sldMkLst>
          <pc:docMk/>
          <pc:sldMk cId="2259322001" sldId="260"/>
        </pc:sldMkLst>
        <pc:spChg chg="mod">
          <ac:chgData name="Júlio César Chaves" userId="2d3e62d851452179" providerId="LiveId" clId="{5A57A17C-D37C-4F70-A6A1-8F703B30E30D}" dt="2024-01-09T22:53:36.910" v="1077" actId="14100"/>
          <ac:spMkLst>
            <pc:docMk/>
            <pc:sldMk cId="2259322001" sldId="260"/>
            <ac:spMk id="4" creationId="{C465C6E2-9E97-46E9-B36B-3818BD79DDA0}"/>
          </ac:spMkLst>
        </pc:spChg>
      </pc:sldChg>
      <pc:sldChg chg="modSp del mod">
        <pc:chgData name="Júlio César Chaves" userId="2d3e62d851452179" providerId="LiveId" clId="{5A57A17C-D37C-4F70-A6A1-8F703B30E30D}" dt="2024-01-09T22:58:27.974" v="1117" actId="14100"/>
        <pc:sldMkLst>
          <pc:docMk/>
          <pc:sldMk cId="3318095496" sldId="261"/>
        </pc:sldMkLst>
        <pc:spChg chg="mod">
          <ac:chgData name="Júlio César Chaves" userId="2d3e62d851452179" providerId="LiveId" clId="{5A57A17C-D37C-4F70-A6A1-8F703B30E30D}" dt="2024-01-09T22:58:27.974" v="1117" actId="14100"/>
          <ac:spMkLst>
            <pc:docMk/>
            <pc:sldMk cId="3318095496" sldId="261"/>
            <ac:spMk id="4" creationId="{FFBC16DC-14BF-4819-8314-8A20786C849C}"/>
          </ac:spMkLst>
        </pc:spChg>
      </pc:sldChg>
      <pc:sldChg chg="modSp del mod">
        <pc:chgData name="Júlio César Chaves" userId="2d3e62d851452179" providerId="LiveId" clId="{5A57A17C-D37C-4F70-A6A1-8F703B30E30D}" dt="2024-01-09T22:18:49.019" v="339"/>
        <pc:sldMkLst>
          <pc:docMk/>
          <pc:sldMk cId="877254794" sldId="262"/>
        </pc:sldMkLst>
        <pc:spChg chg="mod">
          <ac:chgData name="Júlio César Chaves" userId="2d3e62d851452179" providerId="LiveId" clId="{5A57A17C-D37C-4F70-A6A1-8F703B30E30D}" dt="2024-01-09T22:18:49.019" v="339"/>
          <ac:spMkLst>
            <pc:docMk/>
            <pc:sldMk cId="877254794" sldId="262"/>
            <ac:spMk id="5" creationId="{47F4D37D-CDB3-4688-ADDC-4AA6B038A35A}"/>
          </ac:spMkLst>
        </pc:spChg>
      </pc:sldChg>
      <pc:sldChg chg="del">
        <pc:chgData name="Júlio César Chaves" userId="2d3e62d851452179" providerId="LiveId" clId="{5A57A17C-D37C-4F70-A6A1-8F703B30E30D}" dt="2024-01-09T22:18:49.019" v="339"/>
        <pc:sldMkLst>
          <pc:docMk/>
          <pc:sldMk cId="1667647394" sldId="263"/>
        </pc:sldMkLst>
      </pc:sldChg>
      <pc:sldChg chg="addSp delSp modSp del mod modClrScheme chgLayout">
        <pc:chgData name="Júlio César Chaves" userId="2d3e62d851452179" providerId="LiveId" clId="{5A57A17C-D37C-4F70-A6A1-8F703B30E30D}" dt="2024-01-11T18:47:39.096" v="1349" actId="20577"/>
        <pc:sldMkLst>
          <pc:docMk/>
          <pc:sldMk cId="1712697316" sldId="264"/>
        </pc:sldMkLst>
        <pc:spChg chg="del mod ord">
          <ac:chgData name="Júlio César Chaves" userId="2d3e62d851452179" providerId="LiveId" clId="{5A57A17C-D37C-4F70-A6A1-8F703B30E30D}" dt="2024-01-09T22:46:51.986" v="990" actId="478"/>
          <ac:spMkLst>
            <pc:docMk/>
            <pc:sldMk cId="1712697316" sldId="264"/>
            <ac:spMk id="5" creationId="{2A9BCB29-CC80-4CEF-977B-77EE5A36A992}"/>
          </ac:spMkLst>
        </pc:spChg>
        <pc:spChg chg="mod ord">
          <ac:chgData name="Júlio César Chaves" userId="2d3e62d851452179" providerId="LiveId" clId="{5A57A17C-D37C-4F70-A6A1-8F703B30E30D}" dt="2024-01-11T18:47:39.096" v="1349" actId="20577"/>
          <ac:spMkLst>
            <pc:docMk/>
            <pc:sldMk cId="1712697316" sldId="264"/>
            <ac:spMk id="6" creationId="{60806F5B-27BE-4AB3-8B32-E24E5F1CC54C}"/>
          </ac:spMkLst>
        </pc:spChg>
        <pc:spChg chg="add mod ord">
          <ac:chgData name="Júlio César Chaves" userId="2d3e62d851452179" providerId="LiveId" clId="{5A57A17C-D37C-4F70-A6A1-8F703B30E30D}" dt="2024-01-09T22:46:40.683" v="988" actId="700"/>
          <ac:spMkLst>
            <pc:docMk/>
            <pc:sldMk cId="1712697316" sldId="264"/>
            <ac:spMk id="7" creationId="{D5EBB432-E4E2-3DBB-B77B-E05FAFF52511}"/>
          </ac:spMkLst>
        </pc:spChg>
        <pc:spChg chg="mod">
          <ac:chgData name="Júlio César Chaves" userId="2d3e62d851452179" providerId="LiveId" clId="{5A57A17C-D37C-4F70-A6A1-8F703B30E30D}" dt="2024-01-10T13:39:44.077" v="1164"/>
          <ac:spMkLst>
            <pc:docMk/>
            <pc:sldMk cId="1712697316" sldId="264"/>
            <ac:spMk id="13" creationId="{B4167026-C07D-40A5-BCD8-8742CA0AD8B7}"/>
          </ac:spMkLst>
        </pc:spChg>
        <pc:grpChg chg="mod">
          <ac:chgData name="Júlio César Chaves" userId="2d3e62d851452179" providerId="LiveId" clId="{5A57A17C-D37C-4F70-A6A1-8F703B30E30D}" dt="2024-01-10T13:39:44.077" v="1164"/>
          <ac:grpSpMkLst>
            <pc:docMk/>
            <pc:sldMk cId="1712697316" sldId="264"/>
            <ac:grpSpMk id="3" creationId="{58C6DE3A-BA1A-425F-8274-274FC579B833}"/>
          </ac:grpSpMkLst>
        </pc:grpChg>
        <pc:cxnChg chg="mod">
          <ac:chgData name="Júlio César Chaves" userId="2d3e62d851452179" providerId="LiveId" clId="{5A57A17C-D37C-4F70-A6A1-8F703B30E30D}" dt="2024-01-10T13:39:44.077" v="1164"/>
          <ac:cxnSpMkLst>
            <pc:docMk/>
            <pc:sldMk cId="1712697316" sldId="264"/>
            <ac:cxnSpMk id="9" creationId="{C7443395-CFB5-496A-8069-F1B2D6D73034}"/>
          </ac:cxnSpMkLst>
        </pc:cxnChg>
      </pc:sldChg>
      <pc:sldChg chg="del">
        <pc:chgData name="Júlio César Chaves" userId="2d3e62d851452179" providerId="LiveId" clId="{5A57A17C-D37C-4F70-A6A1-8F703B30E30D}" dt="2024-01-09T22:18:49.019" v="339"/>
        <pc:sldMkLst>
          <pc:docMk/>
          <pc:sldMk cId="568782262" sldId="265"/>
        </pc:sldMkLst>
      </pc:sldChg>
      <pc:sldChg chg="modSp del mod">
        <pc:chgData name="Júlio César Chaves" userId="2d3e62d851452179" providerId="LiveId" clId="{5A57A17C-D37C-4F70-A6A1-8F703B30E30D}" dt="2024-01-09T22:49:00.072" v="1011" actId="14100"/>
        <pc:sldMkLst>
          <pc:docMk/>
          <pc:sldMk cId="522994994" sldId="266"/>
        </pc:sldMkLst>
        <pc:spChg chg="mod">
          <ac:chgData name="Júlio César Chaves" userId="2d3e62d851452179" providerId="LiveId" clId="{5A57A17C-D37C-4F70-A6A1-8F703B30E30D}" dt="2024-01-09T22:49:00.072" v="1011" actId="14100"/>
          <ac:spMkLst>
            <pc:docMk/>
            <pc:sldMk cId="522994994" sldId="266"/>
            <ac:spMk id="22" creationId="{57CF05C8-E5D5-422D-BDB1-29C53A70FF1A}"/>
          </ac:spMkLst>
        </pc:spChg>
      </pc:sldChg>
      <pc:sldChg chg="delSp modSp del mod">
        <pc:chgData name="Júlio César Chaves" userId="2d3e62d851452179" providerId="LiveId" clId="{5A57A17C-D37C-4F70-A6A1-8F703B30E30D}" dt="2024-01-09T22:52:54.726" v="1075" actId="20577"/>
        <pc:sldMkLst>
          <pc:docMk/>
          <pc:sldMk cId="2669313031" sldId="267"/>
        </pc:sldMkLst>
        <pc:spChg chg="del">
          <ac:chgData name="Júlio César Chaves" userId="2d3e62d851452179" providerId="LiveId" clId="{5A57A17C-D37C-4F70-A6A1-8F703B30E30D}" dt="2024-01-09T22:52:08.863" v="1054" actId="478"/>
          <ac:spMkLst>
            <pc:docMk/>
            <pc:sldMk cId="2669313031" sldId="267"/>
            <ac:spMk id="2" creationId="{92358685-E1DD-439D-8B58-EDF5B8E13BF1}"/>
          </ac:spMkLst>
        </pc:spChg>
        <pc:spChg chg="mod">
          <ac:chgData name="Júlio César Chaves" userId="2d3e62d851452179" providerId="LiveId" clId="{5A57A17C-D37C-4F70-A6A1-8F703B30E30D}" dt="2024-01-09T22:52:48.869" v="1065" actId="20577"/>
          <ac:spMkLst>
            <pc:docMk/>
            <pc:sldMk cId="2669313031" sldId="267"/>
            <ac:spMk id="8" creationId="{590EA81A-0A25-443E-A383-8525442D96DD}"/>
          </ac:spMkLst>
        </pc:spChg>
        <pc:spChg chg="mod">
          <ac:chgData name="Júlio César Chaves" userId="2d3e62d851452179" providerId="LiveId" clId="{5A57A17C-D37C-4F70-A6A1-8F703B30E30D}" dt="2024-01-09T22:52:37.773" v="1059" actId="14100"/>
          <ac:spMkLst>
            <pc:docMk/>
            <pc:sldMk cId="2669313031" sldId="267"/>
            <ac:spMk id="9" creationId="{62B6ABDF-9D34-4190-B46D-F9B5D169F17C}"/>
          </ac:spMkLst>
        </pc:spChg>
        <pc:spChg chg="mod">
          <ac:chgData name="Júlio César Chaves" userId="2d3e62d851452179" providerId="LiveId" clId="{5A57A17C-D37C-4F70-A6A1-8F703B30E30D}" dt="2024-01-09T22:52:54.726" v="1075" actId="20577"/>
          <ac:spMkLst>
            <pc:docMk/>
            <pc:sldMk cId="2669313031" sldId="267"/>
            <ac:spMk id="10" creationId="{984C9FA8-F003-4B07-92C8-DA6229EBA032}"/>
          </ac:spMkLst>
        </pc:spChg>
        <pc:spChg chg="mod">
          <ac:chgData name="Júlio César Chaves" userId="2d3e62d851452179" providerId="LiveId" clId="{5A57A17C-D37C-4F70-A6A1-8F703B30E30D}" dt="2024-01-09T22:52:40.063" v="1060" actId="14100"/>
          <ac:spMkLst>
            <pc:docMk/>
            <pc:sldMk cId="2669313031" sldId="267"/>
            <ac:spMk id="11" creationId="{503B06C2-89D3-4B34-9C24-8B955642B949}"/>
          </ac:spMkLst>
        </pc:spChg>
        <pc:picChg chg="mod">
          <ac:chgData name="Júlio César Chaves" userId="2d3e62d851452179" providerId="LiveId" clId="{5A57A17C-D37C-4F70-A6A1-8F703B30E30D}" dt="2024-01-09T22:52:05.670" v="1053" actId="14100"/>
          <ac:picMkLst>
            <pc:docMk/>
            <pc:sldMk cId="2669313031" sldId="267"/>
            <ac:picMk id="20" creationId="{C91E7737-E825-4CF6-B4C8-010F7EBB25AE}"/>
          </ac:picMkLst>
        </pc:picChg>
        <pc:picChg chg="mod">
          <ac:chgData name="Júlio César Chaves" userId="2d3e62d851452179" providerId="LiveId" clId="{5A57A17C-D37C-4F70-A6A1-8F703B30E30D}" dt="2024-01-09T22:52:05.670" v="1053" actId="14100"/>
          <ac:picMkLst>
            <pc:docMk/>
            <pc:sldMk cId="2669313031" sldId="267"/>
            <ac:picMk id="22" creationId="{92622043-61B5-4352-A4A7-CC87C40B933A}"/>
          </ac:picMkLst>
        </pc:picChg>
      </pc:sldChg>
      <pc:sldChg chg="modSp del mod">
        <pc:chgData name="Júlio César Chaves" userId="2d3e62d851452179" providerId="LiveId" clId="{5A57A17C-D37C-4F70-A6A1-8F703B30E30D}" dt="2024-01-10T13:40:37.802" v="1170" actId="20577"/>
        <pc:sldMkLst>
          <pc:docMk/>
          <pc:sldMk cId="1204046837" sldId="268"/>
        </pc:sldMkLst>
        <pc:spChg chg="mod">
          <ac:chgData name="Júlio César Chaves" userId="2d3e62d851452179" providerId="LiveId" clId="{5A57A17C-D37C-4F70-A6A1-8F703B30E30D}" dt="2024-01-10T13:40:37.802" v="1170" actId="20577"/>
          <ac:spMkLst>
            <pc:docMk/>
            <pc:sldMk cId="1204046837" sldId="268"/>
            <ac:spMk id="12" creationId="{2B997231-B030-4602-8AD8-0D33A5F9DAD9}"/>
          </ac:spMkLst>
        </pc:spChg>
      </pc:sldChg>
      <pc:sldChg chg="del">
        <pc:chgData name="Júlio César Chaves" userId="2d3e62d851452179" providerId="LiveId" clId="{5A57A17C-D37C-4F70-A6A1-8F703B30E30D}" dt="2024-01-09T22:18:49.019" v="339"/>
        <pc:sldMkLst>
          <pc:docMk/>
          <pc:sldMk cId="1943459396" sldId="269"/>
        </pc:sldMkLst>
      </pc:sldChg>
      <pc:sldChg chg="delSp modSp del mod">
        <pc:chgData name="Júlio César Chaves" userId="2d3e62d851452179" providerId="LiveId" clId="{5A57A17C-D37C-4F70-A6A1-8F703B30E30D}" dt="2024-01-10T13:40:58.567" v="1193" actId="6549"/>
        <pc:sldMkLst>
          <pc:docMk/>
          <pc:sldMk cId="167753687" sldId="271"/>
        </pc:sldMkLst>
        <pc:spChg chg="del">
          <ac:chgData name="Júlio César Chaves" userId="2d3e62d851452179" providerId="LiveId" clId="{5A57A17C-D37C-4F70-A6A1-8F703B30E30D}" dt="2024-01-09T22:54:56.323" v="1087" actId="478"/>
          <ac:spMkLst>
            <pc:docMk/>
            <pc:sldMk cId="167753687" sldId="271"/>
            <ac:spMk id="2" creationId="{5563332B-BA83-450D-B9E4-902666554070}"/>
          </ac:spMkLst>
        </pc:spChg>
        <pc:spChg chg="mod">
          <ac:chgData name="Júlio César Chaves" userId="2d3e62d851452179" providerId="LiveId" clId="{5A57A17C-D37C-4F70-A6A1-8F703B30E30D}" dt="2024-01-10T13:40:58.567" v="1193" actId="6549"/>
          <ac:spMkLst>
            <pc:docMk/>
            <pc:sldMk cId="167753687" sldId="271"/>
            <ac:spMk id="12" creationId="{8F6ECEF3-46E8-4198-A4B2-68BC1CC9C8C3}"/>
          </ac:spMkLst>
        </pc:spChg>
      </pc:sldChg>
      <pc:sldChg chg="del">
        <pc:chgData name="Júlio César Chaves" userId="2d3e62d851452179" providerId="LiveId" clId="{5A57A17C-D37C-4F70-A6A1-8F703B30E30D}" dt="2024-01-09T22:18:49.019" v="339"/>
        <pc:sldMkLst>
          <pc:docMk/>
          <pc:sldMk cId="264464481" sldId="274"/>
        </pc:sldMkLst>
      </pc:sldChg>
      <pc:sldChg chg="del">
        <pc:chgData name="Júlio César Chaves" userId="2d3e62d851452179" providerId="LiveId" clId="{5A57A17C-D37C-4F70-A6A1-8F703B30E30D}" dt="2024-01-09T22:18:49.019" v="339"/>
        <pc:sldMkLst>
          <pc:docMk/>
          <pc:sldMk cId="2544972115" sldId="276"/>
        </pc:sldMkLst>
      </pc:sldChg>
      <pc:sldChg chg="modSp del mod">
        <pc:chgData name="Júlio César Chaves" userId="2d3e62d851452179" providerId="LiveId" clId="{5A57A17C-D37C-4F70-A6A1-8F703B30E30D}" dt="2024-01-10T13:44:07.918" v="1204" actId="27636"/>
        <pc:sldMkLst>
          <pc:docMk/>
          <pc:sldMk cId="262209054" sldId="277"/>
        </pc:sldMkLst>
        <pc:spChg chg="mod">
          <ac:chgData name="Júlio César Chaves" userId="2d3e62d851452179" providerId="LiveId" clId="{5A57A17C-D37C-4F70-A6A1-8F703B30E30D}" dt="2024-01-10T13:44:07.918" v="1204" actId="27636"/>
          <ac:spMkLst>
            <pc:docMk/>
            <pc:sldMk cId="262209054" sldId="277"/>
            <ac:spMk id="7" creationId="{481510EC-FA1B-46A2-945D-7017D76AB480}"/>
          </ac:spMkLst>
        </pc:spChg>
      </pc:sldChg>
      <pc:sldChg chg="modSp del mod">
        <pc:chgData name="Júlio César Chaves" userId="2d3e62d851452179" providerId="LiveId" clId="{5A57A17C-D37C-4F70-A6A1-8F703B30E30D}" dt="2024-01-09T22:45:29.997" v="980" actId="14100"/>
        <pc:sldMkLst>
          <pc:docMk/>
          <pc:sldMk cId="817301478" sldId="282"/>
        </pc:sldMkLst>
        <pc:spChg chg="mod">
          <ac:chgData name="Júlio César Chaves" userId="2d3e62d851452179" providerId="LiveId" clId="{5A57A17C-D37C-4F70-A6A1-8F703B30E30D}" dt="2024-01-09T22:44:33.443" v="951" actId="20577"/>
          <ac:spMkLst>
            <pc:docMk/>
            <pc:sldMk cId="817301478" sldId="282"/>
            <ac:spMk id="4" creationId="{3C1760C5-9E8F-44D8-A0E9-E4ED83738BB5}"/>
          </ac:spMkLst>
        </pc:spChg>
        <pc:spChg chg="mod">
          <ac:chgData name="Júlio César Chaves" userId="2d3e62d851452179" providerId="LiveId" clId="{5A57A17C-D37C-4F70-A6A1-8F703B30E30D}" dt="2024-01-09T22:45:23.403" v="978" actId="14100"/>
          <ac:spMkLst>
            <pc:docMk/>
            <pc:sldMk cId="817301478" sldId="282"/>
            <ac:spMk id="5" creationId="{9D7E84EB-F2FE-4A46-9DE4-982D1E6B730D}"/>
          </ac:spMkLst>
        </pc:spChg>
        <pc:spChg chg="mod">
          <ac:chgData name="Júlio César Chaves" userId="2d3e62d851452179" providerId="LiveId" clId="{5A57A17C-D37C-4F70-A6A1-8F703B30E30D}" dt="2024-01-09T22:45:28.041" v="979" actId="14100"/>
          <ac:spMkLst>
            <pc:docMk/>
            <pc:sldMk cId="817301478" sldId="282"/>
            <ac:spMk id="7" creationId="{A6265789-25F2-4450-8845-227CF16E4D1C}"/>
          </ac:spMkLst>
        </pc:spChg>
        <pc:spChg chg="mod">
          <ac:chgData name="Júlio César Chaves" userId="2d3e62d851452179" providerId="LiveId" clId="{5A57A17C-D37C-4F70-A6A1-8F703B30E30D}" dt="2024-01-09T22:45:29.997" v="980" actId="14100"/>
          <ac:spMkLst>
            <pc:docMk/>
            <pc:sldMk cId="817301478" sldId="282"/>
            <ac:spMk id="9" creationId="{6FFCB4BD-74F8-4551-B57F-79D4941C857F}"/>
          </ac:spMkLst>
        </pc:spChg>
      </pc:sldChg>
      <pc:sldChg chg="modSp del mod">
        <pc:chgData name="Júlio César Chaves" userId="2d3e62d851452179" providerId="LiveId" clId="{5A57A17C-D37C-4F70-A6A1-8F703B30E30D}" dt="2024-01-10T13:45:59.806" v="1273" actId="20577"/>
        <pc:sldMkLst>
          <pc:docMk/>
          <pc:sldMk cId="1278595936" sldId="283"/>
        </pc:sldMkLst>
        <pc:spChg chg="mod">
          <ac:chgData name="Júlio César Chaves" userId="2d3e62d851452179" providerId="LiveId" clId="{5A57A17C-D37C-4F70-A6A1-8F703B30E30D}" dt="2024-01-09T22:57:04.816" v="1097" actId="14100"/>
          <ac:spMkLst>
            <pc:docMk/>
            <pc:sldMk cId="1278595936" sldId="283"/>
            <ac:spMk id="16" creationId="{93A6E5B1-BD43-404F-8E59-4114336D9301}"/>
          </ac:spMkLst>
        </pc:spChg>
        <pc:spChg chg="mod">
          <ac:chgData name="Júlio César Chaves" userId="2d3e62d851452179" providerId="LiveId" clId="{5A57A17C-D37C-4F70-A6A1-8F703B30E30D}" dt="2024-01-10T13:44:53.636" v="1206" actId="14100"/>
          <ac:spMkLst>
            <pc:docMk/>
            <pc:sldMk cId="1278595936" sldId="283"/>
            <ac:spMk id="17" creationId="{3CBF192A-4448-490D-9346-82CC4798794D}"/>
          </ac:spMkLst>
        </pc:spChg>
        <pc:spChg chg="mod">
          <ac:chgData name="Júlio César Chaves" userId="2d3e62d851452179" providerId="LiveId" clId="{5A57A17C-D37C-4F70-A6A1-8F703B30E30D}" dt="2024-01-10T13:45:59.806" v="1273" actId="20577"/>
          <ac:spMkLst>
            <pc:docMk/>
            <pc:sldMk cId="1278595936" sldId="283"/>
            <ac:spMk id="18" creationId="{641FCE16-B09D-4022-90E9-3560F4A4B9F1}"/>
          </ac:spMkLst>
        </pc:spChg>
        <pc:picChg chg="mod">
          <ac:chgData name="Júlio César Chaves" userId="2d3e62d851452179" providerId="LiveId" clId="{5A57A17C-D37C-4F70-A6A1-8F703B30E30D}" dt="2024-01-10T13:45:06.540" v="1207" actId="1076"/>
          <ac:picMkLst>
            <pc:docMk/>
            <pc:sldMk cId="1278595936" sldId="283"/>
            <ac:picMk id="15" creationId="{BC044561-3066-4A72-AF5E-A98B1DCC7D41}"/>
          </ac:picMkLst>
        </pc:picChg>
      </pc:sldChg>
      <pc:sldChg chg="addSp modSp del mod">
        <pc:chgData name="Júlio César Chaves" userId="2d3e62d851452179" providerId="LiveId" clId="{5A57A17C-D37C-4F70-A6A1-8F703B30E30D}" dt="2024-01-10T13:46:26.456" v="1274" actId="20577"/>
        <pc:sldMkLst>
          <pc:docMk/>
          <pc:sldMk cId="1405370405" sldId="284"/>
        </pc:sldMkLst>
        <pc:spChg chg="add mod">
          <ac:chgData name="Júlio César Chaves" userId="2d3e62d851452179" providerId="LiveId" clId="{5A57A17C-D37C-4F70-A6A1-8F703B30E30D}" dt="2024-01-09T22:57:32.483" v="1103" actId="20577"/>
          <ac:spMkLst>
            <pc:docMk/>
            <pc:sldMk cId="1405370405" sldId="284"/>
            <ac:spMk id="3" creationId="{04B73870-D1C3-FCF2-E886-943E4C4187DB}"/>
          </ac:spMkLst>
        </pc:spChg>
        <pc:spChg chg="mod">
          <ac:chgData name="Júlio César Chaves" userId="2d3e62d851452179" providerId="LiveId" clId="{5A57A17C-D37C-4F70-A6A1-8F703B30E30D}" dt="2024-01-10T13:46:26.456" v="1274" actId="20577"/>
          <ac:spMkLst>
            <pc:docMk/>
            <pc:sldMk cId="1405370405" sldId="284"/>
            <ac:spMk id="17" creationId="{3CBF192A-4448-490D-9346-82CC4798794D}"/>
          </ac:spMkLst>
        </pc:spChg>
      </pc:sldChg>
      <pc:sldChg chg="addSp modSp del mod">
        <pc:chgData name="Júlio César Chaves" userId="2d3e62d851452179" providerId="LiveId" clId="{5A57A17C-D37C-4F70-A6A1-8F703B30E30D}" dt="2024-01-09T22:57:41.191" v="1112" actId="20577"/>
        <pc:sldMkLst>
          <pc:docMk/>
          <pc:sldMk cId="2068767401" sldId="285"/>
        </pc:sldMkLst>
        <pc:spChg chg="add mod">
          <ac:chgData name="Júlio César Chaves" userId="2d3e62d851452179" providerId="LiveId" clId="{5A57A17C-D37C-4F70-A6A1-8F703B30E30D}" dt="2024-01-09T22:57:41.191" v="1112" actId="20577"/>
          <ac:spMkLst>
            <pc:docMk/>
            <pc:sldMk cId="2068767401" sldId="285"/>
            <ac:spMk id="3" creationId="{964BA979-85A8-9581-B1F6-B8826B0CEE11}"/>
          </ac:spMkLst>
        </pc:spChg>
      </pc:sldChg>
      <pc:sldChg chg="del">
        <pc:chgData name="Júlio César Chaves" userId="2d3e62d851452179" providerId="LiveId" clId="{5A57A17C-D37C-4F70-A6A1-8F703B30E30D}" dt="2024-01-09T22:58:07.868" v="1114" actId="47"/>
        <pc:sldMkLst>
          <pc:docMk/>
          <pc:sldMk cId="3270937816" sldId="293"/>
        </pc:sldMkLst>
      </pc:sldChg>
      <pc:sldChg chg="modSp del mod">
        <pc:chgData name="Júlio César Chaves" userId="2d3e62d851452179" providerId="LiveId" clId="{5A57A17C-D37C-4F70-A6A1-8F703B30E30D}" dt="2024-01-09T22:58:04.898" v="1113" actId="47"/>
        <pc:sldMkLst>
          <pc:docMk/>
          <pc:sldMk cId="2508318393" sldId="294"/>
        </pc:sldMkLst>
        <pc:spChg chg="mod">
          <ac:chgData name="Júlio César Chaves" userId="2d3e62d851452179" providerId="LiveId" clId="{5A57A17C-D37C-4F70-A6A1-8F703B30E30D}" dt="2024-01-09T22:51:48.685" v="1052" actId="27636"/>
          <ac:spMkLst>
            <pc:docMk/>
            <pc:sldMk cId="2508318393" sldId="294"/>
            <ac:spMk id="6" creationId="{0B8E4784-7CEA-4846-AE67-E276715926FA}"/>
          </ac:spMkLst>
        </pc:spChg>
      </pc:sldChg>
      <pc:sldChg chg="modSp del mod">
        <pc:chgData name="Júlio César Chaves" userId="2d3e62d851452179" providerId="LiveId" clId="{5A57A17C-D37C-4F70-A6A1-8F703B30E30D}" dt="2024-01-09T22:53:28.251" v="1076" actId="14100"/>
        <pc:sldMkLst>
          <pc:docMk/>
          <pc:sldMk cId="2872933548" sldId="295"/>
        </pc:sldMkLst>
        <pc:spChg chg="mod">
          <ac:chgData name="Júlio César Chaves" userId="2d3e62d851452179" providerId="LiveId" clId="{5A57A17C-D37C-4F70-A6A1-8F703B30E30D}" dt="2024-01-09T22:53:28.251" v="1076" actId="14100"/>
          <ac:spMkLst>
            <pc:docMk/>
            <pc:sldMk cId="2872933548" sldId="295"/>
            <ac:spMk id="10" creationId="{3132710A-30C4-475B-B36F-1B4EB123A729}"/>
          </ac:spMkLst>
        </pc:spChg>
      </pc:sldChg>
      <pc:sldChg chg="modSp del mod">
        <pc:chgData name="Júlio César Chaves" userId="2d3e62d851452179" providerId="LiveId" clId="{5A57A17C-D37C-4F70-A6A1-8F703B30E30D}" dt="2024-01-10T13:43:31.430" v="1203" actId="14100"/>
        <pc:sldMkLst>
          <pc:docMk/>
          <pc:sldMk cId="301971039" sldId="296"/>
        </pc:sldMkLst>
        <pc:spChg chg="mod">
          <ac:chgData name="Júlio César Chaves" userId="2d3e62d851452179" providerId="LiveId" clId="{5A57A17C-D37C-4F70-A6A1-8F703B30E30D}" dt="2024-01-09T22:51:48.659" v="1048" actId="27636"/>
          <ac:spMkLst>
            <pc:docMk/>
            <pc:sldMk cId="301971039" sldId="296"/>
            <ac:spMk id="9" creationId="{C4B450B2-E8A9-4F64-9A30-E7CA8A399F31}"/>
          </ac:spMkLst>
        </pc:spChg>
        <pc:spChg chg="mod">
          <ac:chgData name="Júlio César Chaves" userId="2d3e62d851452179" providerId="LiveId" clId="{5A57A17C-D37C-4F70-A6A1-8F703B30E30D}" dt="2024-01-10T13:43:31.430" v="1203" actId="14100"/>
          <ac:spMkLst>
            <pc:docMk/>
            <pc:sldMk cId="301971039" sldId="296"/>
            <ac:spMk id="10" creationId="{3132710A-30C4-475B-B36F-1B4EB123A729}"/>
          </ac:spMkLst>
        </pc:spChg>
      </pc:sldChg>
      <pc:sldChg chg="modSp del mod">
        <pc:chgData name="Júlio César Chaves" userId="2d3e62d851452179" providerId="LiveId" clId="{5A57A17C-D37C-4F70-A6A1-8F703B30E30D}" dt="2024-01-10T13:47:11.876" v="1275" actId="14100"/>
        <pc:sldMkLst>
          <pc:docMk/>
          <pc:sldMk cId="3980944270" sldId="297"/>
        </pc:sldMkLst>
        <pc:spChg chg="mod">
          <ac:chgData name="Júlio César Chaves" userId="2d3e62d851452179" providerId="LiveId" clId="{5A57A17C-D37C-4F70-A6A1-8F703B30E30D}" dt="2024-01-10T13:47:11.876" v="1275" actId="14100"/>
          <ac:spMkLst>
            <pc:docMk/>
            <pc:sldMk cId="3980944270" sldId="297"/>
            <ac:spMk id="10" creationId="{3132710A-30C4-475B-B36F-1B4EB123A729}"/>
          </ac:spMkLst>
        </pc:spChg>
      </pc:sldChg>
      <pc:sldChg chg="modSp del mod">
        <pc:chgData name="Júlio César Chaves" userId="2d3e62d851452179" providerId="LiveId" clId="{5A57A17C-D37C-4F70-A6A1-8F703B30E30D}" dt="2024-01-09T22:51:48.663" v="1049" actId="27636"/>
        <pc:sldMkLst>
          <pc:docMk/>
          <pc:sldMk cId="4291193101" sldId="298"/>
        </pc:sldMkLst>
        <pc:spChg chg="mod">
          <ac:chgData name="Júlio César Chaves" userId="2d3e62d851452179" providerId="LiveId" clId="{5A57A17C-D37C-4F70-A6A1-8F703B30E30D}" dt="2024-01-09T22:51:48.663" v="1049" actId="27636"/>
          <ac:spMkLst>
            <pc:docMk/>
            <pc:sldMk cId="4291193101" sldId="298"/>
            <ac:spMk id="9" creationId="{C4B450B2-E8A9-4F64-9A30-E7CA8A399F31}"/>
          </ac:spMkLst>
        </pc:spChg>
      </pc:sldChg>
      <pc:sldChg chg="del">
        <pc:chgData name="Júlio César Chaves" userId="2d3e62d851452179" providerId="LiveId" clId="{5A57A17C-D37C-4F70-A6A1-8F703B30E30D}" dt="2024-01-09T22:59:26.969" v="1118" actId="47"/>
        <pc:sldMkLst>
          <pc:docMk/>
          <pc:sldMk cId="316218320" sldId="302"/>
        </pc:sldMkLst>
      </pc:sldChg>
      <pc:sldChg chg="modSp del mod">
        <pc:chgData name="Júlio César Chaves" userId="2d3e62d851452179" providerId="LiveId" clId="{5A57A17C-D37C-4F70-A6A1-8F703B30E30D}" dt="2024-01-09T22:59:26.969" v="1118" actId="47"/>
        <pc:sldMkLst>
          <pc:docMk/>
          <pc:sldMk cId="3980470795" sldId="305"/>
        </pc:sldMkLst>
        <pc:spChg chg="mod">
          <ac:chgData name="Júlio César Chaves" userId="2d3e62d851452179" providerId="LiveId" clId="{5A57A17C-D37C-4F70-A6A1-8F703B30E30D}" dt="2024-01-09T22:58:16.970" v="1116" actId="14100"/>
          <ac:spMkLst>
            <pc:docMk/>
            <pc:sldMk cId="3980470795" sldId="305"/>
            <ac:spMk id="6" creationId="{86E6E5C3-5701-417E-8B99-8ECFC3386D89}"/>
          </ac:spMkLst>
        </pc:spChg>
      </pc:sldChg>
      <pc:sldChg chg="del">
        <pc:chgData name="Júlio César Chaves" userId="2d3e62d851452179" providerId="LiveId" clId="{5A57A17C-D37C-4F70-A6A1-8F703B30E30D}" dt="2024-01-09T22:59:26.969" v="1118" actId="47"/>
        <pc:sldMkLst>
          <pc:docMk/>
          <pc:sldMk cId="3839053960" sldId="306"/>
        </pc:sldMkLst>
      </pc:sldChg>
      <pc:sldChg chg="modSp del mod">
        <pc:chgData name="Júlio César Chaves" userId="2d3e62d851452179" providerId="LiveId" clId="{5A57A17C-D37C-4F70-A6A1-8F703B30E30D}" dt="2024-01-10T13:41:38.693" v="1196" actId="14100"/>
        <pc:sldMkLst>
          <pc:docMk/>
          <pc:sldMk cId="1814989236" sldId="318"/>
        </pc:sldMkLst>
        <pc:spChg chg="mod">
          <ac:chgData name="Júlio César Chaves" userId="2d3e62d851452179" providerId="LiveId" clId="{5A57A17C-D37C-4F70-A6A1-8F703B30E30D}" dt="2024-01-10T13:41:38.693" v="1196" actId="14100"/>
          <ac:spMkLst>
            <pc:docMk/>
            <pc:sldMk cId="1814989236" sldId="318"/>
            <ac:spMk id="20" creationId="{A15DFBD9-184A-4C48-8D25-64BE7322416F}"/>
          </ac:spMkLst>
        </pc:spChg>
        <pc:spChg chg="mod">
          <ac:chgData name="Júlio César Chaves" userId="2d3e62d851452179" providerId="LiveId" clId="{5A57A17C-D37C-4F70-A6A1-8F703B30E30D}" dt="2024-01-10T13:41:23.365" v="1194"/>
          <ac:spMkLst>
            <pc:docMk/>
            <pc:sldMk cId="1814989236" sldId="318"/>
            <ac:spMk id="89" creationId="{0707FA97-9A73-4AD2-8F3F-E085FF167B44}"/>
          </ac:spMkLst>
        </pc:spChg>
        <pc:spChg chg="mod">
          <ac:chgData name="Júlio César Chaves" userId="2d3e62d851452179" providerId="LiveId" clId="{5A57A17C-D37C-4F70-A6A1-8F703B30E30D}" dt="2024-01-10T13:41:27.381" v="1195"/>
          <ac:spMkLst>
            <pc:docMk/>
            <pc:sldMk cId="1814989236" sldId="318"/>
            <ac:spMk id="90" creationId="{0FD12746-2EE9-435F-BAE1-0F21C4ECCFF8}"/>
          </ac:spMkLst>
        </pc:spChg>
        <pc:grpChg chg="mod">
          <ac:chgData name="Júlio César Chaves" userId="2d3e62d851452179" providerId="LiveId" clId="{5A57A17C-D37C-4F70-A6A1-8F703B30E30D}" dt="2024-01-10T13:41:23.365" v="1194"/>
          <ac:grpSpMkLst>
            <pc:docMk/>
            <pc:sldMk cId="1814989236" sldId="318"/>
            <ac:grpSpMk id="4" creationId="{224DFE29-D938-4EBA-B5F3-CFB6CD0688DB}"/>
          </ac:grpSpMkLst>
        </pc:grpChg>
        <pc:picChg chg="mod">
          <ac:chgData name="Júlio César Chaves" userId="2d3e62d851452179" providerId="LiveId" clId="{5A57A17C-D37C-4F70-A6A1-8F703B30E30D}" dt="2024-01-10T13:41:23.365" v="1194"/>
          <ac:picMkLst>
            <pc:docMk/>
            <pc:sldMk cId="1814989236" sldId="318"/>
            <ac:picMk id="93" creationId="{E9EC6A61-5FE4-4D79-8921-4CAB8881BEFF}"/>
          </ac:picMkLst>
        </pc:picChg>
      </pc:sldChg>
      <pc:sldChg chg="modSp del mod">
        <pc:chgData name="Júlio César Chaves" userId="2d3e62d851452179" providerId="LiveId" clId="{5A57A17C-D37C-4F70-A6A1-8F703B30E30D}" dt="2024-01-10T13:41:57.651" v="1197" actId="1076"/>
        <pc:sldMkLst>
          <pc:docMk/>
          <pc:sldMk cId="209049924" sldId="325"/>
        </pc:sldMkLst>
        <pc:picChg chg="mod">
          <ac:chgData name="Júlio César Chaves" userId="2d3e62d851452179" providerId="LiveId" clId="{5A57A17C-D37C-4F70-A6A1-8F703B30E30D}" dt="2024-01-10T13:41:57.651" v="1197" actId="1076"/>
          <ac:picMkLst>
            <pc:docMk/>
            <pc:sldMk cId="209049924" sldId="325"/>
            <ac:picMk id="22" creationId="{EAC7C814-32E3-4EB3-B9A1-36C95090380D}"/>
          </ac:picMkLst>
        </pc:picChg>
      </pc:sldChg>
      <pc:sldChg chg="modSp del mod modClrScheme chgLayout">
        <pc:chgData name="Júlio César Chaves" userId="2d3e62d851452179" providerId="LiveId" clId="{5A57A17C-D37C-4F70-A6A1-8F703B30E30D}" dt="2024-01-10T13:43:10.402" v="1202" actId="14100"/>
        <pc:sldMkLst>
          <pc:docMk/>
          <pc:sldMk cId="2769057061" sldId="327"/>
        </pc:sldMkLst>
        <pc:spChg chg="mod ord">
          <ac:chgData name="Júlio César Chaves" userId="2d3e62d851452179" providerId="LiveId" clId="{5A57A17C-D37C-4F70-A6A1-8F703B30E30D}" dt="2024-01-09T22:55:32.086" v="1090" actId="700"/>
          <ac:spMkLst>
            <pc:docMk/>
            <pc:sldMk cId="2769057061" sldId="327"/>
            <ac:spMk id="2" creationId="{5DF7052F-73F4-4640-A7F5-2B00A5E0EB07}"/>
          </ac:spMkLst>
        </pc:spChg>
        <pc:spChg chg="mod ord">
          <ac:chgData name="Júlio César Chaves" userId="2d3e62d851452179" providerId="LiveId" clId="{5A57A17C-D37C-4F70-A6A1-8F703B30E30D}" dt="2024-01-10T13:42:16.056" v="1198" actId="14100"/>
          <ac:spMkLst>
            <pc:docMk/>
            <pc:sldMk cId="2769057061" sldId="327"/>
            <ac:spMk id="13" creationId="{A8FC0161-1EB3-49D6-823C-D7F27F2FB134}"/>
          </ac:spMkLst>
        </pc:spChg>
        <pc:spChg chg="mod">
          <ac:chgData name="Júlio César Chaves" userId="2d3e62d851452179" providerId="LiveId" clId="{5A57A17C-D37C-4F70-A6A1-8F703B30E30D}" dt="2024-01-10T13:43:10.402" v="1202" actId="14100"/>
          <ac:spMkLst>
            <pc:docMk/>
            <pc:sldMk cId="2769057061" sldId="327"/>
            <ac:spMk id="84" creationId="{1B312520-5F6F-42E2-8716-2A63244C9416}"/>
          </ac:spMkLst>
        </pc:spChg>
        <pc:spChg chg="mod">
          <ac:chgData name="Júlio César Chaves" userId="2d3e62d851452179" providerId="LiveId" clId="{5A57A17C-D37C-4F70-A6A1-8F703B30E30D}" dt="2024-01-10T13:42:38.683" v="1200"/>
          <ac:spMkLst>
            <pc:docMk/>
            <pc:sldMk cId="2769057061" sldId="327"/>
            <ac:spMk id="90" creationId="{57A06743-3657-47A3-8F86-7D661CD28FC7}"/>
          </ac:spMkLst>
        </pc:spChg>
        <pc:spChg chg="mod">
          <ac:chgData name="Júlio César Chaves" userId="2d3e62d851452179" providerId="LiveId" clId="{5A57A17C-D37C-4F70-A6A1-8F703B30E30D}" dt="2024-01-10T13:42:31.799" v="1199"/>
          <ac:spMkLst>
            <pc:docMk/>
            <pc:sldMk cId="2769057061" sldId="327"/>
            <ac:spMk id="98" creationId="{BE93E22B-3152-44F9-B958-CEEA2B14B351}"/>
          </ac:spMkLst>
        </pc:spChg>
        <pc:grpChg chg="mod">
          <ac:chgData name="Júlio César Chaves" userId="2d3e62d851452179" providerId="LiveId" clId="{5A57A17C-D37C-4F70-A6A1-8F703B30E30D}" dt="2024-01-10T13:42:38.683" v="1200"/>
          <ac:grpSpMkLst>
            <pc:docMk/>
            <pc:sldMk cId="2769057061" sldId="327"/>
            <ac:grpSpMk id="77" creationId="{B5ABE14F-7A77-4580-B89F-42ACFE06020E}"/>
          </ac:grpSpMkLst>
        </pc:grpChg>
        <pc:picChg chg="mod">
          <ac:chgData name="Júlio César Chaves" userId="2d3e62d851452179" providerId="LiveId" clId="{5A57A17C-D37C-4F70-A6A1-8F703B30E30D}" dt="2024-01-10T13:42:38.683" v="1200"/>
          <ac:picMkLst>
            <pc:docMk/>
            <pc:sldMk cId="2769057061" sldId="327"/>
            <ac:picMk id="89" creationId="{CDD1877C-8820-4CED-BDC2-7DE5546939C9}"/>
          </ac:picMkLst>
        </pc:picChg>
      </pc:sldChg>
      <pc:sldChg chg="modSp del mod">
        <pc:chgData name="Júlio César Chaves" userId="2d3e62d851452179" providerId="LiveId" clId="{5A57A17C-D37C-4F70-A6A1-8F703B30E30D}" dt="2024-01-09T22:56:06.691" v="1095" actId="1076"/>
        <pc:sldMkLst>
          <pc:docMk/>
          <pc:sldMk cId="2984803019" sldId="329"/>
        </pc:sldMkLst>
        <pc:spChg chg="mod">
          <ac:chgData name="Júlio César Chaves" userId="2d3e62d851452179" providerId="LiveId" clId="{5A57A17C-D37C-4F70-A6A1-8F703B30E30D}" dt="2024-01-09T22:55:54.317" v="1093" actId="1076"/>
          <ac:spMkLst>
            <pc:docMk/>
            <pc:sldMk cId="2984803019" sldId="329"/>
            <ac:spMk id="7" creationId="{09E0906E-38CE-4D57-BC5A-6E4C1044DF88}"/>
          </ac:spMkLst>
        </pc:spChg>
        <pc:spChg chg="mod">
          <ac:chgData name="Júlio César Chaves" userId="2d3e62d851452179" providerId="LiveId" clId="{5A57A17C-D37C-4F70-A6A1-8F703B30E30D}" dt="2024-01-09T22:56:03.218" v="1094" actId="1076"/>
          <ac:spMkLst>
            <pc:docMk/>
            <pc:sldMk cId="2984803019" sldId="329"/>
            <ac:spMk id="24" creationId="{34F7996D-1DBB-42C0-887D-016D7E10AD95}"/>
          </ac:spMkLst>
        </pc:spChg>
        <pc:spChg chg="mod">
          <ac:chgData name="Júlio César Chaves" userId="2d3e62d851452179" providerId="LiveId" clId="{5A57A17C-D37C-4F70-A6A1-8F703B30E30D}" dt="2024-01-09T22:56:06.691" v="1095" actId="1076"/>
          <ac:spMkLst>
            <pc:docMk/>
            <pc:sldMk cId="2984803019" sldId="329"/>
            <ac:spMk id="28" creationId="{03CE40FE-D5FC-445B-938A-7D1B7E1CDDBB}"/>
          </ac:spMkLst>
        </pc:spChg>
      </pc:sldChg>
      <pc:sldChg chg="addSp delSp modSp del mod modClrScheme chgLayout">
        <pc:chgData name="Júlio César Chaves" userId="2d3e62d851452179" providerId="LiveId" clId="{5A57A17C-D37C-4F70-A6A1-8F703B30E30D}" dt="2024-01-09T22:48:27.631" v="1008" actId="14100"/>
        <pc:sldMkLst>
          <pc:docMk/>
          <pc:sldMk cId="2742641700" sldId="330"/>
        </pc:sldMkLst>
        <pc:spChg chg="add del mod">
          <ac:chgData name="Júlio César Chaves" userId="2d3e62d851452179" providerId="LiveId" clId="{5A57A17C-D37C-4F70-A6A1-8F703B30E30D}" dt="2024-01-09T22:48:08.197" v="1007" actId="20577"/>
          <ac:spMkLst>
            <pc:docMk/>
            <pc:sldMk cId="2742641700" sldId="330"/>
            <ac:spMk id="2" creationId="{D7D6A70C-80AF-47E6-ABD0-ACE725A4A97E}"/>
          </ac:spMkLst>
        </pc:spChg>
        <pc:spChg chg="mod ord">
          <ac:chgData name="Júlio César Chaves" userId="2d3e62d851452179" providerId="LiveId" clId="{5A57A17C-D37C-4F70-A6A1-8F703B30E30D}" dt="2024-01-09T22:48:03.926" v="1005" actId="1076"/>
          <ac:spMkLst>
            <pc:docMk/>
            <pc:sldMk cId="2742641700" sldId="330"/>
            <ac:spMk id="3" creationId="{E9DBEBD3-5336-4D34-BBEB-1CF3D611869F}"/>
          </ac:spMkLst>
        </pc:spChg>
        <pc:spChg chg="mod ord">
          <ac:chgData name="Júlio César Chaves" userId="2d3e62d851452179" providerId="LiveId" clId="{5A57A17C-D37C-4F70-A6A1-8F703B30E30D}" dt="2024-01-09T22:48:27.631" v="1008" actId="14100"/>
          <ac:spMkLst>
            <pc:docMk/>
            <pc:sldMk cId="2742641700" sldId="330"/>
            <ac:spMk id="4" creationId="{EC29A483-B8E6-48D2-80C5-DCEFCF6404F9}"/>
          </ac:spMkLst>
        </pc:spChg>
        <pc:spChg chg="add del mod ord">
          <ac:chgData name="Júlio César Chaves" userId="2d3e62d851452179" providerId="LiveId" clId="{5A57A17C-D37C-4F70-A6A1-8F703B30E30D}" dt="2024-01-09T22:47:54.662" v="1001" actId="700"/>
          <ac:spMkLst>
            <pc:docMk/>
            <pc:sldMk cId="2742641700" sldId="330"/>
            <ac:spMk id="5" creationId="{F5D2508C-2EAA-B613-7F58-209544B99782}"/>
          </ac:spMkLst>
        </pc:spChg>
      </pc:sldChg>
      <pc:sldChg chg="delSp modSp del mod">
        <pc:chgData name="Júlio César Chaves" userId="2d3e62d851452179" providerId="LiveId" clId="{5A57A17C-D37C-4F70-A6A1-8F703B30E30D}" dt="2024-01-09T22:47:00.734" v="992" actId="478"/>
        <pc:sldMkLst>
          <pc:docMk/>
          <pc:sldMk cId="859436679" sldId="331"/>
        </pc:sldMkLst>
        <pc:spChg chg="mod">
          <ac:chgData name="Júlio César Chaves" userId="2d3e62d851452179" providerId="LiveId" clId="{5A57A17C-D37C-4F70-A6A1-8F703B30E30D}" dt="2024-01-09T22:44:59.718" v="974" actId="20577"/>
          <ac:spMkLst>
            <pc:docMk/>
            <pc:sldMk cId="859436679" sldId="331"/>
            <ac:spMk id="4" creationId="{3C1760C5-9E8F-44D8-A0E9-E4ED83738BB5}"/>
          </ac:spMkLst>
        </pc:spChg>
        <pc:spChg chg="mod">
          <ac:chgData name="Júlio César Chaves" userId="2d3e62d851452179" providerId="LiveId" clId="{5A57A17C-D37C-4F70-A6A1-8F703B30E30D}" dt="2024-01-09T22:45:34.383" v="981" actId="14100"/>
          <ac:spMkLst>
            <pc:docMk/>
            <pc:sldMk cId="859436679" sldId="331"/>
            <ac:spMk id="5" creationId="{9D7E84EB-F2FE-4A46-9DE4-982D1E6B730D}"/>
          </ac:spMkLst>
        </pc:spChg>
        <pc:spChg chg="mod">
          <ac:chgData name="Júlio César Chaves" userId="2d3e62d851452179" providerId="LiveId" clId="{5A57A17C-D37C-4F70-A6A1-8F703B30E30D}" dt="2024-01-09T22:45:13.859" v="975" actId="1076"/>
          <ac:spMkLst>
            <pc:docMk/>
            <pc:sldMk cId="859436679" sldId="331"/>
            <ac:spMk id="6" creationId="{84446129-5EB5-498D-BDA9-B448F26BAFD3}"/>
          </ac:spMkLst>
        </pc:spChg>
        <pc:spChg chg="mod">
          <ac:chgData name="Júlio César Chaves" userId="2d3e62d851452179" providerId="LiveId" clId="{5A57A17C-D37C-4F70-A6A1-8F703B30E30D}" dt="2024-01-09T22:45:37.004" v="982" actId="14100"/>
          <ac:spMkLst>
            <pc:docMk/>
            <pc:sldMk cId="859436679" sldId="331"/>
            <ac:spMk id="7" creationId="{A6265789-25F2-4450-8845-227CF16E4D1C}"/>
          </ac:spMkLst>
        </pc:spChg>
        <pc:spChg chg="mod">
          <ac:chgData name="Júlio César Chaves" userId="2d3e62d851452179" providerId="LiveId" clId="{5A57A17C-D37C-4F70-A6A1-8F703B30E30D}" dt="2024-01-09T22:45:39.067" v="983" actId="14100"/>
          <ac:spMkLst>
            <pc:docMk/>
            <pc:sldMk cId="859436679" sldId="331"/>
            <ac:spMk id="9" creationId="{6FFCB4BD-74F8-4551-B57F-79D4941C857F}"/>
          </ac:spMkLst>
        </pc:spChg>
        <pc:spChg chg="del">
          <ac:chgData name="Júlio César Chaves" userId="2d3e62d851452179" providerId="LiveId" clId="{5A57A17C-D37C-4F70-A6A1-8F703B30E30D}" dt="2024-01-09T22:47:00.734" v="992" actId="478"/>
          <ac:spMkLst>
            <pc:docMk/>
            <pc:sldMk cId="859436679" sldId="331"/>
            <ac:spMk id="25" creationId="{A57DEFC8-21C0-4CB3-9285-E37F7DBF0073}"/>
          </ac:spMkLst>
        </pc:spChg>
      </pc:sldChg>
      <pc:sldChg chg="modSp del mod">
        <pc:chgData name="Júlio César Chaves" userId="2d3e62d851452179" providerId="LiveId" clId="{5A57A17C-D37C-4F70-A6A1-8F703B30E30D}" dt="2024-01-09T22:51:13.978" v="1047" actId="20577"/>
        <pc:sldMkLst>
          <pc:docMk/>
          <pc:sldMk cId="431602131" sldId="332"/>
        </pc:sldMkLst>
        <pc:spChg chg="mod">
          <ac:chgData name="Júlio César Chaves" userId="2d3e62d851452179" providerId="LiveId" clId="{5A57A17C-D37C-4F70-A6A1-8F703B30E30D}" dt="2024-01-09T22:49:20.240" v="1013" actId="1076"/>
          <ac:spMkLst>
            <pc:docMk/>
            <pc:sldMk cId="431602131" sldId="332"/>
            <ac:spMk id="3" creationId="{D84B8FBD-FA17-4055-884A-7BFB67C7CEC6}"/>
          </ac:spMkLst>
        </pc:spChg>
        <pc:spChg chg="mod">
          <ac:chgData name="Júlio César Chaves" userId="2d3e62d851452179" providerId="LiveId" clId="{5A57A17C-D37C-4F70-A6A1-8F703B30E30D}" dt="2024-01-09T22:51:00.860" v="1035" actId="113"/>
          <ac:spMkLst>
            <pc:docMk/>
            <pc:sldMk cId="431602131" sldId="332"/>
            <ac:spMk id="4" creationId="{66CF99F1-27C1-4E35-91AF-7DAB2304B76E}"/>
          </ac:spMkLst>
        </pc:spChg>
        <pc:spChg chg="mod">
          <ac:chgData name="Júlio César Chaves" userId="2d3e62d851452179" providerId="LiveId" clId="{5A57A17C-D37C-4F70-A6A1-8F703B30E30D}" dt="2024-01-09T22:51:13.978" v="1047" actId="20577"/>
          <ac:spMkLst>
            <pc:docMk/>
            <pc:sldMk cId="431602131" sldId="332"/>
            <ac:spMk id="5" creationId="{7587F516-98F7-4C80-AE41-57F57B3BAF51}"/>
          </ac:spMkLst>
        </pc:spChg>
        <pc:spChg chg="mod">
          <ac:chgData name="Júlio César Chaves" userId="2d3e62d851452179" providerId="LiveId" clId="{5A57A17C-D37C-4F70-A6A1-8F703B30E30D}" dt="2024-01-09T22:50:05.565" v="1029" actId="404"/>
          <ac:spMkLst>
            <pc:docMk/>
            <pc:sldMk cId="431602131" sldId="332"/>
            <ac:spMk id="6" creationId="{19941AFC-F919-459A-AA1B-C01D9FA56C61}"/>
          </ac:spMkLst>
        </pc:spChg>
        <pc:spChg chg="mod">
          <ac:chgData name="Júlio César Chaves" userId="2d3e62d851452179" providerId="LiveId" clId="{5A57A17C-D37C-4F70-A6A1-8F703B30E30D}" dt="2024-01-09T22:50:26.615" v="1030" actId="113"/>
          <ac:spMkLst>
            <pc:docMk/>
            <pc:sldMk cId="431602131" sldId="332"/>
            <ac:spMk id="7" creationId="{99DB4E4C-1BCF-430A-8654-3834C40E7962}"/>
          </ac:spMkLst>
        </pc:spChg>
        <pc:spChg chg="mod">
          <ac:chgData name="Júlio César Chaves" userId="2d3e62d851452179" providerId="LiveId" clId="{5A57A17C-D37C-4F70-A6A1-8F703B30E30D}" dt="2024-01-09T22:50:05.565" v="1029" actId="404"/>
          <ac:spMkLst>
            <pc:docMk/>
            <pc:sldMk cId="431602131" sldId="332"/>
            <ac:spMk id="23" creationId="{F03DEB20-5989-40C6-9072-F9CCDDCC9D14}"/>
          </ac:spMkLst>
        </pc:spChg>
        <pc:spChg chg="mod">
          <ac:chgData name="Júlio César Chaves" userId="2d3e62d851452179" providerId="LiveId" clId="{5A57A17C-D37C-4F70-A6A1-8F703B30E30D}" dt="2024-01-09T22:50:05.565" v="1029" actId="404"/>
          <ac:spMkLst>
            <pc:docMk/>
            <pc:sldMk cId="431602131" sldId="332"/>
            <ac:spMk id="32" creationId="{1E9DEBEB-2B41-49EB-B693-DE275CF0F39B}"/>
          </ac:spMkLst>
        </pc:spChg>
        <pc:spChg chg="mod">
          <ac:chgData name="Júlio César Chaves" userId="2d3e62d851452179" providerId="LiveId" clId="{5A57A17C-D37C-4F70-A6A1-8F703B30E30D}" dt="2024-01-09T22:50:05.565" v="1029" actId="404"/>
          <ac:spMkLst>
            <pc:docMk/>
            <pc:sldMk cId="431602131" sldId="332"/>
            <ac:spMk id="33" creationId="{86ECA02D-FB81-46A7-A903-17862654C6B9}"/>
          </ac:spMkLst>
        </pc:spChg>
        <pc:spChg chg="mod">
          <ac:chgData name="Júlio César Chaves" userId="2d3e62d851452179" providerId="LiveId" clId="{5A57A17C-D37C-4F70-A6A1-8F703B30E30D}" dt="2024-01-09T22:50:05.565" v="1029" actId="404"/>
          <ac:spMkLst>
            <pc:docMk/>
            <pc:sldMk cId="431602131" sldId="332"/>
            <ac:spMk id="34" creationId="{0D59B339-929E-474F-A4FC-A3B8FF046339}"/>
          </ac:spMkLst>
        </pc:spChg>
        <pc:spChg chg="mod">
          <ac:chgData name="Júlio César Chaves" userId="2d3e62d851452179" providerId="LiveId" clId="{5A57A17C-D37C-4F70-A6A1-8F703B30E30D}" dt="2024-01-09T22:49:49.354" v="1026" actId="1036"/>
          <ac:spMkLst>
            <pc:docMk/>
            <pc:sldMk cId="431602131" sldId="332"/>
            <ac:spMk id="45" creationId="{06E5A05F-8C82-4C53-A4D4-382999951BF1}"/>
          </ac:spMkLst>
        </pc:spChg>
        <pc:grpChg chg="mod">
          <ac:chgData name="Júlio César Chaves" userId="2d3e62d851452179" providerId="LiveId" clId="{5A57A17C-D37C-4F70-A6A1-8F703B30E30D}" dt="2024-01-09T22:50:50.227" v="1032" actId="14100"/>
          <ac:grpSpMkLst>
            <pc:docMk/>
            <pc:sldMk cId="431602131" sldId="332"/>
            <ac:grpSpMk id="47" creationId="{71313BC7-F923-48B3-981D-75096E2F9BDD}"/>
          </ac:grpSpMkLst>
        </pc:grpChg>
      </pc:sldChg>
      <pc:sldChg chg="modSp del mod modClrScheme chgLayout">
        <pc:chgData name="Júlio César Chaves" userId="2d3e62d851452179" providerId="LiveId" clId="{5A57A17C-D37C-4F70-A6A1-8F703B30E30D}" dt="2024-01-09T22:56:38.518" v="1096" actId="14100"/>
        <pc:sldMkLst>
          <pc:docMk/>
          <pc:sldMk cId="2281551240" sldId="333"/>
        </pc:sldMkLst>
        <pc:spChg chg="mod ord">
          <ac:chgData name="Júlio César Chaves" userId="2d3e62d851452179" providerId="LiveId" clId="{5A57A17C-D37C-4F70-A6A1-8F703B30E30D}" dt="2024-01-09T22:55:37.264" v="1091" actId="700"/>
          <ac:spMkLst>
            <pc:docMk/>
            <pc:sldMk cId="2281551240" sldId="333"/>
            <ac:spMk id="3" creationId="{2B090681-CF86-4F73-9A5E-CA02690269C0}"/>
          </ac:spMkLst>
        </pc:spChg>
        <pc:spChg chg="mod ord">
          <ac:chgData name="Júlio César Chaves" userId="2d3e62d851452179" providerId="LiveId" clId="{5A57A17C-D37C-4F70-A6A1-8F703B30E30D}" dt="2024-01-09T22:56:38.518" v="1096" actId="14100"/>
          <ac:spMkLst>
            <pc:docMk/>
            <pc:sldMk cId="2281551240" sldId="333"/>
            <ac:spMk id="7" creationId="{09E0906E-38CE-4D57-BC5A-6E4C1044DF88}"/>
          </ac:spMkLst>
        </pc:spChg>
      </pc:sldChg>
      <pc:sldChg chg="delSp modSp del mod">
        <pc:chgData name="Júlio César Chaves" userId="2d3e62d851452179" providerId="LiveId" clId="{5A57A17C-D37C-4F70-A6A1-8F703B30E30D}" dt="2024-01-10T13:39:14.315" v="1162" actId="20577"/>
        <pc:sldMkLst>
          <pc:docMk/>
          <pc:sldMk cId="3976980953" sldId="334"/>
        </pc:sldMkLst>
        <pc:spChg chg="del">
          <ac:chgData name="Júlio César Chaves" userId="2d3e62d851452179" providerId="LiveId" clId="{5A57A17C-D37C-4F70-A6A1-8F703B30E30D}" dt="2024-01-09T22:46:55.706" v="991" actId="478"/>
          <ac:spMkLst>
            <pc:docMk/>
            <pc:sldMk cId="3976980953" sldId="334"/>
            <ac:spMk id="2" creationId="{DED2A1D4-F136-4E39-9BFE-17382B6E29B8}"/>
          </ac:spMkLst>
        </pc:spChg>
        <pc:spChg chg="mod">
          <ac:chgData name="Júlio César Chaves" userId="2d3e62d851452179" providerId="LiveId" clId="{5A57A17C-D37C-4F70-A6A1-8F703B30E30D}" dt="2024-01-09T22:46:24.190" v="987" actId="1076"/>
          <ac:spMkLst>
            <pc:docMk/>
            <pc:sldMk cId="3976980953" sldId="334"/>
            <ac:spMk id="9" creationId="{E413D6D7-9B1D-4FA5-8406-067E677263E9}"/>
          </ac:spMkLst>
        </pc:spChg>
        <pc:spChg chg="mod">
          <ac:chgData name="Júlio César Chaves" userId="2d3e62d851452179" providerId="LiveId" clId="{5A57A17C-D37C-4F70-A6A1-8F703B30E30D}" dt="2024-01-10T13:38:49.728" v="1155" actId="14100"/>
          <ac:spMkLst>
            <pc:docMk/>
            <pc:sldMk cId="3976980953" sldId="334"/>
            <ac:spMk id="10" creationId="{02D40494-1588-41F5-8C92-CCB2A45511CD}"/>
          </ac:spMkLst>
        </pc:spChg>
        <pc:spChg chg="mod">
          <ac:chgData name="Júlio César Chaves" userId="2d3e62d851452179" providerId="LiveId" clId="{5A57A17C-D37C-4F70-A6A1-8F703B30E30D}" dt="2024-01-10T13:38:23.747" v="1154"/>
          <ac:spMkLst>
            <pc:docMk/>
            <pc:sldMk cId="3976980953" sldId="334"/>
            <ac:spMk id="19" creationId="{24CAA127-4AA1-4F50-BB54-5F37160F802C}"/>
          </ac:spMkLst>
        </pc:spChg>
        <pc:spChg chg="mod">
          <ac:chgData name="Júlio César Chaves" userId="2d3e62d851452179" providerId="LiveId" clId="{5A57A17C-D37C-4F70-A6A1-8F703B30E30D}" dt="2024-01-10T13:39:14.315" v="1162" actId="20577"/>
          <ac:spMkLst>
            <pc:docMk/>
            <pc:sldMk cId="3976980953" sldId="334"/>
            <ac:spMk id="20" creationId="{507E8250-3A11-4E08-A760-A4493F0D9324}"/>
          </ac:spMkLst>
        </pc:spChg>
      </pc:sldChg>
      <pc:sldChg chg="modSp mod">
        <pc:chgData name="Júlio César Chaves" userId="2d3e62d851452179" providerId="LiveId" clId="{5A57A17C-D37C-4F70-A6A1-8F703B30E30D}" dt="2024-01-09T22:06:26.851" v="173" actId="207"/>
        <pc:sldMkLst>
          <pc:docMk/>
          <pc:sldMk cId="2070487511" sldId="374"/>
        </pc:sldMkLst>
        <pc:spChg chg="mod">
          <ac:chgData name="Júlio César Chaves" userId="2d3e62d851452179" providerId="LiveId" clId="{5A57A17C-D37C-4F70-A6A1-8F703B30E30D}" dt="2024-01-09T22:06:26.851" v="173" actId="207"/>
          <ac:spMkLst>
            <pc:docMk/>
            <pc:sldMk cId="2070487511" sldId="374"/>
            <ac:spMk id="3" creationId="{00000000-0000-0000-0000-000000000000}"/>
          </ac:spMkLst>
        </pc:spChg>
      </pc:sldChg>
      <pc:sldChg chg="modSp mod">
        <pc:chgData name="Júlio César Chaves" userId="2d3e62d851452179" providerId="LiveId" clId="{5A57A17C-D37C-4F70-A6A1-8F703B30E30D}" dt="2024-01-09T22:07:30.522" v="189" actId="207"/>
        <pc:sldMkLst>
          <pc:docMk/>
          <pc:sldMk cId="2049734846" sldId="377"/>
        </pc:sldMkLst>
        <pc:spChg chg="mod">
          <ac:chgData name="Júlio César Chaves" userId="2d3e62d851452179" providerId="LiveId" clId="{5A57A17C-D37C-4F70-A6A1-8F703B30E30D}" dt="2024-01-09T22:07:30.522" v="189" actId="207"/>
          <ac:spMkLst>
            <pc:docMk/>
            <pc:sldMk cId="2049734846" sldId="377"/>
            <ac:spMk id="3" creationId="{00000000-0000-0000-0000-000000000000}"/>
          </ac:spMkLst>
        </pc:spChg>
      </pc:sldChg>
      <pc:sldChg chg="modSp mod">
        <pc:chgData name="Júlio César Chaves" userId="2d3e62d851452179" providerId="LiveId" clId="{5A57A17C-D37C-4F70-A6A1-8F703B30E30D}" dt="2024-01-09T22:09:13.732" v="209" actId="207"/>
        <pc:sldMkLst>
          <pc:docMk/>
          <pc:sldMk cId="598034491" sldId="378"/>
        </pc:sldMkLst>
        <pc:spChg chg="mod">
          <ac:chgData name="Júlio César Chaves" userId="2d3e62d851452179" providerId="LiveId" clId="{5A57A17C-D37C-4F70-A6A1-8F703B30E30D}" dt="2024-01-09T22:09:13.732" v="209" actId="207"/>
          <ac:spMkLst>
            <pc:docMk/>
            <pc:sldMk cId="598034491" sldId="378"/>
            <ac:spMk id="44" creationId="{00000000-0000-0000-0000-000000000000}"/>
          </ac:spMkLst>
        </pc:spChg>
      </pc:sldChg>
      <pc:sldChg chg="modSp mod">
        <pc:chgData name="Júlio César Chaves" userId="2d3e62d851452179" providerId="LiveId" clId="{5A57A17C-D37C-4F70-A6A1-8F703B30E30D}" dt="2024-01-09T22:09:20.848" v="210" actId="207"/>
        <pc:sldMkLst>
          <pc:docMk/>
          <pc:sldMk cId="2940672323" sldId="382"/>
        </pc:sldMkLst>
        <pc:spChg chg="mod">
          <ac:chgData name="Júlio César Chaves" userId="2d3e62d851452179" providerId="LiveId" clId="{5A57A17C-D37C-4F70-A6A1-8F703B30E30D}" dt="2024-01-09T22:09:20.848" v="210" actId="207"/>
          <ac:spMkLst>
            <pc:docMk/>
            <pc:sldMk cId="2940672323" sldId="382"/>
            <ac:spMk id="3" creationId="{00000000-0000-0000-0000-000000000000}"/>
          </ac:spMkLst>
        </pc:spChg>
      </pc:sldChg>
      <pc:sldChg chg="modSp mod">
        <pc:chgData name="Júlio César Chaves" userId="2d3e62d851452179" providerId="LiveId" clId="{5A57A17C-D37C-4F70-A6A1-8F703B30E30D}" dt="2024-01-09T22:07:41.002" v="191" actId="207"/>
        <pc:sldMkLst>
          <pc:docMk/>
          <pc:sldMk cId="1454774233" sldId="385"/>
        </pc:sldMkLst>
        <pc:spChg chg="mod">
          <ac:chgData name="Júlio César Chaves" userId="2d3e62d851452179" providerId="LiveId" clId="{5A57A17C-D37C-4F70-A6A1-8F703B30E30D}" dt="2024-01-09T22:07:41.002" v="191" actId="207"/>
          <ac:spMkLst>
            <pc:docMk/>
            <pc:sldMk cId="1454774233" sldId="385"/>
            <ac:spMk id="14" creationId="{7ADF1507-7887-2E40-9996-FCB25D1E1CDD}"/>
          </ac:spMkLst>
        </pc:spChg>
      </pc:sldChg>
      <pc:sldChg chg="modSp mod">
        <pc:chgData name="Júlio César Chaves" userId="2d3e62d851452179" providerId="LiveId" clId="{5A57A17C-D37C-4F70-A6A1-8F703B30E30D}" dt="2024-01-09T22:11:27.959" v="225" actId="207"/>
        <pc:sldMkLst>
          <pc:docMk/>
          <pc:sldMk cId="3436191661" sldId="392"/>
        </pc:sldMkLst>
        <pc:spChg chg="mod">
          <ac:chgData name="Júlio César Chaves" userId="2d3e62d851452179" providerId="LiveId" clId="{5A57A17C-D37C-4F70-A6A1-8F703B30E30D}" dt="2024-01-09T22:11:27.959" v="225" actId="207"/>
          <ac:spMkLst>
            <pc:docMk/>
            <pc:sldMk cId="3436191661" sldId="392"/>
            <ac:spMk id="3" creationId="{00000000-0000-0000-0000-000000000000}"/>
          </ac:spMkLst>
        </pc:spChg>
      </pc:sldChg>
      <pc:sldChg chg="modSp mod">
        <pc:chgData name="Júlio César Chaves" userId="2d3e62d851452179" providerId="LiveId" clId="{5A57A17C-D37C-4F70-A6A1-8F703B30E30D}" dt="2024-01-09T22:11:33.424" v="226" actId="207"/>
        <pc:sldMkLst>
          <pc:docMk/>
          <pc:sldMk cId="3833565899" sldId="393"/>
        </pc:sldMkLst>
        <pc:spChg chg="mod">
          <ac:chgData name="Júlio César Chaves" userId="2d3e62d851452179" providerId="LiveId" clId="{5A57A17C-D37C-4F70-A6A1-8F703B30E30D}" dt="2024-01-09T22:11:33.424" v="226" actId="207"/>
          <ac:spMkLst>
            <pc:docMk/>
            <pc:sldMk cId="3833565899" sldId="393"/>
            <ac:spMk id="3" creationId="{00000000-0000-0000-0000-000000000000}"/>
          </ac:spMkLst>
        </pc:spChg>
      </pc:sldChg>
      <pc:sldChg chg="modSp mod">
        <pc:chgData name="Júlio César Chaves" userId="2d3e62d851452179" providerId="LiveId" clId="{5A57A17C-D37C-4F70-A6A1-8F703B30E30D}" dt="2024-01-09T22:12:34.244" v="230" actId="207"/>
        <pc:sldMkLst>
          <pc:docMk/>
          <pc:sldMk cId="3340841933" sldId="397"/>
        </pc:sldMkLst>
        <pc:spChg chg="mod">
          <ac:chgData name="Júlio César Chaves" userId="2d3e62d851452179" providerId="LiveId" clId="{5A57A17C-D37C-4F70-A6A1-8F703B30E30D}" dt="2024-01-09T22:12:34.244" v="230" actId="207"/>
          <ac:spMkLst>
            <pc:docMk/>
            <pc:sldMk cId="3340841933" sldId="397"/>
            <ac:spMk id="3" creationId="{00000000-0000-0000-0000-000000000000}"/>
          </ac:spMkLst>
        </pc:spChg>
      </pc:sldChg>
      <pc:sldChg chg="modSp mod">
        <pc:chgData name="Júlio César Chaves" userId="2d3e62d851452179" providerId="LiveId" clId="{5A57A17C-D37C-4F70-A6A1-8F703B30E30D}" dt="2024-01-09T22:11:50.718" v="229" actId="207"/>
        <pc:sldMkLst>
          <pc:docMk/>
          <pc:sldMk cId="1788762813" sldId="402"/>
        </pc:sldMkLst>
        <pc:spChg chg="mod">
          <ac:chgData name="Júlio César Chaves" userId="2d3e62d851452179" providerId="LiveId" clId="{5A57A17C-D37C-4F70-A6A1-8F703B30E30D}" dt="2024-01-09T22:11:50.718" v="229" actId="207"/>
          <ac:spMkLst>
            <pc:docMk/>
            <pc:sldMk cId="1788762813" sldId="402"/>
            <ac:spMk id="3" creationId="{00000000-0000-0000-0000-000000000000}"/>
          </ac:spMkLst>
        </pc:spChg>
      </pc:sldChg>
      <pc:sldChg chg="del">
        <pc:chgData name="Júlio César Chaves" userId="2d3e62d851452179" providerId="LiveId" clId="{5A57A17C-D37C-4F70-A6A1-8F703B30E30D}" dt="2024-01-08T20:51:50.554" v="0" actId="47"/>
        <pc:sldMkLst>
          <pc:docMk/>
          <pc:sldMk cId="1605421239" sldId="431"/>
        </pc:sldMkLst>
      </pc:sldChg>
      <pc:sldChg chg="modSp mod">
        <pc:chgData name="Júlio César Chaves" userId="2d3e62d851452179" providerId="LiveId" clId="{5A57A17C-D37C-4F70-A6A1-8F703B30E30D}" dt="2024-01-11T18:38:22.846" v="1279" actId="1076"/>
        <pc:sldMkLst>
          <pc:docMk/>
          <pc:sldMk cId="1535980192" sldId="433"/>
        </pc:sldMkLst>
        <pc:spChg chg="mod">
          <ac:chgData name="Júlio César Chaves" userId="2d3e62d851452179" providerId="LiveId" clId="{5A57A17C-D37C-4F70-A6A1-8F703B30E30D}" dt="2024-01-09T22:05:24.963" v="162" actId="14100"/>
          <ac:spMkLst>
            <pc:docMk/>
            <pc:sldMk cId="1535980192" sldId="433"/>
            <ac:spMk id="2" creationId="{00000000-0000-0000-0000-000000000000}"/>
          </ac:spMkLst>
        </pc:spChg>
        <pc:grpChg chg="mod">
          <ac:chgData name="Júlio César Chaves" userId="2d3e62d851452179" providerId="LiveId" clId="{5A57A17C-D37C-4F70-A6A1-8F703B30E30D}" dt="2024-01-11T18:38:22.846" v="1279" actId="1076"/>
          <ac:grpSpMkLst>
            <pc:docMk/>
            <pc:sldMk cId="1535980192" sldId="433"/>
            <ac:grpSpMk id="31" creationId="{17BDB7DD-BE15-3840-A9BE-F5E600806777}"/>
          </ac:grpSpMkLst>
        </pc:grpChg>
        <pc:picChg chg="mod">
          <ac:chgData name="Júlio César Chaves" userId="2d3e62d851452179" providerId="LiveId" clId="{5A57A17C-D37C-4F70-A6A1-8F703B30E30D}" dt="2024-01-11T18:38:12.446" v="1278" actId="1076"/>
          <ac:picMkLst>
            <pc:docMk/>
            <pc:sldMk cId="1535980192" sldId="433"/>
            <ac:picMk id="26" creationId="{E9D390CA-BA69-2C45-AE15-2219534BD377}"/>
          </ac:picMkLst>
        </pc:picChg>
      </pc:sldChg>
      <pc:sldChg chg="modSp mod">
        <pc:chgData name="Júlio César Chaves" userId="2d3e62d851452179" providerId="LiveId" clId="{5A57A17C-D37C-4F70-A6A1-8F703B30E30D}" dt="2024-01-09T22:05:11.677" v="161" actId="14100"/>
        <pc:sldMkLst>
          <pc:docMk/>
          <pc:sldMk cId="3561790136" sldId="434"/>
        </pc:sldMkLst>
        <pc:spChg chg="mod">
          <ac:chgData name="Júlio César Chaves" userId="2d3e62d851452179" providerId="LiveId" clId="{5A57A17C-D37C-4F70-A6A1-8F703B30E30D}" dt="2024-01-09T22:04:50.643" v="158" actId="14100"/>
          <ac:spMkLst>
            <pc:docMk/>
            <pc:sldMk cId="3561790136" sldId="434"/>
            <ac:spMk id="2" creationId="{00000000-0000-0000-0000-000000000000}"/>
          </ac:spMkLst>
        </pc:spChg>
        <pc:spChg chg="mod">
          <ac:chgData name="Júlio César Chaves" userId="2d3e62d851452179" providerId="LiveId" clId="{5A57A17C-D37C-4F70-A6A1-8F703B30E30D}" dt="2024-01-09T22:05:11.677" v="161" actId="14100"/>
          <ac:spMkLst>
            <pc:docMk/>
            <pc:sldMk cId="3561790136" sldId="434"/>
            <ac:spMk id="4" creationId="{C8DC1965-B68E-EA4E-9BED-CDBA4C6064DA}"/>
          </ac:spMkLst>
        </pc:spChg>
        <pc:spChg chg="mod">
          <ac:chgData name="Júlio César Chaves" userId="2d3e62d851452179" providerId="LiveId" clId="{5A57A17C-D37C-4F70-A6A1-8F703B30E30D}" dt="2024-01-09T22:04:55.946" v="159" actId="207"/>
          <ac:spMkLst>
            <pc:docMk/>
            <pc:sldMk cId="3561790136" sldId="434"/>
            <ac:spMk id="20" creationId="{00000000-0000-0000-0000-000000000000}"/>
          </ac:spMkLst>
        </pc:spChg>
      </pc:sldChg>
      <pc:sldChg chg="modSp mod">
        <pc:chgData name="Júlio César Chaves" userId="2d3e62d851452179" providerId="LiveId" clId="{5A57A17C-D37C-4F70-A6A1-8F703B30E30D}" dt="2024-01-09T22:08:09.381" v="197" actId="207"/>
        <pc:sldMkLst>
          <pc:docMk/>
          <pc:sldMk cId="228359214" sldId="442"/>
        </pc:sldMkLst>
        <pc:spChg chg="mod">
          <ac:chgData name="Júlio César Chaves" userId="2d3e62d851452179" providerId="LiveId" clId="{5A57A17C-D37C-4F70-A6A1-8F703B30E30D}" dt="2024-01-09T22:08:09.381" v="197" actId="207"/>
          <ac:spMkLst>
            <pc:docMk/>
            <pc:sldMk cId="228359214" sldId="442"/>
            <ac:spMk id="3" creationId="{00000000-0000-0000-0000-000000000000}"/>
          </ac:spMkLst>
        </pc:spChg>
      </pc:sldChg>
      <pc:sldChg chg="del">
        <pc:chgData name="Júlio César Chaves" userId="2d3e62d851452179" providerId="LiveId" clId="{5A57A17C-D37C-4F70-A6A1-8F703B30E30D}" dt="2024-01-09T22:18:49.019" v="339"/>
        <pc:sldMkLst>
          <pc:docMk/>
          <pc:sldMk cId="690878768" sldId="477"/>
        </pc:sldMkLst>
      </pc:sldChg>
      <pc:sldChg chg="del">
        <pc:chgData name="Júlio César Chaves" userId="2d3e62d851452179" providerId="LiveId" clId="{5A57A17C-D37C-4F70-A6A1-8F703B30E30D}" dt="2024-01-09T22:18:49.019" v="339"/>
        <pc:sldMkLst>
          <pc:docMk/>
          <pc:sldMk cId="3845710835" sldId="478"/>
        </pc:sldMkLst>
      </pc:sldChg>
      <pc:sldChg chg="modSp del mod">
        <pc:chgData name="Júlio César Chaves" userId="2d3e62d851452179" providerId="LiveId" clId="{5A57A17C-D37C-4F70-A6A1-8F703B30E30D}" dt="2024-01-09T22:18:49.019" v="339"/>
        <pc:sldMkLst>
          <pc:docMk/>
          <pc:sldMk cId="963705129" sldId="479"/>
        </pc:sldMkLst>
        <pc:spChg chg="mod">
          <ac:chgData name="Júlio César Chaves" userId="2d3e62d851452179" providerId="LiveId" clId="{5A57A17C-D37C-4F70-A6A1-8F703B30E30D}" dt="2024-01-09T22:18:49.019" v="339"/>
          <ac:spMkLst>
            <pc:docMk/>
            <pc:sldMk cId="963705129" sldId="479"/>
            <ac:spMk id="2" creationId="{E72C4170-1952-E7FF-0C33-3B945201A50E}"/>
          </ac:spMkLst>
        </pc:spChg>
      </pc:sldChg>
      <pc:sldChg chg="del">
        <pc:chgData name="Júlio César Chaves" userId="2d3e62d851452179" providerId="LiveId" clId="{5A57A17C-D37C-4F70-A6A1-8F703B30E30D}" dt="2024-01-09T22:18:49.019" v="339"/>
        <pc:sldMkLst>
          <pc:docMk/>
          <pc:sldMk cId="3931893639" sldId="480"/>
        </pc:sldMkLst>
      </pc:sldChg>
      <pc:sldChg chg="del">
        <pc:chgData name="Júlio César Chaves" userId="2d3e62d851452179" providerId="LiveId" clId="{5A57A17C-D37C-4F70-A6A1-8F703B30E30D}" dt="2024-01-09T22:59:26.969" v="1118" actId="47"/>
        <pc:sldMkLst>
          <pc:docMk/>
          <pc:sldMk cId="1481586054" sldId="481"/>
        </pc:sldMkLst>
      </pc:sldChg>
      <pc:sldChg chg="del">
        <pc:chgData name="Júlio César Chaves" userId="2d3e62d851452179" providerId="LiveId" clId="{5A57A17C-D37C-4F70-A6A1-8F703B30E30D}" dt="2024-01-09T22:54:09.638" v="1080" actId="47"/>
        <pc:sldMkLst>
          <pc:docMk/>
          <pc:sldMk cId="483386628" sldId="482"/>
        </pc:sldMkLst>
      </pc:sldChg>
      <pc:sldChg chg="modSp mod">
        <pc:chgData name="Júlio César Chaves" userId="2d3e62d851452179" providerId="LiveId" clId="{5A57A17C-D37C-4F70-A6A1-8F703B30E30D}" dt="2024-01-08T20:56:43.194" v="94" actId="14100"/>
        <pc:sldMkLst>
          <pc:docMk/>
          <pc:sldMk cId="3479199134" sldId="520"/>
        </pc:sldMkLst>
        <pc:spChg chg="mod">
          <ac:chgData name="Júlio César Chaves" userId="2d3e62d851452179" providerId="LiveId" clId="{5A57A17C-D37C-4F70-A6A1-8F703B30E30D}" dt="2024-01-08T20:56:43.194" v="94" actId="14100"/>
          <ac:spMkLst>
            <pc:docMk/>
            <pc:sldMk cId="3479199134" sldId="520"/>
            <ac:spMk id="2" creationId="{00000000-0000-0000-0000-000000000000}"/>
          </ac:spMkLst>
        </pc:spChg>
      </pc:sldChg>
      <pc:sldChg chg="modSp mod">
        <pc:chgData name="Júlio César Chaves" userId="2d3e62d851452179" providerId="LiveId" clId="{5A57A17C-D37C-4F70-A6A1-8F703B30E30D}" dt="2024-01-09T22:07:45.935" v="192" actId="207"/>
        <pc:sldMkLst>
          <pc:docMk/>
          <pc:sldMk cId="1828534957" sldId="625"/>
        </pc:sldMkLst>
        <pc:spChg chg="mod">
          <ac:chgData name="Júlio César Chaves" userId="2d3e62d851452179" providerId="LiveId" clId="{5A57A17C-D37C-4F70-A6A1-8F703B30E30D}" dt="2024-01-09T22:07:45.935" v="192" actId="207"/>
          <ac:spMkLst>
            <pc:docMk/>
            <pc:sldMk cId="1828534957" sldId="625"/>
            <ac:spMk id="24" creationId="{00000000-0000-0000-0000-000000000000}"/>
          </ac:spMkLst>
        </pc:spChg>
      </pc:sldChg>
      <pc:sldChg chg="modSp mod">
        <pc:chgData name="Júlio César Chaves" userId="2d3e62d851452179" providerId="LiveId" clId="{5A57A17C-D37C-4F70-A6A1-8F703B30E30D}" dt="2024-01-09T22:06:57.766" v="181" actId="207"/>
        <pc:sldMkLst>
          <pc:docMk/>
          <pc:sldMk cId="3697603347" sldId="626"/>
        </pc:sldMkLst>
        <pc:spChg chg="mod">
          <ac:chgData name="Júlio César Chaves" userId="2d3e62d851452179" providerId="LiveId" clId="{5A57A17C-D37C-4F70-A6A1-8F703B30E30D}" dt="2024-01-09T22:06:44.200" v="178" actId="207"/>
          <ac:spMkLst>
            <pc:docMk/>
            <pc:sldMk cId="3697603347" sldId="626"/>
            <ac:spMk id="4" creationId="{00000000-0000-0000-0000-000000000000}"/>
          </ac:spMkLst>
        </pc:spChg>
        <pc:spChg chg="mod">
          <ac:chgData name="Júlio César Chaves" userId="2d3e62d851452179" providerId="LiveId" clId="{5A57A17C-D37C-4F70-A6A1-8F703B30E30D}" dt="2024-01-09T22:06:48.977" v="179" actId="207"/>
          <ac:spMkLst>
            <pc:docMk/>
            <pc:sldMk cId="3697603347" sldId="626"/>
            <ac:spMk id="14" creationId="{F856B0C6-71EC-334E-8B21-CAF24DDFAC2C}"/>
          </ac:spMkLst>
        </pc:spChg>
        <pc:spChg chg="mod">
          <ac:chgData name="Júlio César Chaves" userId="2d3e62d851452179" providerId="LiveId" clId="{5A57A17C-D37C-4F70-A6A1-8F703B30E30D}" dt="2024-01-09T22:06:37.312" v="174" actId="207"/>
          <ac:spMkLst>
            <pc:docMk/>
            <pc:sldMk cId="3697603347" sldId="626"/>
            <ac:spMk id="19" creationId="{D1077742-8498-3A4A-8FC4-526A0CF145BA}"/>
          </ac:spMkLst>
        </pc:spChg>
        <pc:spChg chg="mod">
          <ac:chgData name="Júlio César Chaves" userId="2d3e62d851452179" providerId="LiveId" clId="{5A57A17C-D37C-4F70-A6A1-8F703B30E30D}" dt="2024-01-09T22:06:57.766" v="181" actId="207"/>
          <ac:spMkLst>
            <pc:docMk/>
            <pc:sldMk cId="3697603347" sldId="626"/>
            <ac:spMk id="20" creationId="{F81C3728-D05F-6741-B3AC-B69FEFB810ED}"/>
          </ac:spMkLst>
        </pc:spChg>
        <pc:spChg chg="mod">
          <ac:chgData name="Júlio César Chaves" userId="2d3e62d851452179" providerId="LiveId" clId="{5A57A17C-D37C-4F70-A6A1-8F703B30E30D}" dt="2024-01-09T22:06:37.312" v="174" actId="207"/>
          <ac:spMkLst>
            <pc:docMk/>
            <pc:sldMk cId="3697603347" sldId="626"/>
            <ac:spMk id="24" creationId="{00000000-0000-0000-0000-000000000000}"/>
          </ac:spMkLst>
        </pc:spChg>
        <pc:spChg chg="mod">
          <ac:chgData name="Júlio César Chaves" userId="2d3e62d851452179" providerId="LiveId" clId="{5A57A17C-D37C-4F70-A6A1-8F703B30E30D}" dt="2024-01-09T22:06:37.312" v="174" actId="207"/>
          <ac:spMkLst>
            <pc:docMk/>
            <pc:sldMk cId="3697603347" sldId="626"/>
            <ac:spMk id="26" creationId="{00000000-0000-0000-0000-000000000000}"/>
          </ac:spMkLst>
        </pc:spChg>
        <pc:spChg chg="mod">
          <ac:chgData name="Júlio César Chaves" userId="2d3e62d851452179" providerId="LiveId" clId="{5A57A17C-D37C-4F70-A6A1-8F703B30E30D}" dt="2024-01-09T22:06:37.312" v="174" actId="207"/>
          <ac:spMkLst>
            <pc:docMk/>
            <pc:sldMk cId="3697603347" sldId="626"/>
            <ac:spMk id="45" creationId="{00000000-0000-0000-0000-000000000000}"/>
          </ac:spMkLst>
        </pc:spChg>
      </pc:sldChg>
      <pc:sldChg chg="modSp mod">
        <pc:chgData name="Júlio César Chaves" userId="2d3e62d851452179" providerId="LiveId" clId="{5A57A17C-D37C-4F70-A6A1-8F703B30E30D}" dt="2024-01-09T22:08:46.586" v="207" actId="207"/>
        <pc:sldMkLst>
          <pc:docMk/>
          <pc:sldMk cId="1544999108" sldId="627"/>
        </pc:sldMkLst>
        <pc:spChg chg="mod">
          <ac:chgData name="Júlio César Chaves" userId="2d3e62d851452179" providerId="LiveId" clId="{5A57A17C-D37C-4F70-A6A1-8F703B30E30D}" dt="2024-01-09T22:08:39.194" v="206" actId="207"/>
          <ac:spMkLst>
            <pc:docMk/>
            <pc:sldMk cId="1544999108" sldId="627"/>
            <ac:spMk id="3" creationId="{DC6658A1-6B6E-6348-9FDB-35D4B37618A1}"/>
          </ac:spMkLst>
        </pc:spChg>
        <pc:spChg chg="mod">
          <ac:chgData name="Júlio César Chaves" userId="2d3e62d851452179" providerId="LiveId" clId="{5A57A17C-D37C-4F70-A6A1-8F703B30E30D}" dt="2024-01-09T22:08:46.586" v="207" actId="207"/>
          <ac:spMkLst>
            <pc:docMk/>
            <pc:sldMk cId="1544999108" sldId="627"/>
            <ac:spMk id="32" creationId="{866303FF-156F-024E-B09F-1435E22EAC5D}"/>
          </ac:spMkLst>
        </pc:spChg>
      </pc:sldChg>
      <pc:sldChg chg="modSp mod">
        <pc:chgData name="Júlio César Chaves" userId="2d3e62d851452179" providerId="LiveId" clId="{5A57A17C-D37C-4F70-A6A1-8F703B30E30D}" dt="2024-01-09T22:10:09.046" v="220" actId="207"/>
        <pc:sldMkLst>
          <pc:docMk/>
          <pc:sldMk cId="3182786038" sldId="840"/>
        </pc:sldMkLst>
        <pc:spChg chg="mod">
          <ac:chgData name="Júlio César Chaves" userId="2d3e62d851452179" providerId="LiveId" clId="{5A57A17C-D37C-4F70-A6A1-8F703B30E30D}" dt="2024-01-09T22:10:09.046" v="220" actId="207"/>
          <ac:spMkLst>
            <pc:docMk/>
            <pc:sldMk cId="3182786038" sldId="840"/>
            <ac:spMk id="8" creationId="{63B2245D-7705-9A4B-BDC7-EB3E2743BD57}"/>
          </ac:spMkLst>
        </pc:spChg>
      </pc:sldChg>
      <pc:sldChg chg="modSp mod">
        <pc:chgData name="Júlio César Chaves" userId="2d3e62d851452179" providerId="LiveId" clId="{5A57A17C-D37C-4F70-A6A1-8F703B30E30D}" dt="2024-01-09T22:10:42.073" v="224" actId="207"/>
        <pc:sldMkLst>
          <pc:docMk/>
          <pc:sldMk cId="447359310" sldId="841"/>
        </pc:sldMkLst>
        <pc:spChg chg="mod">
          <ac:chgData name="Júlio César Chaves" userId="2d3e62d851452179" providerId="LiveId" clId="{5A57A17C-D37C-4F70-A6A1-8F703B30E30D}" dt="2024-01-09T22:10:42.073" v="224" actId="207"/>
          <ac:spMkLst>
            <pc:docMk/>
            <pc:sldMk cId="447359310" sldId="841"/>
            <ac:spMk id="3" creationId="{C42A5133-5791-384E-8F8A-B3FBDC54F030}"/>
          </ac:spMkLst>
        </pc:spChg>
      </pc:sldChg>
      <pc:sldChg chg="modSp mod">
        <pc:chgData name="Júlio César Chaves" userId="2d3e62d851452179" providerId="LiveId" clId="{5A57A17C-D37C-4F70-A6A1-8F703B30E30D}" dt="2024-01-09T22:12:54.067" v="232" actId="27636"/>
        <pc:sldMkLst>
          <pc:docMk/>
          <pc:sldMk cId="1197939564" sldId="850"/>
        </pc:sldMkLst>
        <pc:spChg chg="mod">
          <ac:chgData name="Júlio César Chaves" userId="2d3e62d851452179" providerId="LiveId" clId="{5A57A17C-D37C-4F70-A6A1-8F703B30E30D}" dt="2024-01-09T22:12:54.067" v="232" actId="27636"/>
          <ac:spMkLst>
            <pc:docMk/>
            <pc:sldMk cId="1197939564" sldId="850"/>
            <ac:spMk id="6" creationId="{6EC9A840-75A0-E142-B90F-52153AD2824A}"/>
          </ac:spMkLst>
        </pc:spChg>
      </pc:sldChg>
      <pc:sldChg chg="modSp mod">
        <pc:chgData name="Júlio César Chaves" userId="2d3e62d851452179" providerId="LiveId" clId="{5A57A17C-D37C-4F70-A6A1-8F703B30E30D}" dt="2024-01-09T22:08:59.711" v="208" actId="207"/>
        <pc:sldMkLst>
          <pc:docMk/>
          <pc:sldMk cId="2930029951" sldId="852"/>
        </pc:sldMkLst>
        <pc:spChg chg="mod">
          <ac:chgData name="Júlio César Chaves" userId="2d3e62d851452179" providerId="LiveId" clId="{5A57A17C-D37C-4F70-A6A1-8F703B30E30D}" dt="2024-01-09T22:08:59.711" v="208" actId="207"/>
          <ac:spMkLst>
            <pc:docMk/>
            <pc:sldMk cId="2930029951" sldId="852"/>
            <ac:spMk id="3" creationId="{3195FD5A-3999-1F41-AED7-72A8C6350DD6}"/>
          </ac:spMkLst>
        </pc:spChg>
      </pc:sldChg>
      <pc:sldChg chg="modSp mod">
        <pc:chgData name="Júlio César Chaves" userId="2d3e62d851452179" providerId="LiveId" clId="{5A57A17C-D37C-4F70-A6A1-8F703B30E30D}" dt="2024-01-09T22:13:30.112" v="234" actId="207"/>
        <pc:sldMkLst>
          <pc:docMk/>
          <pc:sldMk cId="4011875722" sldId="855"/>
        </pc:sldMkLst>
        <pc:spChg chg="mod">
          <ac:chgData name="Júlio César Chaves" userId="2d3e62d851452179" providerId="LiveId" clId="{5A57A17C-D37C-4F70-A6A1-8F703B30E30D}" dt="2024-01-09T22:13:30.112" v="234" actId="207"/>
          <ac:spMkLst>
            <pc:docMk/>
            <pc:sldMk cId="4011875722" sldId="855"/>
            <ac:spMk id="3" creationId="{269C8F78-99A8-5B49-AE2D-DA1EB051A759}"/>
          </ac:spMkLst>
        </pc:spChg>
      </pc:sldChg>
      <pc:sldChg chg="modSp mod">
        <pc:chgData name="Júlio César Chaves" userId="2d3e62d851452179" providerId="LiveId" clId="{5A57A17C-D37C-4F70-A6A1-8F703B30E30D}" dt="2024-01-09T22:13:14.948" v="233" actId="207"/>
        <pc:sldMkLst>
          <pc:docMk/>
          <pc:sldMk cId="1845816164" sldId="860"/>
        </pc:sldMkLst>
        <pc:spChg chg="mod">
          <ac:chgData name="Júlio César Chaves" userId="2d3e62d851452179" providerId="LiveId" clId="{5A57A17C-D37C-4F70-A6A1-8F703B30E30D}" dt="2024-01-09T22:13:14.948" v="233" actId="207"/>
          <ac:spMkLst>
            <pc:docMk/>
            <pc:sldMk cId="1845816164" sldId="860"/>
            <ac:spMk id="6" creationId="{6EC9A840-75A0-E142-B90F-52153AD2824A}"/>
          </ac:spMkLst>
        </pc:spChg>
      </pc:sldChg>
      <pc:sldChg chg="addSp modSp mod">
        <pc:chgData name="Júlio César Chaves" userId="2d3e62d851452179" providerId="LiveId" clId="{5A57A17C-D37C-4F70-A6A1-8F703B30E30D}" dt="2024-01-09T22:02:06.558" v="151" actId="1076"/>
        <pc:sldMkLst>
          <pc:docMk/>
          <pc:sldMk cId="3254151104" sldId="870"/>
        </pc:sldMkLst>
        <pc:spChg chg="add mod">
          <ac:chgData name="Júlio César Chaves" userId="2d3e62d851452179" providerId="LiveId" clId="{5A57A17C-D37C-4F70-A6A1-8F703B30E30D}" dt="2024-01-09T22:02:06.558" v="151" actId="1076"/>
          <ac:spMkLst>
            <pc:docMk/>
            <pc:sldMk cId="3254151104" sldId="870"/>
            <ac:spMk id="4" creationId="{EB6AB437-56B5-47FD-FD6D-5A0126477291}"/>
          </ac:spMkLst>
        </pc:spChg>
      </pc:sldChg>
      <pc:sldChg chg="modSp mod">
        <pc:chgData name="Júlio César Chaves" userId="2d3e62d851452179" providerId="LiveId" clId="{5A57A17C-D37C-4F70-A6A1-8F703B30E30D}" dt="2024-01-09T22:03:20.651" v="156" actId="207"/>
        <pc:sldMkLst>
          <pc:docMk/>
          <pc:sldMk cId="2380334668" sldId="872"/>
        </pc:sldMkLst>
        <pc:spChg chg="mod">
          <ac:chgData name="Júlio César Chaves" userId="2d3e62d851452179" providerId="LiveId" clId="{5A57A17C-D37C-4F70-A6A1-8F703B30E30D}" dt="2024-01-09T22:03:20.651" v="156" actId="207"/>
          <ac:spMkLst>
            <pc:docMk/>
            <pc:sldMk cId="2380334668" sldId="872"/>
            <ac:spMk id="5" creationId="{00000000-0000-0000-0000-000000000000}"/>
          </ac:spMkLst>
        </pc:spChg>
      </pc:sldChg>
      <pc:sldChg chg="modSp mod">
        <pc:chgData name="Júlio César Chaves" userId="2d3e62d851452179" providerId="LiveId" clId="{5A57A17C-D37C-4F70-A6A1-8F703B30E30D}" dt="2024-01-09T23:00:51.518" v="1149" actId="20577"/>
        <pc:sldMkLst>
          <pc:docMk/>
          <pc:sldMk cId="2342472536" sldId="974"/>
        </pc:sldMkLst>
        <pc:spChg chg="mod">
          <ac:chgData name="Júlio César Chaves" userId="2d3e62d851452179" providerId="LiveId" clId="{5A57A17C-D37C-4F70-A6A1-8F703B30E30D}" dt="2024-01-09T22:18:11.590" v="303" actId="20577"/>
          <ac:spMkLst>
            <pc:docMk/>
            <pc:sldMk cId="2342472536" sldId="974"/>
            <ac:spMk id="4" creationId="{EAB4CD20-D77B-3943-4F44-1F9D66F4FB71}"/>
          </ac:spMkLst>
        </pc:spChg>
        <pc:spChg chg="mod">
          <ac:chgData name="Júlio César Chaves" userId="2d3e62d851452179" providerId="LiveId" clId="{5A57A17C-D37C-4F70-A6A1-8F703B30E30D}" dt="2024-01-09T22:22:19.438" v="371" actId="207"/>
          <ac:spMkLst>
            <pc:docMk/>
            <pc:sldMk cId="2342472536" sldId="974"/>
            <ac:spMk id="9" creationId="{8176DA84-92B9-5CF8-D221-C4A021C53A92}"/>
          </ac:spMkLst>
        </pc:spChg>
        <pc:spChg chg="mod">
          <ac:chgData name="Júlio César Chaves" userId="2d3e62d851452179" providerId="LiveId" clId="{5A57A17C-D37C-4F70-A6A1-8F703B30E30D}" dt="2024-01-09T22:22:19.438" v="371" actId="207"/>
          <ac:spMkLst>
            <pc:docMk/>
            <pc:sldMk cId="2342472536" sldId="974"/>
            <ac:spMk id="10" creationId="{BE9C49C1-2C7C-32D6-8D35-507F5A41DC34}"/>
          </ac:spMkLst>
        </pc:spChg>
        <pc:spChg chg="mod">
          <ac:chgData name="Júlio César Chaves" userId="2d3e62d851452179" providerId="LiveId" clId="{5A57A17C-D37C-4F70-A6A1-8F703B30E30D}" dt="2024-01-09T22:22:19.438" v="371" actId="207"/>
          <ac:spMkLst>
            <pc:docMk/>
            <pc:sldMk cId="2342472536" sldId="974"/>
            <ac:spMk id="11" creationId="{35E6205D-DBE5-441B-B25B-D25930CD4C11}"/>
          </ac:spMkLst>
        </pc:spChg>
        <pc:spChg chg="mod">
          <ac:chgData name="Júlio César Chaves" userId="2d3e62d851452179" providerId="LiveId" clId="{5A57A17C-D37C-4F70-A6A1-8F703B30E30D}" dt="2024-01-09T22:22:19.438" v="371" actId="207"/>
          <ac:spMkLst>
            <pc:docMk/>
            <pc:sldMk cId="2342472536" sldId="974"/>
            <ac:spMk id="12" creationId="{D9505F5F-D85A-13ED-DE4E-58F924800FCC}"/>
          </ac:spMkLst>
        </pc:spChg>
        <pc:spChg chg="mod">
          <ac:chgData name="Júlio César Chaves" userId="2d3e62d851452179" providerId="LiveId" clId="{5A57A17C-D37C-4F70-A6A1-8F703B30E30D}" dt="2024-01-09T22:22:19.438" v="371" actId="207"/>
          <ac:spMkLst>
            <pc:docMk/>
            <pc:sldMk cId="2342472536" sldId="974"/>
            <ac:spMk id="13" creationId="{F6A48243-6FB0-F99B-13D2-8F9FBC8A1991}"/>
          </ac:spMkLst>
        </pc:spChg>
        <pc:spChg chg="mod">
          <ac:chgData name="Júlio César Chaves" userId="2d3e62d851452179" providerId="LiveId" clId="{5A57A17C-D37C-4F70-A6A1-8F703B30E30D}" dt="2024-01-09T23:00:38.866" v="1120" actId="20577"/>
          <ac:spMkLst>
            <pc:docMk/>
            <pc:sldMk cId="2342472536" sldId="974"/>
            <ac:spMk id="15" creationId="{0E84DB15-CCD4-437D-75A7-438B91D4B1C6}"/>
          </ac:spMkLst>
        </pc:spChg>
        <pc:spChg chg="mod">
          <ac:chgData name="Júlio César Chaves" userId="2d3e62d851452179" providerId="LiveId" clId="{5A57A17C-D37C-4F70-A6A1-8F703B30E30D}" dt="2024-01-09T23:00:48.762" v="1146" actId="20577"/>
          <ac:spMkLst>
            <pc:docMk/>
            <pc:sldMk cId="2342472536" sldId="974"/>
            <ac:spMk id="16" creationId="{59D1DA32-7E99-7C25-471B-A3189C9C2981}"/>
          </ac:spMkLst>
        </pc:spChg>
        <pc:spChg chg="mod">
          <ac:chgData name="Júlio César Chaves" userId="2d3e62d851452179" providerId="LiveId" clId="{5A57A17C-D37C-4F70-A6A1-8F703B30E30D}" dt="2024-01-09T22:22:19.438" v="371" actId="207"/>
          <ac:spMkLst>
            <pc:docMk/>
            <pc:sldMk cId="2342472536" sldId="974"/>
            <ac:spMk id="19" creationId="{6294CC85-3253-1827-E671-FB124E13684C}"/>
          </ac:spMkLst>
        </pc:spChg>
        <pc:spChg chg="mod">
          <ac:chgData name="Júlio César Chaves" userId="2d3e62d851452179" providerId="LiveId" clId="{5A57A17C-D37C-4F70-A6A1-8F703B30E30D}" dt="2024-01-09T23:00:45.838" v="1144" actId="20577"/>
          <ac:spMkLst>
            <pc:docMk/>
            <pc:sldMk cId="2342472536" sldId="974"/>
            <ac:spMk id="20" creationId="{6D51A4B0-3258-B7AD-4215-21CC20A13641}"/>
          </ac:spMkLst>
        </pc:spChg>
        <pc:spChg chg="mod">
          <ac:chgData name="Júlio César Chaves" userId="2d3e62d851452179" providerId="LiveId" clId="{5A57A17C-D37C-4F70-A6A1-8F703B30E30D}" dt="2024-01-09T23:00:51.518" v="1149" actId="20577"/>
          <ac:spMkLst>
            <pc:docMk/>
            <pc:sldMk cId="2342472536" sldId="974"/>
            <ac:spMk id="21" creationId="{C92D6254-8853-635D-87E1-777AC5D6367F}"/>
          </ac:spMkLst>
        </pc:spChg>
        <pc:spChg chg="mod">
          <ac:chgData name="Júlio César Chaves" userId="2d3e62d851452179" providerId="LiveId" clId="{5A57A17C-D37C-4F70-A6A1-8F703B30E30D}" dt="2024-01-09T22:22:19.438" v="371" actId="207"/>
          <ac:spMkLst>
            <pc:docMk/>
            <pc:sldMk cId="2342472536" sldId="974"/>
            <ac:spMk id="22" creationId="{7ECF2C34-4EAF-6546-77A5-928650A056EB}"/>
          </ac:spMkLst>
        </pc:spChg>
        <pc:spChg chg="mod">
          <ac:chgData name="Júlio César Chaves" userId="2d3e62d851452179" providerId="LiveId" clId="{5A57A17C-D37C-4F70-A6A1-8F703B30E30D}" dt="2024-01-09T22:22:19.438" v="371" actId="207"/>
          <ac:spMkLst>
            <pc:docMk/>
            <pc:sldMk cId="2342472536" sldId="974"/>
            <ac:spMk id="23" creationId="{DF838EF9-A0BC-2E37-BEA4-B747967BA642}"/>
          </ac:spMkLst>
        </pc:spChg>
      </pc:sldChg>
      <pc:sldChg chg="del mod modShow">
        <pc:chgData name="Júlio César Chaves" userId="2d3e62d851452179" providerId="LiveId" clId="{5A57A17C-D37C-4F70-A6A1-8F703B30E30D}" dt="2024-01-10T13:49:50.463" v="1277" actId="2696"/>
        <pc:sldMkLst>
          <pc:docMk/>
          <pc:sldMk cId="580089693" sldId="984"/>
        </pc:sldMkLst>
      </pc:sldChg>
      <pc:sldChg chg="del mod modShow">
        <pc:chgData name="Júlio César Chaves" userId="2d3e62d851452179" providerId="LiveId" clId="{5A57A17C-D37C-4F70-A6A1-8F703B30E30D}" dt="2024-01-10T13:49:50.463" v="1277" actId="2696"/>
        <pc:sldMkLst>
          <pc:docMk/>
          <pc:sldMk cId="847136250" sldId="985"/>
        </pc:sldMkLst>
      </pc:sldChg>
      <pc:sldChg chg="add del mod modShow">
        <pc:chgData name="Júlio César Chaves" userId="2d3e62d851452179" providerId="LiveId" clId="{5A57A17C-D37C-4F70-A6A1-8F703B30E30D}" dt="2024-01-10T13:49:50.463" v="1277" actId="2696"/>
        <pc:sldMkLst>
          <pc:docMk/>
          <pc:sldMk cId="2856228128" sldId="986"/>
        </pc:sldMkLst>
      </pc:sldChg>
      <pc:sldChg chg="addSp delSp modSp new add del mod modClrScheme chgLayout">
        <pc:chgData name="Júlio César Chaves" userId="2d3e62d851452179" providerId="LiveId" clId="{5A57A17C-D37C-4F70-A6A1-8F703B30E30D}" dt="2024-01-08T20:55:20.767" v="42" actId="47"/>
        <pc:sldMkLst>
          <pc:docMk/>
          <pc:sldMk cId="3332849717" sldId="986"/>
        </pc:sldMkLst>
        <pc:spChg chg="del">
          <ac:chgData name="Júlio César Chaves" userId="2d3e62d851452179" providerId="LiveId" clId="{5A57A17C-D37C-4F70-A6A1-8F703B30E30D}" dt="2024-01-08T20:53:07.383" v="2" actId="700"/>
          <ac:spMkLst>
            <pc:docMk/>
            <pc:sldMk cId="3332849717" sldId="986"/>
            <ac:spMk id="2" creationId="{2E58CD42-A6D8-5C2A-D9BF-836FC99EF0C3}"/>
          </ac:spMkLst>
        </pc:spChg>
        <pc:spChg chg="del mod ord">
          <ac:chgData name="Júlio César Chaves" userId="2d3e62d851452179" providerId="LiveId" clId="{5A57A17C-D37C-4F70-A6A1-8F703B30E30D}" dt="2024-01-08T20:53:07.383" v="2" actId="700"/>
          <ac:spMkLst>
            <pc:docMk/>
            <pc:sldMk cId="3332849717" sldId="986"/>
            <ac:spMk id="3" creationId="{8D569FD6-1BF0-C8B2-22FD-1FB2F5A15A16}"/>
          </ac:spMkLst>
        </pc:spChg>
        <pc:spChg chg="add mod ord">
          <ac:chgData name="Júlio César Chaves" userId="2d3e62d851452179" providerId="LiveId" clId="{5A57A17C-D37C-4F70-A6A1-8F703B30E30D}" dt="2024-01-08T20:53:07.383" v="2" actId="700"/>
          <ac:spMkLst>
            <pc:docMk/>
            <pc:sldMk cId="3332849717" sldId="986"/>
            <ac:spMk id="4" creationId="{CA679E04-7E6E-874D-4BF9-280E7D736203}"/>
          </ac:spMkLst>
        </pc:spChg>
        <pc:picChg chg="add del mod">
          <ac:chgData name="Júlio César Chaves" userId="2d3e62d851452179" providerId="LiveId" clId="{5A57A17C-D37C-4F70-A6A1-8F703B30E30D}" dt="2024-01-08T20:53:25.237" v="5" actId="478"/>
          <ac:picMkLst>
            <pc:docMk/>
            <pc:sldMk cId="3332849717" sldId="986"/>
            <ac:picMk id="1026" creationId="{601C41B1-167D-D704-6495-0381C52CA00E}"/>
          </ac:picMkLst>
        </pc:picChg>
      </pc:sldChg>
      <pc:sldChg chg="addSp delSp modSp new mod modClrScheme chgLayout">
        <pc:chgData name="Júlio César Chaves" userId="2d3e62d851452179" providerId="LiveId" clId="{5A57A17C-D37C-4F70-A6A1-8F703B30E30D}" dt="2024-01-09T21:53:34.145" v="112" actId="20577"/>
        <pc:sldMkLst>
          <pc:docMk/>
          <pc:sldMk cId="3200391235" sldId="987"/>
        </pc:sldMkLst>
        <pc:spChg chg="del mod ord">
          <ac:chgData name="Júlio César Chaves" userId="2d3e62d851452179" providerId="LiveId" clId="{5A57A17C-D37C-4F70-A6A1-8F703B30E30D}" dt="2024-01-09T21:50:51.213" v="98" actId="700"/>
          <ac:spMkLst>
            <pc:docMk/>
            <pc:sldMk cId="3200391235" sldId="987"/>
            <ac:spMk id="2" creationId="{4412E351-D540-C6EE-2B6E-D2B859B5DDF8}"/>
          </ac:spMkLst>
        </pc:spChg>
        <pc:spChg chg="del">
          <ac:chgData name="Júlio César Chaves" userId="2d3e62d851452179" providerId="LiveId" clId="{5A57A17C-D37C-4F70-A6A1-8F703B30E30D}" dt="2024-01-09T21:50:51.213" v="98" actId="700"/>
          <ac:spMkLst>
            <pc:docMk/>
            <pc:sldMk cId="3200391235" sldId="987"/>
            <ac:spMk id="3" creationId="{E06C275E-963B-3C13-C457-474033C65E7A}"/>
          </ac:spMkLst>
        </pc:spChg>
        <pc:spChg chg="del">
          <ac:chgData name="Júlio César Chaves" userId="2d3e62d851452179" providerId="LiveId" clId="{5A57A17C-D37C-4F70-A6A1-8F703B30E30D}" dt="2024-01-09T21:50:51.213" v="98" actId="700"/>
          <ac:spMkLst>
            <pc:docMk/>
            <pc:sldMk cId="3200391235" sldId="987"/>
            <ac:spMk id="4" creationId="{FF08376D-953A-6FE0-90AE-04BEA0B1C6B8}"/>
          </ac:spMkLst>
        </pc:spChg>
        <pc:spChg chg="del mod ord">
          <ac:chgData name="Júlio César Chaves" userId="2d3e62d851452179" providerId="LiveId" clId="{5A57A17C-D37C-4F70-A6A1-8F703B30E30D}" dt="2024-01-09T21:50:51.213" v="98" actId="700"/>
          <ac:spMkLst>
            <pc:docMk/>
            <pc:sldMk cId="3200391235" sldId="987"/>
            <ac:spMk id="5" creationId="{D95CE311-741A-0469-3578-1758D16BD8AE}"/>
          </ac:spMkLst>
        </pc:spChg>
        <pc:spChg chg="add mod ord">
          <ac:chgData name="Júlio César Chaves" userId="2d3e62d851452179" providerId="LiveId" clId="{5A57A17C-D37C-4F70-A6A1-8F703B30E30D}" dt="2024-01-09T21:52:45.064" v="104" actId="1076"/>
          <ac:spMkLst>
            <pc:docMk/>
            <pc:sldMk cId="3200391235" sldId="987"/>
            <ac:spMk id="7" creationId="{9A2DEA87-2D40-138D-643A-E51403151D23}"/>
          </ac:spMkLst>
        </pc:spChg>
        <pc:spChg chg="add mod ord">
          <ac:chgData name="Júlio César Chaves" userId="2d3e62d851452179" providerId="LiveId" clId="{5A57A17C-D37C-4F70-A6A1-8F703B30E30D}" dt="2024-01-09T21:50:51.213" v="98" actId="700"/>
          <ac:spMkLst>
            <pc:docMk/>
            <pc:sldMk cId="3200391235" sldId="987"/>
            <ac:spMk id="8" creationId="{DC6C8B54-D6A3-C95C-AE3A-36C406CB756A}"/>
          </ac:spMkLst>
        </pc:spChg>
        <pc:spChg chg="add mod">
          <ac:chgData name="Júlio César Chaves" userId="2d3e62d851452179" providerId="LiveId" clId="{5A57A17C-D37C-4F70-A6A1-8F703B30E30D}" dt="2024-01-09T21:51:10.633" v="100" actId="1076"/>
          <ac:spMkLst>
            <pc:docMk/>
            <pc:sldMk cId="3200391235" sldId="987"/>
            <ac:spMk id="9" creationId="{8C00A7CF-E517-E5DB-7EC3-81BD0428A24D}"/>
          </ac:spMkLst>
        </pc:spChg>
        <pc:spChg chg="add mod">
          <ac:chgData name="Júlio César Chaves" userId="2d3e62d851452179" providerId="LiveId" clId="{5A57A17C-D37C-4F70-A6A1-8F703B30E30D}" dt="2024-01-09T21:51:10.633" v="100" actId="1076"/>
          <ac:spMkLst>
            <pc:docMk/>
            <pc:sldMk cId="3200391235" sldId="987"/>
            <ac:spMk id="10" creationId="{64060909-986B-DC7F-9B95-796F81AB35AF}"/>
          </ac:spMkLst>
        </pc:spChg>
        <pc:spChg chg="add mod">
          <ac:chgData name="Júlio César Chaves" userId="2d3e62d851452179" providerId="LiveId" clId="{5A57A17C-D37C-4F70-A6A1-8F703B30E30D}" dt="2024-01-09T21:51:10.633" v="100" actId="1076"/>
          <ac:spMkLst>
            <pc:docMk/>
            <pc:sldMk cId="3200391235" sldId="987"/>
            <ac:spMk id="11" creationId="{67516B34-1458-C072-8E0B-26654CF31BB6}"/>
          </ac:spMkLst>
        </pc:spChg>
        <pc:spChg chg="add mod">
          <ac:chgData name="Júlio César Chaves" userId="2d3e62d851452179" providerId="LiveId" clId="{5A57A17C-D37C-4F70-A6A1-8F703B30E30D}" dt="2024-01-09T21:51:10.633" v="100" actId="1076"/>
          <ac:spMkLst>
            <pc:docMk/>
            <pc:sldMk cId="3200391235" sldId="987"/>
            <ac:spMk id="12" creationId="{EAB17977-6953-4BB2-C0BD-3EADACED93B9}"/>
          </ac:spMkLst>
        </pc:spChg>
        <pc:spChg chg="add mod">
          <ac:chgData name="Júlio César Chaves" userId="2d3e62d851452179" providerId="LiveId" clId="{5A57A17C-D37C-4F70-A6A1-8F703B30E30D}" dt="2024-01-09T21:51:10.633" v="100" actId="1076"/>
          <ac:spMkLst>
            <pc:docMk/>
            <pc:sldMk cId="3200391235" sldId="987"/>
            <ac:spMk id="13" creationId="{F9C5951C-A4BA-2876-D265-F90EA3F5B9A5}"/>
          </ac:spMkLst>
        </pc:spChg>
        <pc:spChg chg="add mod">
          <ac:chgData name="Júlio César Chaves" userId="2d3e62d851452179" providerId="LiveId" clId="{5A57A17C-D37C-4F70-A6A1-8F703B30E30D}" dt="2024-01-09T21:51:10.633" v="100" actId="1076"/>
          <ac:spMkLst>
            <pc:docMk/>
            <pc:sldMk cId="3200391235" sldId="987"/>
            <ac:spMk id="14" creationId="{BABC63A6-A2CF-C7AA-840C-F04BEDD57A53}"/>
          </ac:spMkLst>
        </pc:spChg>
        <pc:spChg chg="add mod">
          <ac:chgData name="Júlio César Chaves" userId="2d3e62d851452179" providerId="LiveId" clId="{5A57A17C-D37C-4F70-A6A1-8F703B30E30D}" dt="2024-01-09T21:53:34.145" v="112" actId="20577"/>
          <ac:spMkLst>
            <pc:docMk/>
            <pc:sldMk cId="3200391235" sldId="987"/>
            <ac:spMk id="15" creationId="{0C886722-A811-F2F3-3E45-95713AAA5478}"/>
          </ac:spMkLst>
        </pc:spChg>
        <pc:picChg chg="add mod">
          <ac:chgData name="Júlio César Chaves" userId="2d3e62d851452179" providerId="LiveId" clId="{5A57A17C-D37C-4F70-A6A1-8F703B30E30D}" dt="2024-01-09T21:50:47.585" v="97" actId="1076"/>
          <ac:picMkLst>
            <pc:docMk/>
            <pc:sldMk cId="3200391235" sldId="987"/>
            <ac:picMk id="6" creationId="{C67ED0F3-B747-5E64-3C0C-258E78092380}"/>
          </ac:picMkLst>
        </pc:picChg>
      </pc:sldChg>
      <pc:sldChg chg="modSp new mod">
        <pc:chgData name="Júlio César Chaves" userId="2d3e62d851452179" providerId="LiveId" clId="{5A57A17C-D37C-4F70-A6A1-8F703B30E30D}" dt="2024-01-09T22:14:52.743" v="274" actId="20577"/>
        <pc:sldMkLst>
          <pc:docMk/>
          <pc:sldMk cId="4127077252" sldId="988"/>
        </pc:sldMkLst>
        <pc:spChg chg="mod">
          <ac:chgData name="Júlio César Chaves" userId="2d3e62d851452179" providerId="LiveId" clId="{5A57A17C-D37C-4F70-A6A1-8F703B30E30D}" dt="2024-01-09T22:14:52.743" v="274" actId="20577"/>
          <ac:spMkLst>
            <pc:docMk/>
            <pc:sldMk cId="4127077252" sldId="988"/>
            <ac:spMk id="2" creationId="{0D6F8187-067B-33D5-2D02-A297640EC8BB}"/>
          </ac:spMkLst>
        </pc:spChg>
      </pc:sldChg>
      <pc:sldChg chg="modSp add mod">
        <pc:chgData name="Júlio César Chaves" userId="2d3e62d851452179" providerId="LiveId" clId="{5A57A17C-D37C-4F70-A6A1-8F703B30E30D}" dt="2024-01-09T23:01:03.512" v="1151" actId="20577"/>
        <pc:sldMkLst>
          <pc:docMk/>
          <pc:sldMk cId="3742270202" sldId="989"/>
        </pc:sldMkLst>
        <pc:spChg chg="mod">
          <ac:chgData name="Júlio César Chaves" userId="2d3e62d851452179" providerId="LiveId" clId="{5A57A17C-D37C-4F70-A6A1-8F703B30E30D}" dt="2024-01-09T22:18:28.918" v="327" actId="20577"/>
          <ac:spMkLst>
            <pc:docMk/>
            <pc:sldMk cId="3742270202" sldId="989"/>
            <ac:spMk id="2" creationId="{930137A8-8D5F-55D0-325C-729966A0ABD2}"/>
          </ac:spMkLst>
        </pc:spChg>
        <pc:spChg chg="mod">
          <ac:chgData name="Júlio César Chaves" userId="2d3e62d851452179" providerId="LiveId" clId="{5A57A17C-D37C-4F70-A6A1-8F703B30E30D}" dt="2024-01-09T23:01:03.512" v="1151" actId="20577"/>
          <ac:spMkLst>
            <pc:docMk/>
            <pc:sldMk cId="3742270202" sldId="989"/>
            <ac:spMk id="3" creationId="{D2C21593-22FE-435A-75A7-855EA739EE4F}"/>
          </ac:spMkLst>
        </pc:spChg>
      </pc:sldChg>
      <pc:sldChg chg="modSp add mod">
        <pc:chgData name="Júlio César Chaves" userId="2d3e62d851452179" providerId="LiveId" clId="{5A57A17C-D37C-4F70-A6A1-8F703B30E30D}" dt="2024-01-09T23:01:13.138" v="1153" actId="20577"/>
        <pc:sldMkLst>
          <pc:docMk/>
          <pc:sldMk cId="1135357382" sldId="990"/>
        </pc:sldMkLst>
        <pc:spChg chg="mod">
          <ac:chgData name="Júlio César Chaves" userId="2d3e62d851452179" providerId="LiveId" clId="{5A57A17C-D37C-4F70-A6A1-8F703B30E30D}" dt="2024-01-09T23:01:13.138" v="1153" actId="20577"/>
          <ac:spMkLst>
            <pc:docMk/>
            <pc:sldMk cId="1135357382" sldId="990"/>
            <ac:spMk id="3" creationId="{D2C21593-22FE-435A-75A7-855EA739EE4F}"/>
          </ac:spMkLst>
        </pc:spChg>
      </pc:sldChg>
      <pc:sldChg chg="addSp delSp modSp new mod">
        <pc:chgData name="Júlio César Chaves" userId="2d3e62d851452179" providerId="LiveId" clId="{5A57A17C-D37C-4F70-A6A1-8F703B30E30D}" dt="2024-01-09T22:19:58.202" v="348" actId="1076"/>
        <pc:sldMkLst>
          <pc:docMk/>
          <pc:sldMk cId="1023426738" sldId="991"/>
        </pc:sldMkLst>
        <pc:spChg chg="del">
          <ac:chgData name="Júlio César Chaves" userId="2d3e62d851452179" providerId="LiveId" clId="{5A57A17C-D37C-4F70-A6A1-8F703B30E30D}" dt="2024-01-09T22:19:44.376" v="343" actId="478"/>
          <ac:spMkLst>
            <pc:docMk/>
            <pc:sldMk cId="1023426738" sldId="991"/>
            <ac:spMk id="2" creationId="{51026DE4-D125-4624-C698-DCC949422789}"/>
          </ac:spMkLst>
        </pc:spChg>
        <pc:spChg chg="del">
          <ac:chgData name="Júlio César Chaves" userId="2d3e62d851452179" providerId="LiveId" clId="{5A57A17C-D37C-4F70-A6A1-8F703B30E30D}" dt="2024-01-09T22:19:46.246" v="344" actId="478"/>
          <ac:spMkLst>
            <pc:docMk/>
            <pc:sldMk cId="1023426738" sldId="991"/>
            <ac:spMk id="3" creationId="{6A0A8C9C-0FEE-42E0-A3BD-AEB481ED6653}"/>
          </ac:spMkLst>
        </pc:spChg>
        <pc:spChg chg="add mod">
          <ac:chgData name="Júlio César Chaves" userId="2d3e62d851452179" providerId="LiveId" clId="{5A57A17C-D37C-4F70-A6A1-8F703B30E30D}" dt="2024-01-09T22:19:52.229" v="346" actId="1076"/>
          <ac:spMkLst>
            <pc:docMk/>
            <pc:sldMk cId="1023426738" sldId="991"/>
            <ac:spMk id="5" creationId="{E47F49B1-1C7D-419E-76EC-966F8B1D3A62}"/>
          </ac:spMkLst>
        </pc:spChg>
        <pc:spChg chg="add mod">
          <ac:chgData name="Júlio César Chaves" userId="2d3e62d851452179" providerId="LiveId" clId="{5A57A17C-D37C-4F70-A6A1-8F703B30E30D}" dt="2024-01-09T22:19:58.202" v="348" actId="1076"/>
          <ac:spMkLst>
            <pc:docMk/>
            <pc:sldMk cId="1023426738" sldId="991"/>
            <ac:spMk id="6" creationId="{6B153A65-50D9-8E6A-2813-B56BA0B9E7A5}"/>
          </ac:spMkLst>
        </pc:spChg>
      </pc:sldChg>
      <pc:sldChg chg="modSp new mod">
        <pc:chgData name="Júlio César Chaves" userId="2d3e62d851452179" providerId="LiveId" clId="{5A57A17C-D37C-4F70-A6A1-8F703B30E30D}" dt="2024-01-09T22:23:16.177" v="380"/>
        <pc:sldMkLst>
          <pc:docMk/>
          <pc:sldMk cId="3388131931" sldId="992"/>
        </pc:sldMkLst>
        <pc:spChg chg="mod">
          <ac:chgData name="Júlio César Chaves" userId="2d3e62d851452179" providerId="LiveId" clId="{5A57A17C-D37C-4F70-A6A1-8F703B30E30D}" dt="2024-01-09T22:20:35.947" v="369" actId="20577"/>
          <ac:spMkLst>
            <pc:docMk/>
            <pc:sldMk cId="3388131931" sldId="992"/>
            <ac:spMk id="2" creationId="{7F242168-29ED-A8A0-0AEA-04FF1DF496E3}"/>
          </ac:spMkLst>
        </pc:spChg>
        <pc:spChg chg="mod">
          <ac:chgData name="Júlio César Chaves" userId="2d3e62d851452179" providerId="LiveId" clId="{5A57A17C-D37C-4F70-A6A1-8F703B30E30D}" dt="2024-01-09T22:20:45.715" v="370"/>
          <ac:spMkLst>
            <pc:docMk/>
            <pc:sldMk cId="3388131931" sldId="992"/>
            <ac:spMk id="3" creationId="{48ABF105-69FD-E09A-6B6A-954C3833E8A3}"/>
          </ac:spMkLst>
        </pc:spChg>
        <pc:spChg chg="mod">
          <ac:chgData name="Júlio César Chaves" userId="2d3e62d851452179" providerId="LiveId" clId="{5A57A17C-D37C-4F70-A6A1-8F703B30E30D}" dt="2024-01-09T22:23:16.177" v="380"/>
          <ac:spMkLst>
            <pc:docMk/>
            <pc:sldMk cId="3388131931" sldId="992"/>
            <ac:spMk id="4" creationId="{AD0AA551-47EF-0DD2-7C7D-765004B6257E}"/>
          </ac:spMkLst>
        </pc:spChg>
      </pc:sldChg>
      <pc:sldChg chg="modSp add mod">
        <pc:chgData name="Júlio César Chaves" userId="2d3e62d851452179" providerId="LiveId" clId="{5A57A17C-D37C-4F70-A6A1-8F703B30E30D}" dt="2024-01-09T22:24:29.660" v="448" actId="20577"/>
        <pc:sldMkLst>
          <pc:docMk/>
          <pc:sldMk cId="1871895829" sldId="993"/>
        </pc:sldMkLst>
        <pc:spChg chg="mod">
          <ac:chgData name="Júlio César Chaves" userId="2d3e62d851452179" providerId="LiveId" clId="{5A57A17C-D37C-4F70-A6A1-8F703B30E30D}" dt="2024-01-09T22:23:40.625" v="383"/>
          <ac:spMkLst>
            <pc:docMk/>
            <pc:sldMk cId="1871895829" sldId="993"/>
            <ac:spMk id="2" creationId="{7F242168-29ED-A8A0-0AEA-04FF1DF496E3}"/>
          </ac:spMkLst>
        </pc:spChg>
        <pc:spChg chg="mod">
          <ac:chgData name="Júlio César Chaves" userId="2d3e62d851452179" providerId="LiveId" clId="{5A57A17C-D37C-4F70-A6A1-8F703B30E30D}" dt="2024-01-09T22:24:29.660" v="448" actId="20577"/>
          <ac:spMkLst>
            <pc:docMk/>
            <pc:sldMk cId="1871895829" sldId="993"/>
            <ac:spMk id="3" creationId="{48ABF105-69FD-E09A-6B6A-954C3833E8A3}"/>
          </ac:spMkLst>
        </pc:spChg>
      </pc:sldChg>
      <pc:sldChg chg="addSp modSp new mod">
        <pc:chgData name="Júlio César Chaves" userId="2d3e62d851452179" providerId="LiveId" clId="{5A57A17C-D37C-4F70-A6A1-8F703B30E30D}" dt="2024-01-09T22:26:37.318" v="482"/>
        <pc:sldMkLst>
          <pc:docMk/>
          <pc:sldMk cId="3247945746" sldId="994"/>
        </pc:sldMkLst>
        <pc:spChg chg="mod">
          <ac:chgData name="Júlio César Chaves" userId="2d3e62d851452179" providerId="LiveId" clId="{5A57A17C-D37C-4F70-A6A1-8F703B30E30D}" dt="2024-01-09T22:25:11.917" v="450"/>
          <ac:spMkLst>
            <pc:docMk/>
            <pc:sldMk cId="3247945746" sldId="994"/>
            <ac:spMk id="2" creationId="{733C08D1-3AFE-0239-BBA1-76258431F87C}"/>
          </ac:spMkLst>
        </pc:spChg>
        <pc:spChg chg="mod">
          <ac:chgData name="Júlio César Chaves" userId="2d3e62d851452179" providerId="LiveId" clId="{5A57A17C-D37C-4F70-A6A1-8F703B30E30D}" dt="2024-01-09T22:26:25.244" v="481"/>
          <ac:spMkLst>
            <pc:docMk/>
            <pc:sldMk cId="3247945746" sldId="994"/>
            <ac:spMk id="3" creationId="{06586868-A2DF-5405-98A8-C27B0AA3C74C}"/>
          </ac:spMkLst>
        </pc:spChg>
        <pc:spChg chg="mod">
          <ac:chgData name="Júlio César Chaves" userId="2d3e62d851452179" providerId="LiveId" clId="{5A57A17C-D37C-4F70-A6A1-8F703B30E30D}" dt="2024-01-09T22:26:37.318" v="482"/>
          <ac:spMkLst>
            <pc:docMk/>
            <pc:sldMk cId="3247945746" sldId="994"/>
            <ac:spMk id="4" creationId="{380A1246-C802-ABDA-B586-930F1E374257}"/>
          </ac:spMkLst>
        </pc:spChg>
        <pc:spChg chg="add mod">
          <ac:chgData name="Júlio César Chaves" userId="2d3e62d851452179" providerId="LiveId" clId="{5A57A17C-D37C-4F70-A6A1-8F703B30E30D}" dt="2024-01-09T22:26:06.520" v="478" actId="1076"/>
          <ac:spMkLst>
            <pc:docMk/>
            <pc:sldMk cId="3247945746" sldId="994"/>
            <ac:spMk id="7" creationId="{6BB6BBB4-9FE0-BE8F-BC06-0301880F12A1}"/>
          </ac:spMkLst>
        </pc:spChg>
        <pc:spChg chg="add mod">
          <ac:chgData name="Júlio César Chaves" userId="2d3e62d851452179" providerId="LiveId" clId="{5A57A17C-D37C-4F70-A6A1-8F703B30E30D}" dt="2024-01-09T22:26:17.665" v="480" actId="1076"/>
          <ac:spMkLst>
            <pc:docMk/>
            <pc:sldMk cId="3247945746" sldId="994"/>
            <ac:spMk id="8" creationId="{C695890B-9539-0AB8-A138-A213B419ADDA}"/>
          </ac:spMkLst>
        </pc:spChg>
        <pc:picChg chg="add mod">
          <ac:chgData name="Júlio César Chaves" userId="2d3e62d851452179" providerId="LiveId" clId="{5A57A17C-D37C-4F70-A6A1-8F703B30E30D}" dt="2024-01-09T22:25:28.436" v="455" actId="1076"/>
          <ac:picMkLst>
            <pc:docMk/>
            <pc:sldMk cId="3247945746" sldId="994"/>
            <ac:picMk id="6" creationId="{3CF2AE92-CB84-41AF-DA15-E613C6D00C6F}"/>
          </ac:picMkLst>
        </pc:picChg>
      </pc:sldChg>
      <pc:sldChg chg="addSp delSp modSp new mod">
        <pc:chgData name="Júlio César Chaves" userId="2d3e62d851452179" providerId="LiveId" clId="{5A57A17C-D37C-4F70-A6A1-8F703B30E30D}" dt="2024-01-09T22:28:05.087" v="490" actId="20577"/>
        <pc:sldMkLst>
          <pc:docMk/>
          <pc:sldMk cId="3979764540" sldId="995"/>
        </pc:sldMkLst>
        <pc:spChg chg="mod">
          <ac:chgData name="Júlio César Chaves" userId="2d3e62d851452179" providerId="LiveId" clId="{5A57A17C-D37C-4F70-A6A1-8F703B30E30D}" dt="2024-01-09T22:27:13.264" v="484"/>
          <ac:spMkLst>
            <pc:docMk/>
            <pc:sldMk cId="3979764540" sldId="995"/>
            <ac:spMk id="2" creationId="{80654286-1B68-AC4E-88BA-A3479F4E5B32}"/>
          </ac:spMkLst>
        </pc:spChg>
        <pc:spChg chg="mod">
          <ac:chgData name="Júlio César Chaves" userId="2d3e62d851452179" providerId="LiveId" clId="{5A57A17C-D37C-4F70-A6A1-8F703B30E30D}" dt="2024-01-09T22:28:05.087" v="490" actId="20577"/>
          <ac:spMkLst>
            <pc:docMk/>
            <pc:sldMk cId="3979764540" sldId="995"/>
            <ac:spMk id="3" creationId="{DA044CA8-A280-CE0C-D583-807316A42378}"/>
          </ac:spMkLst>
        </pc:spChg>
        <pc:spChg chg="del">
          <ac:chgData name="Júlio César Chaves" userId="2d3e62d851452179" providerId="LiveId" clId="{5A57A17C-D37C-4F70-A6A1-8F703B30E30D}" dt="2024-01-09T22:27:45.376" v="489" actId="478"/>
          <ac:spMkLst>
            <pc:docMk/>
            <pc:sldMk cId="3979764540" sldId="995"/>
            <ac:spMk id="4" creationId="{A46F7F7A-5CDC-52FD-09D6-29876C51DFBC}"/>
          </ac:spMkLst>
        </pc:spChg>
        <pc:spChg chg="add mod">
          <ac:chgData name="Júlio César Chaves" userId="2d3e62d851452179" providerId="LiveId" clId="{5A57A17C-D37C-4F70-A6A1-8F703B30E30D}" dt="2024-01-09T22:27:32.059" v="487" actId="1076"/>
          <ac:spMkLst>
            <pc:docMk/>
            <pc:sldMk cId="3979764540" sldId="995"/>
            <ac:spMk id="6" creationId="{72487B42-BA7C-1A2A-85BB-E0626868C74C}"/>
          </ac:spMkLst>
        </pc:spChg>
      </pc:sldChg>
      <pc:sldChg chg="addSp delSp modSp new mod">
        <pc:chgData name="Júlio César Chaves" userId="2d3e62d851452179" providerId="LiveId" clId="{5A57A17C-D37C-4F70-A6A1-8F703B30E30D}" dt="2024-01-09T22:36:06.298" v="739" actId="20577"/>
        <pc:sldMkLst>
          <pc:docMk/>
          <pc:sldMk cId="214346756" sldId="996"/>
        </pc:sldMkLst>
        <pc:spChg chg="mod">
          <ac:chgData name="Júlio César Chaves" userId="2d3e62d851452179" providerId="LiveId" clId="{5A57A17C-D37C-4F70-A6A1-8F703B30E30D}" dt="2024-01-09T22:28:32.643" v="492"/>
          <ac:spMkLst>
            <pc:docMk/>
            <pc:sldMk cId="214346756" sldId="996"/>
            <ac:spMk id="2" creationId="{5810EB91-38F6-0ED2-8335-17C22F8199B3}"/>
          </ac:spMkLst>
        </pc:spChg>
        <pc:spChg chg="mod">
          <ac:chgData name="Júlio César Chaves" userId="2d3e62d851452179" providerId="LiveId" clId="{5A57A17C-D37C-4F70-A6A1-8F703B30E30D}" dt="2024-01-09T22:36:06.298" v="739" actId="20577"/>
          <ac:spMkLst>
            <pc:docMk/>
            <pc:sldMk cId="214346756" sldId="996"/>
            <ac:spMk id="3" creationId="{5905DDCD-3D0C-7D6B-FB95-F53578CF67CC}"/>
          </ac:spMkLst>
        </pc:spChg>
        <pc:spChg chg="del">
          <ac:chgData name="Júlio César Chaves" userId="2d3e62d851452179" providerId="LiveId" clId="{5A57A17C-D37C-4F70-A6A1-8F703B30E30D}" dt="2024-01-09T22:28:41.080" v="493"/>
          <ac:spMkLst>
            <pc:docMk/>
            <pc:sldMk cId="214346756" sldId="996"/>
            <ac:spMk id="4" creationId="{3FE2C3F1-8196-3215-CBE3-0C92AC31557F}"/>
          </ac:spMkLst>
        </pc:spChg>
        <pc:spChg chg="add mod">
          <ac:chgData name="Júlio César Chaves" userId="2d3e62d851452179" providerId="LiveId" clId="{5A57A17C-D37C-4F70-A6A1-8F703B30E30D}" dt="2024-01-09T22:29:12.872" v="502" actId="1076"/>
          <ac:spMkLst>
            <pc:docMk/>
            <pc:sldMk cId="214346756" sldId="996"/>
            <ac:spMk id="7" creationId="{14674620-69B7-51B2-2EED-0C48487F0CCA}"/>
          </ac:spMkLst>
        </pc:spChg>
        <pc:spChg chg="add mod">
          <ac:chgData name="Júlio César Chaves" userId="2d3e62d851452179" providerId="LiveId" clId="{5A57A17C-D37C-4F70-A6A1-8F703B30E30D}" dt="2024-01-09T22:29:34.542" v="510" actId="1076"/>
          <ac:spMkLst>
            <pc:docMk/>
            <pc:sldMk cId="214346756" sldId="996"/>
            <ac:spMk id="8" creationId="{12CBFE17-78F3-FA86-9E3E-17095676620C}"/>
          </ac:spMkLst>
        </pc:spChg>
        <pc:picChg chg="add mod">
          <ac:chgData name="Júlio César Chaves" userId="2d3e62d851452179" providerId="LiveId" clId="{5A57A17C-D37C-4F70-A6A1-8F703B30E30D}" dt="2024-01-09T22:28:44.064" v="494" actId="14100"/>
          <ac:picMkLst>
            <pc:docMk/>
            <pc:sldMk cId="214346756" sldId="996"/>
            <ac:picMk id="6" creationId="{856DD202-5D5F-C511-EBEB-86E0C909BE75}"/>
          </ac:picMkLst>
        </pc:picChg>
      </pc:sldChg>
      <pc:sldChg chg="addSp delSp modSp new mod">
        <pc:chgData name="Júlio César Chaves" userId="2d3e62d851452179" providerId="LiveId" clId="{5A57A17C-D37C-4F70-A6A1-8F703B30E30D}" dt="2024-01-09T22:42:00.833" v="892" actId="13926"/>
        <pc:sldMkLst>
          <pc:docMk/>
          <pc:sldMk cId="2302805775" sldId="997"/>
        </pc:sldMkLst>
        <pc:spChg chg="mod">
          <ac:chgData name="Júlio César Chaves" userId="2d3e62d851452179" providerId="LiveId" clId="{5A57A17C-D37C-4F70-A6A1-8F703B30E30D}" dt="2024-01-09T22:37:16.170" v="742" actId="14100"/>
          <ac:spMkLst>
            <pc:docMk/>
            <pc:sldMk cId="2302805775" sldId="997"/>
            <ac:spMk id="2" creationId="{5A528012-822E-5CAA-BD0D-CA6E930715B3}"/>
          </ac:spMkLst>
        </pc:spChg>
        <pc:spChg chg="mod">
          <ac:chgData name="Júlio César Chaves" userId="2d3e62d851452179" providerId="LiveId" clId="{5A57A17C-D37C-4F70-A6A1-8F703B30E30D}" dt="2024-01-09T22:37:38.321" v="748"/>
          <ac:spMkLst>
            <pc:docMk/>
            <pc:sldMk cId="2302805775" sldId="997"/>
            <ac:spMk id="3" creationId="{703F9820-0C97-B45B-4241-409C72DD79A7}"/>
          </ac:spMkLst>
        </pc:spChg>
        <pc:spChg chg="mod">
          <ac:chgData name="Júlio César Chaves" userId="2d3e62d851452179" providerId="LiveId" clId="{5A57A17C-D37C-4F70-A6A1-8F703B30E30D}" dt="2024-01-09T22:42:00.833" v="892" actId="13926"/>
          <ac:spMkLst>
            <pc:docMk/>
            <pc:sldMk cId="2302805775" sldId="997"/>
            <ac:spMk id="4" creationId="{0694A6BD-F1A7-7C52-7D51-3FF20EBE2448}"/>
          </ac:spMkLst>
        </pc:spChg>
        <pc:spChg chg="del">
          <ac:chgData name="Júlio César Chaves" userId="2d3e62d851452179" providerId="LiveId" clId="{5A57A17C-D37C-4F70-A6A1-8F703B30E30D}" dt="2024-01-09T22:37:22.662" v="743"/>
          <ac:spMkLst>
            <pc:docMk/>
            <pc:sldMk cId="2302805775" sldId="997"/>
            <ac:spMk id="5" creationId="{78187FD4-E2A4-EA95-3964-5749A9722FD7}"/>
          </ac:spMkLst>
        </pc:spChg>
        <pc:spChg chg="add mod">
          <ac:chgData name="Júlio César Chaves" userId="2d3e62d851452179" providerId="LiveId" clId="{5A57A17C-D37C-4F70-A6A1-8F703B30E30D}" dt="2024-01-09T22:38:11.182" v="750" actId="1076"/>
          <ac:spMkLst>
            <pc:docMk/>
            <pc:sldMk cId="2302805775" sldId="997"/>
            <ac:spMk id="8" creationId="{1DF4552F-CE5B-254A-A3F0-14F8A4F6E5B4}"/>
          </ac:spMkLst>
        </pc:spChg>
        <pc:picChg chg="add mod">
          <ac:chgData name="Júlio César Chaves" userId="2d3e62d851452179" providerId="LiveId" clId="{5A57A17C-D37C-4F70-A6A1-8F703B30E30D}" dt="2024-01-09T22:37:30.394" v="747" actId="1076"/>
          <ac:picMkLst>
            <pc:docMk/>
            <pc:sldMk cId="2302805775" sldId="997"/>
            <ac:picMk id="7" creationId="{A8651D86-93D0-F46E-D969-36786F292429}"/>
          </ac:picMkLst>
        </pc:picChg>
      </pc:sldChg>
      <pc:sldChg chg="modSp new mod">
        <pc:chgData name="Júlio César Chaves" userId="2d3e62d851452179" providerId="LiveId" clId="{5A57A17C-D37C-4F70-A6A1-8F703B30E30D}" dt="2024-01-09T22:43:20.644" v="910"/>
        <pc:sldMkLst>
          <pc:docMk/>
          <pc:sldMk cId="2233903296" sldId="998"/>
        </pc:sldMkLst>
        <pc:spChg chg="mod">
          <ac:chgData name="Júlio César Chaves" userId="2d3e62d851452179" providerId="LiveId" clId="{5A57A17C-D37C-4F70-A6A1-8F703B30E30D}" dt="2024-01-09T22:42:41.915" v="894"/>
          <ac:spMkLst>
            <pc:docMk/>
            <pc:sldMk cId="2233903296" sldId="998"/>
            <ac:spMk id="2" creationId="{B18EE2C7-2AAA-E988-D7B3-DB141BD656B4}"/>
          </ac:spMkLst>
        </pc:spChg>
        <pc:spChg chg="mod">
          <ac:chgData name="Júlio César Chaves" userId="2d3e62d851452179" providerId="LiveId" clId="{5A57A17C-D37C-4F70-A6A1-8F703B30E30D}" dt="2024-01-09T22:43:08.676" v="905"/>
          <ac:spMkLst>
            <pc:docMk/>
            <pc:sldMk cId="2233903296" sldId="998"/>
            <ac:spMk id="3" creationId="{660AF659-08EA-8CEE-545B-E08324FC53EF}"/>
          </ac:spMkLst>
        </pc:spChg>
        <pc:spChg chg="mod">
          <ac:chgData name="Júlio César Chaves" userId="2d3e62d851452179" providerId="LiveId" clId="{5A57A17C-D37C-4F70-A6A1-8F703B30E30D}" dt="2024-01-09T22:43:20.644" v="910"/>
          <ac:spMkLst>
            <pc:docMk/>
            <pc:sldMk cId="2233903296" sldId="998"/>
            <ac:spMk id="4" creationId="{D8829882-DAAA-597C-F91F-37EABD35E8C8}"/>
          </ac:spMkLst>
        </pc:spChg>
      </pc:sldChg>
      <pc:sldChg chg="delSp modSp add mod">
        <pc:chgData name="Júlio César Chaves" userId="2d3e62d851452179" providerId="LiveId" clId="{5A57A17C-D37C-4F70-A6A1-8F703B30E30D}" dt="2024-01-11T18:43:40.460" v="1333" actId="478"/>
        <pc:sldMkLst>
          <pc:docMk/>
          <pc:sldMk cId="2651827594" sldId="999"/>
        </pc:sldMkLst>
        <pc:spChg chg="mod">
          <ac:chgData name="Júlio César Chaves" userId="2d3e62d851452179" providerId="LiveId" clId="{5A57A17C-D37C-4F70-A6A1-8F703B30E30D}" dt="2024-01-11T18:43:35.535" v="1332" actId="20577"/>
          <ac:spMkLst>
            <pc:docMk/>
            <pc:sldMk cId="2651827594" sldId="999"/>
            <ac:spMk id="2" creationId="{00000000-0000-0000-0000-000000000000}"/>
          </ac:spMkLst>
        </pc:spChg>
        <pc:spChg chg="del">
          <ac:chgData name="Júlio César Chaves" userId="2d3e62d851452179" providerId="LiveId" clId="{5A57A17C-D37C-4F70-A6A1-8F703B30E30D}" dt="2024-01-11T18:43:40.460" v="1333" actId="478"/>
          <ac:spMkLst>
            <pc:docMk/>
            <pc:sldMk cId="2651827594" sldId="999"/>
            <ac:spMk id="10" creationId="{C6DCB4B3-930A-EE42-959B-6BA4FAD5D53A}"/>
          </ac:spMkLst>
        </pc:spChg>
      </pc:sldChg>
      <pc:sldChg chg="modSp new mod">
        <pc:chgData name="Júlio César Chaves" userId="2d3e62d851452179" providerId="LiveId" clId="{5A57A17C-D37C-4F70-A6A1-8F703B30E30D}" dt="2024-01-11T18:58:28.300" v="1418" actId="20577"/>
        <pc:sldMkLst>
          <pc:docMk/>
          <pc:sldMk cId="104376822" sldId="1000"/>
        </pc:sldMkLst>
        <pc:spChg chg="mod">
          <ac:chgData name="Júlio César Chaves" userId="2d3e62d851452179" providerId="LiveId" clId="{5A57A17C-D37C-4F70-A6A1-8F703B30E30D}" dt="2024-01-11T18:58:28.300" v="1418" actId="20577"/>
          <ac:spMkLst>
            <pc:docMk/>
            <pc:sldMk cId="104376822" sldId="1000"/>
            <ac:spMk id="2" creationId="{4CCDFD3E-3C45-2AF5-61D5-F7F382E300C0}"/>
          </ac:spMkLst>
        </pc:spChg>
        <pc:spChg chg="mod">
          <ac:chgData name="Júlio César Chaves" userId="2d3e62d851452179" providerId="LiveId" clId="{5A57A17C-D37C-4F70-A6A1-8F703B30E30D}" dt="2024-01-11T18:53:10.147" v="1369" actId="20577"/>
          <ac:spMkLst>
            <pc:docMk/>
            <pc:sldMk cId="104376822" sldId="1000"/>
            <ac:spMk id="3" creationId="{310DBB92-BEDE-9B60-55A6-C564895E16BD}"/>
          </ac:spMkLst>
        </pc:spChg>
        <pc:spChg chg="mod">
          <ac:chgData name="Júlio César Chaves" userId="2d3e62d851452179" providerId="LiveId" clId="{5A57A17C-D37C-4F70-A6A1-8F703B30E30D}" dt="2024-01-11T18:52:06.644" v="1360" actId="20577"/>
          <ac:spMkLst>
            <pc:docMk/>
            <pc:sldMk cId="104376822" sldId="1000"/>
            <ac:spMk id="4" creationId="{95A15AC6-F7DE-73E5-779B-F92B02D5F487}"/>
          </ac:spMkLst>
        </pc:spChg>
        <pc:spChg chg="mod">
          <ac:chgData name="Júlio César Chaves" userId="2d3e62d851452179" providerId="LiveId" clId="{5A57A17C-D37C-4F70-A6A1-8F703B30E30D}" dt="2024-01-11T18:56:04.465" v="1383"/>
          <ac:spMkLst>
            <pc:docMk/>
            <pc:sldMk cId="104376822" sldId="1000"/>
            <ac:spMk id="5" creationId="{ACBB2A28-01B9-0FB3-AA84-B0A258F59096}"/>
          </ac:spMkLst>
        </pc:spChg>
        <pc:spChg chg="mod">
          <ac:chgData name="Júlio César Chaves" userId="2d3e62d851452179" providerId="LiveId" clId="{5A57A17C-D37C-4F70-A6A1-8F703B30E30D}" dt="2024-01-11T18:53:19.373" v="1370"/>
          <ac:spMkLst>
            <pc:docMk/>
            <pc:sldMk cId="104376822" sldId="1000"/>
            <ac:spMk id="6" creationId="{920A2938-6438-232E-D677-3B797343AC71}"/>
          </ac:spMkLst>
        </pc:spChg>
        <pc:spChg chg="mod">
          <ac:chgData name="Júlio César Chaves" userId="2d3e62d851452179" providerId="LiveId" clId="{5A57A17C-D37C-4F70-A6A1-8F703B30E30D}" dt="2024-01-11T18:52:28.181" v="1362"/>
          <ac:spMkLst>
            <pc:docMk/>
            <pc:sldMk cId="104376822" sldId="1000"/>
            <ac:spMk id="7" creationId="{181A181A-322D-863A-314A-F823B767D04B}"/>
          </ac:spMkLst>
        </pc:spChg>
        <pc:spChg chg="mod">
          <ac:chgData name="Júlio César Chaves" userId="2d3e62d851452179" providerId="LiveId" clId="{5A57A17C-D37C-4F70-A6A1-8F703B30E30D}" dt="2024-01-11T18:55:31.076" v="1379"/>
          <ac:spMkLst>
            <pc:docMk/>
            <pc:sldMk cId="104376822" sldId="1000"/>
            <ac:spMk id="8" creationId="{A33B5CC4-6BD3-07C9-C78C-6ED286DC2451}"/>
          </ac:spMkLst>
        </pc:spChg>
        <pc:spChg chg="mod">
          <ac:chgData name="Júlio César Chaves" userId="2d3e62d851452179" providerId="LiveId" clId="{5A57A17C-D37C-4F70-A6A1-8F703B30E30D}" dt="2024-01-11T18:53:28.739" v="1371"/>
          <ac:spMkLst>
            <pc:docMk/>
            <pc:sldMk cId="104376822" sldId="1000"/>
            <ac:spMk id="9" creationId="{18356938-DE46-171B-9F66-1FD2B5CFF1BA}"/>
          </ac:spMkLst>
        </pc:spChg>
        <pc:spChg chg="mod">
          <ac:chgData name="Júlio César Chaves" userId="2d3e62d851452179" providerId="LiveId" clId="{5A57A17C-D37C-4F70-A6A1-8F703B30E30D}" dt="2024-01-11T18:52:35.034" v="1365"/>
          <ac:spMkLst>
            <pc:docMk/>
            <pc:sldMk cId="104376822" sldId="1000"/>
            <ac:spMk id="10" creationId="{CAAA6C1C-6FD5-6B21-5DA0-6A4EB02F8E68}"/>
          </ac:spMkLst>
        </pc:spChg>
        <pc:spChg chg="mod">
          <ac:chgData name="Júlio César Chaves" userId="2d3e62d851452179" providerId="LiveId" clId="{5A57A17C-D37C-4F70-A6A1-8F703B30E30D}" dt="2024-01-11T18:55:45.608" v="1381"/>
          <ac:spMkLst>
            <pc:docMk/>
            <pc:sldMk cId="104376822" sldId="1000"/>
            <ac:spMk id="11" creationId="{2C093174-FF8A-E106-EAFD-B85D6C2C416F}"/>
          </ac:spMkLst>
        </pc:spChg>
        <pc:spChg chg="mod">
          <ac:chgData name="Júlio César Chaves" userId="2d3e62d851452179" providerId="LiveId" clId="{5A57A17C-D37C-4F70-A6A1-8F703B30E30D}" dt="2024-01-11T18:53:40.088" v="1372"/>
          <ac:spMkLst>
            <pc:docMk/>
            <pc:sldMk cId="104376822" sldId="1000"/>
            <ac:spMk id="12" creationId="{66DBE0DE-710D-99E1-43C1-5986F0464B36}"/>
          </ac:spMkLst>
        </pc:spChg>
        <pc:spChg chg="mod">
          <ac:chgData name="Júlio César Chaves" userId="2d3e62d851452179" providerId="LiveId" clId="{5A57A17C-D37C-4F70-A6A1-8F703B30E30D}" dt="2024-01-11T18:52:40.528" v="1366"/>
          <ac:spMkLst>
            <pc:docMk/>
            <pc:sldMk cId="104376822" sldId="1000"/>
            <ac:spMk id="13" creationId="{E4DB515B-F5FD-C2EB-DCF6-3CEB4009A829}"/>
          </ac:spMkLst>
        </pc:spChg>
        <pc:spChg chg="mod">
          <ac:chgData name="Júlio César Chaves" userId="2d3e62d851452179" providerId="LiveId" clId="{5A57A17C-D37C-4F70-A6A1-8F703B30E30D}" dt="2024-01-11T18:58:17.953" v="1406"/>
          <ac:spMkLst>
            <pc:docMk/>
            <pc:sldMk cId="104376822" sldId="1000"/>
            <ac:spMk id="14" creationId="{4368587B-31B6-98B5-085C-3C9605897CB5}"/>
          </ac:spMkLst>
        </pc:spChg>
        <pc:spChg chg="mod">
          <ac:chgData name="Júlio César Chaves" userId="2d3e62d851452179" providerId="LiveId" clId="{5A57A17C-D37C-4F70-A6A1-8F703B30E30D}" dt="2024-01-11T18:53:50.547" v="1373"/>
          <ac:spMkLst>
            <pc:docMk/>
            <pc:sldMk cId="104376822" sldId="1000"/>
            <ac:spMk id="15" creationId="{CD30B220-14F9-8BFB-4202-8ECEF64A1527}"/>
          </ac:spMkLst>
        </pc:spChg>
        <pc:spChg chg="mod">
          <ac:chgData name="Júlio César Chaves" userId="2d3e62d851452179" providerId="LiveId" clId="{5A57A17C-D37C-4F70-A6A1-8F703B30E30D}" dt="2024-01-11T18:57:54.007" v="1400"/>
          <ac:spMkLst>
            <pc:docMk/>
            <pc:sldMk cId="104376822" sldId="1000"/>
            <ac:spMk id="16" creationId="{03197B88-534E-59FD-1AF9-3B336CC809E0}"/>
          </ac:spMkLst>
        </pc:spChg>
        <pc:spChg chg="mod">
          <ac:chgData name="Júlio César Chaves" userId="2d3e62d851452179" providerId="LiveId" clId="{5A57A17C-D37C-4F70-A6A1-8F703B30E30D}" dt="2024-01-11T18:52:45.398" v="1367"/>
          <ac:spMkLst>
            <pc:docMk/>
            <pc:sldMk cId="104376822" sldId="1000"/>
            <ac:spMk id="17" creationId="{B5182C2F-359E-581B-1996-BB45F5C7ED9A}"/>
          </ac:spMkLst>
        </pc:spChg>
      </pc:sldChg>
      <pc:sldMasterChg chg="delSldLayout modSldLayout">
        <pc:chgData name="Júlio César Chaves" userId="2d3e62d851452179" providerId="LiveId" clId="{5A57A17C-D37C-4F70-A6A1-8F703B30E30D}" dt="2024-01-09T22:59:26.969" v="1118" actId="47"/>
        <pc:sldMasterMkLst>
          <pc:docMk/>
          <pc:sldMasterMk cId="900593213" sldId="2147483744"/>
        </pc:sldMasterMkLst>
        <pc:sldLayoutChg chg="del">
          <pc:chgData name="Júlio César Chaves" userId="2d3e62d851452179" providerId="LiveId" clId="{5A57A17C-D37C-4F70-A6A1-8F703B30E30D}" dt="2024-01-08T20:51:50.554" v="0" actId="47"/>
          <pc:sldLayoutMkLst>
            <pc:docMk/>
            <pc:sldMasterMk cId="900593213" sldId="2147483744"/>
            <pc:sldLayoutMk cId="861657586" sldId="2147483773"/>
          </pc:sldLayoutMkLst>
        </pc:sldLayoutChg>
        <pc:sldLayoutChg chg="modSp mod">
          <pc:chgData name="Júlio César Chaves" userId="2d3e62d851452179" providerId="LiveId" clId="{5A57A17C-D37C-4F70-A6A1-8F703B30E30D}" dt="2024-01-09T22:48:41.058" v="1009" actId="1076"/>
          <pc:sldLayoutMkLst>
            <pc:docMk/>
            <pc:sldMasterMk cId="900593213" sldId="2147483744"/>
            <pc:sldLayoutMk cId="3592435212" sldId="2147483786"/>
          </pc:sldLayoutMkLst>
          <pc:spChg chg="mod">
            <ac:chgData name="Júlio César Chaves" userId="2d3e62d851452179" providerId="LiveId" clId="{5A57A17C-D37C-4F70-A6A1-8F703B30E30D}" dt="2024-01-09T22:48:41.058" v="1009" actId="1076"/>
            <ac:spMkLst>
              <pc:docMk/>
              <pc:sldMasterMk cId="900593213" sldId="2147483744"/>
              <pc:sldLayoutMk cId="3592435212" sldId="2147483786"/>
              <ac:spMk id="19" creationId="{5C923B7C-0930-466B-9A4C-4F269F22E021}"/>
            </ac:spMkLst>
          </pc:spChg>
        </pc:sldLayoutChg>
        <pc:sldLayoutChg chg="modSp mod">
          <pc:chgData name="Júlio César Chaves" userId="2d3e62d851452179" providerId="LiveId" clId="{5A57A17C-D37C-4F70-A6A1-8F703B30E30D}" dt="2024-01-09T22:49:11.900" v="1012" actId="1076"/>
          <pc:sldLayoutMkLst>
            <pc:docMk/>
            <pc:sldMasterMk cId="900593213" sldId="2147483744"/>
            <pc:sldLayoutMk cId="3893500745" sldId="2147483787"/>
          </pc:sldLayoutMkLst>
          <pc:spChg chg="mod">
            <ac:chgData name="Júlio César Chaves" userId="2d3e62d851452179" providerId="LiveId" clId="{5A57A17C-D37C-4F70-A6A1-8F703B30E30D}" dt="2024-01-09T22:49:11.900" v="1012" actId="1076"/>
            <ac:spMkLst>
              <pc:docMk/>
              <pc:sldMasterMk cId="900593213" sldId="2147483744"/>
              <pc:sldLayoutMk cId="3893500745" sldId="2147483787"/>
              <ac:spMk id="19" creationId="{5C923B7C-0930-466B-9A4C-4F269F22E021}"/>
            </ac:spMkLst>
          </pc:spChg>
        </pc:sldLayoutChg>
        <pc:sldLayoutChg chg="delSp modSp mod">
          <pc:chgData name="Júlio César Chaves" userId="2d3e62d851452179" providerId="LiveId" clId="{5A57A17C-D37C-4F70-A6A1-8F703B30E30D}" dt="2024-01-09T22:52:23.430" v="1056" actId="478"/>
          <pc:sldLayoutMkLst>
            <pc:docMk/>
            <pc:sldMasterMk cId="900593213" sldId="2147483744"/>
            <pc:sldLayoutMk cId="242496534" sldId="2147483788"/>
          </pc:sldLayoutMkLst>
          <pc:spChg chg="mod">
            <ac:chgData name="Júlio César Chaves" userId="2d3e62d851452179" providerId="LiveId" clId="{5A57A17C-D37C-4F70-A6A1-8F703B30E30D}" dt="2024-01-09T22:52:19.052" v="1055" actId="14100"/>
            <ac:spMkLst>
              <pc:docMk/>
              <pc:sldMasterMk cId="900593213" sldId="2147483744"/>
              <pc:sldLayoutMk cId="242496534" sldId="2147483788"/>
              <ac:spMk id="2" creationId="{75DBD6AA-5E11-44A8-900B-2519518B0622}"/>
            </ac:spMkLst>
          </pc:spChg>
          <pc:spChg chg="del">
            <ac:chgData name="Júlio César Chaves" userId="2d3e62d851452179" providerId="LiveId" clId="{5A57A17C-D37C-4F70-A6A1-8F703B30E30D}" dt="2024-01-09T22:52:23.430" v="1056" actId="478"/>
            <ac:spMkLst>
              <pc:docMk/>
              <pc:sldMasterMk cId="900593213" sldId="2147483744"/>
              <pc:sldLayoutMk cId="242496534" sldId="2147483788"/>
              <ac:spMk id="16" creationId="{72174F63-A35A-4704-952B-E26714D9433F}"/>
            </ac:spMkLst>
          </pc:spChg>
        </pc:sldLayoutChg>
        <pc:sldLayoutChg chg="modSp mod">
          <pc:chgData name="Júlio César Chaves" userId="2d3e62d851452179" providerId="LiveId" clId="{5A57A17C-D37C-4F70-A6A1-8F703B30E30D}" dt="2024-01-09T22:53:58.368" v="1079" actId="1076"/>
          <pc:sldLayoutMkLst>
            <pc:docMk/>
            <pc:sldMasterMk cId="900593213" sldId="2147483744"/>
            <pc:sldLayoutMk cId="224627027" sldId="2147483791"/>
          </pc:sldLayoutMkLst>
          <pc:spChg chg="mod">
            <ac:chgData name="Júlio César Chaves" userId="2d3e62d851452179" providerId="LiveId" clId="{5A57A17C-D37C-4F70-A6A1-8F703B30E30D}" dt="2024-01-09T22:53:55.020" v="1078" actId="14100"/>
            <ac:spMkLst>
              <pc:docMk/>
              <pc:sldMasterMk cId="900593213" sldId="2147483744"/>
              <pc:sldLayoutMk cId="224627027" sldId="2147483791"/>
              <ac:spMk id="2" creationId="{75DBD6AA-5E11-44A8-900B-2519518B0622}"/>
            </ac:spMkLst>
          </pc:spChg>
          <pc:spChg chg="mod">
            <ac:chgData name="Júlio César Chaves" userId="2d3e62d851452179" providerId="LiveId" clId="{5A57A17C-D37C-4F70-A6A1-8F703B30E30D}" dt="2024-01-09T22:53:58.368" v="1079" actId="1076"/>
            <ac:spMkLst>
              <pc:docMk/>
              <pc:sldMasterMk cId="900593213" sldId="2147483744"/>
              <pc:sldLayoutMk cId="224627027" sldId="2147483791"/>
              <ac:spMk id="19" creationId="{5E3E830F-DE1F-4A8F-992F-1D4BF5866636}"/>
            </ac:spMkLst>
          </pc:spChg>
        </pc:sldLayoutChg>
        <pc:sldLayoutChg chg="delSp modSp mod">
          <pc:chgData name="Júlio César Chaves" userId="2d3e62d851452179" providerId="LiveId" clId="{5A57A17C-D37C-4F70-A6A1-8F703B30E30D}" dt="2024-01-09T22:54:51.515" v="1086" actId="478"/>
          <pc:sldLayoutMkLst>
            <pc:docMk/>
            <pc:sldMasterMk cId="900593213" sldId="2147483744"/>
            <pc:sldLayoutMk cId="266181710" sldId="2147483792"/>
          </pc:sldLayoutMkLst>
          <pc:spChg chg="mod">
            <ac:chgData name="Júlio César Chaves" userId="2d3e62d851452179" providerId="LiveId" clId="{5A57A17C-D37C-4F70-A6A1-8F703B30E30D}" dt="2024-01-09T22:54:43.780" v="1085" actId="1076"/>
            <ac:spMkLst>
              <pc:docMk/>
              <pc:sldMasterMk cId="900593213" sldId="2147483744"/>
              <pc:sldLayoutMk cId="266181710" sldId="2147483792"/>
              <ac:spMk id="2" creationId="{75DBD6AA-5E11-44A8-900B-2519518B0622}"/>
            </ac:spMkLst>
          </pc:spChg>
          <pc:spChg chg="del">
            <ac:chgData name="Júlio César Chaves" userId="2d3e62d851452179" providerId="LiveId" clId="{5A57A17C-D37C-4F70-A6A1-8F703B30E30D}" dt="2024-01-09T22:54:51.515" v="1086" actId="478"/>
            <ac:spMkLst>
              <pc:docMk/>
              <pc:sldMasterMk cId="900593213" sldId="2147483744"/>
              <pc:sldLayoutMk cId="266181710" sldId="2147483792"/>
              <ac:spMk id="3" creationId="{8E87C93A-7F97-44B2-A417-8D2E6E13CE89}"/>
            </ac:spMkLst>
          </pc:spChg>
          <pc:spChg chg="mod">
            <ac:chgData name="Júlio César Chaves" userId="2d3e62d851452179" providerId="LiveId" clId="{5A57A17C-D37C-4F70-A6A1-8F703B30E30D}" dt="2024-01-09T22:54:41.841" v="1084" actId="14100"/>
            <ac:spMkLst>
              <pc:docMk/>
              <pc:sldMasterMk cId="900593213" sldId="2147483744"/>
              <pc:sldLayoutMk cId="266181710" sldId="2147483792"/>
              <ac:spMk id="7" creationId="{5ACBD598-6775-4223-B2AB-B169A112E3FF}"/>
            </ac:spMkLst>
          </pc:spChg>
          <pc:spChg chg="mod">
            <ac:chgData name="Júlio César Chaves" userId="2d3e62d851452179" providerId="LiveId" clId="{5A57A17C-D37C-4F70-A6A1-8F703B30E30D}" dt="2024-01-09T22:54:34.747" v="1082" actId="1076"/>
            <ac:spMkLst>
              <pc:docMk/>
              <pc:sldMasterMk cId="900593213" sldId="2147483744"/>
              <pc:sldLayoutMk cId="266181710" sldId="2147483792"/>
              <ac:spMk id="19" creationId="{CA5A47F4-760F-45B4-9DF3-86A7530E62D0}"/>
            </ac:spMkLst>
          </pc:spChg>
        </pc:sldLayoutChg>
        <pc:sldLayoutChg chg="modSp mod">
          <pc:chgData name="Júlio César Chaves" userId="2d3e62d851452179" providerId="LiveId" clId="{5A57A17C-D37C-4F70-A6A1-8F703B30E30D}" dt="2024-01-09T22:55:10.861" v="1088" actId="1076"/>
          <pc:sldLayoutMkLst>
            <pc:docMk/>
            <pc:sldMasterMk cId="900593213" sldId="2147483744"/>
            <pc:sldLayoutMk cId="1700560456" sldId="2147483793"/>
          </pc:sldLayoutMkLst>
          <pc:spChg chg="mod">
            <ac:chgData name="Júlio César Chaves" userId="2d3e62d851452179" providerId="LiveId" clId="{5A57A17C-D37C-4F70-A6A1-8F703B30E30D}" dt="2024-01-09T22:55:10.861" v="1088" actId="1076"/>
            <ac:spMkLst>
              <pc:docMk/>
              <pc:sldMasterMk cId="900593213" sldId="2147483744"/>
              <pc:sldLayoutMk cId="1700560456" sldId="2147483793"/>
              <ac:spMk id="19" creationId="{5C923B7C-0930-466B-9A4C-4F269F22E021}"/>
            </ac:spMkLst>
          </pc:spChg>
        </pc:sldLayoutChg>
        <pc:sldLayoutChg chg="modSp mod">
          <pc:chgData name="Júlio César Chaves" userId="2d3e62d851452179" providerId="LiveId" clId="{5A57A17C-D37C-4F70-A6A1-8F703B30E30D}" dt="2024-01-09T22:55:21.113" v="1089" actId="1076"/>
          <pc:sldLayoutMkLst>
            <pc:docMk/>
            <pc:sldMasterMk cId="900593213" sldId="2147483744"/>
            <pc:sldLayoutMk cId="1968291184" sldId="2147483794"/>
          </pc:sldLayoutMkLst>
          <pc:spChg chg="mod">
            <ac:chgData name="Júlio César Chaves" userId="2d3e62d851452179" providerId="LiveId" clId="{5A57A17C-D37C-4F70-A6A1-8F703B30E30D}" dt="2024-01-09T22:55:21.113" v="1089" actId="1076"/>
            <ac:spMkLst>
              <pc:docMk/>
              <pc:sldMasterMk cId="900593213" sldId="2147483744"/>
              <pc:sldLayoutMk cId="1968291184" sldId="2147483794"/>
              <ac:spMk id="19" creationId="{5C923B7C-0930-466B-9A4C-4F269F22E021}"/>
            </ac:spMkLst>
          </pc:spChg>
        </pc:sldLayoutChg>
        <pc:sldLayoutChg chg="del">
          <pc:chgData name="Júlio César Chaves" userId="2d3e62d851452179" providerId="LiveId" clId="{5A57A17C-D37C-4F70-A6A1-8F703B30E30D}" dt="2024-01-09T22:59:26.969" v="1118" actId="47"/>
          <pc:sldLayoutMkLst>
            <pc:docMk/>
            <pc:sldMasterMk cId="900593213" sldId="2147483744"/>
            <pc:sldLayoutMk cId="1413166784" sldId="2147483798"/>
          </pc:sldLayoutMkLst>
        </pc:sldLayoutChg>
      </pc:sldMasterChg>
    </pc:docChg>
  </pc:docChgLst>
  <pc:docChgLst>
    <pc:chgData name="Júlio César Chaves" userId="3f913fe9-3202-435d-b9f5-b2fca763184f" providerId="ADAL" clId="{92FEC3CE-D889-4D77-AFF0-260DB9595544}"/>
    <pc:docChg chg="modSld">
      <pc:chgData name="Júlio César Chaves" userId="3f913fe9-3202-435d-b9f5-b2fca763184f" providerId="ADAL" clId="{92FEC3CE-D889-4D77-AFF0-260DB9595544}" dt="2024-08-20T22:03:16.233" v="0" actId="1076"/>
      <pc:docMkLst>
        <pc:docMk/>
      </pc:docMkLst>
      <pc:sldChg chg="modSp mod">
        <pc:chgData name="Júlio César Chaves" userId="3f913fe9-3202-435d-b9f5-b2fca763184f" providerId="ADAL" clId="{92FEC3CE-D889-4D77-AFF0-260DB9595544}" dt="2024-08-20T22:03:16.233" v="0" actId="1076"/>
        <pc:sldMkLst>
          <pc:docMk/>
          <pc:sldMk cId="3976980953" sldId="334"/>
        </pc:sldMkLst>
        <pc:spChg chg="mod">
          <ac:chgData name="Júlio César Chaves" userId="3f913fe9-3202-435d-b9f5-b2fca763184f" providerId="ADAL" clId="{92FEC3CE-D889-4D77-AFF0-260DB9595544}" dt="2024-08-20T22:03:16.233" v="0" actId="1076"/>
          <ac:spMkLst>
            <pc:docMk/>
            <pc:sldMk cId="3976980953" sldId="334"/>
            <ac:spMk id="9" creationId="{E413D6D7-9B1D-4FA5-8406-067E677263E9}"/>
          </ac:spMkLst>
        </pc:spChg>
      </pc:sldChg>
    </pc:docChg>
  </pc:docChgLst>
  <pc:docChgLst>
    <pc:chgData name="Júlio César Chaves" userId="3f913fe9-3202-435d-b9f5-b2fca763184f" providerId="ADAL" clId="{2EA902B0-7568-4FDC-A2B5-9C4A9023A8DE}"/>
    <pc:docChg chg="undo custSel addSld delSld modSld">
      <pc:chgData name="Júlio César Chaves" userId="3f913fe9-3202-435d-b9f5-b2fca763184f" providerId="ADAL" clId="{2EA902B0-7568-4FDC-A2B5-9C4A9023A8DE}" dt="2023-12-26T18:27:10.657" v="592" actId="20577"/>
      <pc:docMkLst>
        <pc:docMk/>
      </pc:docMkLst>
      <pc:sldChg chg="del">
        <pc:chgData name="Júlio César Chaves" userId="3f913fe9-3202-435d-b9f5-b2fca763184f" providerId="ADAL" clId="{2EA902B0-7568-4FDC-A2B5-9C4A9023A8DE}" dt="2023-12-26T15:55:33.732" v="6" actId="47"/>
        <pc:sldMkLst>
          <pc:docMk/>
          <pc:sldMk cId="812250801" sldId="258"/>
        </pc:sldMkLst>
      </pc:sldChg>
      <pc:sldChg chg="modSp mod">
        <pc:chgData name="Júlio César Chaves" userId="3f913fe9-3202-435d-b9f5-b2fca763184f" providerId="ADAL" clId="{2EA902B0-7568-4FDC-A2B5-9C4A9023A8DE}" dt="2023-12-26T18:19:57.258" v="480" actId="1076"/>
        <pc:sldMkLst>
          <pc:docMk/>
          <pc:sldMk cId="1454774233" sldId="385"/>
        </pc:sldMkLst>
        <pc:spChg chg="mod">
          <ac:chgData name="Júlio César Chaves" userId="3f913fe9-3202-435d-b9f5-b2fca763184f" providerId="ADAL" clId="{2EA902B0-7568-4FDC-A2B5-9C4A9023A8DE}" dt="2023-12-26T18:19:57.258" v="480" actId="1076"/>
          <ac:spMkLst>
            <pc:docMk/>
            <pc:sldMk cId="1454774233" sldId="385"/>
            <ac:spMk id="20" creationId="{7326E18F-2569-5F44-B0C6-1EA6A4235811}"/>
          </ac:spMkLst>
        </pc:spChg>
      </pc:sldChg>
      <pc:sldChg chg="modSp mod">
        <pc:chgData name="Júlio César Chaves" userId="3f913fe9-3202-435d-b9f5-b2fca763184f" providerId="ADAL" clId="{2EA902B0-7568-4FDC-A2B5-9C4A9023A8DE}" dt="2023-12-26T15:56:35.592" v="7" actId="1076"/>
        <pc:sldMkLst>
          <pc:docMk/>
          <pc:sldMk cId="1535980192" sldId="433"/>
        </pc:sldMkLst>
        <pc:grpChg chg="mod">
          <ac:chgData name="Júlio César Chaves" userId="3f913fe9-3202-435d-b9f5-b2fca763184f" providerId="ADAL" clId="{2EA902B0-7568-4FDC-A2B5-9C4A9023A8DE}" dt="2023-12-26T15:56:35.592" v="7" actId="1076"/>
          <ac:grpSpMkLst>
            <pc:docMk/>
            <pc:sldMk cId="1535980192" sldId="433"/>
            <ac:grpSpMk id="4" creationId="{CA3AA4AC-E42F-2844-B8A1-F2D77A824250}"/>
          </ac:grpSpMkLst>
        </pc:grpChg>
      </pc:sldChg>
      <pc:sldChg chg="modSp mod">
        <pc:chgData name="Júlio César Chaves" userId="3f913fe9-3202-435d-b9f5-b2fca763184f" providerId="ADAL" clId="{2EA902B0-7568-4FDC-A2B5-9C4A9023A8DE}" dt="2023-12-26T18:24:24.986" v="491" actId="1076"/>
        <pc:sldMkLst>
          <pc:docMk/>
          <pc:sldMk cId="3726701593" sldId="520"/>
        </pc:sldMkLst>
        <pc:spChg chg="mod">
          <ac:chgData name="Júlio César Chaves" userId="3f913fe9-3202-435d-b9f5-b2fca763184f" providerId="ADAL" clId="{2EA902B0-7568-4FDC-A2B5-9C4A9023A8DE}" dt="2023-12-26T18:24:24.986" v="491" actId="1076"/>
          <ac:spMkLst>
            <pc:docMk/>
            <pc:sldMk cId="3726701593" sldId="520"/>
            <ac:spMk id="9" creationId="{0FDC4436-1FA0-3145-A91C-D328CFDC5107}"/>
          </ac:spMkLst>
        </pc:spChg>
      </pc:sldChg>
      <pc:sldChg chg="modSp mod">
        <pc:chgData name="Júlio César Chaves" userId="3f913fe9-3202-435d-b9f5-b2fca763184f" providerId="ADAL" clId="{2EA902B0-7568-4FDC-A2B5-9C4A9023A8DE}" dt="2023-12-26T18:20:31.907" v="490" actId="403"/>
        <pc:sldMkLst>
          <pc:docMk/>
          <pc:sldMk cId="1544999108" sldId="627"/>
        </pc:sldMkLst>
        <pc:spChg chg="mod">
          <ac:chgData name="Júlio César Chaves" userId="3f913fe9-3202-435d-b9f5-b2fca763184f" providerId="ADAL" clId="{2EA902B0-7568-4FDC-A2B5-9C4A9023A8DE}" dt="2023-12-26T18:20:31.907" v="490" actId="403"/>
          <ac:spMkLst>
            <pc:docMk/>
            <pc:sldMk cId="1544999108" sldId="627"/>
            <ac:spMk id="3" creationId="{DC6658A1-6B6E-6348-9FDB-35D4B37618A1}"/>
          </ac:spMkLst>
        </pc:spChg>
        <pc:spChg chg="mod">
          <ac:chgData name="Júlio César Chaves" userId="3f913fe9-3202-435d-b9f5-b2fca763184f" providerId="ADAL" clId="{2EA902B0-7568-4FDC-A2B5-9C4A9023A8DE}" dt="2023-12-26T18:20:15.474" v="482" actId="1076"/>
          <ac:spMkLst>
            <pc:docMk/>
            <pc:sldMk cId="1544999108" sldId="627"/>
            <ac:spMk id="11" creationId="{DB94A672-50F9-9B4E-B23F-9E56AD14AE43}"/>
          </ac:spMkLst>
        </pc:spChg>
        <pc:grpChg chg="mod">
          <ac:chgData name="Júlio César Chaves" userId="3f913fe9-3202-435d-b9f5-b2fca763184f" providerId="ADAL" clId="{2EA902B0-7568-4FDC-A2B5-9C4A9023A8DE}" dt="2023-12-26T18:20:21.228" v="483" actId="14100"/>
          <ac:grpSpMkLst>
            <pc:docMk/>
            <pc:sldMk cId="1544999108" sldId="627"/>
            <ac:grpSpMk id="40" creationId="{6E8061B4-AB54-5F43-9ED5-22F725E97052}"/>
          </ac:grpSpMkLst>
        </pc:grpChg>
      </pc:sldChg>
      <pc:sldChg chg="del">
        <pc:chgData name="Júlio César Chaves" userId="3f913fe9-3202-435d-b9f5-b2fca763184f" providerId="ADAL" clId="{2EA902B0-7568-4FDC-A2B5-9C4A9023A8DE}" dt="2023-12-26T18:18:14.159" v="467" actId="47"/>
        <pc:sldMkLst>
          <pc:docMk/>
          <pc:sldMk cId="1350583412" sldId="868"/>
        </pc:sldMkLst>
      </pc:sldChg>
      <pc:sldChg chg="del">
        <pc:chgData name="Júlio César Chaves" userId="3f913fe9-3202-435d-b9f5-b2fca763184f" providerId="ADAL" clId="{2EA902B0-7568-4FDC-A2B5-9C4A9023A8DE}" dt="2023-12-26T17:50:47.449" v="33" actId="47"/>
        <pc:sldMkLst>
          <pc:docMk/>
          <pc:sldMk cId="2620306486" sldId="874"/>
        </pc:sldMkLst>
      </pc:sldChg>
      <pc:sldChg chg="del">
        <pc:chgData name="Júlio César Chaves" userId="3f913fe9-3202-435d-b9f5-b2fca763184f" providerId="ADAL" clId="{2EA902B0-7568-4FDC-A2B5-9C4A9023A8DE}" dt="2023-12-26T18:14:36.587" v="444" actId="47"/>
        <pc:sldMkLst>
          <pc:docMk/>
          <pc:sldMk cId="339306610" sldId="875"/>
        </pc:sldMkLst>
      </pc:sldChg>
      <pc:sldChg chg="del">
        <pc:chgData name="Júlio César Chaves" userId="3f913fe9-3202-435d-b9f5-b2fca763184f" providerId="ADAL" clId="{2EA902B0-7568-4FDC-A2B5-9C4A9023A8DE}" dt="2023-12-26T18:19:37.888" v="479" actId="47"/>
        <pc:sldMkLst>
          <pc:docMk/>
          <pc:sldMk cId="1125242630" sldId="876"/>
        </pc:sldMkLst>
      </pc:sldChg>
      <pc:sldChg chg="del">
        <pc:chgData name="Júlio César Chaves" userId="3f913fe9-3202-435d-b9f5-b2fca763184f" providerId="ADAL" clId="{2EA902B0-7568-4FDC-A2B5-9C4A9023A8DE}" dt="2023-12-26T15:57:27.227" v="26" actId="47"/>
        <pc:sldMkLst>
          <pc:docMk/>
          <pc:sldMk cId="2922569583" sldId="877"/>
        </pc:sldMkLst>
      </pc:sldChg>
      <pc:sldChg chg="modSp add mod">
        <pc:chgData name="Júlio César Chaves" userId="3f913fe9-3202-435d-b9f5-b2fca763184f" providerId="ADAL" clId="{2EA902B0-7568-4FDC-A2B5-9C4A9023A8DE}" dt="2023-12-26T18:27:10.657" v="592" actId="20577"/>
        <pc:sldMkLst>
          <pc:docMk/>
          <pc:sldMk cId="2342472536" sldId="974"/>
        </pc:sldMkLst>
        <pc:spChg chg="mod">
          <ac:chgData name="Júlio César Chaves" userId="3f913fe9-3202-435d-b9f5-b2fca763184f" providerId="ADAL" clId="{2EA902B0-7568-4FDC-A2B5-9C4A9023A8DE}" dt="2023-12-26T15:55:29.153" v="5"/>
          <ac:spMkLst>
            <pc:docMk/>
            <pc:sldMk cId="2342472536" sldId="974"/>
            <ac:spMk id="4" creationId="{EAB4CD20-D77B-3943-4F44-1F9D66F4FB71}"/>
          </ac:spMkLst>
        </pc:spChg>
        <pc:spChg chg="mod">
          <ac:chgData name="Júlio César Chaves" userId="3f913fe9-3202-435d-b9f5-b2fca763184f" providerId="ADAL" clId="{2EA902B0-7568-4FDC-A2B5-9C4A9023A8DE}" dt="2023-12-26T18:26:22.042" v="511" actId="20577"/>
          <ac:spMkLst>
            <pc:docMk/>
            <pc:sldMk cId="2342472536" sldId="974"/>
            <ac:spMk id="9" creationId="{8176DA84-92B9-5CF8-D221-C4A021C53A92}"/>
          </ac:spMkLst>
        </pc:spChg>
        <pc:spChg chg="mod">
          <ac:chgData name="Júlio César Chaves" userId="3f913fe9-3202-435d-b9f5-b2fca763184f" providerId="ADAL" clId="{2EA902B0-7568-4FDC-A2B5-9C4A9023A8DE}" dt="2023-12-26T18:26:34.283" v="538" actId="20577"/>
          <ac:spMkLst>
            <pc:docMk/>
            <pc:sldMk cId="2342472536" sldId="974"/>
            <ac:spMk id="10" creationId="{BE9C49C1-2C7C-32D6-8D35-507F5A41DC34}"/>
          </ac:spMkLst>
        </pc:spChg>
        <pc:spChg chg="mod">
          <ac:chgData name="Júlio César Chaves" userId="3f913fe9-3202-435d-b9f5-b2fca763184f" providerId="ADAL" clId="{2EA902B0-7568-4FDC-A2B5-9C4A9023A8DE}" dt="2023-12-26T18:26:40.730" v="551" actId="20577"/>
          <ac:spMkLst>
            <pc:docMk/>
            <pc:sldMk cId="2342472536" sldId="974"/>
            <ac:spMk id="11" creationId="{35E6205D-DBE5-441B-B25B-D25930CD4C11}"/>
          </ac:spMkLst>
        </pc:spChg>
        <pc:spChg chg="mod">
          <ac:chgData name="Júlio César Chaves" userId="3f913fe9-3202-435d-b9f5-b2fca763184f" providerId="ADAL" clId="{2EA902B0-7568-4FDC-A2B5-9C4A9023A8DE}" dt="2023-12-26T18:26:52.507" v="562" actId="20577"/>
          <ac:spMkLst>
            <pc:docMk/>
            <pc:sldMk cId="2342472536" sldId="974"/>
            <ac:spMk id="12" creationId="{D9505F5F-D85A-13ED-DE4E-58F924800FCC}"/>
          </ac:spMkLst>
        </pc:spChg>
        <pc:spChg chg="mod">
          <ac:chgData name="Júlio César Chaves" userId="3f913fe9-3202-435d-b9f5-b2fca763184f" providerId="ADAL" clId="{2EA902B0-7568-4FDC-A2B5-9C4A9023A8DE}" dt="2023-12-26T18:27:10.657" v="592" actId="20577"/>
          <ac:spMkLst>
            <pc:docMk/>
            <pc:sldMk cId="2342472536" sldId="974"/>
            <ac:spMk id="13" creationId="{F6A48243-6FB0-F99B-13D2-8F9FBC8A1991}"/>
          </ac:spMkLst>
        </pc:spChg>
        <pc:spChg chg="mod">
          <ac:chgData name="Júlio César Chaves" userId="3f913fe9-3202-435d-b9f5-b2fca763184f" providerId="ADAL" clId="{2EA902B0-7568-4FDC-A2B5-9C4A9023A8DE}" dt="2023-12-26T18:26:09.705" v="493" actId="20577"/>
          <ac:spMkLst>
            <pc:docMk/>
            <pc:sldMk cId="2342472536" sldId="974"/>
            <ac:spMk id="14" creationId="{F331CBFF-864F-2ED0-3402-04578A5F054A}"/>
          </ac:spMkLst>
        </pc:spChg>
        <pc:spChg chg="mod">
          <ac:chgData name="Júlio César Chaves" userId="3f913fe9-3202-435d-b9f5-b2fca763184f" providerId="ADAL" clId="{2EA902B0-7568-4FDC-A2B5-9C4A9023A8DE}" dt="2023-12-26T18:26:13.881" v="494"/>
          <ac:spMkLst>
            <pc:docMk/>
            <pc:sldMk cId="2342472536" sldId="974"/>
            <ac:spMk id="19" creationId="{6294CC85-3253-1827-E671-FB124E13684C}"/>
          </ac:spMkLst>
        </pc:spChg>
      </pc:sldChg>
      <pc:sldChg chg="modSp add mod">
        <pc:chgData name="Júlio César Chaves" userId="3f913fe9-3202-435d-b9f5-b2fca763184f" providerId="ADAL" clId="{2EA902B0-7568-4FDC-A2B5-9C4A9023A8DE}" dt="2023-12-26T15:57:23.596" v="25" actId="20577"/>
        <pc:sldMkLst>
          <pc:docMk/>
          <pc:sldMk cId="1113052010" sldId="977"/>
        </pc:sldMkLst>
        <pc:spChg chg="mod">
          <ac:chgData name="Júlio César Chaves" userId="3f913fe9-3202-435d-b9f5-b2fca763184f" providerId="ADAL" clId="{2EA902B0-7568-4FDC-A2B5-9C4A9023A8DE}" dt="2023-12-26T15:57:23.596" v="25" actId="20577"/>
          <ac:spMkLst>
            <pc:docMk/>
            <pc:sldMk cId="1113052010" sldId="977"/>
            <ac:spMk id="2" creationId="{930137A8-8D5F-55D0-325C-729966A0ABD2}"/>
          </ac:spMkLst>
        </pc:spChg>
      </pc:sldChg>
      <pc:sldChg chg="modSp add mod">
        <pc:chgData name="Júlio César Chaves" userId="3f913fe9-3202-435d-b9f5-b2fca763184f" providerId="ADAL" clId="{2EA902B0-7568-4FDC-A2B5-9C4A9023A8DE}" dt="2023-12-26T17:50:45.395" v="32" actId="20577"/>
        <pc:sldMkLst>
          <pc:docMk/>
          <pc:sldMk cId="630445819" sldId="978"/>
        </pc:sldMkLst>
        <pc:spChg chg="mod">
          <ac:chgData name="Júlio César Chaves" userId="3f913fe9-3202-435d-b9f5-b2fca763184f" providerId="ADAL" clId="{2EA902B0-7568-4FDC-A2B5-9C4A9023A8DE}" dt="2023-12-26T17:50:42.710" v="30" actId="14100"/>
          <ac:spMkLst>
            <pc:docMk/>
            <pc:sldMk cId="630445819" sldId="978"/>
            <ac:spMk id="2" creationId="{930137A8-8D5F-55D0-325C-729966A0ABD2}"/>
          </ac:spMkLst>
        </pc:spChg>
        <pc:spChg chg="mod">
          <ac:chgData name="Júlio César Chaves" userId="3f913fe9-3202-435d-b9f5-b2fca763184f" providerId="ADAL" clId="{2EA902B0-7568-4FDC-A2B5-9C4A9023A8DE}" dt="2023-12-26T17:50:45.395" v="32" actId="20577"/>
          <ac:spMkLst>
            <pc:docMk/>
            <pc:sldMk cId="630445819" sldId="978"/>
            <ac:spMk id="3" creationId="{D2C21593-22FE-435A-75A7-855EA739EE4F}"/>
          </ac:spMkLst>
        </pc:spChg>
      </pc:sldChg>
      <pc:sldChg chg="addSp modSp new mod">
        <pc:chgData name="Júlio César Chaves" userId="3f913fe9-3202-435d-b9f5-b2fca763184f" providerId="ADAL" clId="{2EA902B0-7568-4FDC-A2B5-9C4A9023A8DE}" dt="2023-12-26T18:14:02.091" v="427" actId="1076"/>
        <pc:sldMkLst>
          <pc:docMk/>
          <pc:sldMk cId="1401910112" sldId="979"/>
        </pc:sldMkLst>
        <pc:spChg chg="mod">
          <ac:chgData name="Júlio César Chaves" userId="3f913fe9-3202-435d-b9f5-b2fca763184f" providerId="ADAL" clId="{2EA902B0-7568-4FDC-A2B5-9C4A9023A8DE}" dt="2023-12-26T17:53:51.585" v="76" actId="20577"/>
          <ac:spMkLst>
            <pc:docMk/>
            <pc:sldMk cId="1401910112" sldId="979"/>
            <ac:spMk id="2" creationId="{0A1F7D59-C6D0-BD38-F31F-1C03B521B6CD}"/>
          </ac:spMkLst>
        </pc:spChg>
        <pc:spChg chg="mod">
          <ac:chgData name="Júlio César Chaves" userId="3f913fe9-3202-435d-b9f5-b2fca763184f" providerId="ADAL" clId="{2EA902B0-7568-4FDC-A2B5-9C4A9023A8DE}" dt="2023-12-26T18:13:54.139" v="425" actId="20577"/>
          <ac:spMkLst>
            <pc:docMk/>
            <pc:sldMk cId="1401910112" sldId="979"/>
            <ac:spMk id="3" creationId="{3566D251-3CB1-C3B0-906B-F49083E39FBF}"/>
          </ac:spMkLst>
        </pc:spChg>
        <pc:picChg chg="add mod">
          <ac:chgData name="Júlio César Chaves" userId="3f913fe9-3202-435d-b9f5-b2fca763184f" providerId="ADAL" clId="{2EA902B0-7568-4FDC-A2B5-9C4A9023A8DE}" dt="2023-12-26T18:14:02.091" v="427" actId="1076"/>
          <ac:picMkLst>
            <pc:docMk/>
            <pc:sldMk cId="1401910112" sldId="979"/>
            <ac:picMk id="6" creationId="{D2C6F325-146F-A052-5A8F-89F50EECB28E}"/>
          </ac:picMkLst>
        </pc:picChg>
      </pc:sldChg>
      <pc:sldChg chg="modSp add mod">
        <pc:chgData name="Júlio César Chaves" userId="3f913fe9-3202-435d-b9f5-b2fca763184f" providerId="ADAL" clId="{2EA902B0-7568-4FDC-A2B5-9C4A9023A8DE}" dt="2023-12-26T18:14:29.155" v="443" actId="20577"/>
        <pc:sldMkLst>
          <pc:docMk/>
          <pc:sldMk cId="522970805" sldId="980"/>
        </pc:sldMkLst>
        <pc:spChg chg="mod">
          <ac:chgData name="Júlio César Chaves" userId="3f913fe9-3202-435d-b9f5-b2fca763184f" providerId="ADAL" clId="{2EA902B0-7568-4FDC-A2B5-9C4A9023A8DE}" dt="2023-12-26T18:14:26.443" v="441" actId="20577"/>
          <ac:spMkLst>
            <pc:docMk/>
            <pc:sldMk cId="522970805" sldId="980"/>
            <ac:spMk id="2" creationId="{930137A8-8D5F-55D0-325C-729966A0ABD2}"/>
          </ac:spMkLst>
        </pc:spChg>
        <pc:spChg chg="mod">
          <ac:chgData name="Júlio César Chaves" userId="3f913fe9-3202-435d-b9f5-b2fca763184f" providerId="ADAL" clId="{2EA902B0-7568-4FDC-A2B5-9C4A9023A8DE}" dt="2023-12-26T18:14:29.155" v="443" actId="20577"/>
          <ac:spMkLst>
            <pc:docMk/>
            <pc:sldMk cId="522970805" sldId="980"/>
            <ac:spMk id="3" creationId="{D2C21593-22FE-435A-75A7-855EA739EE4F}"/>
          </ac:spMkLst>
        </pc:spChg>
      </pc:sldChg>
      <pc:sldChg chg="modSp add mod">
        <pc:chgData name="Júlio César Chaves" userId="3f913fe9-3202-435d-b9f5-b2fca763184f" providerId="ADAL" clId="{2EA902B0-7568-4FDC-A2B5-9C4A9023A8DE}" dt="2023-12-26T18:18:10.196" v="466" actId="20577"/>
        <pc:sldMkLst>
          <pc:docMk/>
          <pc:sldMk cId="2348807364" sldId="981"/>
        </pc:sldMkLst>
        <pc:spChg chg="mod">
          <ac:chgData name="Júlio César Chaves" userId="3f913fe9-3202-435d-b9f5-b2fca763184f" providerId="ADAL" clId="{2EA902B0-7568-4FDC-A2B5-9C4A9023A8DE}" dt="2023-12-26T18:18:07.336" v="464" actId="20577"/>
          <ac:spMkLst>
            <pc:docMk/>
            <pc:sldMk cId="2348807364" sldId="981"/>
            <ac:spMk id="2" creationId="{930137A8-8D5F-55D0-325C-729966A0ABD2}"/>
          </ac:spMkLst>
        </pc:spChg>
        <pc:spChg chg="mod">
          <ac:chgData name="Júlio César Chaves" userId="3f913fe9-3202-435d-b9f5-b2fca763184f" providerId="ADAL" clId="{2EA902B0-7568-4FDC-A2B5-9C4A9023A8DE}" dt="2023-12-26T18:18:10.196" v="466" actId="20577"/>
          <ac:spMkLst>
            <pc:docMk/>
            <pc:sldMk cId="2348807364" sldId="981"/>
            <ac:spMk id="3" creationId="{D2C21593-22FE-435A-75A7-855EA739EE4F}"/>
          </ac:spMkLst>
        </pc:spChg>
      </pc:sldChg>
      <pc:sldChg chg="modSp add mod">
        <pc:chgData name="Júlio César Chaves" userId="3f913fe9-3202-435d-b9f5-b2fca763184f" providerId="ADAL" clId="{2EA902B0-7568-4FDC-A2B5-9C4A9023A8DE}" dt="2023-12-26T18:18:49.645" v="472" actId="20577"/>
        <pc:sldMkLst>
          <pc:docMk/>
          <pc:sldMk cId="207392673" sldId="982"/>
        </pc:sldMkLst>
        <pc:spChg chg="mod">
          <ac:chgData name="Júlio César Chaves" userId="3f913fe9-3202-435d-b9f5-b2fca763184f" providerId="ADAL" clId="{2EA902B0-7568-4FDC-A2B5-9C4A9023A8DE}" dt="2023-12-26T18:18:47.769" v="470"/>
          <ac:spMkLst>
            <pc:docMk/>
            <pc:sldMk cId="207392673" sldId="982"/>
            <ac:spMk id="2" creationId="{930137A8-8D5F-55D0-325C-729966A0ABD2}"/>
          </ac:spMkLst>
        </pc:spChg>
        <pc:spChg chg="mod">
          <ac:chgData name="Júlio César Chaves" userId="3f913fe9-3202-435d-b9f5-b2fca763184f" providerId="ADAL" clId="{2EA902B0-7568-4FDC-A2B5-9C4A9023A8DE}" dt="2023-12-26T18:18:49.645" v="472" actId="20577"/>
          <ac:spMkLst>
            <pc:docMk/>
            <pc:sldMk cId="207392673" sldId="982"/>
            <ac:spMk id="3" creationId="{D2C21593-22FE-435A-75A7-855EA739EE4F}"/>
          </ac:spMkLst>
        </pc:spChg>
      </pc:sldChg>
      <pc:sldChg chg="modSp add mod">
        <pc:chgData name="Júlio César Chaves" userId="3f913fe9-3202-435d-b9f5-b2fca763184f" providerId="ADAL" clId="{2EA902B0-7568-4FDC-A2B5-9C4A9023A8DE}" dt="2023-12-26T18:19:34.619" v="478" actId="14100"/>
        <pc:sldMkLst>
          <pc:docMk/>
          <pc:sldMk cId="2908788587" sldId="983"/>
        </pc:sldMkLst>
        <pc:spChg chg="mod">
          <ac:chgData name="Júlio César Chaves" userId="3f913fe9-3202-435d-b9f5-b2fca763184f" providerId="ADAL" clId="{2EA902B0-7568-4FDC-A2B5-9C4A9023A8DE}" dt="2023-12-26T18:19:34.619" v="478" actId="14100"/>
          <ac:spMkLst>
            <pc:docMk/>
            <pc:sldMk cId="2908788587" sldId="983"/>
            <ac:spMk id="2" creationId="{930137A8-8D5F-55D0-325C-729966A0ABD2}"/>
          </ac:spMkLst>
        </pc:spChg>
        <pc:spChg chg="mod">
          <ac:chgData name="Júlio César Chaves" userId="3f913fe9-3202-435d-b9f5-b2fca763184f" providerId="ADAL" clId="{2EA902B0-7568-4FDC-A2B5-9C4A9023A8DE}" dt="2023-12-26T18:19:21.794" v="475" actId="20577"/>
          <ac:spMkLst>
            <pc:docMk/>
            <pc:sldMk cId="2908788587" sldId="983"/>
            <ac:spMk id="3" creationId="{D2C21593-22FE-435A-75A7-855EA739EE4F}"/>
          </ac:spMkLst>
        </pc:spChg>
      </pc:sldChg>
    </pc:docChg>
  </pc:docChgLst>
  <pc:docChgLst>
    <pc:chgData name="Júlio César Chaves" userId="2d3e62d851452179" providerId="LiveId" clId="{D5AF723E-481B-45D2-8962-852CAC0B2339}"/>
    <pc:docChg chg="undo custSel addSld modSld modMainMaster">
      <pc:chgData name="Júlio César Chaves" userId="2d3e62d851452179" providerId="LiveId" clId="{D5AF723E-481B-45D2-8962-852CAC0B2339}" dt="2023-12-23T22:08:17.565" v="115" actId="1076"/>
      <pc:docMkLst>
        <pc:docMk/>
      </pc:docMkLst>
      <pc:sldChg chg="addSp delSp modSp mod">
        <pc:chgData name="Júlio César Chaves" userId="2d3e62d851452179" providerId="LiveId" clId="{D5AF723E-481B-45D2-8962-852CAC0B2339}" dt="2023-12-23T21:58:57.470" v="2" actId="478"/>
        <pc:sldMkLst>
          <pc:docMk/>
          <pc:sldMk cId="1996390687" sldId="386"/>
        </pc:sldMkLst>
        <pc:spChg chg="mod">
          <ac:chgData name="Júlio César Chaves" userId="2d3e62d851452179" providerId="LiveId" clId="{D5AF723E-481B-45D2-8962-852CAC0B2339}" dt="2023-12-23T21:58:49.875" v="0" actId="6549"/>
          <ac:spMkLst>
            <pc:docMk/>
            <pc:sldMk cId="1996390687" sldId="386"/>
            <ac:spMk id="2" creationId="{E332C4B9-29DC-444F-B0C6-CF540AD690CE}"/>
          </ac:spMkLst>
        </pc:spChg>
        <pc:spChg chg="del">
          <ac:chgData name="Júlio César Chaves" userId="2d3e62d851452179" providerId="LiveId" clId="{D5AF723E-481B-45D2-8962-852CAC0B2339}" dt="2023-12-23T21:58:55.322" v="1" actId="478"/>
          <ac:spMkLst>
            <pc:docMk/>
            <pc:sldMk cId="1996390687" sldId="386"/>
            <ac:spMk id="3" creationId="{8CC77F32-F905-5B4E-9467-715A9248C777}"/>
          </ac:spMkLst>
        </pc:spChg>
        <pc:spChg chg="add del mod">
          <ac:chgData name="Júlio César Chaves" userId="2d3e62d851452179" providerId="LiveId" clId="{D5AF723E-481B-45D2-8962-852CAC0B2339}" dt="2023-12-23T21:58:57.470" v="2" actId="478"/>
          <ac:spMkLst>
            <pc:docMk/>
            <pc:sldMk cId="1996390687" sldId="386"/>
            <ac:spMk id="6" creationId="{466007B2-4CC6-FB6B-0487-9BC6139D8112}"/>
          </ac:spMkLst>
        </pc:spChg>
      </pc:sldChg>
      <pc:sldChg chg="modSp mod">
        <pc:chgData name="Júlio César Chaves" userId="2d3e62d851452179" providerId="LiveId" clId="{D5AF723E-481B-45D2-8962-852CAC0B2339}" dt="2023-12-23T22:07:36.137" v="109" actId="14100"/>
        <pc:sldMkLst>
          <pc:docMk/>
          <pc:sldMk cId="3436191661" sldId="392"/>
        </pc:sldMkLst>
        <pc:spChg chg="mod">
          <ac:chgData name="Júlio César Chaves" userId="2d3e62d851452179" providerId="LiveId" clId="{D5AF723E-481B-45D2-8962-852CAC0B2339}" dt="2023-12-23T22:07:36.137" v="109" actId="14100"/>
          <ac:spMkLst>
            <pc:docMk/>
            <pc:sldMk cId="3436191661" sldId="392"/>
            <ac:spMk id="2" creationId="{00000000-0000-0000-0000-000000000000}"/>
          </ac:spMkLst>
        </pc:spChg>
      </pc:sldChg>
      <pc:sldChg chg="modSp mod">
        <pc:chgData name="Júlio César Chaves" userId="2d3e62d851452179" providerId="LiveId" clId="{D5AF723E-481B-45D2-8962-852CAC0B2339}" dt="2023-12-23T22:07:51.975" v="112" actId="1076"/>
        <pc:sldMkLst>
          <pc:docMk/>
          <pc:sldMk cId="1788762813" sldId="402"/>
        </pc:sldMkLst>
        <pc:spChg chg="mod">
          <ac:chgData name="Júlio César Chaves" userId="2d3e62d851452179" providerId="LiveId" clId="{D5AF723E-481B-45D2-8962-852CAC0B2339}" dt="2023-12-23T22:07:47.653" v="111" actId="14100"/>
          <ac:spMkLst>
            <pc:docMk/>
            <pc:sldMk cId="1788762813" sldId="402"/>
            <ac:spMk id="2" creationId="{00000000-0000-0000-0000-000000000000}"/>
          </ac:spMkLst>
        </pc:spChg>
        <pc:spChg chg="mod">
          <ac:chgData name="Júlio César Chaves" userId="2d3e62d851452179" providerId="LiveId" clId="{D5AF723E-481B-45D2-8962-852CAC0B2339}" dt="2023-12-23T22:07:51.975" v="112" actId="1076"/>
          <ac:spMkLst>
            <pc:docMk/>
            <pc:sldMk cId="1788762813" sldId="402"/>
            <ac:spMk id="3" creationId="{00000000-0000-0000-0000-000000000000}"/>
          </ac:spMkLst>
        </pc:spChg>
      </pc:sldChg>
      <pc:sldChg chg="modSp mod">
        <pc:chgData name="Júlio César Chaves" userId="2d3e62d851452179" providerId="LiveId" clId="{D5AF723E-481B-45D2-8962-852CAC0B2339}" dt="2023-12-23T22:07:27.856" v="107" actId="14100"/>
        <pc:sldMkLst>
          <pc:docMk/>
          <pc:sldMk cId="3529383018" sldId="420"/>
        </pc:sldMkLst>
        <pc:spChg chg="mod">
          <ac:chgData name="Júlio César Chaves" userId="2d3e62d851452179" providerId="LiveId" clId="{D5AF723E-481B-45D2-8962-852CAC0B2339}" dt="2023-12-23T22:07:27.856" v="107" actId="14100"/>
          <ac:spMkLst>
            <pc:docMk/>
            <pc:sldMk cId="3529383018" sldId="420"/>
            <ac:spMk id="6" creationId="{00000000-0000-0000-0000-000000000000}"/>
          </ac:spMkLst>
        </pc:spChg>
      </pc:sldChg>
      <pc:sldChg chg="modSp mod">
        <pc:chgData name="Júlio César Chaves" userId="2d3e62d851452179" providerId="LiveId" clId="{D5AF723E-481B-45D2-8962-852CAC0B2339}" dt="2023-12-23T22:06:06.034" v="98" actId="14100"/>
        <pc:sldMkLst>
          <pc:docMk/>
          <pc:sldMk cId="2115897343" sldId="432"/>
        </pc:sldMkLst>
        <pc:spChg chg="mod">
          <ac:chgData name="Júlio César Chaves" userId="2d3e62d851452179" providerId="LiveId" clId="{D5AF723E-481B-45D2-8962-852CAC0B2339}" dt="2023-12-23T22:06:06.034" v="98" actId="14100"/>
          <ac:spMkLst>
            <pc:docMk/>
            <pc:sldMk cId="2115897343" sldId="432"/>
            <ac:spMk id="2" creationId="{00000000-0000-0000-0000-000000000000}"/>
          </ac:spMkLst>
        </pc:spChg>
      </pc:sldChg>
      <pc:sldChg chg="modSp mod">
        <pc:chgData name="Júlio César Chaves" userId="2d3e62d851452179" providerId="LiveId" clId="{D5AF723E-481B-45D2-8962-852CAC0B2339}" dt="2023-12-23T22:06:47.790" v="101" actId="1076"/>
        <pc:sldMkLst>
          <pc:docMk/>
          <pc:sldMk cId="1828534957" sldId="625"/>
        </pc:sldMkLst>
        <pc:spChg chg="mod">
          <ac:chgData name="Júlio César Chaves" userId="2d3e62d851452179" providerId="LiveId" clId="{D5AF723E-481B-45D2-8962-852CAC0B2339}" dt="2023-12-23T22:06:47.790" v="101" actId="1076"/>
          <ac:spMkLst>
            <pc:docMk/>
            <pc:sldMk cId="1828534957" sldId="625"/>
            <ac:spMk id="2" creationId="{00000000-0000-0000-0000-000000000000}"/>
          </ac:spMkLst>
        </pc:spChg>
      </pc:sldChg>
      <pc:sldChg chg="modSp mod">
        <pc:chgData name="Júlio César Chaves" userId="2d3e62d851452179" providerId="LiveId" clId="{D5AF723E-481B-45D2-8962-852CAC0B2339}" dt="2023-12-23T22:07:11.042" v="104" actId="14100"/>
        <pc:sldMkLst>
          <pc:docMk/>
          <pc:sldMk cId="2930029951" sldId="852"/>
        </pc:sldMkLst>
        <pc:spChg chg="mod">
          <ac:chgData name="Júlio César Chaves" userId="2d3e62d851452179" providerId="LiveId" clId="{D5AF723E-481B-45D2-8962-852CAC0B2339}" dt="2023-12-23T22:07:11.042" v="104" actId="14100"/>
          <ac:spMkLst>
            <pc:docMk/>
            <pc:sldMk cId="2930029951" sldId="852"/>
            <ac:spMk id="3" creationId="{3195FD5A-3999-1F41-AED7-72A8C6350DD6}"/>
          </ac:spMkLst>
        </pc:spChg>
      </pc:sldChg>
      <pc:sldChg chg="modSp mod">
        <pc:chgData name="Júlio César Chaves" userId="2d3e62d851452179" providerId="LiveId" clId="{D5AF723E-481B-45D2-8962-852CAC0B2339}" dt="2023-12-23T22:08:17.565" v="115" actId="1076"/>
        <pc:sldMkLst>
          <pc:docMk/>
          <pc:sldMk cId="1845816164" sldId="860"/>
        </pc:sldMkLst>
        <pc:spChg chg="mod">
          <ac:chgData name="Júlio César Chaves" userId="2d3e62d851452179" providerId="LiveId" clId="{D5AF723E-481B-45D2-8962-852CAC0B2339}" dt="2023-12-23T22:08:17.565" v="115" actId="1076"/>
          <ac:spMkLst>
            <pc:docMk/>
            <pc:sldMk cId="1845816164" sldId="860"/>
            <ac:spMk id="6" creationId="{6EC9A840-75A0-E142-B90F-52153AD2824A}"/>
          </ac:spMkLst>
        </pc:spChg>
        <pc:grpChg chg="mod">
          <ac:chgData name="Júlio César Chaves" userId="2d3e62d851452179" providerId="LiveId" clId="{D5AF723E-481B-45D2-8962-852CAC0B2339}" dt="2023-12-23T22:08:14.238" v="114" actId="1076"/>
          <ac:grpSpMkLst>
            <pc:docMk/>
            <pc:sldMk cId="1845816164" sldId="860"/>
            <ac:grpSpMk id="9" creationId="{00000000-0000-0000-0000-000000000000}"/>
          </ac:grpSpMkLst>
        </pc:grpChg>
        <pc:grpChg chg="mod">
          <ac:chgData name="Júlio César Chaves" userId="2d3e62d851452179" providerId="LiveId" clId="{D5AF723E-481B-45D2-8962-852CAC0B2339}" dt="2023-12-23T22:08:10.844" v="113" actId="1076"/>
          <ac:grpSpMkLst>
            <pc:docMk/>
            <pc:sldMk cId="1845816164" sldId="860"/>
            <ac:grpSpMk id="33" creationId="{CA512BF9-A030-8646-B352-9F28EBE695E0}"/>
          </ac:grpSpMkLst>
        </pc:grpChg>
      </pc:sldChg>
      <pc:sldChg chg="modSp mod">
        <pc:chgData name="Júlio César Chaves" userId="2d3e62d851452179" providerId="LiveId" clId="{D5AF723E-481B-45D2-8962-852CAC0B2339}" dt="2023-12-23T22:01:06.378" v="9" actId="1076"/>
        <pc:sldMkLst>
          <pc:docMk/>
          <pc:sldMk cId="3254151104" sldId="870"/>
        </pc:sldMkLst>
        <pc:spChg chg="mod">
          <ac:chgData name="Júlio César Chaves" userId="2d3e62d851452179" providerId="LiveId" clId="{D5AF723E-481B-45D2-8962-852CAC0B2339}" dt="2023-12-23T22:01:02.718" v="8" actId="1076"/>
          <ac:spMkLst>
            <pc:docMk/>
            <pc:sldMk cId="3254151104" sldId="870"/>
            <ac:spMk id="29" creationId="{00000000-0000-0000-0000-000000000000}"/>
          </ac:spMkLst>
        </pc:spChg>
        <pc:grpChg chg="mod">
          <ac:chgData name="Júlio César Chaves" userId="2d3e62d851452179" providerId="LiveId" clId="{D5AF723E-481B-45D2-8962-852CAC0B2339}" dt="2023-12-23T22:01:06.378" v="9" actId="1076"/>
          <ac:grpSpMkLst>
            <pc:docMk/>
            <pc:sldMk cId="3254151104" sldId="870"/>
            <ac:grpSpMk id="11" creationId="{7A8719D8-3404-4086-9C95-6003183DA4EC}"/>
          </ac:grpSpMkLst>
        </pc:grpChg>
      </pc:sldChg>
      <pc:sldChg chg="addSp delSp modSp add mod">
        <pc:chgData name="Júlio César Chaves" userId="2d3e62d851452179" providerId="LiveId" clId="{D5AF723E-481B-45D2-8962-852CAC0B2339}" dt="2023-12-23T22:03:32.672" v="43" actId="6549"/>
        <pc:sldMkLst>
          <pc:docMk/>
          <pc:sldMk cId="482021977" sldId="881"/>
        </pc:sldMkLst>
        <pc:spChg chg="mod">
          <ac:chgData name="Júlio César Chaves" userId="2d3e62d851452179" providerId="LiveId" clId="{D5AF723E-481B-45D2-8962-852CAC0B2339}" dt="2023-12-23T22:03:32.672" v="43" actId="6549"/>
          <ac:spMkLst>
            <pc:docMk/>
            <pc:sldMk cId="482021977" sldId="881"/>
            <ac:spMk id="2" creationId="{00000000-0000-0000-0000-000000000000}"/>
          </ac:spMkLst>
        </pc:spChg>
        <pc:spChg chg="mod">
          <ac:chgData name="Júlio César Chaves" userId="2d3e62d851452179" providerId="LiveId" clId="{D5AF723E-481B-45D2-8962-852CAC0B2339}" dt="2023-12-23T22:01:32.574" v="15" actId="20577"/>
          <ac:spMkLst>
            <pc:docMk/>
            <pc:sldMk cId="482021977" sldId="881"/>
            <ac:spMk id="5" creationId="{00000000-0000-0000-0000-000000000000}"/>
          </ac:spMkLst>
        </pc:spChg>
        <pc:spChg chg="del mod">
          <ac:chgData name="Júlio César Chaves" userId="2d3e62d851452179" providerId="LiveId" clId="{D5AF723E-481B-45D2-8962-852CAC0B2339}" dt="2023-12-23T22:03:22.401" v="39" actId="478"/>
          <ac:spMkLst>
            <pc:docMk/>
            <pc:sldMk cId="482021977" sldId="881"/>
            <ac:spMk id="6" creationId="{00000000-0000-0000-0000-000000000000}"/>
          </ac:spMkLst>
        </pc:spChg>
        <pc:spChg chg="mod">
          <ac:chgData name="Júlio César Chaves" userId="2d3e62d851452179" providerId="LiveId" clId="{D5AF723E-481B-45D2-8962-852CAC0B2339}" dt="2023-12-23T22:03:29.928" v="42" actId="1076"/>
          <ac:spMkLst>
            <pc:docMk/>
            <pc:sldMk cId="482021977" sldId="881"/>
            <ac:spMk id="7" creationId="{CA3F39CA-5E24-E149-AC47-FC0388A2732F}"/>
          </ac:spMkLst>
        </pc:spChg>
        <pc:spChg chg="add del mod">
          <ac:chgData name="Júlio César Chaves" userId="2d3e62d851452179" providerId="LiveId" clId="{D5AF723E-481B-45D2-8962-852CAC0B2339}" dt="2023-12-23T22:03:24.823" v="40" actId="478"/>
          <ac:spMkLst>
            <pc:docMk/>
            <pc:sldMk cId="482021977" sldId="881"/>
            <ac:spMk id="11" creationId="{67471D9D-1192-5A44-BFFF-712F796B45A2}"/>
          </ac:spMkLst>
        </pc:spChg>
        <pc:picChg chg="del">
          <ac:chgData name="Júlio César Chaves" userId="2d3e62d851452179" providerId="LiveId" clId="{D5AF723E-481B-45D2-8962-852CAC0B2339}" dt="2023-12-23T22:01:35.046" v="16" actId="478"/>
          <ac:picMkLst>
            <pc:docMk/>
            <pc:sldMk cId="482021977" sldId="881"/>
            <ac:picMk id="8" creationId="{A0C198D5-7AB2-4BCE-9556-74B0D4DFFFD5}"/>
          </ac:picMkLst>
        </pc:picChg>
        <pc:picChg chg="add mod">
          <ac:chgData name="Júlio César Chaves" userId="2d3e62d851452179" providerId="LiveId" clId="{D5AF723E-481B-45D2-8962-852CAC0B2339}" dt="2023-12-23T22:03:26.724" v="41" actId="1076"/>
          <ac:picMkLst>
            <pc:docMk/>
            <pc:sldMk cId="482021977" sldId="881"/>
            <ac:picMk id="9" creationId="{940D82BA-35B3-E970-FE19-3EE0ACEAD2D4}"/>
          </ac:picMkLst>
        </pc:picChg>
      </pc:sldChg>
      <pc:sldChg chg="addSp delSp modSp add mod">
        <pc:chgData name="Júlio César Chaves" userId="2d3e62d851452179" providerId="LiveId" clId="{D5AF723E-481B-45D2-8962-852CAC0B2339}" dt="2023-12-23T22:04:48.472" v="55" actId="1076"/>
        <pc:sldMkLst>
          <pc:docMk/>
          <pc:sldMk cId="1085268650" sldId="882"/>
        </pc:sldMkLst>
        <pc:spChg chg="mod">
          <ac:chgData name="Júlio César Chaves" userId="2d3e62d851452179" providerId="LiveId" clId="{D5AF723E-481B-45D2-8962-852CAC0B2339}" dt="2023-12-23T22:03:56.926" v="51" actId="20577"/>
          <ac:spMkLst>
            <pc:docMk/>
            <pc:sldMk cId="1085268650" sldId="882"/>
            <ac:spMk id="5" creationId="{00000000-0000-0000-0000-000000000000}"/>
          </ac:spMkLst>
        </pc:spChg>
        <pc:spChg chg="mod">
          <ac:chgData name="Júlio César Chaves" userId="2d3e62d851452179" providerId="LiveId" clId="{D5AF723E-481B-45D2-8962-852CAC0B2339}" dt="2023-12-23T22:04:29.761" v="52"/>
          <ac:spMkLst>
            <pc:docMk/>
            <pc:sldMk cId="1085268650" sldId="882"/>
            <ac:spMk id="7" creationId="{CA3F39CA-5E24-E149-AC47-FC0388A2732F}"/>
          </ac:spMkLst>
        </pc:spChg>
        <pc:picChg chg="add mod">
          <ac:chgData name="Júlio César Chaves" userId="2d3e62d851452179" providerId="LiveId" clId="{D5AF723E-481B-45D2-8962-852CAC0B2339}" dt="2023-12-23T22:04:48.472" v="55" actId="1076"/>
          <ac:picMkLst>
            <pc:docMk/>
            <pc:sldMk cId="1085268650" sldId="882"/>
            <ac:picMk id="6" creationId="{E1072E0D-3BD4-5716-2C0F-1D2AA29200C1}"/>
          </ac:picMkLst>
        </pc:picChg>
        <pc:picChg chg="del">
          <ac:chgData name="Júlio César Chaves" userId="2d3e62d851452179" providerId="LiveId" clId="{D5AF723E-481B-45D2-8962-852CAC0B2339}" dt="2023-12-23T22:04:32.337" v="53" actId="478"/>
          <ac:picMkLst>
            <pc:docMk/>
            <pc:sldMk cId="1085268650" sldId="882"/>
            <ac:picMk id="9" creationId="{940D82BA-35B3-E970-FE19-3EE0ACEAD2D4}"/>
          </ac:picMkLst>
        </pc:picChg>
      </pc:sldChg>
      <pc:sldChg chg="addSp delSp modSp add mod">
        <pc:chgData name="Júlio César Chaves" userId="2d3e62d851452179" providerId="LiveId" clId="{D5AF723E-481B-45D2-8962-852CAC0B2339}" dt="2023-12-23T22:05:47.067" v="97" actId="1076"/>
        <pc:sldMkLst>
          <pc:docMk/>
          <pc:sldMk cId="2871678114" sldId="883"/>
        </pc:sldMkLst>
        <pc:spChg chg="mod">
          <ac:chgData name="Júlio César Chaves" userId="2d3e62d851452179" providerId="LiveId" clId="{D5AF723E-481B-45D2-8962-852CAC0B2339}" dt="2023-12-23T22:05:05.045" v="89" actId="20577"/>
          <ac:spMkLst>
            <pc:docMk/>
            <pc:sldMk cId="2871678114" sldId="883"/>
            <ac:spMk id="5" creationId="{00000000-0000-0000-0000-000000000000}"/>
          </ac:spMkLst>
        </pc:spChg>
        <pc:spChg chg="mod">
          <ac:chgData name="Júlio César Chaves" userId="2d3e62d851452179" providerId="LiveId" clId="{D5AF723E-481B-45D2-8962-852CAC0B2339}" dt="2023-12-23T22:05:27.220" v="93"/>
          <ac:spMkLst>
            <pc:docMk/>
            <pc:sldMk cId="2871678114" sldId="883"/>
            <ac:spMk id="7" creationId="{CA3F39CA-5E24-E149-AC47-FC0388A2732F}"/>
          </ac:spMkLst>
        </pc:spChg>
        <pc:picChg chg="del">
          <ac:chgData name="Júlio César Chaves" userId="2d3e62d851452179" providerId="LiveId" clId="{D5AF723E-481B-45D2-8962-852CAC0B2339}" dt="2023-12-23T22:05:07.006" v="90" actId="478"/>
          <ac:picMkLst>
            <pc:docMk/>
            <pc:sldMk cId="2871678114" sldId="883"/>
            <ac:picMk id="6" creationId="{E1072E0D-3BD4-5716-2C0F-1D2AA29200C1}"/>
          </ac:picMkLst>
        </pc:picChg>
        <pc:picChg chg="add mod">
          <ac:chgData name="Júlio César Chaves" userId="2d3e62d851452179" providerId="LiveId" clId="{D5AF723E-481B-45D2-8962-852CAC0B2339}" dt="2023-12-23T22:05:47.067" v="97" actId="1076"/>
          <ac:picMkLst>
            <pc:docMk/>
            <pc:sldMk cId="2871678114" sldId="883"/>
            <ac:picMk id="8" creationId="{9A803DCA-5971-E93C-0F92-CB7A181B209F}"/>
          </ac:picMkLst>
        </pc:picChg>
      </pc:sldChg>
      <pc:sldMasterChg chg="modSldLayout">
        <pc:chgData name="Júlio César Chaves" userId="2d3e62d851452179" providerId="LiveId" clId="{D5AF723E-481B-45D2-8962-852CAC0B2339}" dt="2023-12-23T22:06:53.178" v="102" actId="14100"/>
        <pc:sldMasterMkLst>
          <pc:docMk/>
          <pc:sldMasterMk cId="900593213" sldId="2147483744"/>
        </pc:sldMasterMkLst>
        <pc:sldLayoutChg chg="delSp">
          <pc:chgData name="Júlio César Chaves" userId="2d3e62d851452179" providerId="LiveId" clId="{D5AF723E-481B-45D2-8962-852CAC0B2339}" dt="2023-12-23T22:00:50.559" v="7" actId="478"/>
          <pc:sldLayoutMkLst>
            <pc:docMk/>
            <pc:sldMasterMk cId="900593213" sldId="2147483744"/>
            <pc:sldLayoutMk cId="861657586" sldId="2147483773"/>
          </pc:sldLayoutMkLst>
          <pc:picChg chg="del">
            <ac:chgData name="Júlio César Chaves" userId="2d3e62d851452179" providerId="LiveId" clId="{D5AF723E-481B-45D2-8962-852CAC0B2339}" dt="2023-12-23T22:00:50.559" v="7" actId="478"/>
            <ac:picMkLst>
              <pc:docMk/>
              <pc:sldMasterMk cId="900593213" sldId="2147483744"/>
              <pc:sldLayoutMk cId="861657586" sldId="2147483773"/>
              <ac:picMk id="4" creationId="{8847524C-3841-D8DC-55D5-41C963432E53}"/>
            </ac:picMkLst>
          </pc:picChg>
        </pc:sldLayoutChg>
        <pc:sldLayoutChg chg="modSp mod">
          <pc:chgData name="Júlio César Chaves" userId="2d3e62d851452179" providerId="LiveId" clId="{D5AF723E-481B-45D2-8962-852CAC0B2339}" dt="2023-12-23T22:06:12.927" v="99" actId="14100"/>
          <pc:sldLayoutMkLst>
            <pc:docMk/>
            <pc:sldMasterMk cId="1201554206" sldId="2147483798"/>
            <pc:sldLayoutMk cId="4112069459" sldId="2147483776"/>
          </pc:sldLayoutMkLst>
          <pc:picChg chg="mod">
            <ac:chgData name="Júlio César Chaves" userId="2d3e62d851452179" providerId="LiveId" clId="{D5AF723E-481B-45D2-8962-852CAC0B2339}" dt="2023-12-23T22:06:12.927" v="99" actId="14100"/>
            <ac:picMkLst>
              <pc:docMk/>
              <pc:sldMasterMk cId="1201554206" sldId="2147483798"/>
              <pc:sldLayoutMk cId="4112069459" sldId="2147483776"/>
              <ac:picMk id="11" creationId="{BE6AEB20-C247-9049-A91B-EA79979980DA}"/>
            </ac:picMkLst>
          </pc:picChg>
        </pc:sldLayoutChg>
        <pc:sldLayoutChg chg="modSp mod">
          <pc:chgData name="Júlio César Chaves" userId="2d3e62d851452179" providerId="LiveId" clId="{D5AF723E-481B-45D2-8962-852CAC0B2339}" dt="2023-12-23T22:06:23.990" v="100" actId="14100"/>
          <pc:sldLayoutMkLst>
            <pc:docMk/>
            <pc:sldMasterMk cId="900593213" sldId="2147483744"/>
            <pc:sldLayoutMk cId="2642239003" sldId="2147483777"/>
          </pc:sldLayoutMkLst>
          <pc:picChg chg="mod">
            <ac:chgData name="Júlio César Chaves" userId="2d3e62d851452179" providerId="LiveId" clId="{D5AF723E-481B-45D2-8962-852CAC0B2339}" dt="2023-12-23T22:06:23.990" v="100" actId="14100"/>
            <ac:picMkLst>
              <pc:docMk/>
              <pc:sldMasterMk cId="900593213" sldId="2147483744"/>
              <pc:sldLayoutMk cId="2642239003" sldId="2147483777"/>
              <ac:picMk id="16" creationId="{BF6D2BA4-6287-854B-A5A3-81A95726CF44}"/>
            </ac:picMkLst>
          </pc:picChg>
        </pc:sldLayoutChg>
        <pc:sldLayoutChg chg="modSp mod">
          <pc:chgData name="Júlio César Chaves" userId="2d3e62d851452179" providerId="LiveId" clId="{D5AF723E-481B-45D2-8962-852CAC0B2339}" dt="2023-12-23T22:06:53.178" v="102" actId="14100"/>
          <pc:sldLayoutMkLst>
            <pc:docMk/>
            <pc:sldMasterMk cId="1201554206" sldId="2147483798"/>
            <pc:sldLayoutMk cId="312597321" sldId="2147483779"/>
          </pc:sldLayoutMkLst>
          <pc:picChg chg="mod">
            <ac:chgData name="Júlio César Chaves" userId="2d3e62d851452179" providerId="LiveId" clId="{D5AF723E-481B-45D2-8962-852CAC0B2339}" dt="2023-12-23T22:06:53.178" v="102" actId="14100"/>
            <ac:picMkLst>
              <pc:docMk/>
              <pc:sldMasterMk cId="1201554206" sldId="2147483798"/>
              <pc:sldLayoutMk cId="312597321" sldId="2147483779"/>
              <ac:picMk id="11" creationId="{BE6AEB20-C247-9049-A91B-EA79979980DA}"/>
            </ac:picMkLst>
          </pc:picChg>
        </pc:sldLayoutChg>
        <pc:sldLayoutChg chg="modSp mod">
          <pc:chgData name="Júlio César Chaves" userId="2d3e62d851452179" providerId="LiveId" clId="{D5AF723E-481B-45D2-8962-852CAC0B2339}" dt="2023-12-23T21:59:21.048" v="5" actId="1076"/>
          <pc:sldLayoutMkLst>
            <pc:docMk/>
            <pc:sldMasterMk cId="900593213" sldId="2147483744"/>
            <pc:sldLayoutMk cId="157240707" sldId="2147483780"/>
          </pc:sldLayoutMkLst>
          <pc:picChg chg="mod">
            <ac:chgData name="Júlio César Chaves" userId="2d3e62d851452179" providerId="LiveId" clId="{D5AF723E-481B-45D2-8962-852CAC0B2339}" dt="2023-12-23T21:59:21.048" v="5" actId="1076"/>
            <ac:picMkLst>
              <pc:docMk/>
              <pc:sldMasterMk cId="900593213" sldId="2147483744"/>
              <pc:sldLayoutMk cId="157240707" sldId="2147483780"/>
              <ac:picMk id="9" creationId="{280E0825-B265-3846-8BB3-B9ECFCCA9B2D}"/>
            </ac:picMkLst>
          </pc:picChg>
        </pc:sldLayoutChg>
        <pc:sldLayoutChg chg="modSp mod">
          <pc:chgData name="Júlio César Chaves" userId="2d3e62d851452179" providerId="LiveId" clId="{D5AF723E-481B-45D2-8962-852CAC0B2339}" dt="2023-12-23T21:59:34.495" v="6" actId="14100"/>
          <pc:sldLayoutMkLst>
            <pc:docMk/>
            <pc:sldMasterMk cId="900593213" sldId="2147483744"/>
            <pc:sldLayoutMk cId="914670759" sldId="2147483782"/>
          </pc:sldLayoutMkLst>
          <pc:picChg chg="mod">
            <ac:chgData name="Júlio César Chaves" userId="2d3e62d851452179" providerId="LiveId" clId="{D5AF723E-481B-45D2-8962-852CAC0B2339}" dt="2023-12-23T21:59:34.495" v="6" actId="14100"/>
            <ac:picMkLst>
              <pc:docMk/>
              <pc:sldMasterMk cId="900593213" sldId="2147483744"/>
              <pc:sldLayoutMk cId="914670759" sldId="2147483782"/>
              <ac:picMk id="8" creationId="{68A38432-CE99-3E4B-B087-73EB0F09CDB2}"/>
            </ac:picMkLst>
          </pc:picChg>
        </pc:sldLayoutChg>
      </pc:sldMasterChg>
    </pc:docChg>
  </pc:docChgLst>
  <pc:docChgLst>
    <pc:chgData name="Júlio César Chaves" userId="2d3e62d851452179" providerId="LiveId" clId="{6754F552-42B2-47B9-A971-73562CFA08CB}"/>
    <pc:docChg chg="custSel addSld delSld modSld delMainMaster">
      <pc:chgData name="Júlio César Chaves" userId="2d3e62d851452179" providerId="LiveId" clId="{6754F552-42B2-47B9-A971-73562CFA08CB}" dt="2023-11-18T19:53:33.107" v="88" actId="1076"/>
      <pc:docMkLst>
        <pc:docMk/>
      </pc:docMkLst>
      <pc:sldChg chg="del">
        <pc:chgData name="Júlio César Chaves" userId="2d3e62d851452179" providerId="LiveId" clId="{6754F552-42B2-47B9-A971-73562CFA08CB}" dt="2023-11-18T19:07:56.518" v="0" actId="47"/>
        <pc:sldMkLst>
          <pc:docMk/>
          <pc:sldMk cId="815188798" sldId="256"/>
        </pc:sldMkLst>
      </pc:sldChg>
      <pc:sldChg chg="modSp new mod">
        <pc:chgData name="Júlio César Chaves" userId="2d3e62d851452179" providerId="LiveId" clId="{6754F552-42B2-47B9-A971-73562CFA08CB}" dt="2023-11-18T19:13:12.933" v="45" actId="20577"/>
        <pc:sldMkLst>
          <pc:docMk/>
          <pc:sldMk cId="812250801" sldId="258"/>
        </pc:sldMkLst>
        <pc:spChg chg="mod">
          <ac:chgData name="Júlio César Chaves" userId="2d3e62d851452179" providerId="LiveId" clId="{6754F552-42B2-47B9-A971-73562CFA08CB}" dt="2023-11-18T19:13:12.933" v="45" actId="20577"/>
          <ac:spMkLst>
            <pc:docMk/>
            <pc:sldMk cId="812250801" sldId="258"/>
            <ac:spMk id="2" creationId="{E052C786-F103-8EF4-683F-428F857A5F75}"/>
          </ac:spMkLst>
        </pc:spChg>
        <pc:spChg chg="mod">
          <ac:chgData name="Júlio César Chaves" userId="2d3e62d851452179" providerId="LiveId" clId="{6754F552-42B2-47B9-A971-73562CFA08CB}" dt="2023-11-18T19:13:06.871" v="37" actId="20577"/>
          <ac:spMkLst>
            <pc:docMk/>
            <pc:sldMk cId="812250801" sldId="258"/>
            <ac:spMk id="4" creationId="{16348BF0-FC7A-56BD-E02E-37EEDBF99659}"/>
          </ac:spMkLst>
        </pc:spChg>
      </pc:sldChg>
      <pc:sldChg chg="modSp mod">
        <pc:chgData name="Júlio César Chaves" userId="2d3e62d851452179" providerId="LiveId" clId="{6754F552-42B2-47B9-A971-73562CFA08CB}" dt="2023-11-18T19:14:50.861" v="47" actId="27636"/>
        <pc:sldMkLst>
          <pc:docMk/>
          <pc:sldMk cId="3051792911" sldId="317"/>
        </pc:sldMkLst>
        <pc:spChg chg="mod">
          <ac:chgData name="Júlio César Chaves" userId="2d3e62d851452179" providerId="LiveId" clId="{6754F552-42B2-47B9-A971-73562CFA08CB}" dt="2023-11-18T19:14:50.861" v="47" actId="27636"/>
          <ac:spMkLst>
            <pc:docMk/>
            <pc:sldMk cId="3051792911" sldId="317"/>
            <ac:spMk id="3" creationId="{00000000-0000-0000-0000-000000000000}"/>
          </ac:spMkLst>
        </pc:spChg>
      </pc:sldChg>
      <pc:sldChg chg="modSp mod">
        <pc:chgData name="Júlio César Chaves" userId="2d3e62d851452179" providerId="LiveId" clId="{6754F552-42B2-47B9-A971-73562CFA08CB}" dt="2023-11-18T19:14:50.894" v="50" actId="27636"/>
        <pc:sldMkLst>
          <pc:docMk/>
          <pc:sldMk cId="2070487511" sldId="374"/>
        </pc:sldMkLst>
        <pc:spChg chg="mod">
          <ac:chgData name="Júlio César Chaves" userId="2d3e62d851452179" providerId="LiveId" clId="{6754F552-42B2-47B9-A971-73562CFA08CB}" dt="2023-11-18T19:14:50.894" v="50" actId="27636"/>
          <ac:spMkLst>
            <pc:docMk/>
            <pc:sldMk cId="2070487511" sldId="374"/>
            <ac:spMk id="3" creationId="{00000000-0000-0000-0000-000000000000}"/>
          </ac:spMkLst>
        </pc:spChg>
      </pc:sldChg>
      <pc:sldChg chg="modSp mod">
        <pc:chgData name="Júlio César Chaves" userId="2d3e62d851452179" providerId="LiveId" clId="{6754F552-42B2-47B9-A971-73562CFA08CB}" dt="2023-11-18T19:14:50.909" v="51" actId="27636"/>
        <pc:sldMkLst>
          <pc:docMk/>
          <pc:sldMk cId="2049734846" sldId="377"/>
        </pc:sldMkLst>
        <pc:spChg chg="mod">
          <ac:chgData name="Júlio César Chaves" userId="2d3e62d851452179" providerId="LiveId" clId="{6754F552-42B2-47B9-A971-73562CFA08CB}" dt="2023-11-18T19:14:50.909" v="51" actId="27636"/>
          <ac:spMkLst>
            <pc:docMk/>
            <pc:sldMk cId="2049734846" sldId="377"/>
            <ac:spMk id="3" creationId="{00000000-0000-0000-0000-000000000000}"/>
          </ac:spMkLst>
        </pc:spChg>
      </pc:sldChg>
      <pc:sldChg chg="modSp mod">
        <pc:chgData name="Júlio César Chaves" userId="2d3e62d851452179" providerId="LiveId" clId="{6754F552-42B2-47B9-A971-73562CFA08CB}" dt="2023-11-18T19:51:39.252" v="87" actId="27636"/>
        <pc:sldMkLst>
          <pc:docMk/>
          <pc:sldMk cId="3684105083" sldId="391"/>
        </pc:sldMkLst>
        <pc:spChg chg="mod">
          <ac:chgData name="Júlio César Chaves" userId="2d3e62d851452179" providerId="LiveId" clId="{6754F552-42B2-47B9-A971-73562CFA08CB}" dt="2023-11-18T19:51:39.252" v="87" actId="27636"/>
          <ac:spMkLst>
            <pc:docMk/>
            <pc:sldMk cId="3684105083" sldId="391"/>
            <ac:spMk id="5" creationId="{96A3EEC8-CD9A-8041-A18E-1F8BBA4BD146}"/>
          </ac:spMkLst>
        </pc:spChg>
      </pc:sldChg>
      <pc:sldChg chg="modSp mod">
        <pc:chgData name="Júlio César Chaves" userId="2d3e62d851452179" providerId="LiveId" clId="{6754F552-42B2-47B9-A971-73562CFA08CB}" dt="2023-11-18T19:14:50.981" v="57" actId="27636"/>
        <pc:sldMkLst>
          <pc:docMk/>
          <pc:sldMk cId="3436191661" sldId="392"/>
        </pc:sldMkLst>
        <pc:spChg chg="mod">
          <ac:chgData name="Júlio César Chaves" userId="2d3e62d851452179" providerId="LiveId" clId="{6754F552-42B2-47B9-A971-73562CFA08CB}" dt="2023-11-18T19:14:50.981" v="57" actId="27636"/>
          <ac:spMkLst>
            <pc:docMk/>
            <pc:sldMk cId="3436191661" sldId="392"/>
            <ac:spMk id="3" creationId="{00000000-0000-0000-0000-000000000000}"/>
          </ac:spMkLst>
        </pc:spChg>
      </pc:sldChg>
      <pc:sldChg chg="modSp mod">
        <pc:chgData name="Júlio César Chaves" userId="2d3e62d851452179" providerId="LiveId" clId="{6754F552-42B2-47B9-A971-73562CFA08CB}" dt="2023-11-18T19:14:51.002" v="58" actId="27636"/>
        <pc:sldMkLst>
          <pc:docMk/>
          <pc:sldMk cId="3833565899" sldId="393"/>
        </pc:sldMkLst>
        <pc:spChg chg="mod">
          <ac:chgData name="Júlio César Chaves" userId="2d3e62d851452179" providerId="LiveId" clId="{6754F552-42B2-47B9-A971-73562CFA08CB}" dt="2023-11-18T19:14:51.002" v="58" actId="27636"/>
          <ac:spMkLst>
            <pc:docMk/>
            <pc:sldMk cId="3833565899" sldId="393"/>
            <ac:spMk id="3" creationId="{00000000-0000-0000-0000-000000000000}"/>
          </ac:spMkLst>
        </pc:spChg>
      </pc:sldChg>
      <pc:sldChg chg="modSp mod">
        <pc:chgData name="Júlio César Chaves" userId="2d3e62d851452179" providerId="LiveId" clId="{6754F552-42B2-47B9-A971-73562CFA08CB}" dt="2023-11-18T19:14:51.028" v="60" actId="27636"/>
        <pc:sldMkLst>
          <pc:docMk/>
          <pc:sldMk cId="3340841933" sldId="397"/>
        </pc:sldMkLst>
        <pc:spChg chg="mod">
          <ac:chgData name="Júlio César Chaves" userId="2d3e62d851452179" providerId="LiveId" clId="{6754F552-42B2-47B9-A971-73562CFA08CB}" dt="2023-11-18T19:14:51.028" v="60" actId="27636"/>
          <ac:spMkLst>
            <pc:docMk/>
            <pc:sldMk cId="3340841933" sldId="397"/>
            <ac:spMk id="3" creationId="{00000000-0000-0000-0000-000000000000}"/>
          </ac:spMkLst>
        </pc:spChg>
      </pc:sldChg>
      <pc:sldChg chg="modSp mod">
        <pc:chgData name="Júlio César Chaves" userId="2d3e62d851452179" providerId="LiveId" clId="{6754F552-42B2-47B9-A971-73562CFA08CB}" dt="2023-11-18T19:14:51.019" v="59" actId="27636"/>
        <pc:sldMkLst>
          <pc:docMk/>
          <pc:sldMk cId="1788762813" sldId="402"/>
        </pc:sldMkLst>
        <pc:spChg chg="mod">
          <ac:chgData name="Júlio César Chaves" userId="2d3e62d851452179" providerId="LiveId" clId="{6754F552-42B2-47B9-A971-73562CFA08CB}" dt="2023-11-18T19:14:51.019" v="59" actId="27636"/>
          <ac:spMkLst>
            <pc:docMk/>
            <pc:sldMk cId="1788762813" sldId="402"/>
            <ac:spMk id="3" creationId="{00000000-0000-0000-0000-000000000000}"/>
          </ac:spMkLst>
        </pc:spChg>
      </pc:sldChg>
      <pc:sldChg chg="modSp mod">
        <pc:chgData name="Júlio César Chaves" userId="2d3e62d851452179" providerId="LiveId" clId="{6754F552-42B2-47B9-A971-73562CFA08CB}" dt="2023-11-18T19:14:50.972" v="56" actId="27636"/>
        <pc:sldMkLst>
          <pc:docMk/>
          <pc:sldMk cId="3529383018" sldId="420"/>
        </pc:sldMkLst>
        <pc:spChg chg="mod">
          <ac:chgData name="Júlio César Chaves" userId="2d3e62d851452179" providerId="LiveId" clId="{6754F552-42B2-47B9-A971-73562CFA08CB}" dt="2023-11-18T19:14:50.972" v="56" actId="27636"/>
          <ac:spMkLst>
            <pc:docMk/>
            <pc:sldMk cId="3529383018" sldId="420"/>
            <ac:spMk id="10" creationId="{7EF35E08-2B21-9340-83D3-7153605EA629}"/>
          </ac:spMkLst>
        </pc:spChg>
      </pc:sldChg>
      <pc:sldChg chg="modSp mod">
        <pc:chgData name="Júlio César Chaves" userId="2d3e62d851452179" providerId="LiveId" clId="{6754F552-42B2-47B9-A971-73562CFA08CB}" dt="2023-11-18T19:14:51.086" v="63" actId="27636"/>
        <pc:sldMkLst>
          <pc:docMk/>
          <pc:sldMk cId="3593584921" sldId="437"/>
        </pc:sldMkLst>
        <pc:spChg chg="mod">
          <ac:chgData name="Júlio César Chaves" userId="2d3e62d851452179" providerId="LiveId" clId="{6754F552-42B2-47B9-A971-73562CFA08CB}" dt="2023-11-18T19:14:51.086" v="63" actId="27636"/>
          <ac:spMkLst>
            <pc:docMk/>
            <pc:sldMk cId="3593584921" sldId="437"/>
            <ac:spMk id="8" creationId="{5E09A744-5380-794D-8A7E-547ED37578BE}"/>
          </ac:spMkLst>
        </pc:spChg>
      </pc:sldChg>
      <pc:sldChg chg="modSp mod">
        <pc:chgData name="Júlio César Chaves" userId="2d3e62d851452179" providerId="LiveId" clId="{6754F552-42B2-47B9-A971-73562CFA08CB}" dt="2023-11-18T19:14:50.920" v="52" actId="27636"/>
        <pc:sldMkLst>
          <pc:docMk/>
          <pc:sldMk cId="228359214" sldId="442"/>
        </pc:sldMkLst>
        <pc:spChg chg="mod">
          <ac:chgData name="Júlio César Chaves" userId="2d3e62d851452179" providerId="LiveId" clId="{6754F552-42B2-47B9-A971-73562CFA08CB}" dt="2023-11-18T19:14:50.920" v="52" actId="27636"/>
          <ac:spMkLst>
            <pc:docMk/>
            <pc:sldMk cId="228359214" sldId="442"/>
            <ac:spMk id="3" creationId="{00000000-0000-0000-0000-000000000000}"/>
          </ac:spMkLst>
        </pc:spChg>
      </pc:sldChg>
      <pc:sldChg chg="modSp mod">
        <pc:chgData name="Júlio César Chaves" userId="2d3e62d851452179" providerId="LiveId" clId="{6754F552-42B2-47B9-A971-73562CFA08CB}" dt="2023-11-18T19:53:33.107" v="88" actId="1076"/>
        <pc:sldMkLst>
          <pc:docMk/>
          <pc:sldMk cId="506845532" sldId="511"/>
        </pc:sldMkLst>
        <pc:picChg chg="mod">
          <ac:chgData name="Júlio César Chaves" userId="2d3e62d851452179" providerId="LiveId" clId="{6754F552-42B2-47B9-A971-73562CFA08CB}" dt="2023-11-18T19:53:33.107" v="88" actId="1076"/>
          <ac:picMkLst>
            <pc:docMk/>
            <pc:sldMk cId="506845532" sldId="511"/>
            <ac:picMk id="7" creationId="{00000000-0000-0000-0000-000000000000}"/>
          </ac:picMkLst>
        </pc:picChg>
      </pc:sldChg>
      <pc:sldChg chg="modSp mod">
        <pc:chgData name="Júlio César Chaves" userId="2d3e62d851452179" providerId="LiveId" clId="{6754F552-42B2-47B9-A971-73562CFA08CB}" dt="2023-11-18T19:14:50.939" v="53" actId="27636"/>
        <pc:sldMkLst>
          <pc:docMk/>
          <pc:sldMk cId="1544999108" sldId="627"/>
        </pc:sldMkLst>
        <pc:spChg chg="mod">
          <ac:chgData name="Júlio César Chaves" userId="2d3e62d851452179" providerId="LiveId" clId="{6754F552-42B2-47B9-A971-73562CFA08CB}" dt="2023-11-18T19:14:50.939" v="53" actId="27636"/>
          <ac:spMkLst>
            <pc:docMk/>
            <pc:sldMk cId="1544999108" sldId="627"/>
            <ac:spMk id="3" creationId="{DC6658A1-6B6E-6348-9FDB-35D4B37618A1}"/>
          </ac:spMkLst>
        </pc:spChg>
      </pc:sldChg>
      <pc:sldChg chg="modSp mod">
        <pc:chgData name="Júlio César Chaves" userId="2d3e62d851452179" providerId="LiveId" clId="{6754F552-42B2-47B9-A971-73562CFA08CB}" dt="2023-11-18T19:14:50.880" v="49" actId="27636"/>
        <pc:sldMkLst>
          <pc:docMk/>
          <pc:sldMk cId="4114124596" sldId="643"/>
        </pc:sldMkLst>
        <pc:spChg chg="mod">
          <ac:chgData name="Júlio César Chaves" userId="2d3e62d851452179" providerId="LiveId" clId="{6754F552-42B2-47B9-A971-73562CFA08CB}" dt="2023-11-18T19:14:50.880" v="49" actId="27636"/>
          <ac:spMkLst>
            <pc:docMk/>
            <pc:sldMk cId="4114124596" sldId="643"/>
            <ac:spMk id="6" creationId="{00000000-0000-0000-0000-000000000000}"/>
          </ac:spMkLst>
        </pc:spChg>
      </pc:sldChg>
      <pc:sldChg chg="modSp mod">
        <pc:chgData name="Júlio César Chaves" userId="2d3e62d851452179" providerId="LiveId" clId="{6754F552-42B2-47B9-A971-73562CFA08CB}" dt="2023-11-18T19:14:50.953" v="54" actId="27636"/>
        <pc:sldMkLst>
          <pc:docMk/>
          <pc:sldMk cId="3182786038" sldId="840"/>
        </pc:sldMkLst>
        <pc:spChg chg="mod">
          <ac:chgData name="Júlio César Chaves" userId="2d3e62d851452179" providerId="LiveId" clId="{6754F552-42B2-47B9-A971-73562CFA08CB}" dt="2023-11-18T19:14:50.953" v="54" actId="27636"/>
          <ac:spMkLst>
            <pc:docMk/>
            <pc:sldMk cId="3182786038" sldId="840"/>
            <ac:spMk id="8" creationId="{63B2245D-7705-9A4B-BDC7-EB3E2743BD57}"/>
          </ac:spMkLst>
        </pc:spChg>
      </pc:sldChg>
      <pc:sldChg chg="modSp mod">
        <pc:chgData name="Júlio César Chaves" userId="2d3e62d851452179" providerId="LiveId" clId="{6754F552-42B2-47B9-A971-73562CFA08CB}" dt="2023-11-18T19:14:50.963" v="55" actId="27636"/>
        <pc:sldMkLst>
          <pc:docMk/>
          <pc:sldMk cId="447359310" sldId="841"/>
        </pc:sldMkLst>
        <pc:spChg chg="mod">
          <ac:chgData name="Júlio César Chaves" userId="2d3e62d851452179" providerId="LiveId" clId="{6754F552-42B2-47B9-A971-73562CFA08CB}" dt="2023-11-18T19:14:50.963" v="55" actId="27636"/>
          <ac:spMkLst>
            <pc:docMk/>
            <pc:sldMk cId="447359310" sldId="841"/>
            <ac:spMk id="3" creationId="{C42A5133-5791-384E-8F8A-B3FBDC54F030}"/>
          </ac:spMkLst>
        </pc:spChg>
      </pc:sldChg>
      <pc:sldChg chg="modSp mod">
        <pc:chgData name="Júlio César Chaves" userId="2d3e62d851452179" providerId="LiveId" clId="{6754F552-42B2-47B9-A971-73562CFA08CB}" dt="2023-11-18T19:14:51.096" v="64" actId="27636"/>
        <pc:sldMkLst>
          <pc:docMk/>
          <pc:sldMk cId="3740989904" sldId="849"/>
        </pc:sldMkLst>
        <pc:spChg chg="mod">
          <ac:chgData name="Júlio César Chaves" userId="2d3e62d851452179" providerId="LiveId" clId="{6754F552-42B2-47B9-A971-73562CFA08CB}" dt="2023-11-18T19:14:51.096" v="64" actId="27636"/>
          <ac:spMkLst>
            <pc:docMk/>
            <pc:sldMk cId="3740989904" sldId="849"/>
            <ac:spMk id="3" creationId="{1529A156-181C-4E4A-AE54-C31C659C84AA}"/>
          </ac:spMkLst>
        </pc:spChg>
      </pc:sldChg>
      <pc:sldChg chg="modSp mod">
        <pc:chgData name="Júlio César Chaves" userId="2d3e62d851452179" providerId="LiveId" clId="{6754F552-42B2-47B9-A971-73562CFA08CB}" dt="2023-11-18T19:14:51.049" v="61" actId="27636"/>
        <pc:sldMkLst>
          <pc:docMk/>
          <pc:sldMk cId="1197939564" sldId="850"/>
        </pc:sldMkLst>
        <pc:spChg chg="mod">
          <ac:chgData name="Júlio César Chaves" userId="2d3e62d851452179" providerId="LiveId" clId="{6754F552-42B2-47B9-A971-73562CFA08CB}" dt="2023-11-18T19:14:51.049" v="61" actId="27636"/>
          <ac:spMkLst>
            <pc:docMk/>
            <pc:sldMk cId="1197939564" sldId="850"/>
            <ac:spMk id="6" creationId="{6EC9A840-75A0-E142-B90F-52153AD2824A}"/>
          </ac:spMkLst>
        </pc:spChg>
      </pc:sldChg>
      <pc:sldChg chg="modSp mod">
        <pc:chgData name="Júlio César Chaves" userId="2d3e62d851452179" providerId="LiveId" clId="{6754F552-42B2-47B9-A971-73562CFA08CB}" dt="2023-11-18T19:14:51.075" v="62" actId="27636"/>
        <pc:sldMkLst>
          <pc:docMk/>
          <pc:sldMk cId="4011875722" sldId="855"/>
        </pc:sldMkLst>
        <pc:spChg chg="mod">
          <ac:chgData name="Júlio César Chaves" userId="2d3e62d851452179" providerId="LiveId" clId="{6754F552-42B2-47B9-A971-73562CFA08CB}" dt="2023-11-18T19:14:51.075" v="62" actId="27636"/>
          <ac:spMkLst>
            <pc:docMk/>
            <pc:sldMk cId="4011875722" sldId="855"/>
            <ac:spMk id="3" creationId="{269C8F78-99A8-5B49-AE2D-DA1EB051A759}"/>
          </ac:spMkLst>
        </pc:spChg>
      </pc:sldChg>
      <pc:sldChg chg="modSp mod">
        <pc:chgData name="Júlio César Chaves" userId="2d3e62d851452179" providerId="LiveId" clId="{6754F552-42B2-47B9-A971-73562CFA08CB}" dt="2023-11-18T19:14:50.852" v="46" actId="27636"/>
        <pc:sldMkLst>
          <pc:docMk/>
          <pc:sldMk cId="1197069404" sldId="869"/>
        </pc:sldMkLst>
        <pc:spChg chg="mod">
          <ac:chgData name="Júlio César Chaves" userId="2d3e62d851452179" providerId="LiveId" clId="{6754F552-42B2-47B9-A971-73562CFA08CB}" dt="2023-11-18T19:14:50.852" v="46" actId="27636"/>
          <ac:spMkLst>
            <pc:docMk/>
            <pc:sldMk cId="1197069404" sldId="869"/>
            <ac:spMk id="3" creationId="{00000000-0000-0000-0000-000000000000}"/>
          </ac:spMkLst>
        </pc:spChg>
      </pc:sldChg>
      <pc:sldChg chg="modSp mod">
        <pc:chgData name="Júlio César Chaves" userId="2d3e62d851452179" providerId="LiveId" clId="{6754F552-42B2-47B9-A971-73562CFA08CB}" dt="2023-11-18T19:14:50.876" v="48" actId="27636"/>
        <pc:sldMkLst>
          <pc:docMk/>
          <pc:sldMk cId="2380334668" sldId="872"/>
        </pc:sldMkLst>
        <pc:spChg chg="mod">
          <ac:chgData name="Júlio César Chaves" userId="2d3e62d851452179" providerId="LiveId" clId="{6754F552-42B2-47B9-A971-73562CFA08CB}" dt="2023-11-18T19:14:50.876" v="48" actId="27636"/>
          <ac:spMkLst>
            <pc:docMk/>
            <pc:sldMk cId="2380334668" sldId="872"/>
            <ac:spMk id="5" creationId="{00000000-0000-0000-0000-000000000000}"/>
          </ac:spMkLst>
        </pc:spChg>
      </pc:sldChg>
      <pc:sldChg chg="modSp mod">
        <pc:chgData name="Júlio César Chaves" userId="2d3e62d851452179" providerId="LiveId" clId="{6754F552-42B2-47B9-A971-73562CFA08CB}" dt="2023-11-18T19:15:07.279" v="67" actId="14100"/>
        <pc:sldMkLst>
          <pc:docMk/>
          <pc:sldMk cId="990329484" sldId="873"/>
        </pc:sldMkLst>
        <pc:spChg chg="mod">
          <ac:chgData name="Júlio César Chaves" userId="2d3e62d851452179" providerId="LiveId" clId="{6754F552-42B2-47B9-A971-73562CFA08CB}" dt="2023-11-18T19:15:07.279" v="67" actId="14100"/>
          <ac:spMkLst>
            <pc:docMk/>
            <pc:sldMk cId="990329484" sldId="873"/>
            <ac:spMk id="3" creationId="{CD187013-BE72-8142-9E68-CB78B2916219}"/>
          </ac:spMkLst>
        </pc:spChg>
        <pc:picChg chg="mod">
          <ac:chgData name="Júlio César Chaves" userId="2d3e62d851452179" providerId="LiveId" clId="{6754F552-42B2-47B9-A971-73562CFA08CB}" dt="2023-11-18T19:14:58.891" v="65" actId="1076"/>
          <ac:picMkLst>
            <pc:docMk/>
            <pc:sldMk cId="990329484" sldId="873"/>
            <ac:picMk id="7" creationId="{7F2330C1-A07F-5F4D-BCA9-BB6C7E1B87DA}"/>
          </ac:picMkLst>
        </pc:picChg>
      </pc:sldChg>
      <pc:sldChg chg="modSp new mod">
        <pc:chgData name="Júlio César Chaves" userId="2d3e62d851452179" providerId="LiveId" clId="{6754F552-42B2-47B9-A971-73562CFA08CB}" dt="2023-11-18T19:49:38.473" v="85" actId="20577"/>
        <pc:sldMkLst>
          <pc:docMk/>
          <pc:sldMk cId="2922569583" sldId="877"/>
        </pc:sldMkLst>
        <pc:spChg chg="mod">
          <ac:chgData name="Júlio César Chaves" userId="2d3e62d851452179" providerId="LiveId" clId="{6754F552-42B2-47B9-A971-73562CFA08CB}" dt="2023-11-18T19:49:38.473" v="85" actId="20577"/>
          <ac:spMkLst>
            <pc:docMk/>
            <pc:sldMk cId="2922569583" sldId="877"/>
            <ac:spMk id="2" creationId="{9B741772-00CD-D623-E8EB-73392770F740}"/>
          </ac:spMkLst>
        </pc:spChg>
      </pc:sldChg>
      <pc:sldChg chg="modSp mod">
        <pc:chgData name="Júlio César Chaves" userId="2d3e62d851452179" providerId="LiveId" clId="{6754F552-42B2-47B9-A971-73562CFA08CB}" dt="2023-11-18T19:51:39.246" v="86" actId="27636"/>
        <pc:sldMkLst>
          <pc:docMk/>
          <pc:sldMk cId="334258123" sldId="878"/>
        </pc:sldMkLst>
        <pc:spChg chg="mod">
          <ac:chgData name="Júlio César Chaves" userId="2d3e62d851452179" providerId="LiveId" clId="{6754F552-42B2-47B9-A971-73562CFA08CB}" dt="2023-11-18T19:51:39.246" v="86" actId="27636"/>
          <ac:spMkLst>
            <pc:docMk/>
            <pc:sldMk cId="334258123" sldId="878"/>
            <ac:spMk id="3" creationId="{C5E14C46-C35D-BC4B-B325-911FB462DD38}"/>
          </ac:spMkLst>
        </pc:spChg>
      </pc:sldChg>
      <pc:sldMasterChg chg="del delSldLayout">
        <pc:chgData name="Júlio César Chaves" userId="2d3e62d851452179" providerId="LiveId" clId="{6754F552-42B2-47B9-A971-73562CFA08CB}" dt="2023-11-18T19:07:56.518" v="0" actId="47"/>
        <pc:sldMasterMkLst>
          <pc:docMk/>
          <pc:sldMasterMk cId="4286424322" sldId="2147483686"/>
        </pc:sldMasterMkLst>
        <pc:sldLayoutChg chg="del">
          <pc:chgData name="Júlio César Chaves" userId="2d3e62d851452179" providerId="LiveId" clId="{6754F552-42B2-47B9-A971-73562CFA08CB}" dt="2023-11-18T19:07:56.518" v="0" actId="47"/>
          <pc:sldLayoutMkLst>
            <pc:docMk/>
            <pc:sldMasterMk cId="4286424322" sldId="2147483686"/>
            <pc:sldLayoutMk cId="1185345335" sldId="2147483687"/>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960617739" sldId="2147483688"/>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1099870639" sldId="2147483689"/>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1560738163" sldId="2147483690"/>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1317854923" sldId="2147483691"/>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889377507" sldId="2147483692"/>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2053173270" sldId="2147483693"/>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3464913249" sldId="2147483694"/>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1407442505" sldId="2147483695"/>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3614013607" sldId="2147483696"/>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751248081" sldId="2147483697"/>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3921692395" sldId="2147483698"/>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70275016" sldId="2147483699"/>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2989342035" sldId="2147483702"/>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2745029894" sldId="2147483731"/>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1997726493" sldId="2147483732"/>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631345965" sldId="2147483733"/>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4001921504" sldId="2147483734"/>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4214300607" sldId="2147483735"/>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2609427395" sldId="2147483736"/>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3289512936" sldId="2147483737"/>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3766649939" sldId="2147483738"/>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3011101412" sldId="2147483739"/>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2404405850" sldId="2147483740"/>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632523651" sldId="2147483741"/>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3662134954" sldId="2147483742"/>
          </pc:sldLayoutMkLst>
        </pc:sldLayoutChg>
        <pc:sldLayoutChg chg="del">
          <pc:chgData name="Júlio César Chaves" userId="2d3e62d851452179" providerId="LiveId" clId="{6754F552-42B2-47B9-A971-73562CFA08CB}" dt="2023-11-18T19:07:56.518" v="0" actId="47"/>
          <pc:sldLayoutMkLst>
            <pc:docMk/>
            <pc:sldMasterMk cId="4286424322" sldId="2147483686"/>
            <pc:sldLayoutMk cId="1830656794" sldId="2147483743"/>
          </pc:sldLayoutMkLst>
        </pc:sldLayoutChg>
      </pc:sldMasterChg>
    </pc:docChg>
  </pc:docChgLst>
  <pc:docChgLst>
    <pc:chgData name="Júlio César Chaves" userId="3f913fe9-3202-435d-b9f5-b2fca763184f" providerId="ADAL" clId="{E498C96C-3011-44EE-97AE-58191DA0E798}"/>
    <pc:docChg chg="modSld">
      <pc:chgData name="Júlio César Chaves" userId="3f913fe9-3202-435d-b9f5-b2fca763184f" providerId="ADAL" clId="{E498C96C-3011-44EE-97AE-58191DA0E798}" dt="2024-03-04T18:17:08.730" v="6" actId="20577"/>
      <pc:docMkLst>
        <pc:docMk/>
      </pc:docMkLst>
      <pc:sldChg chg="modSp mod">
        <pc:chgData name="Júlio César Chaves" userId="3f913fe9-3202-435d-b9f5-b2fca763184f" providerId="ADAL" clId="{E498C96C-3011-44EE-97AE-58191DA0E798}" dt="2024-03-04T18:17:08.730" v="6" actId="20577"/>
        <pc:sldMkLst>
          <pc:docMk/>
          <pc:sldMk cId="4166726554" sldId="257"/>
        </pc:sldMkLst>
        <pc:spChg chg="mod">
          <ac:chgData name="Júlio César Chaves" userId="3f913fe9-3202-435d-b9f5-b2fca763184f" providerId="ADAL" clId="{E498C96C-3011-44EE-97AE-58191DA0E798}" dt="2024-03-04T18:17:08.730" v="6" actId="20577"/>
          <ac:spMkLst>
            <pc:docMk/>
            <pc:sldMk cId="4166726554" sldId="257"/>
            <ac:spMk id="8" creationId="{75292210-C289-C60A-A8BC-77F6041CC9C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696266B0-2F97-4EF3-9DD4-327B72C658DD}" type="datetimeFigureOut">
              <a:rPr lang="pt-BR" smtClean="0"/>
              <a:t>22/07/2025</a:t>
            </a:fld>
            <a:endParaRPr lang="pt-BR"/>
          </a:p>
        </p:txBody>
      </p:sp>
      <p:sp>
        <p:nvSpPr>
          <p:cNvPr id="4" name="Espaço Reservado para Imagem de Slide 3"/>
          <p:cNvSpPr>
            <a:spLocks noGrp="1" noRot="1" noChangeAspect="1"/>
          </p:cNvSpPr>
          <p:nvPr>
            <p:ph type="sldImg" idx="2"/>
          </p:nvPr>
        </p:nvSpPr>
        <p:spPr>
          <a:xfrm>
            <a:off x="1165225" y="1241425"/>
            <a:ext cx="4467225" cy="3349625"/>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18134982-4AD0-4609-B8D1-B06B83D22748}" type="slidenum">
              <a:rPr lang="pt-BR" smtClean="0"/>
              <a:t>‹nº›</a:t>
            </a:fld>
            <a:endParaRPr lang="pt-BR"/>
          </a:p>
        </p:txBody>
      </p:sp>
    </p:spTree>
    <p:extLst>
      <p:ext uri="{BB962C8B-B14F-4D97-AF65-F5344CB8AC3E}">
        <p14:creationId xmlns:p14="http://schemas.microsoft.com/office/powerpoint/2010/main" val="3485030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www.cloudping.info/"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aws.amazon.com/about-aws/global-infrastructure/regional-product-services/?p=tgi&amp;loc=4"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docs.aws.amazon.com/IAM/latest/UserGuide/access_policies_testing-policies.html"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docs.aws.amazon.com/IAM/latest/UserGuide/id_roles_use_switch-role-ec2.html"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docs.aws.amazon.com/general/latest/gr/aws_tasks-that-require-root.html"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docs.aws.amazon.com/IAM/latest/UserGuide/getting-started_create-admin-group.html"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docs.aws.amazon.com/IAM/latest/UserGuide/id_credentials_mfa_configure-api-require.html"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docs.aws.amazon.com/awscloudtrail/latest/userguide/cloudtrail-aws-service-specific-topics.html" TargetMode="External"/><Relationship Id="rId2" Type="http://schemas.openxmlformats.org/officeDocument/2006/relationships/slide" Target="../slides/slide54.xml"/><Relationship Id="rId1" Type="http://schemas.openxmlformats.org/officeDocument/2006/relationships/notesMaster" Target="../notesMasters/notesMaster1.xml"/><Relationship Id="rId4" Type="http://schemas.openxmlformats.org/officeDocument/2006/relationships/hyperlink" Target="https://docs.aws.amazon.com/awscloudtrail/latest/userguide/cloudtrail-create-a-trail-using-the-console-first-time.html" TargetMode="Externa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s://docs.aws.amazon.com/awsaccountbilling/latest/aboutv2/billing-reports-gettingstarted-turnonreports.html"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docs.aws.amazon.com/kms/latest/developerguide/service-integration.html" TargetMode="External"/><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docs.aws.amazon.com/whitepapers/latest/efs-encrypted-file-systems/encryption-of-data-in-transit.html" TargetMode="External"/><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s://aws.amazon.com/servicecatalog" TargetMode="External"/><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Apresentação da Seção </a:t>
            </a:r>
            <a:r>
              <a:rPr lang="pt-BR" sz="1100">
                <a:latin typeface="Amazon Ember" panose="020B0603020204020204" pitchFamily="34" charset="0"/>
                <a:ea typeface="Amazon Ember" panose="020B0603020204020204" pitchFamily="34" charset="0"/>
                <a:cs typeface="Amazon Ember" panose="020B0603020204020204" pitchFamily="34" charset="0"/>
              </a:rPr>
              <a:t>3</a:t>
            </a:r>
            <a:r>
              <a:rPr lang="pt-BR" sz="1100"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Documentação da AWS.</a:t>
            </a: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151681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a:latin typeface="Amazon Ember" panose="020B0603020204020204" pitchFamily="34" charset="0"/>
                <a:ea typeface="Amazon Ember" panose="020B0603020204020204" pitchFamily="34" charset="0"/>
                <a:cs typeface="Amazon Ember" panose="020B0603020204020204" pitchFamily="34" charset="0"/>
              </a:rPr>
              <a:t>A AWS fornece documentação abrangente e detalhada sobre cada um de seus serviços. Os guias e as referências de interface de programação de aplicativos (API) são organizados por categoria de serviço.  Também é possível acessar muitos recursos e tutoriais gerais pelas páginas da documentação da AWS.  Os recursos gerais incluem estudos de caso, um glossário completo dos termos da AWS, artigos técnicos, perguntas frequentes, informações sobre o AWS Training and Certification e muito mais.</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a:latin typeface="Amazon Ember" panose="020B0603020204020204" pitchFamily="34" charset="0"/>
                <a:ea typeface="Amazon Ember" panose="020B0603020204020204" pitchFamily="34" charset="0"/>
                <a:cs typeface="Amazon Ember" panose="020B0603020204020204" pitchFamily="34" charset="0"/>
              </a:rPr>
              <a:t>Além disso, há documentação para cada SDK e toolkit, como a Interface da Linha de Comando da AWS (AWS CLI), as bibliotecas do boto3 para o AWS SDK para Python e muito mais.</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a:latin typeface="Amazon Ember" panose="020B0603020204020204" pitchFamily="34" charset="0"/>
                <a:ea typeface="Amazon Ember" panose="020B0603020204020204" pitchFamily="34" charset="0"/>
                <a:cs typeface="Amazon Ember" panose="020B0603020204020204" pitchFamily="34" charset="0"/>
              </a:rPr>
              <a:t>É possível filtrar os </a:t>
            </a:r>
            <a:r>
              <a:rPr lang="pt-BR" sz="1100" b="1">
                <a:latin typeface="Amazon Ember" panose="020B0603020204020204" pitchFamily="34" charset="0"/>
                <a:ea typeface="Amazon Ember" panose="020B0603020204020204" pitchFamily="34" charset="0"/>
                <a:cs typeface="Amazon Ember" panose="020B0603020204020204" pitchFamily="34" charset="0"/>
              </a:rPr>
              <a:t>artigos técnicos e guias da AWS</a:t>
            </a:r>
            <a:r>
              <a:rPr lang="pt-BR" sz="1100">
                <a:latin typeface="Amazon Ember" panose="020B0603020204020204" pitchFamily="34" charset="0"/>
                <a:ea typeface="Amazon Ember" panose="020B0603020204020204" pitchFamily="34" charset="0"/>
                <a:cs typeface="Amazon Ember" panose="020B0603020204020204" pitchFamily="34" charset="0"/>
              </a:rPr>
              <a:t> por produto, categoria ou setor, a fim de encontrar as informações mais relevantes para as suas necessidades.</a:t>
            </a:r>
          </a:p>
        </p:txBody>
      </p:sp>
    </p:spTree>
    <p:extLst>
      <p:ext uri="{BB962C8B-B14F-4D97-AF65-F5344CB8AC3E}">
        <p14:creationId xmlns:p14="http://schemas.microsoft.com/office/powerpoint/2010/main" val="1347041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a:latin typeface="Amazon Ember" panose="020B0603020204020204" pitchFamily="34" charset="0"/>
                <a:ea typeface="Amazon Ember" panose="020B0603020204020204" pitchFamily="34" charset="0"/>
                <a:cs typeface="Amazon Ember" panose="020B0603020204020204" pitchFamily="34" charset="0"/>
              </a:rPr>
              <a:t>Nesta atividade com instrutor, há um desafio que consiste em acessar as páginas da documentação da AWS e localizar informações específicas.</a:t>
            </a:r>
          </a:p>
        </p:txBody>
      </p:sp>
    </p:spTree>
    <p:extLst>
      <p:ext uri="{BB962C8B-B14F-4D97-AF65-F5344CB8AC3E}">
        <p14:creationId xmlns:p14="http://schemas.microsoft.com/office/powerpoint/2010/main" val="3287606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Que guias e referências existem para o serviço </a:t>
            </a:r>
            <a:r>
              <a:rPr lang="pt-BR" sz="11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rPr>
              <a:t> EC2?</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Navegue até https://docs.aws.amazon.com e veja se consegue identificar pelo menos seis guias ou referências.</a:t>
            </a:r>
          </a:p>
        </p:txBody>
      </p:sp>
    </p:spTree>
    <p:extLst>
      <p:ext uri="{BB962C8B-B14F-4D97-AF65-F5344CB8AC3E}">
        <p14:creationId xmlns:p14="http://schemas.microsoft.com/office/powerpoint/2010/main" val="159852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a:latin typeface="Amazon Ember" panose="020B0603020204020204" pitchFamily="34" charset="0"/>
                <a:ea typeface="Amazon Ember" panose="020B0603020204020204" pitchFamily="34" charset="0"/>
                <a:cs typeface="Amazon Ember" panose="020B0603020204020204" pitchFamily="34" charset="0"/>
              </a:rPr>
              <a:t>Você consegue encontrar a documentação que descreve como criar um bucket do Amazon S3?</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a:latin typeface="Amazon Ember" panose="020B0603020204020204" pitchFamily="34" charset="0"/>
                <a:ea typeface="Amazon Ember" panose="020B0603020204020204" pitchFamily="34" charset="0"/>
                <a:cs typeface="Amazon Ember" panose="020B0603020204020204" pitchFamily="34" charset="0"/>
              </a:rPr>
              <a:t>Navegue até https://docs.aws.amazon.com e descubra como navegar até a documentação que fornece essas informações. Prepare-se para discutir suas descobertas com a classe.</a:t>
            </a:r>
          </a:p>
        </p:txBody>
      </p:sp>
    </p:spTree>
    <p:extLst>
      <p:ext uri="{BB962C8B-B14F-4D97-AF65-F5344CB8AC3E}">
        <p14:creationId xmlns:p14="http://schemas.microsoft.com/office/powerpoint/2010/main" val="4149168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a:latin typeface="Amazon Ember" panose="020B0603020204020204" pitchFamily="34" charset="0"/>
                <a:ea typeface="Amazon Ember" panose="020B0603020204020204" pitchFamily="34" charset="0"/>
                <a:cs typeface="Amazon Ember" panose="020B0603020204020204" pitchFamily="34" charset="0"/>
              </a:rPr>
              <a:t>Você consegue encontrar um resumo de uma frase do serviço AWS Cloud9?</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a:latin typeface="Amazon Ember" panose="020B0603020204020204" pitchFamily="34" charset="0"/>
                <a:ea typeface="Amazon Ember" panose="020B0603020204020204" pitchFamily="34" charset="0"/>
                <a:cs typeface="Amazon Ember" panose="020B0603020204020204" pitchFamily="34" charset="0"/>
              </a:rPr>
              <a:t>A partir de https://docs.aws.amazon.com, veja se consegue encontrar uma página que forneça o resumo. Prepare-se para compartilhar suas descobertas.</a:t>
            </a:r>
          </a:p>
        </p:txBody>
      </p:sp>
    </p:spTree>
    <p:extLst>
      <p:ext uri="{BB962C8B-B14F-4D97-AF65-F5344CB8AC3E}">
        <p14:creationId xmlns:p14="http://schemas.microsoft.com/office/powerpoint/2010/main" val="14569741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latin typeface="Amazon Ember" panose="020B0603020204020204" pitchFamily="34" charset="0"/>
                <a:ea typeface="Amazon Ember" panose="020B0603020204020204" pitchFamily="34" charset="0"/>
                <a:cs typeface="Amazon Ember" panose="020B0603020204020204" pitchFamily="34" charset="0"/>
              </a:rPr>
              <a:t>Que linguagens de programação são compatíveis com a API de serviço do AWS Lambda?</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a:latin typeface="Amazon Ember" panose="020B0603020204020204" pitchFamily="34" charset="0"/>
                <a:ea typeface="Amazon Ember" panose="020B0603020204020204" pitchFamily="34" charset="0"/>
                <a:cs typeface="Amazon Ember" panose="020B0603020204020204" pitchFamily="34" charset="0"/>
              </a:rPr>
              <a:t>Navegue até https://docs.aws.amazon.com e descubra como navegar até a documentação que fornece essas informações. Prepare-se para discutir suas descobertas com a classe.</a:t>
            </a:r>
          </a:p>
        </p:txBody>
      </p:sp>
    </p:spTree>
    <p:extLst>
      <p:ext uri="{BB962C8B-B14F-4D97-AF65-F5344CB8AC3E}">
        <p14:creationId xmlns:p14="http://schemas.microsoft.com/office/powerpoint/2010/main" val="3561824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a:latin typeface="Amazon Ember" panose="020B0603020204020204" pitchFamily="34" charset="0"/>
                <a:ea typeface="Amazon Ember" panose="020B0603020204020204" pitchFamily="34" charset="0"/>
                <a:cs typeface="Amazon Ember" panose="020B0603020204020204" pitchFamily="34" charset="0"/>
              </a:rPr>
              <a:t>Encontre o tutorial que descreve como executar um aplicativo Hello World sem servidor e, em seguida, percorra as etapas documentadas. Quais dois serviços da AWS o tutorial instrui você a usar?</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a:latin typeface="Amazon Ember" panose="020B0603020204020204" pitchFamily="34" charset="0"/>
                <a:ea typeface="Amazon Ember" panose="020B0603020204020204" pitchFamily="34" charset="0"/>
                <a:cs typeface="Amazon Ember" panose="020B0603020204020204" pitchFamily="34" charset="0"/>
              </a:rPr>
              <a:t>Navegue até https://docs.aws.amazon.com e descubra como navegar até a documentação que fornece essas informações. Prepare-se para discutir suas descobertas com a classe.</a:t>
            </a:r>
          </a:p>
        </p:txBody>
      </p:sp>
    </p:spTree>
    <p:extLst>
      <p:ext uri="{BB962C8B-B14F-4D97-AF65-F5344CB8AC3E}">
        <p14:creationId xmlns:p14="http://schemas.microsoft.com/office/powerpoint/2010/main" val="597712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Para saber mais sobre as regiões da AWS que estão disponíveis no momento, consulte: https://aws.amazon.com/about-aws/global-infrastructure/.</a:t>
            </a:r>
            <a:endParaRPr lang="en-US" sz="1100" u="sng" dirty="0">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a:latin typeface="Amazon Ember" panose="020B0603020204020204" pitchFamily="34" charset="0"/>
                <a:ea typeface="Amazon Ember" panose="020B0603020204020204" pitchFamily="34" charset="0"/>
                <a:cs typeface="Amazon Ember" panose="020B0603020204020204" pitchFamily="34" charset="0"/>
              </a:rPr>
              <a:t>O diagrama mostra as 22 regiões atuais da AWS, bem como algumas regiões que serão disponibilizadas em breve, incluindo Milão, Cidade do Cabo e Indonésia (a partir de outubro de 2019).</a:t>
            </a:r>
            <a:endParaRPr lang="en-US" dirty="0">
              <a:latin typeface="Amazon Ember" panose="020B0603020204020204" pitchFamily="34" charset="0"/>
              <a:ea typeface="Amazon Ember" panose="020B0603020204020204" pitchFamily="34" charset="0"/>
              <a:cs typeface="Amazon Ember" panose="020B0603020204020204" pitchFamily="34" charset="0"/>
            </a:endParaRPr>
          </a:p>
          <a:p>
            <a:pPr rtl="0"/>
            <a:endParaRPr lang="en-US" dirty="0">
              <a:latin typeface="Amazon Ember" panose="020B0603020204020204" pitchFamily="34" charset="0"/>
              <a:ea typeface="Amazon Ember" panose="020B0603020204020204" pitchFamily="34" charset="0"/>
              <a:cs typeface="Amazon Ember" panose="020B0603020204020204" pitchFamily="34" charset="0"/>
            </a:endParaRPr>
          </a:p>
          <a:p>
            <a:pPr rtl="0"/>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508224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913717"/>
          </a:xfrm>
        </p:spPr>
        <p:txBody>
          <a:bodyPr rtlCol="0"/>
          <a:lstStyle/>
          <a:p>
            <a:pPr rtl="0"/>
            <a:r>
              <a:rPr lang="pt-BR" sz="1050" dirty="0">
                <a:latin typeface="Amazon Ember" panose="020B0603020204020204" pitchFamily="34" charset="0"/>
                <a:ea typeface="Amazon Ember" panose="020B0603020204020204" pitchFamily="34" charset="0"/>
                <a:cs typeface="Amazon Ember" panose="020B0603020204020204" pitchFamily="34" charset="0"/>
              </a:rPr>
              <a:t>Há alguns fatores que você deve considerar ao selecionar a região ou regiões ideais onde você armazena dados e usa os serviços da AWS.</a:t>
            </a:r>
            <a:endParaRPr lang="en-US" sz="1050" dirty="0">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05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050" dirty="0">
                <a:latin typeface="Amazon Ember" panose="020B0603020204020204" pitchFamily="34" charset="0"/>
                <a:ea typeface="Amazon Ember" panose="020B0603020204020204" pitchFamily="34" charset="0"/>
                <a:cs typeface="Amazon Ember" panose="020B0603020204020204" pitchFamily="34" charset="0"/>
              </a:rPr>
              <a:t>Uma consideração essencial é a </a:t>
            </a:r>
            <a:r>
              <a:rPr lang="pt-BR" sz="1050" b="1" dirty="0">
                <a:latin typeface="Amazon Ember" panose="020B0603020204020204" pitchFamily="34" charset="0"/>
                <a:ea typeface="Amazon Ember" panose="020B0603020204020204" pitchFamily="34" charset="0"/>
                <a:cs typeface="Amazon Ember" panose="020B0603020204020204" pitchFamily="34" charset="0"/>
              </a:rPr>
              <a:t>governança de dados e os requisitos legais</a:t>
            </a:r>
            <a:r>
              <a:rPr lang="pt-BR" sz="1050" dirty="0">
                <a:latin typeface="Amazon Ember" panose="020B0603020204020204" pitchFamily="34" charset="0"/>
                <a:ea typeface="Amazon Ember" panose="020B0603020204020204" pitchFamily="34" charset="0"/>
                <a:cs typeface="Amazon Ember" panose="020B0603020204020204" pitchFamily="34" charset="0"/>
              </a:rPr>
              <a:t>. As leis locais</a:t>
            </a:r>
            <a:r>
              <a:rPr lang="pt-BR" sz="1050" b="1" dirty="0">
                <a:latin typeface="Amazon Ember" panose="020B0603020204020204" pitchFamily="34" charset="0"/>
                <a:ea typeface="Amazon Ember" panose="020B0603020204020204" pitchFamily="34" charset="0"/>
                <a:cs typeface="Amazon Ember" panose="020B0603020204020204" pitchFamily="34" charset="0"/>
              </a:rPr>
              <a:t> </a:t>
            </a:r>
            <a:r>
              <a:rPr lang="pt-BR" sz="1050" dirty="0">
                <a:latin typeface="Amazon Ember" panose="020B0603020204020204" pitchFamily="34" charset="0"/>
                <a:ea typeface="Amazon Ember" panose="020B0603020204020204" pitchFamily="34" charset="0"/>
                <a:cs typeface="Amazon Ember" panose="020B0603020204020204" pitchFamily="34" charset="0"/>
              </a:rPr>
              <a:t>podem exigir que determinadas informações sejam mantidas dentro de limites geográficos. Essas leis podem restringir as regiões onde você pode oferecer conteúdo ou serviços. Por exemplo, considere </a:t>
            </a:r>
            <a:r>
              <a:rPr lang="pt-BR" sz="105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Diretiva de proteção de dados da União Europeia (UE).</a:t>
            </a:r>
            <a:endParaRPr lang="en-US" sz="105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05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050" dirty="0">
                <a:latin typeface="Amazon Ember" panose="020B0603020204020204" pitchFamily="34" charset="0"/>
                <a:ea typeface="Amazon Ember" panose="020B0603020204020204" pitchFamily="34" charset="0"/>
                <a:cs typeface="Amazon Ember" panose="020B0603020204020204" pitchFamily="34" charset="0"/>
              </a:rPr>
              <a:t>Ao mesmo tempo, geralmente é desejável executar seus aplicativos e armazenar seus dados em uma região que esteja o mais próxima possível do usuário e dos sistemas que os acessarão. Isso ajudará você a </a:t>
            </a:r>
            <a:r>
              <a:rPr lang="pt-BR" sz="1050" b="1" dirty="0">
                <a:latin typeface="Amazon Ember" panose="020B0603020204020204" pitchFamily="34" charset="0"/>
                <a:ea typeface="Amazon Ember" panose="020B0603020204020204" pitchFamily="34" charset="0"/>
                <a:cs typeface="Amazon Ember" panose="020B0603020204020204" pitchFamily="34" charset="0"/>
              </a:rPr>
              <a:t>reduzir a latência</a:t>
            </a:r>
            <a:r>
              <a:rPr lang="pt-BR" sz="1050" dirty="0">
                <a:latin typeface="Amazon Ember" panose="020B0603020204020204" pitchFamily="34" charset="0"/>
                <a:ea typeface="Amazon Ember" panose="020B0603020204020204" pitchFamily="34" charset="0"/>
                <a:cs typeface="Amazon Ember" panose="020B0603020204020204" pitchFamily="34" charset="0"/>
              </a:rPr>
              <a:t>. O CloudPing é um site que você pode usar para testar a latência entre sua localização e todas as regiões da AWS. Para saber mais sobre o CloudPing, consulte: </a:t>
            </a:r>
            <a:r>
              <a:rPr lang="pt-BR" sz="1050" dirty="0">
                <a:latin typeface="Amazon Ember" panose="020B0603020204020204" pitchFamily="34" charset="0"/>
                <a:ea typeface="Amazon Ember" panose="020B0603020204020204" pitchFamily="34" charset="0"/>
                <a:cs typeface="Amazon Ember" panose="020B0603020204020204" pitchFamily="34" charset="0"/>
                <a:hlinkClick r:id="rId3"/>
              </a:rPr>
              <a:t>http://www.cloudping.info/</a:t>
            </a:r>
            <a:endParaRPr lang="en-US" sz="105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05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050" dirty="0">
                <a:latin typeface="Amazon Ember" panose="020B0603020204020204" pitchFamily="34" charset="0"/>
                <a:ea typeface="Amazon Ember" panose="020B0603020204020204" pitchFamily="34" charset="0"/>
                <a:cs typeface="Amazon Ember" panose="020B0603020204020204" pitchFamily="34" charset="0"/>
              </a:rPr>
              <a:t>Lembre-se de que nem todos os serviços da estão disponíveis em todas as regiões. Para saber mais, consulte: </a:t>
            </a:r>
            <a:r>
              <a:rPr lang="pt-BR" sz="1050" dirty="0">
                <a:latin typeface="Amazon Ember" panose="020B0603020204020204" pitchFamily="34" charset="0"/>
                <a:ea typeface="Amazon Ember" panose="020B0603020204020204" pitchFamily="34" charset="0"/>
                <a:cs typeface="Amazon Ember" panose="020B0603020204020204" pitchFamily="34" charset="0"/>
                <a:hlinkClick r:id="rId4"/>
              </a:rPr>
              <a:t>https://aws.amazon.com/about-aws/global-infrastructure/regional-product-services/?p=tgi&amp;loc=4</a:t>
            </a:r>
            <a:r>
              <a:rPr lang="pt-BR" sz="1050" dirty="0">
                <a:latin typeface="Amazon Ember" panose="020B0603020204020204" pitchFamily="34" charset="0"/>
                <a:ea typeface="Amazon Ember" panose="020B0603020204020204" pitchFamily="34" charset="0"/>
                <a:cs typeface="Amazon Ember" panose="020B0603020204020204" pitchFamily="34" charset="0"/>
              </a:rPr>
              <a:t>.</a:t>
            </a:r>
          </a:p>
          <a:p>
            <a:pPr rtl="0"/>
            <a:endParaRPr lang="en-US" sz="105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050" dirty="0">
                <a:latin typeface="Amazon Ember" panose="020B0603020204020204" pitchFamily="34" charset="0"/>
                <a:ea typeface="Amazon Ember" panose="020B0603020204020204" pitchFamily="34" charset="0"/>
                <a:cs typeface="Amazon Ember" panose="020B0603020204020204" pitchFamily="34" charset="0"/>
              </a:rPr>
              <a:t>Por fim, há alguma variação no </a:t>
            </a:r>
            <a:r>
              <a:rPr lang="pt-BR" sz="1050" b="1" dirty="0">
                <a:latin typeface="Amazon Ember" panose="020B0603020204020204" pitchFamily="34" charset="0"/>
                <a:ea typeface="Amazon Ember" panose="020B0603020204020204" pitchFamily="34" charset="0"/>
                <a:cs typeface="Amazon Ember" panose="020B0603020204020204" pitchFamily="34" charset="0"/>
              </a:rPr>
              <a:t>custo</a:t>
            </a:r>
            <a:r>
              <a:rPr lang="pt-BR" sz="1050" dirty="0">
                <a:latin typeface="Amazon Ember" panose="020B0603020204020204" pitchFamily="34" charset="0"/>
                <a:ea typeface="Amazon Ember" panose="020B0603020204020204" pitchFamily="34" charset="0"/>
                <a:cs typeface="Amazon Ember" panose="020B0603020204020204" pitchFamily="34" charset="0"/>
              </a:rPr>
              <a:t> da execução de serviços, que pode depender da região escolhida. Por exemplo, a partir deste texto, a execução de uma instância Linux do Amazon Elastic Compute Cloud (Amazon EC2) sob demanda t3.medium na região Leste dos EUA (Ohio) custa 0,0416 USD por hora, mas a execução da mesma instância na região Ásia-Pacífico (Tóquio) custa 0,0544 USD por hora.</a:t>
            </a:r>
            <a:endParaRPr lang="en-US" sz="105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32529392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25850"/>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EC2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no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EC2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significa </a:t>
            </a:r>
            <a:r>
              <a:rPr lang="pt-BR" sz="1100" b="1"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Elastic</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Compute </a:t>
            </a:r>
            <a:r>
              <a:rPr lang="pt-BR" sz="1100" b="1"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Cloud</a:t>
            </a:r>
            <a:r>
              <a:rPr lang="pt-BR" sz="1100" b="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t>
            </a: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100" b="1"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Elastic</a:t>
            </a:r>
            <a:r>
              <a:rPr lang="pt-BR" sz="110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refere-se ao fato de que você pode facilmente aumentar ou diminuir o número de servidores executados para dar suporte a um aplicativo automaticamente, e também pode aumentar ou diminuir o tamanho dos servidores existentes.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Compute</a:t>
            </a:r>
            <a:r>
              <a:rPr lang="pt-BR" sz="110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refere-se ao motivo pelo qual a maioria dos usuários executa servidores, que é hospedar aplicativos em execução ou processar dados — ações que exigem recursos computacionais, incluindo potência de processamento (CPU) e memória (RAM).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100" b="1"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Cloud</a:t>
            </a:r>
            <a:r>
              <a:rPr lang="pt-BR" sz="110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refere-se ao fato de que as instâncias do EC2 que você executa estão hospedadas na nuvem.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marL="0" indent="0" rtl="0">
              <a:buFont typeface="Arial" panose="020B0604020202020204" pitchFamily="34" charset="0"/>
              <a:buNone/>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EC2 fornece máquinas virtuais na nuvem e controle administrativo total sobre o sistema operacional Windows ou Linux executado na instância. A maioria dos sistemas operacionais de servidores tem suporte: Windows 2008, 2012, 2016 e 2019,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Red</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Hat</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SuSE</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Ubuntu</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e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Linux.</a:t>
            </a:r>
          </a:p>
          <a:p>
            <a:pPr marL="0" indent="0" rtl="0">
              <a:buFont typeface="Arial" panose="020B0604020202020204" pitchFamily="34" charset="0"/>
              <a:buNone/>
            </a:pP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marL="0" indent="0" rtl="0">
              <a:buFont typeface="Arial" panose="020B0604020202020204" pitchFamily="34" charset="0"/>
              <a:buNone/>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Um sistema operacional executado em uma máquina virtual geralmente é chamado de </a:t>
            </a:r>
            <a:r>
              <a:rPr lang="pt-BR" sz="110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sistema operacional convidado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para diferenciá-lo do sistema operacional </a:t>
            </a:r>
            <a:r>
              <a:rPr lang="pt-BR" sz="110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host</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O sistema operacional host é instalado diretamente em qualquer hardware de servidor que hospede uma ou mais máquinas virtuais.</a:t>
            </a:r>
          </a:p>
          <a:p>
            <a:pPr marL="0" indent="0" rtl="0">
              <a:buFont typeface="Arial" panose="020B0604020202020204" pitchFamily="34" charset="0"/>
              <a:buNone/>
            </a:pP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Com o </a:t>
            </a:r>
            <a:r>
              <a:rPr lang="pt-BR" sz="11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rPr>
              <a:t> EC2, você pode executar qualquer número de instâncias de qualquer tamanho em qualquer zona de disponibilidade em qualquer lugar do mundo em questão de minutos. As instâncias são executadas a partir de</a:t>
            </a:r>
            <a:r>
              <a:rPr lang="pt-BR" sz="1100" b="1" dirty="0">
                <a:latin typeface="Amazon Ember" panose="020B0603020204020204" pitchFamily="34" charset="0"/>
                <a:ea typeface="Amazon Ember" panose="020B0603020204020204" pitchFamily="34" charset="0"/>
                <a:cs typeface="Amazon Ember" panose="020B0603020204020204" pitchFamily="34" charset="0"/>
              </a:rPr>
              <a:t> Imagens de máquina da </a:t>
            </a:r>
            <a:r>
              <a:rPr lang="pt-BR" sz="1100" b="1"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b="1" dirty="0">
                <a:latin typeface="Amazon Ember" panose="020B0603020204020204" pitchFamily="34" charset="0"/>
                <a:ea typeface="Amazon Ember" panose="020B0603020204020204" pitchFamily="34" charset="0"/>
                <a:cs typeface="Amazon Ember" panose="020B0603020204020204" pitchFamily="34" charset="0"/>
              </a:rPr>
              <a:t> (</a:t>
            </a:r>
            <a:r>
              <a:rPr lang="pt-BR" sz="1100" b="1" dirty="0" err="1">
                <a:latin typeface="Amazon Ember" panose="020B0603020204020204" pitchFamily="34" charset="0"/>
                <a:ea typeface="Amazon Ember" panose="020B0603020204020204" pitchFamily="34" charset="0"/>
                <a:cs typeface="Amazon Ember" panose="020B0603020204020204" pitchFamily="34" charset="0"/>
              </a:rPr>
              <a:t>AMIs</a:t>
            </a:r>
            <a:r>
              <a:rPr lang="pt-BR" sz="1100" b="1" dirty="0">
                <a:latin typeface="Amazon Ember" panose="020B0603020204020204" pitchFamily="34" charset="0"/>
                <a:ea typeface="Amazon Ember" panose="020B0603020204020204" pitchFamily="34" charset="0"/>
                <a:cs typeface="Amazon Ember" panose="020B0603020204020204" pitchFamily="34" charset="0"/>
              </a:rPr>
              <a:t>)</a:t>
            </a:r>
            <a:r>
              <a:rPr lang="pt-BR" sz="1100" b="0" dirty="0">
                <a:latin typeface="Amazon Ember" panose="020B0603020204020204" pitchFamily="34" charset="0"/>
                <a:ea typeface="Amazon Ember" panose="020B0603020204020204" pitchFamily="34" charset="0"/>
                <a:cs typeface="Amazon Ember" panose="020B0603020204020204" pitchFamily="34" charset="0"/>
              </a:rPr>
              <a:t>, que são efetivamente </a:t>
            </a:r>
            <a:r>
              <a:rPr lang="pt-BR" sz="1100" b="0" i="1" dirty="0">
                <a:latin typeface="Amazon Ember" panose="020B0603020204020204" pitchFamily="34" charset="0"/>
                <a:ea typeface="Amazon Ember" panose="020B0603020204020204" pitchFamily="34" charset="0"/>
                <a:cs typeface="Amazon Ember" panose="020B0603020204020204" pitchFamily="34" charset="0"/>
              </a:rPr>
              <a:t>modelos </a:t>
            </a:r>
            <a:r>
              <a:rPr lang="pt-BR" sz="1100" b="0" dirty="0">
                <a:latin typeface="Amazon Ember" panose="020B0603020204020204" pitchFamily="34" charset="0"/>
                <a:ea typeface="Amazon Ember" panose="020B0603020204020204" pitchFamily="34" charset="0"/>
                <a:cs typeface="Amazon Ember" panose="020B0603020204020204" pitchFamily="34" charset="0"/>
              </a:rPr>
              <a:t>de máquina virtual. As </a:t>
            </a:r>
            <a:r>
              <a:rPr lang="pt-BR" sz="1100" b="0" dirty="0" err="1">
                <a:latin typeface="Amazon Ember" panose="020B0603020204020204" pitchFamily="34" charset="0"/>
                <a:ea typeface="Amazon Ember" panose="020B0603020204020204" pitchFamily="34" charset="0"/>
                <a:cs typeface="Amazon Ember" panose="020B0603020204020204" pitchFamily="34" charset="0"/>
              </a:rPr>
              <a:t>AMIs</a:t>
            </a:r>
            <a:r>
              <a:rPr lang="pt-BR" sz="1100" b="0" dirty="0">
                <a:latin typeface="Amazon Ember" panose="020B0603020204020204" pitchFamily="34" charset="0"/>
                <a:ea typeface="Amazon Ember" panose="020B0603020204020204" pitchFamily="34" charset="0"/>
                <a:cs typeface="Amazon Ember" panose="020B0603020204020204" pitchFamily="34" charset="0"/>
              </a:rPr>
              <a:t> são discutidas com mais detalhes posteriormente neste módulo.</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Você pode controlar o tráfego de e para instâncias usando grupos de segurança.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Além disso, como </a:t>
            </a:r>
            <a:r>
              <a:rPr lang="pt-BR" sz="1100" dirty="0">
                <a:latin typeface="Amazon Ember" panose="020B0603020204020204" pitchFamily="34" charset="0"/>
                <a:ea typeface="Amazon Ember" panose="020B0603020204020204" pitchFamily="34" charset="0"/>
                <a:cs typeface="Amazon Ember" panose="020B0603020204020204" pitchFamily="34" charset="0"/>
              </a:rPr>
              <a:t>os servidores são executados na Nuvem AWS</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dirty="0">
                <a:latin typeface="Amazon Ember" panose="020B0603020204020204" pitchFamily="34" charset="0"/>
                <a:ea typeface="Amazon Ember" panose="020B0603020204020204" pitchFamily="34" charset="0"/>
                <a:cs typeface="Amazon Ember" panose="020B0603020204020204" pitchFamily="34" charset="0"/>
              </a:rPr>
              <a:t>você pode criar soluções que utilizem vários serviços da AWS.</a:t>
            </a:r>
          </a:p>
        </p:txBody>
      </p:sp>
    </p:spTree>
    <p:extLst>
      <p:ext uri="{BB962C8B-B14F-4D97-AF65-F5344CB8AC3E}">
        <p14:creationId xmlns:p14="http://schemas.microsoft.com/office/powerpoint/2010/main" val="2797594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S3 é um armazenamento em nível de objeto, o que significa que, se você quiser alterar uma parte de um arquivo, deverá fazer a alteração e, em seguida, carregar novamente o arquivo completo modificado.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S3 armazena dados como objetos dentro de recursos denominados </a:t>
            </a:r>
            <a:r>
              <a:rPr lang="pt-BR" sz="1100" b="1"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buckets</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Agora, você aprenderá mais sobre 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S3.</a:t>
            </a:r>
          </a:p>
        </p:txBody>
      </p:sp>
    </p:spTree>
    <p:extLst>
      <p:ext uri="{BB962C8B-B14F-4D97-AF65-F5344CB8AC3E}">
        <p14:creationId xmlns:p14="http://schemas.microsoft.com/office/powerpoint/2010/main" val="2232628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p:spPr>
        <p:txBody>
          <a:bodyPr rtlCol="0"/>
          <a:lstStyle/>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Amazon S3 é uma solução gerenciada de armazenamento na nuvem, projetada para ser dimensionada continuamente e fornecer 11 noves de durabilidade. É possível armazenar praticamente quantos objetos você quiser, bem como gravar, ler e excluir objetos em seu bucket. Os nomes de bucket são universais e devem ser únicos entre todos os nomes de buckets existentes no Amazon S3. Os objetos podem ter até 5 TB de tamanho. Por padrão, os dados no Amazon S3 são armazenados com redundância em várias instalações e diversos dispositivos em cada instalação.</a:t>
            </a: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Os dados armazenados no Amazon S3 não estão associados a nenhum servidor específico, e você não precisa gerenciar nenhuma infraestrutura por conta própria. Você pode colocar quantos objetos quiser no Amazon S3. O Amazon S3 contém trilhões de objetos e atinge regularmente milhões em solicitações por segundo. </a:t>
            </a: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Os objetos podem ser praticamente qualquer arquivo de dados, como imagens, vídeos ou logs de servidor. Como o Amazon S3 oferece suporte a objetos de até vários terabytes, você pode até mesmo armazenar snapshots de banco de dados como objetos. O Amazon S3 também oferece acesso de baixa latência aos dados pela Internet por meio do </a:t>
            </a:r>
            <a:r>
              <a:rPr lang="pt-BR" sz="1100" b="0" i="0" u="none" strike="noStrike"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Hypertext Transfer Protocol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HTTP) ou do </a:t>
            </a:r>
            <a:r>
              <a:rPr lang="pt-BR" sz="1100" b="0" i="0" u="none" strike="noStrike"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Secure HTTP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HTTPS), o que permite recuperar dados a qualquer momento de qualquer lugar. Você também pode acessar o Amazon S3 de forma privada por meio de um endpoint de virtual private cloud (VPC). Você obtém controle detalhado sobre quem pode acessar seus dados usando políticas do AWS Identity and Access Management (IAM), políticas de bucket do Amazon S3 e até mesmo listas de controle de acesso por objeto. </a:t>
            </a: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Por padrão, nenhum dos dados é compartilhado publicamente. Você também pode criptografar seus dados em trânsito e optar por habilitar a criptografia no lado do servidor em seus objetos. </a:t>
            </a: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Você pode acessar o Amazon S3 por meio do Console de Gerenciamento da AWS baseado na web de forma programática por meio da API e dos SDKs, ou com soluções de terceiros, que usam a API ou os SDKs.</a:t>
            </a: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Amazon S3 inclui notificações de eventos que permitem configurar notificações automáticas quando ocorrem determinados eventos, como quando um objeto é carregado em um bucket ou excluído de um bucket específico. Essas notificações podem ser enviadas a você ou podem ser usadas para acionar outros processos, como funções do AWS Lambda.</a:t>
            </a: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Com a análise de classe de armazenamento, é possível analisar padrões de acesso de armazenamento e migrar os dados para a classe de armazenamento correta. O recurso Amazon S3 Analytics identifica automaticamente a política de ciclo de vida ideal para migrar o armazenamento acessado com menos frequência para o Amazon S3 Standard - Infrequent Access (Amazon S3 Standard-IA). É possível configurar uma política de análise de classe de armazenamento para monitorar um bucket, um prefixo ou uma tag de objeto. </a:t>
            </a: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Quando for observado um padrão de acesso ocasional, será possível criar facilmente uma nova política de tempo de ciclo de vida com base nos resultados. A análise de classe de armazenamento também oferece visualizações diárias do uso do armazenamento no Console de Gerenciamento da AWS. Você pode exportá-las para um bucket do Amazon S3 para análise com as ferramentas de inteligência de negócios (BI) de sua preferência, como o Amazon QuickSight.</a:t>
            </a:r>
          </a:p>
          <a:p>
            <a:pPr rtl="0"/>
            <a:endParaRPr lang="en-US" sz="16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9557731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371851"/>
          </a:xfrm>
        </p:spPr>
        <p:txBody>
          <a:bodyPr rtlCol="0"/>
          <a:lstStyle/>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Para usar o Amazon S3 de maneira eficaz, é preciso entender alguns conceitos simples. Primeiro, o Amazon S3 armazena dados dentro de </a:t>
            </a:r>
            <a:r>
              <a:rPr lang="pt-BR" sz="1100" b="1" dirty="0">
                <a:latin typeface="Amazon Ember" panose="020B0603020204020204" pitchFamily="34" charset="0"/>
                <a:ea typeface="Amazon Ember" panose="020B0603020204020204" pitchFamily="34" charset="0"/>
                <a:cs typeface="Amazon Ember" panose="020B0603020204020204" pitchFamily="34" charset="0"/>
              </a:rPr>
              <a:t>buckets</a:t>
            </a:r>
            <a:r>
              <a:rPr lang="pt-BR" sz="1100" dirty="0">
                <a:latin typeface="Amazon Ember" panose="020B0603020204020204" pitchFamily="34" charset="0"/>
                <a:ea typeface="Amazon Ember" panose="020B0603020204020204" pitchFamily="34" charset="0"/>
                <a:cs typeface="Amazon Ember" panose="020B0603020204020204" pitchFamily="34" charset="0"/>
              </a:rPr>
              <a:t>. Os buckets são essencialmente o prefixo de um conjunto de arquivos e devem ser nomeados exclusivamente em todo o Amazon S3. Os buckets são contêineres lógicos para objetos. Você pode ter um ou mais buckets na sua conta. Para cada bucket, você pode controlar o acesso, ou seja, quem pode criar, excluir e listar objetos no bucket. Você também pode visualizar logs de acesso do bucket e seus objetos, além de escolher a região geográfica onde o Amazon S3 armazenará o bucket e seu conteúdo. </a:t>
            </a: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Para fazer upload de seus dados (como fotos, vídeos ou documentos), crie um bucket em uma região da AWS e faça upload de quase qualquer número de objetos no bucket. </a:t>
            </a: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No exemplo, o Amazon S3 foi usado para criar um bucket na região de Tóquio, que é identificada na AWS formalmente por seu código de região: </a:t>
            </a:r>
            <a:r>
              <a:rPr lang="pt-BR" sz="1100" i="1" dirty="0">
                <a:latin typeface="Amazon Ember" panose="020B0603020204020204" pitchFamily="34" charset="0"/>
                <a:ea typeface="Amazon Ember" panose="020B0603020204020204" pitchFamily="34" charset="0"/>
                <a:cs typeface="Amazon Ember" panose="020B0603020204020204" pitchFamily="34" charset="0"/>
              </a:rPr>
              <a:t>ap-northeast-1</a:t>
            </a: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O URL de um bucket é estruturado como os exemplos. Você pode usar dois estilos de URL diferentes para fazer referência aos buckets. </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O Amazon S3 refere-se a arquivos como </a:t>
            </a:r>
            <a:r>
              <a:rPr lang="pt-BR" sz="1100" i="1" dirty="0">
                <a:latin typeface="Amazon Ember" panose="020B0603020204020204" pitchFamily="34" charset="0"/>
                <a:ea typeface="Amazon Ember" panose="020B0603020204020204" pitchFamily="34" charset="0"/>
                <a:cs typeface="Amazon Ember" panose="020B0603020204020204" pitchFamily="34" charset="0"/>
              </a:rPr>
              <a:t>objetos</a:t>
            </a:r>
            <a:r>
              <a:rPr lang="pt-BR" sz="1100" dirty="0">
                <a:latin typeface="Amazon Ember" panose="020B0603020204020204" pitchFamily="34" charset="0"/>
                <a:ea typeface="Amazon Ember" panose="020B0603020204020204" pitchFamily="34" charset="0"/>
                <a:cs typeface="Amazon Ember" panose="020B0603020204020204" pitchFamily="34" charset="0"/>
              </a:rPr>
              <a:t>. Assim que você tiver um bucket, poderá armazenar praticamente qualquer número de objetos dentro dele. Um objeto é composto de dados e quaisquer metadados que descrevam esse arquivo, incluindo um URL. Para armazenar um objeto no Amazon S3, você carrega o arquivo que deseja armazenar no bucket. </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Ao fazer upload de um arquivo, você pode definir permissões nos dados e em todos os metadados. </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Neste exemplo, o objeto </a:t>
            </a:r>
            <a:r>
              <a:rPr lang="pt-BR" sz="1100" i="1" dirty="0">
                <a:latin typeface="Amazon Ember" panose="020B0603020204020204" pitchFamily="34" charset="0"/>
                <a:ea typeface="Amazon Ember" panose="020B0603020204020204" pitchFamily="34" charset="0"/>
                <a:cs typeface="Amazon Ember" panose="020B0603020204020204" pitchFamily="34" charset="0"/>
              </a:rPr>
              <a:t>Preview2.mp4</a:t>
            </a:r>
            <a:r>
              <a:rPr lang="pt-BR" sz="1100" dirty="0">
                <a:latin typeface="Amazon Ember" panose="020B0603020204020204" pitchFamily="34" charset="0"/>
                <a:ea typeface="Amazon Ember" panose="020B0603020204020204" pitchFamily="34" charset="0"/>
                <a:cs typeface="Amazon Ember" panose="020B0603020204020204" pitchFamily="34" charset="0"/>
              </a:rPr>
              <a:t> está armazenado dentro do bucket. O URL do arquivo inclui o nome do objeto no final.</a:t>
            </a:r>
          </a:p>
        </p:txBody>
      </p:sp>
      <p:sp>
        <p:nvSpPr>
          <p:cNvPr id="4" name="Slide Image Placeholder 3"/>
          <p:cNvSpPr>
            <a:spLocks noGrp="1" noRot="1" noChangeAspect="1"/>
          </p:cNvSpPr>
          <p:nvPr>
            <p:ph type="sldImg"/>
          </p:nvPr>
        </p:nvSpPr>
        <p:spPr/>
      </p:sp>
    </p:spTree>
    <p:extLst>
      <p:ext uri="{BB962C8B-B14F-4D97-AF65-F5344CB8AC3E}">
        <p14:creationId xmlns:p14="http://schemas.microsoft.com/office/powerpoint/2010/main" val="4167319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Ao criar um bucket no Amazon S3, ele é associado a uma região específica da AWS. Ao armazenar dados no bucket, eles são armazenados de forma redundante em várias instalações da AWS dentro da região selecionada. </a:t>
            </a: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Amazon S3 foi projetado para armazenar seus dados de forma durável, mesmo que haja perda simultânea de dados em duas instalações da AWS.</a:t>
            </a:r>
          </a:p>
        </p:txBody>
      </p:sp>
    </p:spTree>
    <p:extLst>
      <p:ext uri="{BB962C8B-B14F-4D97-AF65-F5344CB8AC3E}">
        <p14:creationId xmlns:p14="http://schemas.microsoft.com/office/powerpoint/2010/main" val="42293283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12117"/>
          </a:xfrm>
        </p:spPr>
        <p:txBody>
          <a:bodyPr rtlCol="0"/>
          <a:lstStyle/>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Essa flexibilidade de armazenar uma quantidade praticamente ilimitada de dados e acessar esses dados de qualquer lugar significa que o Amazon S3 é adequado para uma grande variedade de cenários. Agora vejamos alguns casos de uso para o Amazon S3:</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marL="17145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Como um local para qualquer dado de aplicativo, os buckets do Amazon S3 fornecem um local compartilhado para armazenar objetos que qualquer instância do aplicativo pode acessar, incluindo aplicativos no Amazon EC2 ou até mesmo servidores tradicionais. Isso pode ser útil para arquivos de mídia gerados pelo usuário, logs de servidor ou outros arquivos que seu aplicativo precisa armazenar em um local comum. Além disso, como o conteúdo pode ser obtido diretamente pela internet, você pode descarregar o fornecimento desse conteúdo do aplicativo e permitir que os clientes busquem diretamente os dados no Amazon S3. </a:t>
            </a:r>
          </a:p>
          <a:p>
            <a:pPr marL="17145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Para hospedagem na web estática, os buckets do Amazon S3 podem fornecer o conteúdo estático do seu site, incluindo HTML, CSS, JavaScript e outros arquivos. </a:t>
            </a:r>
          </a:p>
          <a:p>
            <a:pPr marL="17145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alta durabilidade do Amazon S3 o torna um bom candidato para armazenar backups de seus dados. Para maior disponibilidade e capacidade de recuperação de desastres, o Amazon S3 pode até ser configurado para oferecer suporte à replicação entre regiões, de forma que os dados de um bucket do Amazon S3 em uma região possam ser replicados automaticamente para outra região do S3.</a:t>
            </a:r>
          </a:p>
        </p:txBody>
      </p:sp>
    </p:spTree>
    <p:extLst>
      <p:ext uri="{BB962C8B-B14F-4D97-AF65-F5344CB8AC3E}">
        <p14:creationId xmlns:p14="http://schemas.microsoft.com/office/powerpoint/2010/main" val="685448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b="1">
                <a:latin typeface="Amazon Ember" panose="020B0603020204020204" pitchFamily="34" charset="0"/>
                <a:ea typeface="Amazon Ember" panose="020B0603020204020204" pitchFamily="34" charset="0"/>
                <a:cs typeface="Amazon Ember" panose="020B0603020204020204" pitchFamily="34" charset="0"/>
              </a:rPr>
              <a:t>Backup e armazenamento - </a:t>
            </a:r>
            <a:r>
              <a:rPr lang="pt-BR" sz="1100">
                <a:latin typeface="Amazon Ember" panose="020B0603020204020204" pitchFamily="34" charset="0"/>
                <a:ea typeface="Amazon Ember" panose="020B0603020204020204" pitchFamily="34" charset="0"/>
                <a:cs typeface="Amazon Ember" panose="020B0603020204020204" pitchFamily="34" charset="0"/>
              </a:rPr>
              <a:t>forneça backup de dados e serviços de armazenamento para outros</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1">
                <a:latin typeface="Amazon Ember" panose="020B0603020204020204" pitchFamily="34" charset="0"/>
                <a:ea typeface="Amazon Ember" panose="020B0603020204020204" pitchFamily="34" charset="0"/>
                <a:cs typeface="Amazon Ember" panose="020B0603020204020204" pitchFamily="34" charset="0"/>
              </a:rPr>
              <a:t>Hospedagem de aplicações -</a:t>
            </a:r>
            <a:r>
              <a:rPr lang="pt-BR" sz="1100">
                <a:latin typeface="Amazon Ember" panose="020B0603020204020204" pitchFamily="34" charset="0"/>
                <a:ea typeface="Amazon Ember" panose="020B0603020204020204" pitchFamily="34" charset="0"/>
                <a:cs typeface="Amazon Ember" panose="020B0603020204020204" pitchFamily="34" charset="0"/>
              </a:rPr>
              <a:t> forneça serviços para implantação, instalação e gerenciamento de aplicações web</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1">
                <a:latin typeface="Amazon Ember" panose="020B0603020204020204" pitchFamily="34" charset="0"/>
                <a:ea typeface="Amazon Ember" panose="020B0603020204020204" pitchFamily="34" charset="0"/>
                <a:cs typeface="Amazon Ember" panose="020B0603020204020204" pitchFamily="34" charset="0"/>
              </a:rPr>
              <a:t>Hospedagem de mídia -</a:t>
            </a:r>
            <a:r>
              <a:rPr lang="pt-BR" sz="1100">
                <a:latin typeface="Amazon Ember" panose="020B0603020204020204" pitchFamily="34" charset="0"/>
                <a:ea typeface="Amazon Ember" panose="020B0603020204020204" pitchFamily="34" charset="0"/>
                <a:cs typeface="Amazon Ember" panose="020B0603020204020204" pitchFamily="34" charset="0"/>
              </a:rPr>
              <a:t> crie uma infraestrutura redundante, escalável e altamente disponível para hospedar carregamentos e downloads de vídeos, fotos ou músicas</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1">
                <a:latin typeface="Amazon Ember" panose="020B0603020204020204" pitchFamily="34" charset="0"/>
                <a:ea typeface="Amazon Ember" panose="020B0603020204020204" pitchFamily="34" charset="0"/>
                <a:cs typeface="Amazon Ember" panose="020B0603020204020204" pitchFamily="34" charset="0"/>
              </a:rPr>
              <a:t>Entrega de software - </a:t>
            </a:r>
            <a:r>
              <a:rPr lang="pt-BR" sz="1100">
                <a:latin typeface="Amazon Ember" panose="020B0603020204020204" pitchFamily="34" charset="0"/>
                <a:ea typeface="Amazon Ember" panose="020B0603020204020204" pitchFamily="34" charset="0"/>
                <a:cs typeface="Amazon Ember" panose="020B0603020204020204" pitchFamily="34" charset="0"/>
              </a:rPr>
              <a:t>hospede suas aplicações de software para que os clientes possam fazer download</a:t>
            </a:r>
          </a:p>
        </p:txBody>
      </p:sp>
    </p:spTree>
    <p:extLst>
      <p:ext uri="{BB962C8B-B14F-4D97-AF65-F5344CB8AC3E}">
        <p14:creationId xmlns:p14="http://schemas.microsoft.com/office/powerpoint/2010/main" val="3790124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Com o </a:t>
            </a:r>
            <a:r>
              <a:rPr lang="pt-BR" sz="11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rPr>
              <a:t> S3, os custos específicos variam de acordo com a região e as solicitações específicas que foram feitas. Você paga apenas pelo que usar, incluindo gigabytes por mês, transferência para fora de outras regiões e solicitações PUT, COPY, POST, LIST e GET. </a:t>
            </a:r>
            <a:br>
              <a:rPr lang="en-US" sz="1100">
                <a:latin typeface="Amazon Ember" panose="020B0603020204020204" pitchFamily="34" charset="0"/>
                <a:ea typeface="Amazon Ember" panose="020B0603020204020204" pitchFamily="34" charset="0"/>
                <a:cs typeface="Amazon Ember" panose="020B0603020204020204" pitchFamily="34" charset="0"/>
              </a:rPr>
            </a:br>
            <a:endParaRPr lang="en-US" sz="1100">
              <a:latin typeface="Amazon Ember" panose="020B0603020204020204" pitchFamily="34" charset="0"/>
              <a:ea typeface="Amazon Ember" panose="020B0603020204020204" pitchFamily="34" charset="0"/>
              <a:cs typeface="Amazon Ember" panose="020B0603020204020204" pitchFamily="34" charset="0"/>
            </a:endParaRPr>
          </a:p>
          <a:p>
            <a:pPr rtl="0"/>
            <a:r>
              <a:rPr lang="en-US" sz="1100">
                <a:latin typeface="Amazon Ember" panose="020B0603020204020204" pitchFamily="34" charset="0"/>
                <a:ea typeface="Amazon Ember" panose="020B0603020204020204" pitchFamily="34" charset="0"/>
                <a:cs typeface="Amazon Ember" panose="020B0603020204020204" pitchFamily="34" charset="0"/>
              </a:rPr>
              <a:t>POST = put via HTML form</a:t>
            </a:r>
          </a:p>
          <a:p>
            <a:pPr rtl="0"/>
            <a:r>
              <a:rPr lang="en-US" sz="1100">
                <a:latin typeface="Amazon Ember" panose="020B0603020204020204" pitchFamily="34" charset="0"/>
                <a:ea typeface="Amazon Ember" panose="020B0603020204020204" pitchFamily="34" charset="0"/>
                <a:cs typeface="Amazon Ember" panose="020B0603020204020204" pitchFamily="34" charset="0"/>
              </a:rPr>
              <a:t>CoudFront = cache de browser - arranjo de cloudfront como serviço global eS3 em local mais barato.</a:t>
            </a:r>
          </a:p>
          <a:p>
            <a:pPr rtl="0"/>
            <a:br>
              <a:rPr lang="en-US" sz="1100" dirty="0">
                <a:latin typeface="Amazon Ember" panose="020B0603020204020204" pitchFamily="34" charset="0"/>
                <a:ea typeface="Amazon Ember" panose="020B0603020204020204" pitchFamily="34" charset="0"/>
                <a:cs typeface="Amazon Ember" panose="020B0603020204020204" pitchFamily="34" charset="0"/>
              </a:rPr>
            </a:br>
            <a:r>
              <a:rPr lang="pt-BR" sz="1100" dirty="0">
                <a:latin typeface="Amazon Ember" panose="020B0603020204020204" pitchFamily="34" charset="0"/>
                <a:ea typeface="Amazon Ember" panose="020B0603020204020204" pitchFamily="34" charset="0"/>
                <a:cs typeface="Amazon Ember" panose="020B0603020204020204" pitchFamily="34" charset="0"/>
              </a:rPr>
              <a:t>Como regra geral, você paga apenas pelas transferências que cruzarem o limite da sua região, o que significa que você não paga pelas transferências </a:t>
            </a:r>
            <a:r>
              <a:rPr lang="pt-BR" sz="1100" b="1" dirty="0">
                <a:latin typeface="Amazon Ember" panose="020B0603020204020204" pitchFamily="34" charset="0"/>
                <a:ea typeface="Amazon Ember" panose="020B0603020204020204" pitchFamily="34" charset="0"/>
                <a:cs typeface="Amazon Ember" panose="020B0603020204020204" pitchFamily="34" charset="0"/>
              </a:rPr>
              <a:t>para o</a:t>
            </a:r>
            <a:r>
              <a:rPr lang="pt-BR" sz="1100" dirty="0">
                <a:latin typeface="Amazon Ember" panose="020B0603020204020204" pitchFamily="34" charset="0"/>
                <a:ea typeface="Amazon Ember" panose="020B0603020204020204" pitchFamily="34" charset="0"/>
                <a:cs typeface="Amazon Ember" panose="020B0603020204020204" pitchFamily="34" charset="0"/>
              </a:rPr>
              <a:t> </a:t>
            </a:r>
            <a:r>
              <a:rPr lang="pt-BR" sz="11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rPr>
              <a:t> S3 ou pelas transferências para fora do </a:t>
            </a:r>
            <a:r>
              <a:rPr lang="pt-BR" sz="11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rPr>
              <a:t> S3 para pontos de presença do </a:t>
            </a:r>
            <a:r>
              <a:rPr lang="pt-BR" sz="11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rPr>
              <a:t> </a:t>
            </a:r>
            <a:r>
              <a:rPr lang="pt-BR" sz="1100" dirty="0" err="1">
                <a:latin typeface="Amazon Ember" panose="020B0603020204020204" pitchFamily="34" charset="0"/>
                <a:ea typeface="Amazon Ember" panose="020B0603020204020204" pitchFamily="34" charset="0"/>
                <a:cs typeface="Amazon Ember" panose="020B0603020204020204" pitchFamily="34" charset="0"/>
              </a:rPr>
              <a:t>CloudFront</a:t>
            </a:r>
            <a:r>
              <a:rPr lang="pt-BR" sz="1100" dirty="0">
                <a:latin typeface="Amazon Ember" panose="020B0603020204020204" pitchFamily="34" charset="0"/>
                <a:ea typeface="Amazon Ember" panose="020B0603020204020204" pitchFamily="34" charset="0"/>
                <a:cs typeface="Amazon Ember" panose="020B0603020204020204" pitchFamily="34" charset="0"/>
              </a:rPr>
              <a:t> dentro da mesma região.</a:t>
            </a:r>
          </a:p>
        </p:txBody>
      </p:sp>
    </p:spTree>
    <p:extLst>
      <p:ext uri="{BB962C8B-B14F-4D97-AF65-F5344CB8AC3E}">
        <p14:creationId xmlns:p14="http://schemas.microsoft.com/office/powerpoint/2010/main" val="31179334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rtlCol="0"/>
          <a:lstStyle/>
          <a:p>
            <a:pPr marL="228600" lvl="0" indent="-228600" rtl="0">
              <a:buFont typeface="+mj-lt"/>
              <a:buAutoNum type="arabicPeriod" startAt="3"/>
            </a:pPr>
            <a:r>
              <a:rPr lang="pt-BR" sz="1100" b="1"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Solicitações -</a:t>
            </a:r>
            <a:r>
              <a:rPr lang="pt-BR" sz="1100"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Considere o número e o tipo de solicitações. As solicitações GET geram cobranças em taxas diferentes das outras solicitações, como solicitações PUT e COPY.</a:t>
            </a:r>
          </a:p>
          <a:p>
            <a:pPr marL="685800" lvl="1" indent="-228600" rtl="0">
              <a:buFont typeface="Arial" panose="020B0604020202020204" pitchFamily="34" charset="0"/>
              <a:buChar char="•"/>
            </a:pPr>
            <a:r>
              <a:rPr lang="pt-BR" sz="1100" b="1"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GET - </a:t>
            </a:r>
            <a:r>
              <a:rPr lang="pt-BR" sz="1100"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recupera um objeto do Amazon S3. Você deve ter acesso READ para usar essa operação.</a:t>
            </a:r>
          </a:p>
          <a:p>
            <a:pPr marL="685800" lvl="1" indent="-228600" rtl="0">
              <a:buFont typeface="Arial" panose="020B0604020202020204" pitchFamily="34" charset="0"/>
              <a:buChar char="•"/>
            </a:pPr>
            <a:r>
              <a:rPr lang="pt-BR" sz="1100" b="1"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PUT - </a:t>
            </a:r>
            <a:r>
              <a:rPr lang="pt-BR" sz="1100"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Adiciona um objeto a um bucket. Você deve ter permissões WRITE em um bucket para adicionar um objeto a ele.</a:t>
            </a:r>
          </a:p>
          <a:p>
            <a:pPr marL="685800" lvl="1" indent="-228600" rtl="0">
              <a:buFont typeface="Arial" panose="020B0604020202020204" pitchFamily="34" charset="0"/>
              <a:buChar char="•"/>
            </a:pPr>
            <a:r>
              <a:rPr lang="pt-BR" sz="1100" b="1"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COPY - </a:t>
            </a:r>
            <a:r>
              <a:rPr lang="pt-BR" sz="1100"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Cria uma cópia de um objeto que já está armazenado no Amazon S3. Uma operação COPY é o mesmo que executar um GET e, em seguida, um PUT.</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4"/>
              <a:tabLst/>
              <a:defRPr/>
            </a:pPr>
            <a:r>
              <a:rPr lang="pt-BR" sz="1100" b="1"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Transferência de dados -</a:t>
            </a:r>
            <a:r>
              <a:rPr lang="pt-BR" sz="1100" b="0"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Considere a </a:t>
            </a:r>
            <a:r>
              <a:rPr lang="pt-BR" sz="1100">
                <a:latin typeface="Amazon Ember" panose="020B0603020204020204" pitchFamily="34" charset="0"/>
                <a:ea typeface="Amazon Ember" panose="020B0603020204020204" pitchFamily="34" charset="0"/>
                <a:cs typeface="Amazon Ember" panose="020B0603020204020204" pitchFamily="34" charset="0"/>
              </a:rPr>
              <a:t>q</a:t>
            </a:r>
            <a:r>
              <a:rPr lang="pt-BR" sz="1100" kern="120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uantidade de dados transferidos para fora da região do Amazon S3. Lembre-se de que a transferência de dados para dentro é gratuita, mas há uma cobrança pela transferência de dados para fora.</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753746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727450"/>
          </a:xfrm>
        </p:spPr>
        <p:txBody>
          <a:bodyPr rtlCol="0"/>
          <a:lstStyle/>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AWS oferece ferramentas para ajudá-lo com essas comparações. A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Calculadora Mensal da AWS</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ajuda a estimar uma fatura mensal da AWS. Você pode usar essa ferramenta para adicionar, modificar e remover serviços, e ela recalcula automaticamente as cobranças mensais estimadas.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calculadora incorpora uma ampla variedade de cálculos de definição de preço em todos os serviços em todas as regiões. Ele também mostra um detalhamento dos recursos de cada serviço em cada região.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Calculadora Mensal da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é uma ferramenta que ajuda você a:	</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Estime os custos mensais dos serviços ao usar a AWS.</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Identificar oportunidades de redução de custos.</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Use modelos do para modelar soluções para comparar serviços e modelos de implantação.</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calculadora também mostra exemplos comuns de clientes e seu uso. Você pode escolher a amostra de </a:t>
            </a:r>
            <a:r>
              <a:rPr lang="pt-BR" sz="110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recuperação de desastres e backup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ou a amostra </a:t>
            </a:r>
            <a:r>
              <a:rPr lang="pt-BR" sz="110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de aplicativo Web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 ver os usos de cada serviço. </a:t>
            </a:r>
            <a:br>
              <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br>
            <a:br>
              <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b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Para saber mais sobre a Calculadora Mensal, consulte: https://calculator.s3.amazonaws.com/index.html</a:t>
            </a:r>
          </a:p>
          <a:p>
            <a:pPr rtl="0"/>
            <a:endParaRPr lang="en-US" sz="105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31941051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727450"/>
          </a:xfrm>
        </p:spPr>
        <p:txBody>
          <a:bodyPr rtlCol="0"/>
          <a:lstStyle/>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AWS oferece ferramentas para ajudá-lo com essas comparações. A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Calculadora Mensal da AWS</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ajuda a estimar uma fatura mensal da AWS. Você pode usar essa ferramenta para adicionar, modificar e remover serviços, e ela recalcula automaticamente as cobranças mensais estimadas.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calculadora incorpora uma ampla variedade de cálculos de definição de preço em todos os serviços em todas as regiões. Ele também mostra um detalhamento dos recursos de cada serviço em cada região.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Calculadora Mensal da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é uma ferramenta que ajuda você a:	</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Estime os custos mensais dos serviços ao usar a AWS.</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Identificar oportunidades de redução de custos.</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Use modelos do para modelar soluções para comparar serviços e modelos de implantação.</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calculadora também mostra exemplos comuns de clientes e seu uso. Você pode escolher a amostra de </a:t>
            </a:r>
            <a:r>
              <a:rPr lang="pt-BR" sz="110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recuperação de desastres e backup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ou a amostra </a:t>
            </a:r>
            <a:r>
              <a:rPr lang="pt-BR" sz="110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de aplicativo Web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 ver os usos de cada serviço. </a:t>
            </a:r>
            <a:br>
              <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br>
            <a:br>
              <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b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Para saber mais sobre a Calculadora Mensal, consulte: https://calculator.s3.amazonaws.com/index.html</a:t>
            </a:r>
          </a:p>
          <a:p>
            <a:pPr rtl="0"/>
            <a:endParaRPr lang="en-US" sz="105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3535096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727450"/>
          </a:xfrm>
        </p:spPr>
        <p:txBody>
          <a:bodyPr rtlCol="0"/>
          <a:lstStyle/>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AWS oferece ferramentas para ajudá-lo com essas comparações. A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Calculadora Mensal da AWS</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ajuda a estimar uma fatura mensal da AWS. Você pode usar essa ferramenta para adicionar, modificar e remover serviços, e ela recalcula automaticamente as cobranças mensais estimadas.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calculadora incorpora uma ampla variedade de cálculos de definição de preço em todos os serviços em todas as regiões. Ele também mostra um detalhamento dos recursos de cada serviço em cada região.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Calculadora Mensal da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é uma ferramenta que ajuda você a:	</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Estime os custos mensais dos serviços ao usar a AWS.</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Identificar oportunidades de redução de custos.</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Use modelos do para modelar soluções para comparar serviços e modelos de implantação.</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calculadora também mostra exemplos comuns de clientes e seu uso. Você pode escolher a amostra de </a:t>
            </a:r>
            <a:r>
              <a:rPr lang="pt-BR" sz="110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recuperação de desastres e backup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ou a amostra </a:t>
            </a:r>
            <a:r>
              <a:rPr lang="pt-BR" sz="110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de aplicativo Web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 ver os usos de cada serviço. </a:t>
            </a:r>
            <a:br>
              <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br>
            <a:br>
              <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b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Para saber mais sobre a Calculadora Mensal, consulte: https://calculator.s3.amazonaws.com/index.html</a:t>
            </a:r>
          </a:p>
          <a:p>
            <a:pPr rtl="0"/>
            <a:endParaRPr lang="en-US" sz="105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6971690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727450"/>
          </a:xfrm>
        </p:spPr>
        <p:txBody>
          <a:bodyPr rtlCol="0"/>
          <a:lstStyle/>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AWS oferece ferramentas para ajudá-lo com essas comparações. A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Calculadora Mensal da AWS</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ajuda a estimar uma fatura mensal da AWS. Você pode usar essa ferramenta para adicionar, modificar e remover serviços, e ela recalcula automaticamente as cobranças mensais estimadas.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calculadora incorpora uma ampla variedade de cálculos de definição de preço em todos os serviços em todas as regiões. Ele também mostra um detalhamento dos recursos de cada serviço em cada região.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Calculadora Mensal da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é uma ferramenta que ajuda você a:	</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Estime os custos mensais dos serviços ao usar a AWS.</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Identificar oportunidades de redução de custos.</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Use modelos do para modelar soluções para comparar serviços e modelos de implantação.</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calculadora também mostra exemplos comuns de clientes e seu uso. Você pode escolher a amostra de </a:t>
            </a:r>
            <a:r>
              <a:rPr lang="pt-BR" sz="110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recuperação de desastres e backup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ou a amostra </a:t>
            </a:r>
            <a:r>
              <a:rPr lang="pt-BR" sz="110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de aplicativo Web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 ver os usos de cada serviço. </a:t>
            </a:r>
            <a:br>
              <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br>
            <a:br>
              <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b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Para saber mais sobre a Calculadora Mensal, consulte: https://calculator.s3.amazonaws.com/index.html</a:t>
            </a:r>
          </a:p>
          <a:p>
            <a:pPr rtl="0"/>
            <a:endParaRPr lang="en-US" sz="105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0854977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Notes Placeholder 3"/>
          <p:cNvSpPr>
            <a:spLocks noGrp="1"/>
          </p:cNvSpPr>
          <p:nvPr>
            <p:ph type="body" sz="quarter" idx="10"/>
          </p:nvPr>
        </p:nvSpPr>
        <p:spPr/>
        <p:txBody>
          <a:bodyPr rtlCol="0"/>
          <a:lstStyle/>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Segurança e conformidade são responsabilidades compartilhadas entre a AWS e o cliente. Esse modelo de responsabilidade compartilhada foi projetado para ajudar a reduzir a carga operacional do cliente. Ao mesmo tempo, para oferecer a flexibilidade e o controle do cliente que permitem a implantação de soluções de clientes na AWS, o cliente permanece responsável por alguns aspectos da segurança geral. A diferenciação de quem é responsável pelo quê normalmente se dá pelas expressões </a:t>
            </a:r>
            <a:r>
              <a:rPr lang="pt-BR" sz="1100" i="1" dirty="0">
                <a:latin typeface="Amazon Ember" panose="020B0603020204020204" pitchFamily="34" charset="0"/>
                <a:ea typeface="Amazon Ember" panose="020B0603020204020204" pitchFamily="34" charset="0"/>
                <a:cs typeface="Amazon Ember" panose="020B0603020204020204" pitchFamily="34" charset="0"/>
              </a:rPr>
              <a:t>segurança "da" nuvem</a:t>
            </a:r>
            <a:r>
              <a:rPr lang="pt-BR" sz="1100" dirty="0">
                <a:latin typeface="Amazon Ember" panose="020B0603020204020204" pitchFamily="34" charset="0"/>
                <a:ea typeface="Amazon Ember" panose="020B0603020204020204" pitchFamily="34" charset="0"/>
                <a:cs typeface="Amazon Ember" panose="020B0603020204020204" pitchFamily="34" charset="0"/>
              </a:rPr>
              <a:t> e </a:t>
            </a:r>
            <a:r>
              <a:rPr lang="pt-BR" sz="1100" i="1" dirty="0">
                <a:latin typeface="Amazon Ember" panose="020B0603020204020204" pitchFamily="34" charset="0"/>
                <a:ea typeface="Amazon Ember" panose="020B0603020204020204" pitchFamily="34" charset="0"/>
                <a:cs typeface="Amazon Ember" panose="020B0603020204020204" pitchFamily="34" charset="0"/>
              </a:rPr>
              <a:t>segurança "na" nuvem</a:t>
            </a:r>
            <a:r>
              <a:rPr lang="pt-BR" sz="1100" dirty="0">
                <a:latin typeface="Amazon Ember" panose="020B0603020204020204" pitchFamily="34" charset="0"/>
                <a:ea typeface="Amazon Ember" panose="020B0603020204020204" pitchFamily="34" charset="0"/>
                <a:cs typeface="Amazon Ember" panose="020B0603020204020204" pitchFamily="34" charset="0"/>
              </a:rPr>
              <a:t>.</a:t>
            </a:r>
          </a:p>
          <a:p>
            <a:pPr rtl="0"/>
            <a:endParaRPr lang="en-US" sz="1100" b="1"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A </a:t>
            </a:r>
            <a:r>
              <a:rPr lang="pt-BR" sz="1100" b="1" dirty="0">
                <a:latin typeface="Amazon Ember" panose="020B0603020204020204" pitchFamily="34" charset="0"/>
                <a:ea typeface="Amazon Ember" panose="020B0603020204020204" pitchFamily="34" charset="0"/>
                <a:cs typeface="Amazon Ember" panose="020B0603020204020204" pitchFamily="34" charset="0"/>
              </a:rPr>
              <a:t>AWS </a:t>
            </a:r>
            <a:r>
              <a:rPr lang="pt-BR" sz="1100" b="0" dirty="0">
                <a:latin typeface="Amazon Ember" panose="020B0603020204020204" pitchFamily="34" charset="0"/>
                <a:ea typeface="Amazon Ember" panose="020B0603020204020204" pitchFamily="34" charset="0"/>
                <a:cs typeface="Amazon Ember" panose="020B0603020204020204" pitchFamily="34" charset="0"/>
              </a:rPr>
              <a:t>opera, gerencia e controla os componentes desde a camada </a:t>
            </a:r>
            <a:r>
              <a:rPr lang="pt-BR" sz="1100" dirty="0">
                <a:latin typeface="Amazon Ember" panose="020B0603020204020204" pitchFamily="34" charset="0"/>
                <a:ea typeface="Amazon Ember" panose="020B0603020204020204" pitchFamily="34" charset="0"/>
                <a:cs typeface="Amazon Ember" panose="020B0603020204020204" pitchFamily="34" charset="0"/>
              </a:rPr>
              <a:t>de virtualização de software até a segurança física das instalações em que os serviços da AWS operam.</a:t>
            </a:r>
            <a:r>
              <a:rPr lang="pt-BR" sz="1100" b="1" dirty="0">
                <a:latin typeface="Amazon Ember" panose="020B0603020204020204" pitchFamily="34" charset="0"/>
                <a:ea typeface="Amazon Ember" panose="020B0603020204020204" pitchFamily="34" charset="0"/>
                <a:cs typeface="Amazon Ember" panose="020B0603020204020204" pitchFamily="34" charset="0"/>
              </a:rPr>
              <a:t> A AWS é responsável</a:t>
            </a:r>
            <a:r>
              <a:rPr lang="pt-BR" sz="1100" dirty="0">
                <a:latin typeface="Amazon Ember" panose="020B0603020204020204" pitchFamily="34" charset="0"/>
                <a:ea typeface="Amazon Ember" panose="020B0603020204020204" pitchFamily="34" charset="0"/>
                <a:cs typeface="Amazon Ember" panose="020B0603020204020204" pitchFamily="34" charset="0"/>
              </a:rPr>
              <a:t> pela proteção da infraestrutura que executa todos os serviços oferecidos na Nuvem AWS. Essa infraestrutura é composta por hardware, software, redes e instalações que executam os Serviços de nuvem AWS.</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1" dirty="0">
                <a:latin typeface="Amazon Ember" panose="020B0603020204020204" pitchFamily="34" charset="0"/>
                <a:ea typeface="Amazon Ember" panose="020B0603020204020204" pitchFamily="34" charset="0"/>
                <a:cs typeface="Amazon Ember" panose="020B0603020204020204" pitchFamily="34" charset="0"/>
              </a:rPr>
              <a:t>O cliente é responsável pela</a:t>
            </a:r>
            <a:r>
              <a:rPr lang="pt-BR" sz="1100" dirty="0">
                <a:latin typeface="Amazon Ember" panose="020B0603020204020204" pitchFamily="34" charset="0"/>
                <a:ea typeface="Amazon Ember" panose="020B0603020204020204" pitchFamily="34" charset="0"/>
                <a:cs typeface="Amazon Ember" panose="020B0603020204020204" pitchFamily="34" charset="0"/>
              </a:rPr>
              <a:t> criptografia de dados em repouso e em trânsito. O cliente também deve garantir que a rede esteja configurada para segurança e que as credenciais e os </a:t>
            </a:r>
            <a:r>
              <a:rPr lang="pt-BR" sz="1100" dirty="0" err="1">
                <a:latin typeface="Amazon Ember" panose="020B0603020204020204" pitchFamily="34" charset="0"/>
                <a:ea typeface="Amazon Ember" panose="020B0603020204020204" pitchFamily="34" charset="0"/>
                <a:cs typeface="Amazon Ember" panose="020B0603020204020204" pitchFamily="34" charset="0"/>
              </a:rPr>
              <a:t>logins</a:t>
            </a:r>
            <a:r>
              <a:rPr lang="pt-BR" sz="1100" dirty="0">
                <a:latin typeface="Amazon Ember" panose="020B0603020204020204" pitchFamily="34" charset="0"/>
                <a:ea typeface="Amazon Ember" panose="020B0603020204020204" pitchFamily="34" charset="0"/>
                <a:cs typeface="Amazon Ember" panose="020B0603020204020204" pitchFamily="34" charset="0"/>
              </a:rPr>
              <a:t> de segurança sejam gerenciados de maneira segura. Além disso, o cliente é responsável pela configuração de grupos de segurança e pela configuração do sistema operacional que é executado nas instâncias de computação que ele executa (incluindo atualizações e patches de segurança). </a:t>
            </a:r>
          </a:p>
          <a:p>
            <a:pPr rtl="0"/>
            <a:endParaRPr lang="en-US" sz="105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33010627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541184"/>
          </a:xfrm>
        </p:spPr>
        <p:txBody>
          <a:bodyPr rtlCol="0"/>
          <a:lstStyle/>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A AWS é responsável pela segurança </a:t>
            </a:r>
            <a:r>
              <a:rPr lang="pt-BR" sz="1100" b="1" i="1" dirty="0">
                <a:latin typeface="Amazon Ember" panose="020B0603020204020204" pitchFamily="34" charset="0"/>
                <a:ea typeface="Amazon Ember" panose="020B0603020204020204" pitchFamily="34" charset="0"/>
                <a:cs typeface="Amazon Ember" panose="020B0603020204020204" pitchFamily="34" charset="0"/>
              </a:rPr>
              <a:t>da</a:t>
            </a:r>
            <a:r>
              <a:rPr lang="pt-BR" sz="1100" i="1" dirty="0">
                <a:latin typeface="Amazon Ember" panose="020B0603020204020204" pitchFamily="34" charset="0"/>
                <a:ea typeface="Amazon Ember" panose="020B0603020204020204" pitchFamily="34" charset="0"/>
                <a:cs typeface="Amazon Ember" panose="020B0603020204020204" pitchFamily="34" charset="0"/>
              </a:rPr>
              <a:t> </a:t>
            </a:r>
            <a:r>
              <a:rPr lang="pt-BR" sz="1100" dirty="0">
                <a:latin typeface="Amazon Ember" panose="020B0603020204020204" pitchFamily="34" charset="0"/>
                <a:ea typeface="Amazon Ember" panose="020B0603020204020204" pitchFamily="34" charset="0"/>
                <a:cs typeface="Amazon Ember" panose="020B0603020204020204" pitchFamily="34" charset="0"/>
              </a:rPr>
              <a:t>nuvem. Mas o que isso significa?</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Sob o modelo de responsabilidade compartilhada da AWS, a AWS opera, gerencia e controla os componentes do sistema operacional host </a:t>
            </a:r>
            <a:r>
              <a:rPr lang="pt-BR" sz="1100" dirty="0" err="1">
                <a:latin typeface="Amazon Ember" panose="020B0603020204020204" pitchFamily="34" charset="0"/>
                <a:ea typeface="Amazon Ember" panose="020B0603020204020204" pitchFamily="34" charset="0"/>
                <a:cs typeface="Amazon Ember" panose="020B0603020204020204" pitchFamily="34" charset="0"/>
              </a:rPr>
              <a:t>bare</a:t>
            </a:r>
            <a:r>
              <a:rPr lang="pt-BR" sz="1100" dirty="0">
                <a:latin typeface="Amazon Ember" panose="020B0603020204020204" pitchFamily="34" charset="0"/>
                <a:ea typeface="Amazon Ember" panose="020B0603020204020204" pitchFamily="34" charset="0"/>
                <a:cs typeface="Amazon Ember" panose="020B0603020204020204" pitchFamily="34" charset="0"/>
              </a:rPr>
              <a:t> metal e da camada de virtualização do </a:t>
            </a:r>
            <a:r>
              <a:rPr lang="pt-BR" sz="1100" dirty="0" err="1">
                <a:latin typeface="Amazon Ember" panose="020B0603020204020204" pitchFamily="34" charset="0"/>
                <a:ea typeface="Amazon Ember" panose="020B0603020204020204" pitchFamily="34" charset="0"/>
                <a:cs typeface="Amazon Ember" panose="020B0603020204020204" pitchFamily="34" charset="0"/>
              </a:rPr>
              <a:t>hipervisor</a:t>
            </a:r>
            <a:r>
              <a:rPr lang="pt-BR" sz="1100" dirty="0">
                <a:latin typeface="Amazon Ember" panose="020B0603020204020204" pitchFamily="34" charset="0"/>
                <a:ea typeface="Amazon Ember" panose="020B0603020204020204" pitchFamily="34" charset="0"/>
                <a:cs typeface="Amazon Ember" panose="020B0603020204020204" pitchFamily="34" charset="0"/>
              </a:rPr>
              <a:t> até a segurança física das instalações em que os serviços operam. Isso significa que a AWS é responsável pela proteção da infraestrutura global que executa todos os serviços oferecidos na Nuvem AWS. A infraestrutura global inclui zonas de disponibilidade, pontos de presença e regiões da AWS.</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A AWS é responsável pela infraestrutura física que hospeda seus recursos, incluindo:</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marL="171450" lvl="0" indent="-171450" rtl="0">
              <a:buFont typeface="Arial" panose="020B0604020202020204" pitchFamily="34" charset="0"/>
              <a:buChar char="•"/>
            </a:pPr>
            <a:r>
              <a:rPr lang="pt-BR" sz="1100" b="1" dirty="0">
                <a:latin typeface="Amazon Ember" panose="020B0603020204020204" pitchFamily="34" charset="0"/>
                <a:ea typeface="Amazon Ember" panose="020B0603020204020204" pitchFamily="34" charset="0"/>
                <a:cs typeface="Amazon Ember" panose="020B0603020204020204" pitchFamily="34" charset="0"/>
              </a:rPr>
              <a:t>Segurança física de datacenters </a:t>
            </a:r>
            <a:r>
              <a:rPr lang="pt-BR" sz="1100" dirty="0">
                <a:latin typeface="Amazon Ember" panose="020B0603020204020204" pitchFamily="34" charset="0"/>
                <a:ea typeface="Amazon Ember" panose="020B0603020204020204" pitchFamily="34" charset="0"/>
                <a:cs typeface="Amazon Ember" panose="020B0603020204020204" pitchFamily="34" charset="0"/>
              </a:rPr>
              <a:t>com acesso controlado e baseado em necessidades; localizados em instalações não identificadas, com guardas de segurança 24 horas por dia, 7 dias por semana; autenticação de dois fatores; revisão e registro em log de acesso; vigilância por vídeo; e desmagnetização e destruição de discos.</a:t>
            </a:r>
          </a:p>
          <a:p>
            <a:pPr marL="171450" lvl="0" indent="-171450" rtl="0">
              <a:buFont typeface="Arial" panose="020B0604020202020204" pitchFamily="34" charset="0"/>
              <a:buChar char="•"/>
            </a:pPr>
            <a:r>
              <a:rPr lang="pt-BR" sz="1100" b="1" dirty="0">
                <a:latin typeface="Amazon Ember" panose="020B0603020204020204" pitchFamily="34" charset="0"/>
                <a:ea typeface="Amazon Ember" panose="020B0603020204020204" pitchFamily="34" charset="0"/>
                <a:cs typeface="Amazon Ember" panose="020B0603020204020204" pitchFamily="34" charset="0"/>
              </a:rPr>
              <a:t>Infraestrutura de hardware</a:t>
            </a:r>
            <a:r>
              <a:rPr lang="pt-BR" sz="1100" b="0" dirty="0">
                <a:latin typeface="Amazon Ember" panose="020B0603020204020204" pitchFamily="34" charset="0"/>
                <a:ea typeface="Amazon Ember" panose="020B0603020204020204" pitchFamily="34" charset="0"/>
                <a:cs typeface="Amazon Ember" panose="020B0603020204020204" pitchFamily="34" charset="0"/>
              </a:rPr>
              <a:t>,</a:t>
            </a:r>
            <a:r>
              <a:rPr lang="pt-BR" sz="1100" b="1" dirty="0">
                <a:latin typeface="Amazon Ember" panose="020B0603020204020204" pitchFamily="34" charset="0"/>
                <a:ea typeface="Amazon Ember" panose="020B0603020204020204" pitchFamily="34" charset="0"/>
                <a:cs typeface="Amazon Ember" panose="020B0603020204020204" pitchFamily="34" charset="0"/>
              </a:rPr>
              <a:t> </a:t>
            </a:r>
            <a:r>
              <a:rPr lang="pt-BR" sz="1100" dirty="0">
                <a:latin typeface="Amazon Ember" panose="020B0603020204020204" pitchFamily="34" charset="0"/>
                <a:ea typeface="Amazon Ember" panose="020B0603020204020204" pitchFamily="34" charset="0"/>
                <a:cs typeface="Amazon Ember" panose="020B0603020204020204" pitchFamily="34" charset="0"/>
              </a:rPr>
              <a:t>como servidores, dispositivos de armazenamento e outros dispositivos dos quais a AWS depende.</a:t>
            </a:r>
          </a:p>
          <a:p>
            <a:pPr marL="171450" lvl="0" indent="-171450" rtl="0">
              <a:buFont typeface="Arial" panose="020B0604020202020204" pitchFamily="34" charset="0"/>
              <a:buChar char="•"/>
            </a:pPr>
            <a:r>
              <a:rPr lang="pt-BR" sz="1100" b="1" dirty="0">
                <a:latin typeface="Amazon Ember" panose="020B0603020204020204" pitchFamily="34" charset="0"/>
                <a:ea typeface="Amazon Ember" panose="020B0603020204020204" pitchFamily="34" charset="0"/>
                <a:cs typeface="Amazon Ember" panose="020B0603020204020204" pitchFamily="34" charset="0"/>
              </a:rPr>
              <a:t>Infraestrutura de software</a:t>
            </a:r>
            <a:r>
              <a:rPr lang="pt-BR" sz="1100" b="0" dirty="0">
                <a:latin typeface="Amazon Ember" panose="020B0603020204020204" pitchFamily="34" charset="0"/>
                <a:ea typeface="Amazon Ember" panose="020B0603020204020204" pitchFamily="34" charset="0"/>
                <a:cs typeface="Amazon Ember" panose="020B0603020204020204" pitchFamily="34" charset="0"/>
              </a:rPr>
              <a:t>,</a:t>
            </a:r>
            <a:r>
              <a:rPr lang="pt-BR" sz="1100" b="1" dirty="0">
                <a:latin typeface="Amazon Ember" panose="020B0603020204020204" pitchFamily="34" charset="0"/>
                <a:ea typeface="Amazon Ember" panose="020B0603020204020204" pitchFamily="34" charset="0"/>
                <a:cs typeface="Amazon Ember" panose="020B0603020204020204" pitchFamily="34" charset="0"/>
              </a:rPr>
              <a:t> </a:t>
            </a:r>
            <a:r>
              <a:rPr lang="pt-BR" sz="1100" dirty="0">
                <a:latin typeface="Amazon Ember" panose="020B0603020204020204" pitchFamily="34" charset="0"/>
                <a:ea typeface="Amazon Ember" panose="020B0603020204020204" pitchFamily="34" charset="0"/>
                <a:cs typeface="Amazon Ember" panose="020B0603020204020204" pitchFamily="34" charset="0"/>
              </a:rPr>
              <a:t>que hospeda sistemas operacionais, aplicativos de serviço e software de virtualização.</a:t>
            </a:r>
          </a:p>
          <a:p>
            <a:pPr marL="171450" lvl="0" indent="-171450" rtl="0">
              <a:buFont typeface="Arial" panose="020B0604020202020204" pitchFamily="34" charset="0"/>
              <a:buChar char="•"/>
            </a:pPr>
            <a:r>
              <a:rPr lang="pt-BR" sz="1100" b="1" dirty="0">
                <a:latin typeface="Amazon Ember" panose="020B0603020204020204" pitchFamily="34" charset="0"/>
                <a:ea typeface="Amazon Ember" panose="020B0603020204020204" pitchFamily="34" charset="0"/>
                <a:cs typeface="Amazon Ember" panose="020B0603020204020204" pitchFamily="34" charset="0"/>
              </a:rPr>
              <a:t>Infraestrutura de rede</a:t>
            </a:r>
            <a:r>
              <a:rPr lang="pt-BR" sz="1100" b="0" dirty="0">
                <a:latin typeface="Amazon Ember" panose="020B0603020204020204" pitchFamily="34" charset="0"/>
                <a:ea typeface="Amazon Ember" panose="020B0603020204020204" pitchFamily="34" charset="0"/>
                <a:cs typeface="Amazon Ember" panose="020B0603020204020204" pitchFamily="34" charset="0"/>
              </a:rPr>
              <a:t>, como</a:t>
            </a:r>
            <a:r>
              <a:rPr lang="pt-BR" sz="1100" b="1" dirty="0">
                <a:latin typeface="Amazon Ember" panose="020B0603020204020204" pitchFamily="34" charset="0"/>
                <a:ea typeface="Amazon Ember" panose="020B0603020204020204" pitchFamily="34" charset="0"/>
                <a:cs typeface="Amazon Ember" panose="020B0603020204020204" pitchFamily="34" charset="0"/>
              </a:rPr>
              <a:t> </a:t>
            </a:r>
            <a:r>
              <a:rPr lang="pt-BR" sz="1100" dirty="0">
                <a:latin typeface="Amazon Ember" panose="020B0603020204020204" pitchFamily="34" charset="0"/>
                <a:ea typeface="Amazon Ember" panose="020B0603020204020204" pitchFamily="34" charset="0"/>
                <a:cs typeface="Amazon Ember" panose="020B0603020204020204" pitchFamily="34" charset="0"/>
              </a:rPr>
              <a:t>roteadores, switches, </a:t>
            </a:r>
            <a:r>
              <a:rPr lang="pt-BR" sz="1100" dirty="0" err="1">
                <a:latin typeface="Amazon Ember" panose="020B0603020204020204" pitchFamily="34" charset="0"/>
                <a:ea typeface="Amazon Ember" panose="020B0603020204020204" pitchFamily="34" charset="0"/>
                <a:cs typeface="Amazon Ember" panose="020B0603020204020204" pitchFamily="34" charset="0"/>
              </a:rPr>
              <a:t>load</a:t>
            </a:r>
            <a:r>
              <a:rPr lang="pt-BR" sz="1100" dirty="0">
                <a:latin typeface="Amazon Ember" panose="020B0603020204020204" pitchFamily="34" charset="0"/>
                <a:ea typeface="Amazon Ember" panose="020B0603020204020204" pitchFamily="34" charset="0"/>
                <a:cs typeface="Amazon Ember" panose="020B0603020204020204" pitchFamily="34" charset="0"/>
              </a:rPr>
              <a:t> </a:t>
            </a:r>
            <a:r>
              <a:rPr lang="pt-BR" sz="1100" dirty="0" err="1">
                <a:latin typeface="Amazon Ember" panose="020B0603020204020204" pitchFamily="34" charset="0"/>
                <a:ea typeface="Amazon Ember" panose="020B0603020204020204" pitchFamily="34" charset="0"/>
                <a:cs typeface="Amazon Ember" panose="020B0603020204020204" pitchFamily="34" charset="0"/>
              </a:rPr>
              <a:t>balancers</a:t>
            </a:r>
            <a:r>
              <a:rPr lang="pt-BR" sz="1100" dirty="0">
                <a:latin typeface="Amazon Ember" panose="020B0603020204020204" pitchFamily="34" charset="0"/>
                <a:ea typeface="Amazon Ember" panose="020B0603020204020204" pitchFamily="34" charset="0"/>
                <a:cs typeface="Amazon Ember" panose="020B0603020204020204" pitchFamily="34" charset="0"/>
              </a:rPr>
              <a:t>, firewalls e cabeamento. A AWS também monitora continuamente a rede em limites externos, protege pontos de acesso e oferece infraestrutura redundante com detecção de intrusão.</a:t>
            </a:r>
            <a:br>
              <a:rPr lang="en-US" sz="1100" dirty="0">
                <a:latin typeface="Amazon Ember" panose="020B0603020204020204" pitchFamily="34" charset="0"/>
                <a:ea typeface="Amazon Ember" panose="020B0603020204020204" pitchFamily="34" charset="0"/>
                <a:cs typeface="Amazon Ember" panose="020B0603020204020204" pitchFamily="34" charset="0"/>
              </a:rPr>
            </a:b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A proteção dessa infraestrutura é a maior prioridade da AWS. Embora você não possa visitar datacenters ou escritórios da AWS para ver essa proteção em primeira mão, a </a:t>
            </a:r>
            <a:r>
              <a:rPr lang="pt-BR" sz="11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rPr>
              <a:t> fornece vários relatórios de auditores terceirizados que verificaram nossa conformidade com diversos padrões e regulamentos de segurança de computadores.</a:t>
            </a:r>
          </a:p>
        </p:txBody>
      </p:sp>
    </p:spTree>
    <p:extLst>
      <p:ext uri="{BB962C8B-B14F-4D97-AF65-F5344CB8AC3E}">
        <p14:creationId xmlns:p14="http://schemas.microsoft.com/office/powerpoint/2010/main" val="7862680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565580"/>
          </a:xfrm>
        </p:spPr>
        <p:txBody>
          <a:bodyPr rtlCol="0"/>
          <a:lstStyle/>
          <a:p>
            <a:pPr marL="0" marR="0" indent="0" algn="l" defTabSz="457200" rtl="0" eaLnBrk="1" fontAlgn="auto" latinLnBrk="0" hangingPunct="1">
              <a:lnSpc>
                <a:spcPct val="100000"/>
              </a:lnSpc>
              <a:spcBef>
                <a:spcPts val="0"/>
              </a:spcBef>
              <a:spcAft>
                <a:spcPts val="600"/>
              </a:spcAft>
              <a:buClrTx/>
              <a:buSzTx/>
              <a:buFontTx/>
              <a:buNone/>
              <a:tabLst/>
              <a:defRP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Embora a infraestrutura de nuvem seja protegida e mantida pela AWS, os clientes são responsáveis pela segurança de tudo o que colocam </a:t>
            </a:r>
            <a:r>
              <a:rPr lang="pt-BR" sz="1100" b="1"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na</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nuvem. </a:t>
            </a:r>
          </a:p>
          <a:p>
            <a:pPr marL="0" marR="0" indent="0" algn="l" defTabSz="457200" rtl="0" eaLnBrk="1" fontAlgn="auto" latinLnBrk="0" hangingPunct="1">
              <a:lnSpc>
                <a:spcPct val="100000"/>
              </a:lnSpc>
              <a:spcBef>
                <a:spcPts val="0"/>
              </a:spcBef>
              <a:spcAft>
                <a:spcPts val="600"/>
              </a:spcAft>
              <a:buClrTx/>
              <a:buSzTx/>
              <a:buFontTx/>
              <a:buNone/>
              <a:tabLst/>
              <a:defRP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cliente é responsável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pelo que é implementado com o uso dos serviços da AWS e pelos aplicativos conectados à AWS. As etapas de segurança que você deve seguir dependem dos serviços que você usa e da complexidade do seu sistema.</a:t>
            </a:r>
          </a:p>
          <a:p>
            <a:pPr defTabSz="457200" rtl="0">
              <a:spcAft>
                <a:spcPts val="600"/>
              </a:spcAft>
              <a:defRPr/>
            </a:pPr>
            <a:r>
              <a:rPr lang="pt-BR" sz="1100" dirty="0">
                <a:latin typeface="Amazon Ember" panose="020B0603020204020204" pitchFamily="34" charset="0"/>
                <a:ea typeface="Amazon Ember" panose="020B0603020204020204" pitchFamily="34" charset="0"/>
                <a:cs typeface="Amazon Ember" panose="020B0603020204020204" pitchFamily="34" charset="0"/>
              </a:rPr>
              <a:t>As responsabilidades do cliente incluem selecionar e proteger qualquer sistema operacional de instância, proteger os aplicativos executados em recursos da AWS, configurações de grupos de segurança, configurações de firewall, configurações de rede e gerenciamento seguro de contas. </a:t>
            </a:r>
          </a:p>
          <a:p>
            <a:pPr defTabSz="457200" rtl="0">
              <a:spcAft>
                <a:spcPts val="600"/>
              </a:spcAft>
              <a:defRP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Quando os clientes usam os serviços da AWS, eles mantêm controle total sobre o conteúdo. Os clientes são responsáveis por gerenciar requisitos críticos de segurança de conteúdo, incluindo: </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Qual conteúdo eles escolhem armazenar na AWS</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Quais serviços da AWS são usados com o conteúdo</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Em qual país esse conteúdo é armazenado</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formato e a estrutura desse conteúdo e se ele é mascarado,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anonimizado</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ou criptografado</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Quem tem acesso a esse conteúdo e como esses direitos de acesso são concedidos, gerenciados e revogados</a:t>
            </a:r>
          </a:p>
          <a:p>
            <a:pPr marL="171450" lvl="0" indent="-171450" rtl="0">
              <a:buFont typeface="Arial" panose="020B0604020202020204" pitchFamily="34" charset="0"/>
              <a:buChar char="•"/>
            </a:pP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Os clientes mantêm o controle da segurança que escolhem implementar para proteger seus próprios dados, ambiente, aplicativos, configurações do IAM e sistemas operacionais. </a:t>
            </a:r>
          </a:p>
        </p:txBody>
      </p:sp>
    </p:spTree>
    <p:extLst>
      <p:ext uri="{BB962C8B-B14F-4D97-AF65-F5344CB8AC3E}">
        <p14:creationId xmlns:p14="http://schemas.microsoft.com/office/powerpoint/2010/main" val="20567023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r>
              <a:rPr lang="pt-BR" sz="1100" dirty="0">
                <a:latin typeface="Amazon Ember" panose="020B0603020204020204" pitchFamily="34" charset="0"/>
                <a:ea typeface="Amazon Ember" panose="020B0603020204020204" pitchFamily="34" charset="0"/>
                <a:cs typeface="Amazon Ember" panose="020B0603020204020204" pitchFamily="34" charset="0"/>
              </a:rPr>
              <a:t>O </a:t>
            </a:r>
            <a:r>
              <a:rPr lang="pt-BR" sz="1100" b="1" dirty="0">
                <a:latin typeface="Amazon Ember" panose="020B0603020204020204" pitchFamily="34" charset="0"/>
                <a:ea typeface="Amazon Ember" panose="020B0603020204020204" pitchFamily="34" charset="0"/>
                <a:cs typeface="Amazon Ember" panose="020B0603020204020204" pitchFamily="34" charset="0"/>
              </a:rPr>
              <a:t>AWS </a:t>
            </a:r>
            <a:r>
              <a:rPr lang="pt-BR" sz="1100" b="1" dirty="0" err="1">
                <a:latin typeface="Amazon Ember" panose="020B0603020204020204" pitchFamily="34" charset="0"/>
                <a:ea typeface="Amazon Ember" panose="020B0603020204020204" pitchFamily="34" charset="0"/>
                <a:cs typeface="Amazon Ember" panose="020B0603020204020204" pitchFamily="34" charset="0"/>
              </a:rPr>
              <a:t>Identity</a:t>
            </a:r>
            <a:r>
              <a:rPr lang="pt-BR" sz="1100" b="1" dirty="0">
                <a:latin typeface="Amazon Ember" panose="020B0603020204020204" pitchFamily="34" charset="0"/>
                <a:ea typeface="Amazon Ember" panose="020B0603020204020204" pitchFamily="34" charset="0"/>
                <a:cs typeface="Amazon Ember" panose="020B0603020204020204" pitchFamily="34" charset="0"/>
              </a:rPr>
              <a:t> </a:t>
            </a:r>
            <a:r>
              <a:rPr lang="pt-BR" sz="1100" b="1" dirty="0" err="1">
                <a:latin typeface="Amazon Ember" panose="020B0603020204020204" pitchFamily="34" charset="0"/>
                <a:ea typeface="Amazon Ember" panose="020B0603020204020204" pitchFamily="34" charset="0"/>
                <a:cs typeface="Amazon Ember" panose="020B0603020204020204" pitchFamily="34" charset="0"/>
              </a:rPr>
              <a:t>and</a:t>
            </a:r>
            <a:r>
              <a:rPr lang="pt-BR" sz="1100" b="1" dirty="0">
                <a:latin typeface="Amazon Ember" panose="020B0603020204020204" pitchFamily="34" charset="0"/>
                <a:ea typeface="Amazon Ember" panose="020B0603020204020204" pitchFamily="34" charset="0"/>
                <a:cs typeface="Amazon Ember" panose="020B0603020204020204" pitchFamily="34" charset="0"/>
              </a:rPr>
              <a:t> Access Management (IAM)</a:t>
            </a:r>
            <a:r>
              <a:rPr lang="pt-BR" sz="1100" dirty="0">
                <a:latin typeface="Amazon Ember" panose="020B0603020204020204" pitchFamily="34" charset="0"/>
                <a:ea typeface="Amazon Ember" panose="020B0603020204020204" pitchFamily="34" charset="0"/>
                <a:cs typeface="Amazon Ember" panose="020B0603020204020204" pitchFamily="34" charset="0"/>
              </a:rPr>
              <a:t> permite controlar o acesso a serviços de computação, armazenamento, banco de dados e aplicativos na Nuvem AWS. O IAM pode ser usado para lidar com autenticação e para especificar e aplicar políticas de autorização para que você possa especificar quais usuários podem acessar quais serviços.</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IAM é uma ferramenta que gerencia de maneira centralizada o acesso à execução, configuração, gerenciamento e encerramento de recursos em sua conta da AWS. Ele fornece controle granular sobre o acesso a recursos, incluindo a capacidade de especificar exatamente quais chamadas de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API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usuário está autorizado a fazer para cada serviço. Independentemente de você usar o Console de Gerenciamento da AWS, a CLI da AWS ou os kits de desenvolvimento de software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SDKs</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da AWS, cada chamada para um serviço da AWS é uma chamada de API.</a:t>
            </a: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100" dirty="0">
                <a:latin typeface="Amazon Ember" panose="020B0603020204020204" pitchFamily="34" charset="0"/>
                <a:ea typeface="Amazon Ember" panose="020B0603020204020204" pitchFamily="34" charset="0"/>
                <a:cs typeface="Amazon Ember" panose="020B0603020204020204" pitchFamily="34" charset="0"/>
              </a:rPr>
              <a:t>Com o IAM, você pode gerenciar </a:t>
            </a:r>
            <a:r>
              <a:rPr lang="pt-BR" sz="1100" i="1" dirty="0">
                <a:latin typeface="Amazon Ember" panose="020B0603020204020204" pitchFamily="34" charset="0"/>
                <a:ea typeface="Amazon Ember" panose="020B0603020204020204" pitchFamily="34" charset="0"/>
                <a:cs typeface="Amazon Ember" panose="020B0603020204020204" pitchFamily="34" charset="0"/>
              </a:rPr>
              <a:t>quais</a:t>
            </a:r>
            <a:r>
              <a:rPr lang="pt-BR" sz="1100" dirty="0">
                <a:latin typeface="Amazon Ember" panose="020B0603020204020204" pitchFamily="34" charset="0"/>
                <a:ea typeface="Amazon Ember" panose="020B0603020204020204" pitchFamily="34" charset="0"/>
                <a:cs typeface="Amazon Ember" panose="020B0603020204020204" pitchFamily="34" charset="0"/>
              </a:rPr>
              <a:t> recursos podem ser acessados por </a:t>
            </a:r>
            <a:r>
              <a:rPr lang="pt-BR" sz="1100" i="1" dirty="0">
                <a:latin typeface="Amazon Ember" panose="020B0603020204020204" pitchFamily="34" charset="0"/>
                <a:ea typeface="Amazon Ember" panose="020B0603020204020204" pitchFamily="34" charset="0"/>
                <a:cs typeface="Amazon Ember" panose="020B0603020204020204" pitchFamily="34" charset="0"/>
              </a:rPr>
              <a:t>quem</a:t>
            </a:r>
            <a:r>
              <a:rPr lang="pt-BR" sz="1100" dirty="0">
                <a:latin typeface="Amazon Ember" panose="020B0603020204020204" pitchFamily="34" charset="0"/>
                <a:ea typeface="Amazon Ember" panose="020B0603020204020204" pitchFamily="34" charset="0"/>
                <a:cs typeface="Amazon Ember" panose="020B0603020204020204" pitchFamily="34" charset="0"/>
              </a:rPr>
              <a:t> e </a:t>
            </a:r>
            <a:r>
              <a:rPr lang="pt-BR" sz="1100" i="1" dirty="0">
                <a:latin typeface="Amazon Ember" panose="020B0603020204020204" pitchFamily="34" charset="0"/>
                <a:ea typeface="Amazon Ember" panose="020B0603020204020204" pitchFamily="34" charset="0"/>
                <a:cs typeface="Amazon Ember" panose="020B0603020204020204" pitchFamily="34" charset="0"/>
              </a:rPr>
              <a:t>como </a:t>
            </a:r>
            <a:r>
              <a:rPr lang="pt-BR" sz="1100" dirty="0">
                <a:latin typeface="Amazon Ember" panose="020B0603020204020204" pitchFamily="34" charset="0"/>
                <a:ea typeface="Amazon Ember" panose="020B0603020204020204" pitchFamily="34" charset="0"/>
                <a:cs typeface="Amazon Ember" panose="020B0603020204020204" pitchFamily="34" charset="0"/>
              </a:rPr>
              <a:t>esses recursos podem ser acessados.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Você pode conceder permissões diferentes a pessoas distintas para recursos variados. Por exemplo, você pode permitir a alguns usuários acesso total ao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EC2,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S3,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DynamoDB</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Redshift</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e outros serviços da AWS. No entanto, para outros usuários, pode permitir acesso somente leitura a apenas alguns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buckets</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do S3. Da mesma forma, pode conceder permissão a outros usuários para administrar apenas instâncias do EC2 específicas. Também é possível permitir que alguns usuários acessem apenas as informações de faturamento da conta, mas nada mais.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100" dirty="0">
                <a:latin typeface="Amazon Ember" panose="020B0603020204020204" pitchFamily="34" charset="0"/>
                <a:ea typeface="Amazon Ember" panose="020B0603020204020204" pitchFamily="34" charset="0"/>
                <a:cs typeface="Amazon Ember" panose="020B0603020204020204" pitchFamily="34" charset="0"/>
              </a:rPr>
              <a:t>O IAM é um recurso da sua conta da AWS que é oferecido gratuitamente.</a:t>
            </a:r>
          </a:p>
        </p:txBody>
      </p:sp>
    </p:spTree>
    <p:extLst>
      <p:ext uri="{BB962C8B-B14F-4D97-AF65-F5344CB8AC3E}">
        <p14:creationId xmlns:p14="http://schemas.microsoft.com/office/powerpoint/2010/main" val="28457127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Para entender como usar o IAM para proteger sua conta da AWS, é importante compreender o papel e a função de cada um dos quatro componentes do IAM.</a:t>
            </a: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Um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usuário do IAM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é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uma pessoa ou aplicativo definido em uma conta da AWS e que deve fazer chamadas de API para produtos da AWS. Cada usuário deve ter um nome exclusivo (sem espaços no nome) na conta da AWS e um conjunto de credenciais de segurança que não seja compartilhado com outros usuários. Essas credenciais são diferentes das credenciais de segurança do usuário raiz da conta da AWS. Cada usuário é definido em uma única conta da AWS.</a:t>
            </a: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Um </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grupo do IAM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é um conjunto de usuários do IAM. Você pode usar grupos do IAM para simplificar a especificação e o gerenciamento de permissões para vários usuários.</a:t>
            </a: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Uma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política do IAM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é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um documento que define permissões para determinar o que os usuários podem fazer na conta da AWS. Uma política normalmente concede acesso a recursos específicos e especifica o que o usuário pode fazer com esses recursos. As políticas também podem negar explicitamente o acesso.</a:t>
            </a: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Uma </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função do IAM</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é uma ferramenta para conceder acesso temporário a recursos específicos da AWS em uma conta da AWS.</a:t>
            </a: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4261931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924844"/>
          </a:xfrm>
        </p:spPr>
        <p:txBody>
          <a:bodyPr rtlCol="0"/>
          <a:lstStyle/>
          <a:p>
            <a:pPr rtl="0"/>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Autenticação</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é um conceito básico de segurança da computação: um usuário ou sistema deve primeiro comprovar a identidade. Considere como você se autentica quando vai para o aeroporto e quer passar pela segurança do aeroporto para poder pegar um voo. Nessa situação, você deve apresentar algum tipo de identificação ao oficial de segurança para comprovar sua identidade antes de entrar em uma área restrita. Um conceito semelhante se aplica para a obtenção de acesso aos recursos da AWS na nuvem.</a:t>
            </a:r>
            <a:br>
              <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b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Ao definir um usuário do IAM, você seleciona o tipo de acesso que o usuário tem permissão para usar para acessar os recursos da AWS. Você pode atribuir dois tipos diferentes de acesso aos usuários: acesso programático e acesso ao Console de Gerenciamento da AWS. Também pode atribuir somente acesso programático, somente acesso ao console ou ambos.</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Se você conceder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acesso programático</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o usuário do IAM precisará apresentar um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ID de chave de acesso</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e uma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chave de acesso secreta</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ao fazer uma chamada de API da AWS usando a CLI da AWS, </a:t>
            </a:r>
            <a:r>
              <a:rPr lang="pt-BR" sz="1100" dirty="0">
                <a:latin typeface="Amazon Ember" panose="020B0603020204020204" pitchFamily="34" charset="0"/>
                <a:ea typeface="Amazon Ember" panose="020B0603020204020204" pitchFamily="34" charset="0"/>
                <a:cs typeface="Amazon Ember" panose="020B0603020204020204" pitchFamily="34" charset="0"/>
              </a:rPr>
              <a:t>o SDK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da AWS ou alguma outra ferramenta de desenvolvimento.</a:t>
            </a: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Se você conceder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acesso ao Console de Gerenciamento da AWS</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o usuário do IAM deverá preencher os campos que aparecem na janela de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login</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do navegador. O usuário deve fornecer o ID da conta com 12 dígitos ou o alias da conta correspondente. O usuário também deve inserir o nome de usuário e a senha do IAM. Se a </a:t>
            </a:r>
            <a:r>
              <a:rPr lang="pt-BR" sz="1100" b="1"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Multi-Factor</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1"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Authentication</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(MFA)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estiver habilitada para o usuário, ele também deverá fornecer um código de autenticação.</a:t>
            </a:r>
          </a:p>
        </p:txBody>
      </p:sp>
    </p:spTree>
    <p:extLst>
      <p:ext uri="{BB962C8B-B14F-4D97-AF65-F5344CB8AC3E}">
        <p14:creationId xmlns:p14="http://schemas.microsoft.com/office/powerpoint/2010/main" val="15479468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spcAft>
                <a:spcPts val="600"/>
              </a:spcAft>
            </a:pPr>
            <a:r>
              <a:rPr lang="pt-BR" sz="1100" dirty="0">
                <a:latin typeface="Amazon Ember" panose="020B0603020204020204" pitchFamily="34" charset="0"/>
                <a:ea typeface="Amazon Ember" panose="020B0603020204020204" pitchFamily="34" charset="0"/>
                <a:cs typeface="Amazon Ember" panose="020B0603020204020204" pitchFamily="34" charset="0"/>
              </a:rPr>
              <a:t>Os serviços e recursos da AWS podem ser acessados com o uso do Console de Gerenciamento da AWS, a CLI da AWS ou por meio de </a:t>
            </a:r>
            <a:r>
              <a:rPr lang="pt-BR" sz="1100" dirty="0" err="1">
                <a:latin typeface="Amazon Ember" panose="020B0603020204020204" pitchFamily="34" charset="0"/>
                <a:ea typeface="Amazon Ember" panose="020B0603020204020204" pitchFamily="34" charset="0"/>
                <a:cs typeface="Amazon Ember" panose="020B0603020204020204" pitchFamily="34" charset="0"/>
              </a:rPr>
              <a:t>SDKs</a:t>
            </a:r>
            <a:r>
              <a:rPr lang="pt-BR" sz="1100" dirty="0">
                <a:latin typeface="Amazon Ember" panose="020B0603020204020204" pitchFamily="34" charset="0"/>
                <a:ea typeface="Amazon Ember" panose="020B0603020204020204" pitchFamily="34" charset="0"/>
                <a:cs typeface="Amazon Ember" panose="020B0603020204020204" pitchFamily="34" charset="0"/>
              </a:rPr>
              <a:t> e </a:t>
            </a:r>
            <a:r>
              <a:rPr lang="pt-BR" sz="1100" dirty="0" err="1">
                <a:latin typeface="Amazon Ember" panose="020B0603020204020204" pitchFamily="34" charset="0"/>
                <a:ea typeface="Amazon Ember" panose="020B0603020204020204" pitchFamily="34" charset="0"/>
                <a:cs typeface="Amazon Ember" panose="020B0603020204020204" pitchFamily="34" charset="0"/>
              </a:rPr>
              <a:t>APIs</a:t>
            </a:r>
            <a:r>
              <a:rPr lang="pt-BR" sz="1100" dirty="0">
                <a:latin typeface="Amazon Ember" panose="020B0603020204020204" pitchFamily="34" charset="0"/>
                <a:ea typeface="Amazon Ember" panose="020B0603020204020204" pitchFamily="34" charset="0"/>
                <a:cs typeface="Amazon Ember" panose="020B0603020204020204" pitchFamily="34" charset="0"/>
              </a:rPr>
              <a:t>. Para maior segurança, recomendamos habilitar a MFA.</a:t>
            </a:r>
            <a:endParaRPr lang="en-US" sz="1100" baseline="0" dirty="0">
              <a:latin typeface="Amazon Ember" panose="020B0603020204020204" pitchFamily="34" charset="0"/>
              <a:ea typeface="Amazon Ember" panose="020B0603020204020204" pitchFamily="34" charset="0"/>
              <a:cs typeface="Amazon Ember" panose="020B0603020204020204" pitchFamily="34" charset="0"/>
            </a:endParaRPr>
          </a:p>
          <a:p>
            <a:pPr rtl="0">
              <a:spcAft>
                <a:spcPts val="600"/>
              </a:spcAft>
            </a:pPr>
            <a:r>
              <a:rPr lang="pt-BR" sz="1100" dirty="0">
                <a:latin typeface="Amazon Ember" panose="020B0603020204020204" pitchFamily="34" charset="0"/>
                <a:ea typeface="Amazon Ember" panose="020B0603020204020204" pitchFamily="34" charset="0"/>
                <a:cs typeface="Amazon Ember" panose="020B0603020204020204" pitchFamily="34" charset="0"/>
              </a:rPr>
              <a:t>Com a MFA, os usuários e os sistemas devem fornecer um </a:t>
            </a:r>
            <a:r>
              <a:rPr lang="pt-BR" sz="1100" b="1" dirty="0" err="1">
                <a:latin typeface="Amazon Ember" panose="020B0603020204020204" pitchFamily="34" charset="0"/>
                <a:ea typeface="Amazon Ember" panose="020B0603020204020204" pitchFamily="34" charset="0"/>
                <a:cs typeface="Amazon Ember" panose="020B0603020204020204" pitchFamily="34" charset="0"/>
              </a:rPr>
              <a:t>token</a:t>
            </a:r>
            <a:r>
              <a:rPr lang="pt-BR" sz="1100" b="1" dirty="0">
                <a:latin typeface="Amazon Ember" panose="020B0603020204020204" pitchFamily="34" charset="0"/>
                <a:ea typeface="Amazon Ember" panose="020B0603020204020204" pitchFamily="34" charset="0"/>
                <a:cs typeface="Amazon Ember" panose="020B0603020204020204" pitchFamily="34" charset="0"/>
              </a:rPr>
              <a:t> de MFA</a:t>
            </a:r>
            <a:r>
              <a:rPr lang="pt-BR" sz="1100" dirty="0">
                <a:latin typeface="Amazon Ember" panose="020B0603020204020204" pitchFamily="34" charset="0"/>
                <a:ea typeface="Amazon Ember" panose="020B0603020204020204" pitchFamily="34" charset="0"/>
                <a:cs typeface="Amazon Ember" panose="020B0603020204020204" pitchFamily="34" charset="0"/>
              </a:rPr>
              <a:t> (além das credenciais de </a:t>
            </a:r>
            <a:r>
              <a:rPr lang="pt-BR" sz="1100" dirty="0" err="1">
                <a:latin typeface="Amazon Ember" panose="020B0603020204020204" pitchFamily="34" charset="0"/>
                <a:ea typeface="Amazon Ember" panose="020B0603020204020204" pitchFamily="34" charset="0"/>
                <a:cs typeface="Amazon Ember" panose="020B0603020204020204" pitchFamily="34" charset="0"/>
              </a:rPr>
              <a:t>login</a:t>
            </a:r>
            <a:r>
              <a:rPr lang="pt-BR" sz="1100" dirty="0">
                <a:latin typeface="Amazon Ember" panose="020B0603020204020204" pitchFamily="34" charset="0"/>
                <a:ea typeface="Amazon Ember" panose="020B0603020204020204" pitchFamily="34" charset="0"/>
                <a:cs typeface="Amazon Ember" panose="020B0603020204020204" pitchFamily="34" charset="0"/>
              </a:rPr>
              <a:t> regulares) para que possam acessar os serviços e recursos da AWS.</a:t>
            </a:r>
            <a:endParaRPr lang="en-US" sz="1100" baseline="0" dirty="0">
              <a:latin typeface="Amazon Ember" panose="020B0603020204020204" pitchFamily="34" charset="0"/>
              <a:ea typeface="Amazon Ember" panose="020B0603020204020204" pitchFamily="34" charset="0"/>
              <a:cs typeface="Amazon Ember" panose="020B0603020204020204" pitchFamily="34" charset="0"/>
            </a:endParaRPr>
          </a:p>
          <a:p>
            <a:pPr rtl="0">
              <a:spcAft>
                <a:spcPts val="600"/>
              </a:spcAft>
            </a:pPr>
            <a:r>
              <a:rPr lang="pt-BR" sz="1100" dirty="0">
                <a:latin typeface="Amazon Ember" panose="020B0603020204020204" pitchFamily="34" charset="0"/>
                <a:ea typeface="Amazon Ember" panose="020B0603020204020204" pitchFamily="34" charset="0"/>
                <a:cs typeface="Amazon Ember" panose="020B0603020204020204" pitchFamily="34" charset="0"/>
              </a:rPr>
              <a:t>As opções para gerar o </a:t>
            </a:r>
            <a:r>
              <a:rPr lang="pt-BR" sz="1100" dirty="0" err="1">
                <a:latin typeface="Amazon Ember" panose="020B0603020204020204" pitchFamily="34" charset="0"/>
                <a:ea typeface="Amazon Ember" panose="020B0603020204020204" pitchFamily="34" charset="0"/>
                <a:cs typeface="Amazon Ember" panose="020B0603020204020204" pitchFamily="34" charset="0"/>
              </a:rPr>
              <a:t>token</a:t>
            </a:r>
            <a:r>
              <a:rPr lang="pt-BR" sz="1100" dirty="0">
                <a:latin typeface="Amazon Ember" panose="020B0603020204020204" pitchFamily="34" charset="0"/>
                <a:ea typeface="Amazon Ember" panose="020B0603020204020204" pitchFamily="34" charset="0"/>
                <a:cs typeface="Amazon Ember" panose="020B0603020204020204" pitchFamily="34" charset="0"/>
              </a:rPr>
              <a:t> de autenticação de MFA incluem </a:t>
            </a:r>
            <a:r>
              <a:rPr lang="pt-BR" sz="1100" b="1" dirty="0">
                <a:latin typeface="Amazon Ember" panose="020B0603020204020204" pitchFamily="34" charset="0"/>
                <a:ea typeface="Amazon Ember" panose="020B0603020204020204" pitchFamily="34" charset="0"/>
                <a:cs typeface="Amazon Ember" panose="020B0603020204020204" pitchFamily="34" charset="0"/>
              </a:rPr>
              <a:t>aplicativos compatíveis com MFA virtual</a:t>
            </a:r>
            <a:r>
              <a:rPr lang="pt-BR" sz="1100" dirty="0">
                <a:latin typeface="Amazon Ember" panose="020B0603020204020204" pitchFamily="34" charset="0"/>
                <a:ea typeface="Amazon Ember" panose="020B0603020204020204" pitchFamily="34" charset="0"/>
                <a:cs typeface="Amazon Ember" panose="020B0603020204020204" pitchFamily="34" charset="0"/>
              </a:rPr>
              <a:t> (como Google </a:t>
            </a:r>
            <a:r>
              <a:rPr lang="pt-BR" sz="1100" dirty="0" err="1">
                <a:latin typeface="Amazon Ember" panose="020B0603020204020204" pitchFamily="34" charset="0"/>
                <a:ea typeface="Amazon Ember" panose="020B0603020204020204" pitchFamily="34" charset="0"/>
                <a:cs typeface="Amazon Ember" panose="020B0603020204020204" pitchFamily="34" charset="0"/>
              </a:rPr>
              <a:t>Authenticator</a:t>
            </a:r>
            <a:r>
              <a:rPr lang="pt-BR" sz="1100" dirty="0">
                <a:latin typeface="Amazon Ember" panose="020B0603020204020204" pitchFamily="34" charset="0"/>
                <a:ea typeface="Amazon Ember" panose="020B0603020204020204" pitchFamily="34" charset="0"/>
                <a:cs typeface="Amazon Ember" panose="020B0603020204020204" pitchFamily="34" charset="0"/>
              </a:rPr>
              <a:t> ou </a:t>
            </a:r>
            <a:r>
              <a:rPr lang="pt-BR" sz="1100" dirty="0" err="1">
                <a:latin typeface="Amazon Ember" panose="020B0603020204020204" pitchFamily="34" charset="0"/>
                <a:ea typeface="Amazon Ember" panose="020B0603020204020204" pitchFamily="34" charset="0"/>
                <a:cs typeface="Amazon Ember" panose="020B0603020204020204" pitchFamily="34" charset="0"/>
              </a:rPr>
              <a:t>Authy</a:t>
            </a:r>
            <a:r>
              <a:rPr lang="pt-BR" sz="1100" dirty="0">
                <a:latin typeface="Amazon Ember" panose="020B0603020204020204" pitchFamily="34" charset="0"/>
                <a:ea typeface="Amazon Ember" panose="020B0603020204020204" pitchFamily="34" charset="0"/>
                <a:cs typeface="Amazon Ember" panose="020B0603020204020204" pitchFamily="34" charset="0"/>
              </a:rPr>
              <a:t> 2-Factor </a:t>
            </a:r>
            <a:r>
              <a:rPr lang="pt-BR" sz="1100" dirty="0" err="1">
                <a:latin typeface="Amazon Ember" panose="020B0603020204020204" pitchFamily="34" charset="0"/>
                <a:ea typeface="Amazon Ember" panose="020B0603020204020204" pitchFamily="34" charset="0"/>
                <a:cs typeface="Amazon Ember" panose="020B0603020204020204" pitchFamily="34" charset="0"/>
              </a:rPr>
              <a:t>Authentication</a:t>
            </a:r>
            <a:r>
              <a:rPr lang="pt-BR" sz="1100" dirty="0">
                <a:latin typeface="Amazon Ember" panose="020B0603020204020204" pitchFamily="34" charset="0"/>
                <a:ea typeface="Amazon Ember" panose="020B0603020204020204" pitchFamily="34" charset="0"/>
                <a:cs typeface="Amazon Ember" panose="020B0603020204020204" pitchFamily="34" charset="0"/>
              </a:rPr>
              <a:t>), </a:t>
            </a:r>
            <a:r>
              <a:rPr lang="pt-BR" sz="1100" b="1" dirty="0">
                <a:latin typeface="Amazon Ember" panose="020B0603020204020204" pitchFamily="34" charset="0"/>
                <a:ea typeface="Amazon Ember" panose="020B0603020204020204" pitchFamily="34" charset="0"/>
                <a:cs typeface="Amazon Ember" panose="020B0603020204020204" pitchFamily="34" charset="0"/>
              </a:rPr>
              <a:t>dispositivos de chave de segurança U2F</a:t>
            </a:r>
            <a:r>
              <a:rPr lang="pt-BR" sz="1100" b="0" dirty="0">
                <a:latin typeface="Amazon Ember" panose="020B0603020204020204" pitchFamily="34" charset="0"/>
                <a:ea typeface="Amazon Ember" panose="020B0603020204020204" pitchFamily="34" charset="0"/>
                <a:cs typeface="Amazon Ember" panose="020B0603020204020204" pitchFamily="34" charset="0"/>
              </a:rPr>
              <a:t> </a:t>
            </a:r>
            <a:r>
              <a:rPr lang="pt-BR" sz="1100" dirty="0">
                <a:latin typeface="Amazon Ember" panose="020B0603020204020204" pitchFamily="34" charset="0"/>
                <a:ea typeface="Amazon Ember" panose="020B0603020204020204" pitchFamily="34" charset="0"/>
                <a:cs typeface="Amazon Ember" panose="020B0603020204020204" pitchFamily="34" charset="0"/>
              </a:rPr>
              <a:t>e </a:t>
            </a:r>
            <a:r>
              <a:rPr lang="pt-BR" sz="1100" b="1" dirty="0">
                <a:latin typeface="Amazon Ember" panose="020B0603020204020204" pitchFamily="34" charset="0"/>
                <a:ea typeface="Amazon Ember" panose="020B0603020204020204" pitchFamily="34" charset="0"/>
                <a:cs typeface="Amazon Ember" panose="020B0603020204020204" pitchFamily="34" charset="0"/>
              </a:rPr>
              <a:t>dispositivos MFA de hardware</a:t>
            </a:r>
            <a:r>
              <a:rPr lang="pt-BR" sz="1100" dirty="0">
                <a:latin typeface="Amazon Ember" panose="020B0603020204020204" pitchFamily="34" charset="0"/>
                <a:ea typeface="Amazon Ember" panose="020B0603020204020204" pitchFamily="34" charset="0"/>
                <a:cs typeface="Amazon Ember" panose="020B0603020204020204" pitchFamily="34" charset="0"/>
              </a:rPr>
              <a:t>.</a:t>
            </a:r>
            <a:endParaRPr lang="en-US" sz="1100" baseline="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4982097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marL="0" marR="0" indent="0" algn="l" defTabSz="457200" rtl="0" eaLnBrk="1" fontAlgn="auto" latinLnBrk="0" hangingPunct="1">
              <a:lnSpc>
                <a:spcPct val="100000"/>
              </a:lnSpc>
              <a:spcBef>
                <a:spcPts val="0"/>
              </a:spcBef>
              <a:spcAft>
                <a:spcPts val="600"/>
              </a:spcAft>
              <a:buClrTx/>
              <a:buSzTx/>
              <a:buFontTx/>
              <a:buNone/>
              <a:tabLst/>
              <a:defRPr/>
            </a:pPr>
            <a:r>
              <a:rPr lang="pt-BR" sz="1100" b="1" dirty="0">
                <a:latin typeface="Amazon Ember" panose="020B0603020204020204" pitchFamily="34" charset="0"/>
                <a:ea typeface="Amazon Ember" panose="020B0603020204020204" pitchFamily="34" charset="0"/>
                <a:cs typeface="Amazon Ember" panose="020B0603020204020204" pitchFamily="34" charset="0"/>
              </a:rPr>
              <a:t>Autorização</a:t>
            </a:r>
            <a:r>
              <a:rPr lang="pt-BR" sz="1100" dirty="0">
                <a:latin typeface="Amazon Ember" panose="020B0603020204020204" pitchFamily="34" charset="0"/>
                <a:ea typeface="Amazon Ember" panose="020B0603020204020204" pitchFamily="34" charset="0"/>
                <a:cs typeface="Amazon Ember" panose="020B0603020204020204" pitchFamily="34" charset="0"/>
              </a:rPr>
              <a:t> é o processo de determinar quais </a:t>
            </a:r>
            <a:r>
              <a:rPr lang="pt-BR" sz="11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permissões</a:t>
            </a:r>
            <a:r>
              <a:rPr lang="pt-BR" sz="1100" dirty="0">
                <a:latin typeface="Amazon Ember" panose="020B0603020204020204" pitchFamily="34" charset="0"/>
                <a:ea typeface="Amazon Ember" panose="020B0603020204020204" pitchFamily="34" charset="0"/>
                <a:cs typeface="Amazon Ember" panose="020B0603020204020204" pitchFamily="34" charset="0"/>
              </a:rPr>
              <a:t> um </a:t>
            </a:r>
            <a:r>
              <a:rPr lang="pt-BR" sz="11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usuário, serviço ou aplicativo </a:t>
            </a:r>
            <a:r>
              <a:rPr lang="pt-BR" sz="1100" dirty="0">
                <a:latin typeface="Amazon Ember" panose="020B0603020204020204" pitchFamily="34" charset="0"/>
                <a:ea typeface="Amazon Ember" panose="020B0603020204020204" pitchFamily="34" charset="0"/>
                <a:cs typeface="Amazon Ember" panose="020B0603020204020204" pitchFamily="34" charset="0"/>
              </a:rPr>
              <a:t>deve receber. Depois que um </a:t>
            </a:r>
            <a:r>
              <a:rPr lang="pt-BR" sz="11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usuário</a:t>
            </a:r>
            <a:r>
              <a:rPr lang="pt-BR" sz="1100" dirty="0">
                <a:latin typeface="Amazon Ember" panose="020B0603020204020204" pitchFamily="34" charset="0"/>
                <a:ea typeface="Amazon Ember" panose="020B0603020204020204" pitchFamily="34" charset="0"/>
                <a:cs typeface="Amazon Ember" panose="020B0603020204020204" pitchFamily="34" charset="0"/>
              </a:rPr>
              <a:t> for autenticado, ele deverá ser autorizado a acessar os serviços da AWS.</a:t>
            </a:r>
            <a:endParaRPr lang="en-US" sz="1100" baseline="0" dirty="0">
              <a:latin typeface="Amazon Ember" panose="020B0603020204020204" pitchFamily="34" charset="0"/>
              <a:ea typeface="Amazon Ember" panose="020B0603020204020204" pitchFamily="34" charset="0"/>
              <a:cs typeface="Amazon Ember" panose="020B0603020204020204" pitchFamily="34" charset="0"/>
            </a:endParaRPr>
          </a:p>
          <a:p>
            <a:pPr marL="0" marR="0" indent="0" algn="l" defTabSz="457200" rtl="0" eaLnBrk="1" fontAlgn="auto" latinLnBrk="0" hangingPunct="1">
              <a:lnSpc>
                <a:spcPct val="100000"/>
              </a:lnSpc>
              <a:spcBef>
                <a:spcPts val="0"/>
              </a:spcBef>
              <a:spcAft>
                <a:spcPts val="600"/>
              </a:spcAft>
              <a:buClrTx/>
              <a:buSzTx/>
              <a:buFontTx/>
              <a:buNone/>
              <a:tabLst/>
              <a:defRPr/>
            </a:pP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Por padrão, os usuários do IAM não têm permissões para acessar nenhum recurso ou dados em uma conta da AWS. </a:t>
            </a:r>
            <a:r>
              <a:rPr lang="pt-BR" sz="1100" b="0" i="0" kern="1200" dirty="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rPr>
              <a:t>Em vez disso, você deve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conceder permissões explicitamente a um </a:t>
            </a:r>
            <a:r>
              <a:rPr lang="pt-BR" sz="1100" b="0" i="0" kern="1200" dirty="0">
                <a:solidFill>
                  <a:srgbClr val="000000"/>
                </a:solidFill>
                <a:effectLst/>
                <a:latin typeface="Amazon Ember" panose="020B0603020204020204" pitchFamily="34" charset="0"/>
                <a:ea typeface="Amazon Ember" panose="020B0603020204020204" pitchFamily="34" charset="0"/>
                <a:cs typeface="Amazon Ember" panose="020B0603020204020204" pitchFamily="34" charset="0"/>
              </a:rPr>
              <a:t>usuário, grupo ou função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por meio da criação de uma </a:t>
            </a:r>
            <a:r>
              <a:rPr lang="pt-BR" sz="1100" b="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política</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t>
            </a:r>
            <a:r>
              <a:rPr lang="pt-BR" sz="1100" dirty="0">
                <a:latin typeface="Amazon Ember" panose="020B0603020204020204" pitchFamily="34" charset="0"/>
                <a:ea typeface="Amazon Ember" panose="020B0603020204020204" pitchFamily="34" charset="0"/>
                <a:cs typeface="Amazon Ember" panose="020B0603020204020204" pitchFamily="34" charset="0"/>
              </a:rPr>
              <a:t> que é um documento no formato </a:t>
            </a:r>
            <a:r>
              <a:rPr lang="pt-BR" sz="105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J</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avaScript</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Object</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Notation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(JSON)</a:t>
            </a:r>
            <a:r>
              <a:rPr lang="pt-BR" sz="1100" dirty="0">
                <a:latin typeface="Amazon Ember" panose="020B0603020204020204" pitchFamily="34" charset="0"/>
                <a:ea typeface="Amazon Ember" panose="020B0603020204020204" pitchFamily="34" charset="0"/>
                <a:cs typeface="Amazon Ember" panose="020B0603020204020204" pitchFamily="34" charset="0"/>
              </a:rPr>
              <a:t>. Uma política lista permissões que </a:t>
            </a:r>
            <a:r>
              <a:rPr lang="pt-BR" sz="11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permitem</a:t>
            </a:r>
            <a:r>
              <a:rPr lang="pt-BR" sz="1100" dirty="0">
                <a:latin typeface="Amazon Ember" panose="020B0603020204020204" pitchFamily="34" charset="0"/>
                <a:ea typeface="Amazon Ember" panose="020B0603020204020204" pitchFamily="34" charset="0"/>
                <a:cs typeface="Amazon Ember" panose="020B0603020204020204" pitchFamily="34" charset="0"/>
              </a:rPr>
              <a:t> ou negam acesso a recursos na </a:t>
            </a:r>
            <a:r>
              <a:rPr lang="pt-BR" sz="11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conta</a:t>
            </a:r>
            <a:r>
              <a:rPr lang="pt-BR" sz="1100" dirty="0">
                <a:latin typeface="Amazon Ember" panose="020B0603020204020204" pitchFamily="34" charset="0"/>
                <a:ea typeface="Amazon Ember" panose="020B0603020204020204" pitchFamily="34" charset="0"/>
                <a:cs typeface="Amazon Ember" panose="020B0603020204020204" pitchFamily="34" charset="0"/>
              </a:rPr>
              <a:t> da AWS.</a:t>
            </a:r>
          </a:p>
          <a:p>
            <a:pPr marL="0" marR="0" indent="0" algn="l" defTabSz="457200" rtl="0" eaLnBrk="1" fontAlgn="auto" latinLnBrk="0" hangingPunct="1">
              <a:lnSpc>
                <a:spcPct val="100000"/>
              </a:lnSpc>
              <a:spcBef>
                <a:spcPts val="0"/>
              </a:spcBef>
              <a:spcAft>
                <a:spcPts val="600"/>
              </a:spcAft>
              <a:buClrTx/>
              <a:buSzTx/>
              <a:buFontTx/>
              <a:buNone/>
              <a:tabLst/>
              <a:defRPr/>
            </a:pPr>
            <a:endParaRPr lang="en-US" sz="1100" b="0" i="0" kern="1200" baseline="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marL="0" marR="0" indent="0" algn="l" defTabSz="457200" rtl="0" eaLnBrk="1" fontAlgn="auto" latinLnBrk="0" hangingPunct="1">
              <a:lnSpc>
                <a:spcPct val="100000"/>
              </a:lnSpc>
              <a:spcBef>
                <a:spcPts val="0"/>
              </a:spcBef>
              <a:spcAft>
                <a:spcPts val="600"/>
              </a:spcAft>
              <a:buClrTx/>
              <a:buSzTx/>
              <a:buFontTx/>
              <a:buNone/>
              <a:tabLst/>
              <a:defRPr/>
            </a:pPr>
            <a:endParaRPr lang="en-US" sz="1100" b="0" i="0" kern="1200" baseline="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3176456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b="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ara atribuir permissão a um usuário, grupo ou função, você deve criar uma</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política do IAM</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(ou encontrar uma política existente na conta). Não há permissões padrão. Todas as ações na conta são negadas ao usuário por padrão (</a:t>
            </a:r>
            <a:r>
              <a:rPr lang="pt-BR" sz="110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negação implícita</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 menos que elas sejam explicitamente permitidas. Qualquer ação que você não permita explicitamente é negada. Todas as ações que você negar explicitamente serão sempre negadas.</a:t>
            </a: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princípio do privilégio mínimo</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é um conceito importante na segurança da computação. Ele consiste em conceder apenas os privilégios mínimos necessários para o usuário, de acordo com as necessidades de seus usuários. Ao criar políticas do IAM, é uma prática recomendada seguir essa orientação de segurança de concessão de </a:t>
            </a:r>
            <a:r>
              <a:rPr lang="pt-BR" sz="1100" b="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privilégio mínimo</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Determine o que os usuários precisam fazer e, em seguida, crie políticas para eles que permitam que eles executem </a:t>
            </a:r>
            <a:r>
              <a:rPr lang="pt-BR" sz="1100" b="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apenas</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essas tarefas. Comece com um conjunto mínimo de permissões e conceda permissões adicionais conforme necessário. Isso é mais seguro do que começar com permissões muito amplas e depois tentar bloquear as permissões concedidas.</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O escopo das configurações de serviço do IAM é </a:t>
            </a:r>
            <a:r>
              <a:rPr lang="pt-BR" sz="1100" b="1" dirty="0">
                <a:latin typeface="Amazon Ember" panose="020B0603020204020204" pitchFamily="34" charset="0"/>
                <a:ea typeface="Amazon Ember" panose="020B0603020204020204" pitchFamily="34" charset="0"/>
                <a:cs typeface="Amazon Ember" panose="020B0603020204020204" pitchFamily="34" charset="0"/>
              </a:rPr>
              <a:t>global</a:t>
            </a:r>
            <a:r>
              <a:rPr lang="pt-BR" sz="1100" dirty="0">
                <a:latin typeface="Amazon Ember" panose="020B0603020204020204" pitchFamily="34" charset="0"/>
                <a:ea typeface="Amazon Ember" panose="020B0603020204020204" pitchFamily="34" charset="0"/>
                <a:cs typeface="Amazon Ember" panose="020B0603020204020204" pitchFamily="34" charset="0"/>
              </a:rPr>
              <a:t>. As configurações não são definidas no nível da região da AWS. As configurações do IAM se aplicam a todas as regiões da AWS.</a:t>
            </a:r>
          </a:p>
        </p:txBody>
      </p:sp>
    </p:spTree>
    <p:extLst>
      <p:ext uri="{BB962C8B-B14F-4D97-AF65-F5344CB8AC3E}">
        <p14:creationId xmlns:p14="http://schemas.microsoft.com/office/powerpoint/2010/main" val="18576937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705065"/>
          </a:xfrm>
        </p:spPr>
        <p:txBody>
          <a:bodyPr rtlCol="0"/>
          <a:lstStyle/>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Uma política do IAM é uma declaração formal de permissões que serão concedidas a uma entidade. As políticas podem ser anexadas a qualquer entidade do IAM. As entidades incluem usuários, grupos, funções ou recursos. Por exemplo, você pode anexar uma política aos recursos da AWS que bloquearão todas as solicitações que não vierem de um intervalo de endereços IP (Internet </a:t>
            </a:r>
            <a:r>
              <a:rPr lang="pt-BR" sz="1100" dirty="0" err="1">
                <a:latin typeface="Amazon Ember" panose="020B0603020204020204" pitchFamily="34" charset="0"/>
                <a:ea typeface="Amazon Ember" panose="020B0603020204020204" pitchFamily="34" charset="0"/>
                <a:cs typeface="Amazon Ember" panose="020B0603020204020204" pitchFamily="34" charset="0"/>
              </a:rPr>
              <a:t>Protocol</a:t>
            </a:r>
            <a:r>
              <a:rPr lang="pt-BR" sz="1100" dirty="0">
                <a:latin typeface="Amazon Ember" panose="020B0603020204020204" pitchFamily="34" charset="0"/>
                <a:ea typeface="Amazon Ember" panose="020B0603020204020204" pitchFamily="34" charset="0"/>
                <a:cs typeface="Amazon Ember" panose="020B0603020204020204" pitchFamily="34" charset="0"/>
              </a:rPr>
              <a:t>) aprovado. As políticas especificam quais ações são permitidas, em quais recursos permitir as ações e qual será o efeito quando o usuário solicitar acesso aos recursos.</a:t>
            </a: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ordem em que as políticas são avaliadas não tem efeito no resultado da avaliação. Todas as políticas são avaliadas, e o resultado é sempre que a solicitação é permitida ou negada. Quando há um conflito, a política mais restritiva se aplica.</a:t>
            </a: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Há dois tipos de políticas do IAM. As </a:t>
            </a:r>
            <a:r>
              <a:rPr lang="pt-BR" sz="1100" b="1" kern="1200" dirty="0">
                <a:effectLst/>
                <a:latin typeface="Amazon Ember" panose="020B0603020204020204" pitchFamily="34" charset="0"/>
                <a:ea typeface="Amazon Ember" panose="020B0603020204020204" pitchFamily="34" charset="0"/>
                <a:cs typeface="Amazon Ember" panose="020B0603020204020204" pitchFamily="34" charset="0"/>
              </a:rPr>
              <a:t>políticas baseadas em identidade </a:t>
            </a:r>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são políticas de permissões que você pode anexar a uma entidade principal (ou identidade), como um usuário, função ou grupo do IAM. Essas políticas controlam quais ações essa identidade pode realizar, em quais recursos e em que condições. As políticas baseadas em identidade podem ser categorizadas como:</a:t>
            </a:r>
          </a:p>
          <a:p>
            <a:pPr marL="171450" indent="-171450" rtl="0">
              <a:buFont typeface="Arial" panose="020B0604020202020204" pitchFamily="34" charset="0"/>
              <a:buChar char="•"/>
            </a:pPr>
            <a:r>
              <a:rPr lang="pt-BR" sz="1100" b="1" kern="1200" dirty="0">
                <a:effectLst/>
                <a:latin typeface="Amazon Ember" panose="020B0603020204020204" pitchFamily="34" charset="0"/>
                <a:ea typeface="Amazon Ember" panose="020B0603020204020204" pitchFamily="34" charset="0"/>
                <a:cs typeface="Amazon Ember" panose="020B0603020204020204" pitchFamily="34" charset="0"/>
              </a:rPr>
              <a:t>Políticas gerenciadas: </a:t>
            </a:r>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políticas independentes baseadas em identidade que você pode anexar a vários usuários, grupos e funções em sua conta da AWS</a:t>
            </a:r>
          </a:p>
          <a:p>
            <a:pPr marL="171450" indent="-171450" rtl="0">
              <a:buFont typeface="Arial" panose="020B0604020202020204" pitchFamily="34" charset="0"/>
              <a:buChar char="•"/>
            </a:pPr>
            <a:r>
              <a:rPr lang="pt-BR" sz="1100" b="1" kern="1200" dirty="0">
                <a:effectLst/>
                <a:latin typeface="Amazon Ember" panose="020B0603020204020204" pitchFamily="34" charset="0"/>
                <a:ea typeface="Amazon Ember" panose="020B0603020204020204" pitchFamily="34" charset="0"/>
                <a:cs typeface="Amazon Ember" panose="020B0603020204020204" pitchFamily="34" charset="0"/>
              </a:rPr>
              <a:t>Políticas em linha: </a:t>
            </a:r>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políticas que você cria e gerencia e que são incorporadas diretamente em um único usuário, grupo ou função.</a:t>
            </a:r>
          </a:p>
          <a:p>
            <a:pPr marL="171450" indent="-171450" rtl="0">
              <a:buFont typeface="Arial" panose="020B0604020202020204" pitchFamily="34" charset="0"/>
              <a:buChar char="•"/>
            </a:pPr>
            <a:endParaRPr lang="en-US" sz="1100" kern="1200" baseline="0" dirty="0">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As </a:t>
            </a:r>
            <a:r>
              <a:rPr lang="pt-BR" sz="1100" b="1" kern="1200" dirty="0">
                <a:effectLst/>
                <a:latin typeface="Amazon Ember" panose="020B0603020204020204" pitchFamily="34" charset="0"/>
                <a:ea typeface="Amazon Ember" panose="020B0603020204020204" pitchFamily="34" charset="0"/>
                <a:cs typeface="Amazon Ember" panose="020B0603020204020204" pitchFamily="34" charset="0"/>
              </a:rPr>
              <a:t>políticas baseadas em recursos </a:t>
            </a:r>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são documentos de política JSON que você anexa a um recurso, como um </a:t>
            </a:r>
            <a:r>
              <a:rPr lang="pt-BR" sz="1100" kern="1200" dirty="0" err="1">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 do S3. Essas políticas controlam quais ações uma entidade principal pode realizar nesse recurso e em que condições.</a:t>
            </a:r>
            <a:endParaRPr lang="en-US" sz="1100" kern="1200" baseline="0" dirty="0">
              <a:effectLst/>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4660878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Como mencionado anteriormente, os documentos de política do IAM são escritos em JSON.</a:t>
            </a: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exemplo de política do IAM concede aos usuários acesso apenas aos seguintes recursos:</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tabela do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DynamoDB</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cujo nome é representado por </a:t>
            </a:r>
            <a:r>
              <a:rPr lang="pt-BR" sz="1100" i="1"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table-name</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do S3 da conta da AWS, cujo nome é representado por </a:t>
            </a:r>
            <a:r>
              <a:rPr lang="pt-BR" sz="1100" i="1"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bucket-name</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e todos os objetos que ela contém.</a:t>
            </a:r>
          </a:p>
          <a:p>
            <a:pPr marL="0" lvl="0" indent="0" rtl="0">
              <a:buFont typeface="Arial" panose="020B0604020202020204" pitchFamily="34" charset="0"/>
              <a:buNone/>
            </a:pP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política do IAM também inclui um elemento de negação explícita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Effect</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Deny</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O elemento </a:t>
            </a:r>
            <a:r>
              <a:rPr lang="pt-BR" sz="1100" b="1"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NotResource</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ajuda a garantir que os usuários não possam usar nenhuma outra ação ou recurso do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DynamoDB</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ou do S3, exceto os especificados na política, mesmo que as permissões tenham sido concedidas em outra política. Uma instrução de negação explícita tem precedência sobre uma instrução de permissão.</a:t>
            </a:r>
          </a:p>
        </p:txBody>
      </p:sp>
    </p:spTree>
    <p:extLst>
      <p:ext uri="{BB962C8B-B14F-4D97-AF65-F5344CB8AC3E}">
        <p14:creationId xmlns:p14="http://schemas.microsoft.com/office/powerpoint/2010/main" val="38109567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74068"/>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0" kern="1200" dirty="0">
                <a:effectLst/>
                <a:latin typeface="Amazon Ember" panose="020B0603020204020204" pitchFamily="34" charset="0"/>
                <a:ea typeface="Amazon Ember" panose="020B0603020204020204" pitchFamily="34" charset="0"/>
                <a:cs typeface="Amazon Ember" panose="020B0603020204020204" pitchFamily="34" charset="0"/>
              </a:rPr>
              <a:t>Embora as </a:t>
            </a:r>
            <a:r>
              <a:rPr lang="pt-BR" sz="1100" b="0" i="1" kern="1200" dirty="0">
                <a:effectLst/>
                <a:latin typeface="Amazon Ember" panose="020B0603020204020204" pitchFamily="34" charset="0"/>
                <a:ea typeface="Amazon Ember" panose="020B0603020204020204" pitchFamily="34" charset="0"/>
                <a:cs typeface="Amazon Ember" panose="020B0603020204020204" pitchFamily="34" charset="0"/>
              </a:rPr>
              <a:t>p</a:t>
            </a:r>
            <a:r>
              <a:rPr lang="pt-BR" sz="1100" i="1" dirty="0">
                <a:latin typeface="Amazon Ember" panose="020B0603020204020204" pitchFamily="34" charset="0"/>
                <a:ea typeface="Amazon Ember" panose="020B0603020204020204" pitchFamily="34" charset="0"/>
                <a:cs typeface="Amazon Ember" panose="020B0603020204020204" pitchFamily="34" charset="0"/>
              </a:rPr>
              <a:t>olíticas baseadas em identidade </a:t>
            </a:r>
            <a:r>
              <a:rPr lang="pt-BR" sz="1100" dirty="0">
                <a:latin typeface="Amazon Ember" panose="020B0603020204020204" pitchFamily="34" charset="0"/>
                <a:ea typeface="Amazon Ember" panose="020B0603020204020204" pitchFamily="34" charset="0"/>
                <a:cs typeface="Amazon Ember" panose="020B0603020204020204" pitchFamily="34" charset="0"/>
              </a:rPr>
              <a:t>estejam anexadas a um usuário, um grupo ou uma função</a:t>
            </a:r>
            <a:r>
              <a:rPr lang="pt-BR" sz="1100" b="0" kern="1200" dirty="0">
                <a:effectLst/>
                <a:latin typeface="Amazon Ember" panose="020B0603020204020204" pitchFamily="34" charset="0"/>
                <a:ea typeface="Amazon Ember" panose="020B0603020204020204" pitchFamily="34" charset="0"/>
                <a:cs typeface="Amazon Ember" panose="020B0603020204020204" pitchFamily="34" charset="0"/>
              </a:rPr>
              <a:t>, as </a:t>
            </a:r>
            <a:r>
              <a:rPr lang="pt-BR" sz="1100" b="1" kern="1200" dirty="0">
                <a:effectLst/>
                <a:latin typeface="Amazon Ember" panose="020B0603020204020204" pitchFamily="34" charset="0"/>
                <a:ea typeface="Amazon Ember" panose="020B0603020204020204" pitchFamily="34" charset="0"/>
                <a:cs typeface="Amazon Ember" panose="020B0603020204020204" pitchFamily="34" charset="0"/>
              </a:rPr>
              <a:t>políticas baseadas em recursos </a:t>
            </a:r>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são anexadas a um recurso, como um </a:t>
            </a:r>
            <a:r>
              <a:rPr lang="pt-BR" sz="1100" kern="1200" dirty="0" err="1">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 do S3. Essas políticas especificam quem pode acessar o recurso e quais ações podem ser executadas nele.</a:t>
            </a:r>
            <a:endParaRPr lang="en-US" sz="1100" kern="1200" baseline="0" dirty="0">
              <a:effectLst/>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baseline="0" dirty="0">
              <a:effectLst/>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As políticas baseadas em recursos são definidas somente </a:t>
            </a:r>
            <a:r>
              <a:rPr lang="pt-BR" sz="1100" b="1" kern="1200" dirty="0">
                <a:effectLst/>
                <a:latin typeface="Amazon Ember" panose="020B0603020204020204" pitchFamily="34" charset="0"/>
                <a:ea typeface="Amazon Ember" panose="020B0603020204020204" pitchFamily="34" charset="0"/>
                <a:cs typeface="Amazon Ember" panose="020B0603020204020204" pitchFamily="34" charset="0"/>
              </a:rPr>
              <a:t>em linha</a:t>
            </a:r>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 o que significa que você define a política no próprio recurso, em vez de criar um documento de política do IAM separado que você anexa. Por exemplo, para criar uma política de </a:t>
            </a:r>
            <a:r>
              <a:rPr lang="pt-BR" sz="1100" kern="1200" dirty="0" err="1">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 do S3 (um tipo de política baseada em recursos) em um </a:t>
            </a:r>
            <a:r>
              <a:rPr lang="pt-BR" sz="1100" kern="1200" dirty="0" err="1">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 do S3, navegue até o </a:t>
            </a:r>
            <a:r>
              <a:rPr lang="pt-BR" sz="1100" kern="1200" dirty="0" err="1">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 clique na guia </a:t>
            </a:r>
            <a:r>
              <a:rPr lang="pt-BR" sz="1100" b="1" kern="1200" dirty="0" err="1">
                <a:effectLst/>
                <a:latin typeface="Amazon Ember" panose="020B0603020204020204" pitchFamily="34" charset="0"/>
                <a:ea typeface="Amazon Ember" panose="020B0603020204020204" pitchFamily="34" charset="0"/>
                <a:cs typeface="Amazon Ember" panose="020B0603020204020204" pitchFamily="34" charset="0"/>
              </a:rPr>
              <a:t>Permissions</a:t>
            </a:r>
            <a:r>
              <a:rPr lang="pt-BR" sz="1100" b="1" kern="1200" dirty="0">
                <a:effectLst/>
                <a:latin typeface="Amazon Ember" panose="020B0603020204020204" pitchFamily="34" charset="0"/>
                <a:ea typeface="Amazon Ember" panose="020B0603020204020204" pitchFamily="34" charset="0"/>
                <a:cs typeface="Amazon Ember" panose="020B0603020204020204" pitchFamily="34" charset="0"/>
              </a:rPr>
              <a:t> (Permissões)</a:t>
            </a:r>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 clique no botão </a:t>
            </a:r>
            <a:r>
              <a:rPr lang="pt-BR" sz="1100" b="1" kern="1200" dirty="0" err="1">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b="1" kern="1200" dirty="0">
                <a:effectLst/>
                <a:latin typeface="Amazon Ember" panose="020B0603020204020204" pitchFamily="34" charset="0"/>
                <a:ea typeface="Amazon Ember" panose="020B0603020204020204" pitchFamily="34" charset="0"/>
                <a:cs typeface="Amazon Ember" panose="020B0603020204020204" pitchFamily="34" charset="0"/>
              </a:rPr>
              <a:t> </a:t>
            </a:r>
            <a:r>
              <a:rPr lang="pt-BR" sz="1100" b="1" kern="1200" dirty="0" err="1">
                <a:effectLst/>
                <a:latin typeface="Amazon Ember" panose="020B0603020204020204" pitchFamily="34" charset="0"/>
                <a:ea typeface="Amazon Ember" panose="020B0603020204020204" pitchFamily="34" charset="0"/>
                <a:cs typeface="Amazon Ember" panose="020B0603020204020204" pitchFamily="34" charset="0"/>
              </a:rPr>
              <a:t>Policy</a:t>
            </a:r>
            <a:r>
              <a:rPr lang="pt-BR" sz="1100" b="1" kern="1200" dirty="0">
                <a:effectLst/>
                <a:latin typeface="Amazon Ember" panose="020B0603020204020204" pitchFamily="34" charset="0"/>
                <a:ea typeface="Amazon Ember" panose="020B0603020204020204" pitchFamily="34" charset="0"/>
                <a:cs typeface="Amazon Ember" panose="020B0603020204020204" pitchFamily="34" charset="0"/>
              </a:rPr>
              <a:t> (Política de </a:t>
            </a:r>
            <a:r>
              <a:rPr lang="pt-BR" sz="1100" b="1" kern="1200" dirty="0" err="1">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b="1" kern="1200" dirty="0">
                <a:effectLst/>
                <a:latin typeface="Amazon Ember" panose="020B0603020204020204" pitchFamily="34" charset="0"/>
                <a:ea typeface="Amazon Ember" panose="020B0603020204020204" pitchFamily="34" charset="0"/>
                <a:cs typeface="Amazon Ember" panose="020B0603020204020204" pitchFamily="34" charset="0"/>
              </a:rPr>
              <a:t>)</a:t>
            </a:r>
            <a:r>
              <a:rPr lang="pt-BR" sz="1100" kern="1200" dirty="0">
                <a:effectLst/>
                <a:latin typeface="Amazon Ember" panose="020B0603020204020204" pitchFamily="34" charset="0"/>
                <a:ea typeface="Amazon Ember" panose="020B0603020204020204" pitchFamily="34" charset="0"/>
                <a:cs typeface="Amazon Ember" panose="020B0603020204020204" pitchFamily="34" charset="0"/>
              </a:rPr>
              <a:t> e defina o documento de política formatado em JSON.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Uma lista de controle de acesso (ACL) do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S3 é outro exemplo de uma política baseada em recursos.</a:t>
            </a:r>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diagrama mostra duas maneiras diferentes de conceder ao usuário </a:t>
            </a:r>
            <a:r>
              <a:rPr lang="pt-BR" sz="1100" b="0" i="1"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MaryMajor</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acesso a objetos no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do S3 chamado </a:t>
            </a:r>
            <a:r>
              <a:rPr lang="pt-BR" sz="1100" b="0" i="1"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photos</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À esquerda, você vê um exemplo de uma política baseada em identidade. Uma política do IAM que concede acesso ao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do S3 é anexada ao usuário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MaryMajor</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À direita, você vê um exemplo de uma política baseada em recursos. A política de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do S3 para 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1"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photos</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especifica que o usuário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MaryMajor</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tem permissão para listar e ler os objetos no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t>
            </a:r>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V</a:t>
            </a:r>
            <a:r>
              <a:rPr lang="pt-BR" sz="1100" dirty="0">
                <a:latin typeface="Amazon Ember" panose="020B0603020204020204" pitchFamily="34" charset="0"/>
                <a:ea typeface="Amazon Ember" panose="020B0603020204020204" pitchFamily="34" charset="0"/>
                <a:cs typeface="Amazon Ember" panose="020B0603020204020204" pitchFamily="34" charset="0"/>
              </a:rPr>
              <a:t>ocê pode definir uma instrução de negação em uma política de </a:t>
            </a:r>
            <a:r>
              <a:rPr lang="pt-BR" sz="1100" dirty="0" err="1">
                <a:latin typeface="Amazon Ember" panose="020B0603020204020204" pitchFamily="34" charset="0"/>
                <a:ea typeface="Amazon Ember" panose="020B0603020204020204" pitchFamily="34" charset="0"/>
                <a:cs typeface="Amazon Ember" panose="020B0603020204020204" pitchFamily="34" charset="0"/>
              </a:rPr>
              <a:t>bucket</a:t>
            </a:r>
            <a:r>
              <a:rPr lang="pt-BR" sz="1100" dirty="0">
                <a:latin typeface="Amazon Ember" panose="020B0603020204020204" pitchFamily="34" charset="0"/>
                <a:ea typeface="Amazon Ember" panose="020B0603020204020204" pitchFamily="34" charset="0"/>
                <a:cs typeface="Amazon Ember" panose="020B0603020204020204" pitchFamily="34" charset="0"/>
              </a:rPr>
              <a:t> para restringir o acesso a usuários específicos do IAM, mesmo que os usuários tenham acesso em uma política separada baseada em identidade.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Uma instrução de negação explícita sempre terá precedência sobre qualquer instrução de permissão.</a:t>
            </a:r>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41418174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As políticas do IAM permitem ajustar privilégios que são concedidos a usuários, grupos e funções do IAM.</a:t>
            </a: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Quando o IAM determina se uma permissão é permitida, ele primeiro verifica a existência de qualquer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política de negação explícita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aplicável. Se não houver uma negação explícita, ele verificará se há alguma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política de permissão explícita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aplicável. Se não houver uma política de negação explícita nem uma de permissão explícita, o IAM reverterá para o padrão, que é negar o acesso. Esse processo é chamado de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negação implícita</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O usuário terá permissão para realizar a ação somente se a ação solicitada </a:t>
            </a:r>
            <a:r>
              <a:rPr lang="pt-BR" sz="110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não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for explicitamente negada e </a:t>
            </a:r>
            <a:r>
              <a:rPr lang="pt-BR" sz="110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for</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explicitamente permitida.</a:t>
            </a: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100" dirty="0">
                <a:latin typeface="Amazon Ember" panose="020B0603020204020204" pitchFamily="34" charset="0"/>
                <a:ea typeface="Amazon Ember" panose="020B0603020204020204" pitchFamily="34" charset="0"/>
                <a:cs typeface="Amazon Ember" panose="020B0603020204020204" pitchFamily="34" charset="0"/>
              </a:rPr>
              <a:t>Pode ser difícil descobrir se o acesso a um recurso será concedido a uma entidade do IAM quando você desenvolver políticas do IAM. O </a:t>
            </a:r>
            <a:r>
              <a:rPr lang="pt-BR" sz="1100" dirty="0">
                <a:latin typeface="Amazon Ember" panose="020B0603020204020204" pitchFamily="34" charset="0"/>
                <a:ea typeface="Amazon Ember" panose="020B0603020204020204" pitchFamily="34" charset="0"/>
                <a:cs typeface="Amazon Ember" panose="020B0603020204020204" pitchFamily="34" charset="0"/>
                <a:hlinkClick r:id="rId3"/>
              </a:rPr>
              <a:t>Simulador de políticas do IAM</a:t>
            </a:r>
            <a:r>
              <a:rPr lang="pt-BR" sz="1100" dirty="0">
                <a:latin typeface="Amazon Ember" panose="020B0603020204020204" pitchFamily="34" charset="0"/>
                <a:ea typeface="Amazon Ember" panose="020B0603020204020204" pitchFamily="34" charset="0"/>
                <a:cs typeface="Amazon Ember" panose="020B0603020204020204" pitchFamily="34" charset="0"/>
              </a:rPr>
              <a:t> é uma ferramenta útil para testar e solucionar problemas de políticas do IAM.</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5672996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984033"/>
          </a:xfrm>
        </p:spPr>
        <p:txBody>
          <a:bodyPr rtlCol="0"/>
          <a:lstStyle/>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Um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grupo do</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IAM</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é um conjunto de usuários do IAM. Os grupos do IAM oferecem uma maneira prática de especificar permissões para um conjunto de usuários, o que pode facilitar o gerenciamento das permissões para esses usuários.</a:t>
            </a: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Por exemplo, você pode criar um grupo do IAM chamado </a:t>
            </a:r>
            <a:r>
              <a:rPr lang="pt-BR" sz="1100" b="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Desenvolvedores</a:t>
            </a:r>
            <a:r>
              <a:rPr lang="pt-BR" sz="110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 anexar uma ou várias políticas do IAM a esse grupo que concedem as permissões de acesso a recursos da AWS de que os desenvolvedores geralmente precisam. Qualquer usuário que você adicionar ao grupo Desenvolvedores terá automaticamente as permissões atribuídas ao grupo. Nesse caso, você não precisa anexar as políticas do IAM diretamente ao usuário. Se um novo usuário ingressa em sua organização e precisa receber privilégios de desenvolvedor, você pode simplesmente adicioná-lo ao grupo Desenvolvedores. Da mesma forma, se uma pessoa muda de função em sua organização, em vez de editar as permissões desse usuário, basta removê-lo do grupo.</a:t>
            </a: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Características importantes dos grupos do IAM:</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Um grupo pode conter vários usuários, e um usuário pode pertencer a vários grupos.</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Os grupos não podem ser aninhados. Um grupo pode conter apenas usuários, não outros grupos.</a:t>
            </a:r>
          </a:p>
          <a:p>
            <a:pPr marL="171450" lvl="0" indent="-171450" rtl="0">
              <a:buFont typeface="Arial" panose="020B0604020202020204" pitchFamily="34" charset="0"/>
              <a:buChar cha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Não há um grupo padrão que inclua automaticamente todos os usuários na conta da AWS. Se você quiser ter um grupo com todos os usuários da conta, precisará criar o grupo e adicionar cada novo usuário a ele.</a:t>
            </a: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marL="171450" lvl="0" indent="-171450" rtl="0">
              <a:buFont typeface="Arial" panose="020B0604020202020204" pitchFamily="34" charset="0"/>
              <a:buChar char="•"/>
            </a:pP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spcBef>
                <a:spcPts val="600"/>
              </a:spcBef>
            </a:pP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597713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829050"/>
          </a:xfrm>
        </p:spPr>
        <p:txBody>
          <a:bodyPr rtlCol="0"/>
          <a:lstStyle/>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Uma </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função do IAM</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é uma identidade do IAM que você pode criar em sua conta que tenha permissões específicas. Uma função do IAM é </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semelhante a um usuário do IAM</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porque também é uma identidade da AWS à qual você pode anexar políticas de permissões, e essas permissões determinam o que a identidade pode e não pode fazer na AWS. No entanto, em vez de ser exclusivamente associada a uma pessoa, uma função destina-se a ser assumida por qualquer pessoa que precisar. Além disso, uma função não tem credenciais de longo prazo padrão, como uma senha ou chaves de acesso, associadas a ela. Em vez disso, quando você assume uma função, ela fornece credenciais de segurança temporárias para a sessão da função.</a:t>
            </a: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Você pode</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usar funções para delegar acesso a usuários, aplicativos ou serviços</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que normalmente não têm acesso aos seus recursos da AWS. Por exemplo, você pode conceder aos usuários em sua conta da AWS acesso a recursos que normalmente eles não têm ou conceder aos usuários em uma conta da AWS acesso a recursos em outra conta. Também pode permitir que um aplicativo móvel use recursos da AWS, mas não incorporar chaves da AWS no aplicativo (quando for difícil alterá-las e quando os usuários poderão extraí-las e usá-las indevidamente). Além disso, às vezes você deseja conceder acesso à AWS a usuários que já têm identidades definidas fora da AWS, como no diretório corporativo. Você também pode conceder acesso à sua conta a terceiros, para que eles possam realizar uma auditoria em seus recursos.</a:t>
            </a:r>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Para todos esses exemplos de casos de uso, as funções do IAM são um componente essencial para a implantação da nuvem.</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34290412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No diagrama, um desenvolvedor executa um aplicativo em uma instância do EC2 que requer acesso ao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do S3 chamado </a:t>
            </a:r>
            <a:r>
              <a:rPr lang="pt-BR" sz="1100" i="1" dirty="0" err="1">
                <a:latin typeface="Amazon Ember" panose="020B0603020204020204" pitchFamily="34" charset="0"/>
                <a:ea typeface="Amazon Ember" panose="020B0603020204020204" pitchFamily="34" charset="0"/>
                <a:cs typeface="Amazon Ember" panose="020B0603020204020204" pitchFamily="34" charset="0"/>
              </a:rPr>
              <a:t>photos</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Um administrador cria a função do IAM e anexa a função à instância do EC2. A função inclui uma política de permissões que concede acesso somente leitura ao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do S3 especificado. Ele também inclui uma política de confiança que permite que a instância do EC2 assuma a função e recupere as credenciais temporárias. Quando o aplicativo é executado na instância, ele pode usar as credenciais temporárias da função para acessar 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1"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photos</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O administrador não precisa conceder ao desenvolvedor do aplicativo permissão para acessar 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bucket</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photos</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e o desenvolvedor nunca precisa compartilhar ou gerenciar credenciais.</a:t>
            </a:r>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Para saber mais detalhes sobre este exemplo, consulte </a:t>
            </a:r>
            <a:r>
              <a:rPr lang="pt-BR" sz="1100" dirty="0">
                <a:latin typeface="Amazon Ember" panose="020B0603020204020204" pitchFamily="34" charset="0"/>
                <a:ea typeface="Amazon Ember" panose="020B0603020204020204" pitchFamily="34" charset="0"/>
                <a:cs typeface="Amazon Ember" panose="020B0603020204020204" pitchFamily="34" charset="0"/>
                <a:hlinkClick r:id="rId3"/>
              </a:rPr>
              <a:t>Uso de uma função do IAM para conceder permissões a aplicativos em execução em instâncias do </a:t>
            </a:r>
            <a:r>
              <a:rPr lang="pt-BR" sz="1100" dirty="0" err="1">
                <a:latin typeface="Amazon Ember" panose="020B0603020204020204" pitchFamily="34" charset="0"/>
                <a:ea typeface="Amazon Ember" panose="020B0603020204020204" pitchFamily="34" charset="0"/>
                <a:cs typeface="Amazon Ember" panose="020B0603020204020204" pitchFamily="34" charset="0"/>
                <a:hlinkClick r:id="rId3"/>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hlinkClick r:id="rId3"/>
              </a:rPr>
              <a:t> EC2</a:t>
            </a:r>
            <a:r>
              <a:rPr lang="pt-BR" sz="1100" dirty="0">
                <a:latin typeface="Amazon Ember" panose="020B0603020204020204" pitchFamily="34" charset="0"/>
                <a:ea typeface="Amazon Ember" panose="020B0603020204020204" pitchFamily="34" charset="0"/>
                <a:cs typeface="Amazon Ember" panose="020B0603020204020204" pitchFamily="34" charset="0"/>
              </a:rPr>
              <a:t>.</a:t>
            </a:r>
          </a:p>
        </p:txBody>
      </p:sp>
    </p:spTree>
    <p:extLst>
      <p:ext uri="{BB962C8B-B14F-4D97-AF65-F5344CB8AC3E}">
        <p14:creationId xmlns:p14="http://schemas.microsoft.com/office/powerpoint/2010/main" val="15451718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751558"/>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Ao criar uma conta da AWS pela primeira vez, você começa com uma única identidade de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login</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que tem acesso completo a todos os serviços e recursos da AWS na conta. Essa identidade é chamada de </a:t>
            </a:r>
            <a:r>
              <a:rPr lang="pt-BR" sz="1100" b="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usuário raiz da conta da AWS </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 é acessada por meio de um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login</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no Console de Gerenciamento da AWS com o endereço de e-mail e a senha usados para criar a conta. Os usuários raiz da conta da AWS têm (e mantêm) acesso </a:t>
            </a:r>
            <a:r>
              <a:rPr lang="pt-BR" sz="1100" b="1"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total</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 todos os recursos na conta. Portanto, a AWS recomenda enfaticamente que você não use as credenciais de usuário raiz da conta para interações do dia a dia com a conta.</a:t>
            </a: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Em vez disso, a AWS recomenda usar o IAM para criar usuários adicionais e atribuir permissões a eles, seguindo o princípio do privilégio mínimo. Por exemplo, se você precisar de permissões no nível de administrador, poderá criar um usuário do IAM, conceder a ele acesso total e, em seguida, usar essas credenciais para interagir com a conta. Posteriormente, se você precisar revogar ou modificar suas permissões, poderá excluir ou modificar todas as políticas associadas a esse usuário do IAM.</a:t>
            </a: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Além disso, se você tiver vários usuários que exigem acesso à conta, poderá criar credenciais exclusivas para cada usuário e definir qual usuário terá acesso a quais recursos. Por exemplo, você pode criar usuários do IAM com acesso somente leitura a recursos em sua conta da AWS e distribuir essas credenciais para usuários que exigem acesso de leitura. Evite compartilhar as mesmas credenciais com vários usuários.</a:t>
            </a: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Embora o usuário raiz da conta não deva ser usado para tarefas rotineiras, há algumas tarefas que só podem ser realizadas fazendo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login</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como o usuário raiz da conta. Uma lista completa dessas tarefas é detalhada na página de documentação </a:t>
            </a:r>
            <a:r>
              <a:rPr lang="pt-BR" sz="1100" dirty="0">
                <a:latin typeface="Amazon Ember" panose="020B0603020204020204" pitchFamily="34" charset="0"/>
                <a:ea typeface="Amazon Ember" panose="020B0603020204020204" pitchFamily="34" charset="0"/>
                <a:cs typeface="Amazon Ember" panose="020B0603020204020204" pitchFamily="34" charset="0"/>
                <a:hlinkClick r:id="rId3"/>
              </a:rPr>
              <a:t>Tarefas da AWS que exigem credenciais de usuário raiz da conta da AWS</a:t>
            </a:r>
            <a:r>
              <a:rPr lang="pt-BR" sz="1100" dirty="0">
                <a:latin typeface="Amazon Ember" panose="020B0603020204020204" pitchFamily="34" charset="0"/>
                <a:ea typeface="Amazon Ember" panose="020B0603020204020204" pitchFamily="34" charset="0"/>
                <a:cs typeface="Amazon Ember" panose="020B0603020204020204" pitchFamily="34" charset="0"/>
              </a:rPr>
              <a:t>.</a:t>
            </a: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732058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937538"/>
          </a:xfrm>
        </p:spPr>
        <p:txBody>
          <a:bodyPr rtlCol="0"/>
          <a:lstStyle/>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Para parar de usar o usuário raiz da conta, siga as seguintes etapas:</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marL="228600" lvl="0" indent="-228600" rtl="0">
              <a:buFont typeface="+mj-lt"/>
              <a:buAutoNum type="arabicPeriod"/>
            </a:pPr>
            <a:r>
              <a:rPr lang="pt-BR" sz="1100" dirty="0">
                <a:latin typeface="Amazon Ember" panose="020B0603020204020204" pitchFamily="34" charset="0"/>
                <a:ea typeface="Amazon Ember" panose="020B0603020204020204" pitchFamily="34" charset="0"/>
                <a:cs typeface="Amazon Ember" panose="020B0603020204020204" pitchFamily="34" charset="0"/>
              </a:rPr>
              <a:t>Enquanto você estiver conectado ao usuário raiz da conta, crie um usuário do IAM para você mesmo com o acesso ao Console de Gerenciamento da AWS habilitado (mas não anexe permissões ao usuário ainda). Salve as chaves de acesso do usuário do IAM, se necessário.</a:t>
            </a:r>
          </a:p>
          <a:p>
            <a:pPr marL="228600" lvl="0" indent="-228600" rtl="0">
              <a:buFont typeface="+mj-lt"/>
              <a:buAutoNum type="arabicPeriod"/>
            </a:pPr>
            <a:r>
              <a:rPr lang="pt-BR" sz="1100" dirty="0">
                <a:latin typeface="Amazon Ember" panose="020B0603020204020204" pitchFamily="34" charset="0"/>
                <a:ea typeface="Amazon Ember" panose="020B0603020204020204" pitchFamily="34" charset="0"/>
                <a:cs typeface="Amazon Ember" panose="020B0603020204020204" pitchFamily="34" charset="0"/>
              </a:rPr>
              <a:t>Em seguida, crie um grupo do IAM, atribua um nome a ele (como </a:t>
            </a:r>
            <a:r>
              <a:rPr lang="pt-BR" sz="1100" i="1" dirty="0" err="1">
                <a:latin typeface="Amazon Ember" panose="020B0603020204020204" pitchFamily="34" charset="0"/>
                <a:ea typeface="Amazon Ember" panose="020B0603020204020204" pitchFamily="34" charset="0"/>
                <a:cs typeface="Amazon Ember" panose="020B0603020204020204" pitchFamily="34" charset="0"/>
              </a:rPr>
              <a:t>FullAccess</a:t>
            </a:r>
            <a:r>
              <a:rPr lang="pt-BR" sz="1100" dirty="0">
                <a:latin typeface="Amazon Ember" panose="020B0603020204020204" pitchFamily="34" charset="0"/>
                <a:ea typeface="Amazon Ember" panose="020B0603020204020204" pitchFamily="34" charset="0"/>
                <a:cs typeface="Amazon Ember" panose="020B0603020204020204" pitchFamily="34" charset="0"/>
              </a:rPr>
              <a:t>) e anexe políticas do IAM ao grupo que concedam acesso total a pelo menos alguns dos serviços que você usará. Em seguida, adicione o usuário do IAM ao grupo. </a:t>
            </a:r>
          </a:p>
          <a:p>
            <a:pPr marL="228600" lvl="0" indent="-228600" rtl="0">
              <a:buFont typeface="+mj-lt"/>
              <a:buAutoNum type="arabicPeriod"/>
            </a:pPr>
            <a:r>
              <a:rPr lang="pt-BR" sz="1100" dirty="0">
                <a:latin typeface="Amazon Ember" panose="020B0603020204020204" pitchFamily="34" charset="0"/>
                <a:ea typeface="Amazon Ember" panose="020B0603020204020204" pitchFamily="34" charset="0"/>
                <a:cs typeface="Amazon Ember" panose="020B0603020204020204" pitchFamily="34" charset="0"/>
              </a:rPr>
              <a:t>Desabilite e remova as chaves de acesso do usuário raiz da conta, se elas existirem.</a:t>
            </a:r>
          </a:p>
          <a:p>
            <a:pPr marL="228600" lvl="0" indent="-228600" rtl="0">
              <a:buFont typeface="+mj-lt"/>
              <a:buAutoNum type="arabicPeriod"/>
            </a:pPr>
            <a:r>
              <a:rPr lang="pt-BR" sz="1100" dirty="0">
                <a:latin typeface="Amazon Ember" panose="020B0603020204020204" pitchFamily="34" charset="0"/>
                <a:ea typeface="Amazon Ember" panose="020B0603020204020204" pitchFamily="34" charset="0"/>
                <a:cs typeface="Amazon Ember" panose="020B0603020204020204" pitchFamily="34" charset="0"/>
              </a:rPr>
              <a:t>Habilite uma política de senha para todos os usuários. Copie o </a:t>
            </a:r>
            <a:r>
              <a:rPr lang="pt-BR" sz="1100" b="1" dirty="0">
                <a:latin typeface="Amazon Ember" panose="020B0603020204020204" pitchFamily="34" charset="0"/>
                <a:ea typeface="Amazon Ember" panose="020B0603020204020204" pitchFamily="34" charset="0"/>
                <a:cs typeface="Amazon Ember" panose="020B0603020204020204" pitchFamily="34" charset="0"/>
              </a:rPr>
              <a:t>link de </a:t>
            </a:r>
            <a:r>
              <a:rPr lang="pt-BR" sz="1100" b="1" dirty="0" err="1">
                <a:latin typeface="Amazon Ember" panose="020B0603020204020204" pitchFamily="34" charset="0"/>
                <a:ea typeface="Amazon Ember" panose="020B0603020204020204" pitchFamily="34" charset="0"/>
                <a:cs typeface="Amazon Ember" panose="020B0603020204020204" pitchFamily="34" charset="0"/>
              </a:rPr>
              <a:t>login</a:t>
            </a:r>
            <a:r>
              <a:rPr lang="pt-BR" sz="1100" b="1" dirty="0">
                <a:latin typeface="Amazon Ember" panose="020B0603020204020204" pitchFamily="34" charset="0"/>
                <a:ea typeface="Amazon Ember" panose="020B0603020204020204" pitchFamily="34" charset="0"/>
                <a:cs typeface="Amazon Ember" panose="020B0603020204020204" pitchFamily="34" charset="0"/>
              </a:rPr>
              <a:t> de usuários do IAM</a:t>
            </a:r>
            <a:r>
              <a:rPr lang="pt-BR" sz="1100" dirty="0">
                <a:latin typeface="Amazon Ember" panose="020B0603020204020204" pitchFamily="34" charset="0"/>
                <a:ea typeface="Amazon Ember" panose="020B0603020204020204" pitchFamily="34" charset="0"/>
                <a:cs typeface="Amazon Ember" panose="020B0603020204020204" pitchFamily="34" charset="0"/>
              </a:rPr>
              <a:t> na página IAM </a:t>
            </a:r>
            <a:r>
              <a:rPr lang="pt-BR" sz="1100" dirty="0" err="1">
                <a:latin typeface="Amazon Ember" panose="020B0603020204020204" pitchFamily="34" charset="0"/>
                <a:ea typeface="Amazon Ember" panose="020B0603020204020204" pitchFamily="34" charset="0"/>
                <a:cs typeface="Amazon Ember" panose="020B0603020204020204" pitchFamily="34" charset="0"/>
              </a:rPr>
              <a:t>Dashboard</a:t>
            </a:r>
            <a:r>
              <a:rPr lang="pt-BR" sz="1100" dirty="0">
                <a:latin typeface="Amazon Ember" panose="020B0603020204020204" pitchFamily="34" charset="0"/>
                <a:ea typeface="Amazon Ember" panose="020B0603020204020204" pitchFamily="34" charset="0"/>
                <a:cs typeface="Amazon Ember" panose="020B0603020204020204" pitchFamily="34" charset="0"/>
              </a:rPr>
              <a:t> (Painel do IAM). Em seguida, desconecte-se como usuário raiz da conta.</a:t>
            </a:r>
          </a:p>
          <a:p>
            <a:pPr marL="228600" lvl="0" indent="-228600" rtl="0">
              <a:buFont typeface="+mj-lt"/>
              <a:buAutoNum type="arabicPeriod"/>
            </a:pPr>
            <a:r>
              <a:rPr lang="pt-BR" sz="1100" dirty="0">
                <a:latin typeface="Amazon Ember" panose="020B0603020204020204" pitchFamily="34" charset="0"/>
                <a:ea typeface="Amazon Ember" panose="020B0603020204020204" pitchFamily="34" charset="0"/>
                <a:cs typeface="Amazon Ember" panose="020B0603020204020204" pitchFamily="34" charset="0"/>
              </a:rPr>
              <a:t>Navegue até o link de </a:t>
            </a:r>
            <a:r>
              <a:rPr lang="pt-BR" sz="1100" dirty="0" err="1">
                <a:latin typeface="Amazon Ember" panose="020B0603020204020204" pitchFamily="34" charset="0"/>
                <a:ea typeface="Amazon Ember" panose="020B0603020204020204" pitchFamily="34" charset="0"/>
                <a:cs typeface="Amazon Ember" panose="020B0603020204020204" pitchFamily="34" charset="0"/>
              </a:rPr>
              <a:t>login</a:t>
            </a:r>
            <a:r>
              <a:rPr lang="pt-BR" sz="1100" dirty="0">
                <a:latin typeface="Amazon Ember" panose="020B0603020204020204" pitchFamily="34" charset="0"/>
                <a:ea typeface="Amazon Ember" panose="020B0603020204020204" pitchFamily="34" charset="0"/>
                <a:cs typeface="Amazon Ember" panose="020B0603020204020204" pitchFamily="34" charset="0"/>
              </a:rPr>
              <a:t> de usuários do IAM que você copiou e faça </a:t>
            </a:r>
            <a:r>
              <a:rPr lang="pt-BR" sz="1100" dirty="0" err="1">
                <a:latin typeface="Amazon Ember" panose="020B0603020204020204" pitchFamily="34" charset="0"/>
                <a:ea typeface="Amazon Ember" panose="020B0603020204020204" pitchFamily="34" charset="0"/>
                <a:cs typeface="Amazon Ember" panose="020B0603020204020204" pitchFamily="34" charset="0"/>
              </a:rPr>
              <a:t>login</a:t>
            </a:r>
            <a:r>
              <a:rPr lang="pt-BR" sz="1100" dirty="0">
                <a:latin typeface="Amazon Ember" panose="020B0603020204020204" pitchFamily="34" charset="0"/>
                <a:ea typeface="Amazon Ember" panose="020B0603020204020204" pitchFamily="34" charset="0"/>
                <a:cs typeface="Amazon Ember" panose="020B0603020204020204" pitchFamily="34" charset="0"/>
              </a:rPr>
              <a:t> na conta usando as novas credenciais de usuário do IAM. </a:t>
            </a:r>
          </a:p>
          <a:p>
            <a:pPr marL="228600" lvl="0" indent="-228600" rtl="0">
              <a:buFont typeface="+mj-lt"/>
              <a:buAutoNum type="arabicPeriod"/>
            </a:pPr>
            <a:r>
              <a:rPr lang="pt-BR" sz="1100" dirty="0">
                <a:latin typeface="Amazon Ember" panose="020B0603020204020204" pitchFamily="34" charset="0"/>
                <a:ea typeface="Amazon Ember" panose="020B0603020204020204" pitchFamily="34" charset="0"/>
                <a:cs typeface="Amazon Ember" panose="020B0603020204020204" pitchFamily="34" charset="0"/>
              </a:rPr>
              <a:t>Armazene as credenciais de usuário raiz da sua conta em um local seguro.</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marL="457200" lvl="1" indent="0" rtl="0">
              <a:buFont typeface="+mj-lt"/>
              <a:buNone/>
            </a:pPr>
            <a:r>
              <a:rPr lang="pt-BR" sz="1100" dirty="0">
                <a:latin typeface="Amazon Ember" panose="020B0603020204020204" pitchFamily="34" charset="0"/>
                <a:ea typeface="Amazon Ember" panose="020B0603020204020204" pitchFamily="34" charset="0"/>
                <a:cs typeface="Amazon Ember" panose="020B0603020204020204" pitchFamily="34" charset="0"/>
              </a:rPr>
              <a:t> </a:t>
            </a: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Para ver instruções detalhadas sobre como configurar seu primeiro usuário e grupo do IAM, consulte </a:t>
            </a:r>
            <a:r>
              <a:rPr lang="pt-BR" sz="1100" dirty="0">
                <a:latin typeface="Amazon Ember" panose="020B0603020204020204" pitchFamily="34" charset="0"/>
                <a:ea typeface="Amazon Ember" panose="020B0603020204020204" pitchFamily="34" charset="0"/>
                <a:cs typeface="Amazon Ember" panose="020B0603020204020204" pitchFamily="34" charset="0"/>
                <a:hlinkClick r:id="rId3"/>
              </a:rPr>
              <a:t>Criação do primeiro usuário administrador e grupo de administradores do IAM</a:t>
            </a:r>
            <a:r>
              <a:rPr lang="pt-BR" sz="1100" dirty="0">
                <a:latin typeface="Amazon Ember" panose="020B0603020204020204" pitchFamily="34" charset="0"/>
                <a:ea typeface="Amazon Ember" panose="020B0603020204020204" pitchFamily="34" charset="0"/>
                <a:cs typeface="Amazon Ember" panose="020B0603020204020204" pitchFamily="34" charset="0"/>
              </a:rPr>
              <a:t>.</a:t>
            </a:r>
            <a:endParaRPr lang="en-US"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5215681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Outra etapa recomendada para proteger uma nova conta da AWS é exigir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Multi-Factor</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Authentication</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(MFA) para o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login</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do usuário raiz da conta e para todos os outros </a:t>
            </a:r>
            <a:r>
              <a:rPr lang="pt-BR" sz="110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logins</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de usuário do IAM. Você também pode </a:t>
            </a:r>
            <a:r>
              <a:rPr lang="pt-BR" sz="1100" dirty="0">
                <a:latin typeface="Amazon Ember" panose="020B0603020204020204" pitchFamily="34" charset="0"/>
                <a:ea typeface="Amazon Ember" panose="020B0603020204020204" pitchFamily="34" charset="0"/>
                <a:cs typeface="Amazon Ember" panose="020B0603020204020204" pitchFamily="34" charset="0"/>
              </a:rPr>
              <a:t>usar a MFA para controlar o acesso programático.</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Para ver detalhes, consulte </a:t>
            </a:r>
            <a:r>
              <a:rPr lang="pt-BR" sz="1100" dirty="0">
                <a:latin typeface="Amazon Ember" panose="020B0603020204020204" pitchFamily="34" charset="0"/>
                <a:ea typeface="Amazon Ember" panose="020B0603020204020204" pitchFamily="34" charset="0"/>
                <a:cs typeface="Amazon Ember" panose="020B0603020204020204" pitchFamily="34" charset="0"/>
                <a:hlinkClick r:id="rId3"/>
              </a:rPr>
              <a:t>Configuração do acesso à API protegido por MFA</a:t>
            </a:r>
            <a:r>
              <a:rPr lang="pt-BR" sz="1100" dirty="0">
                <a:latin typeface="Amazon Ember" panose="020B0603020204020204" pitchFamily="34" charset="0"/>
                <a:ea typeface="Amazon Ember" panose="020B0603020204020204" pitchFamily="34" charset="0"/>
                <a:cs typeface="Amazon Ember" panose="020B0603020204020204" pitchFamily="34" charset="0"/>
              </a:rPr>
              <a:t>.</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Você tem algumas opções para recuperar o </a:t>
            </a:r>
            <a:r>
              <a:rPr lang="pt-BR" sz="1100" dirty="0" err="1">
                <a:latin typeface="Amazon Ember" panose="020B0603020204020204" pitchFamily="34" charset="0"/>
                <a:ea typeface="Amazon Ember" panose="020B0603020204020204" pitchFamily="34" charset="0"/>
                <a:cs typeface="Amazon Ember" panose="020B0603020204020204" pitchFamily="34" charset="0"/>
              </a:rPr>
              <a:t>token</a:t>
            </a:r>
            <a:r>
              <a:rPr lang="pt-BR" sz="1100" dirty="0">
                <a:latin typeface="Amazon Ember" panose="020B0603020204020204" pitchFamily="34" charset="0"/>
                <a:ea typeface="Amazon Ember" panose="020B0603020204020204" pitchFamily="34" charset="0"/>
                <a:cs typeface="Amazon Ember" panose="020B0603020204020204" pitchFamily="34" charset="0"/>
              </a:rPr>
              <a:t> de MFA necessário para fazer </a:t>
            </a:r>
            <a:r>
              <a:rPr lang="pt-BR" sz="1100" dirty="0" err="1">
                <a:latin typeface="Amazon Ember" panose="020B0603020204020204" pitchFamily="34" charset="0"/>
                <a:ea typeface="Amazon Ember" panose="020B0603020204020204" pitchFamily="34" charset="0"/>
                <a:cs typeface="Amazon Ember" panose="020B0603020204020204" pitchFamily="34" charset="0"/>
              </a:rPr>
              <a:t>login</a:t>
            </a:r>
            <a:r>
              <a:rPr lang="pt-BR" sz="1100" dirty="0">
                <a:latin typeface="Amazon Ember" panose="020B0603020204020204" pitchFamily="34" charset="0"/>
                <a:ea typeface="Amazon Ember" panose="020B0603020204020204" pitchFamily="34" charset="0"/>
                <a:cs typeface="Amazon Ember" panose="020B0603020204020204" pitchFamily="34" charset="0"/>
              </a:rPr>
              <a:t> quando a MFA está habilitada. As opções incluem aplicativos compatíveis com MFA virtual (como Google </a:t>
            </a:r>
            <a:r>
              <a:rPr lang="pt-BR" sz="1100" dirty="0" err="1">
                <a:latin typeface="Amazon Ember" panose="020B0603020204020204" pitchFamily="34" charset="0"/>
                <a:ea typeface="Amazon Ember" panose="020B0603020204020204" pitchFamily="34" charset="0"/>
                <a:cs typeface="Amazon Ember" panose="020B0603020204020204" pitchFamily="34" charset="0"/>
              </a:rPr>
              <a:t>Authenticator</a:t>
            </a:r>
            <a:r>
              <a:rPr lang="pt-BR" sz="1100" dirty="0">
                <a:latin typeface="Amazon Ember" panose="020B0603020204020204" pitchFamily="34" charset="0"/>
                <a:ea typeface="Amazon Ember" panose="020B0603020204020204" pitchFamily="34" charset="0"/>
                <a:cs typeface="Amazon Ember" panose="020B0603020204020204" pitchFamily="34" charset="0"/>
              </a:rPr>
              <a:t> e </a:t>
            </a:r>
            <a:r>
              <a:rPr lang="pt-BR" sz="1100" dirty="0" err="1">
                <a:latin typeface="Amazon Ember" panose="020B0603020204020204" pitchFamily="34" charset="0"/>
                <a:ea typeface="Amazon Ember" panose="020B0603020204020204" pitchFamily="34" charset="0"/>
                <a:cs typeface="Amazon Ember" panose="020B0603020204020204" pitchFamily="34" charset="0"/>
              </a:rPr>
              <a:t>Authy</a:t>
            </a:r>
            <a:r>
              <a:rPr lang="pt-BR" sz="1100" dirty="0">
                <a:latin typeface="Amazon Ember" panose="020B0603020204020204" pitchFamily="34" charset="0"/>
                <a:ea typeface="Amazon Ember" panose="020B0603020204020204" pitchFamily="34" charset="0"/>
                <a:cs typeface="Amazon Ember" panose="020B0603020204020204" pitchFamily="34" charset="0"/>
              </a:rPr>
              <a:t> </a:t>
            </a:r>
            <a:r>
              <a:rPr lang="pt-BR" sz="1100" dirty="0" err="1">
                <a:latin typeface="Amazon Ember" panose="020B0603020204020204" pitchFamily="34" charset="0"/>
                <a:ea typeface="Amazon Ember" panose="020B0603020204020204" pitchFamily="34" charset="0"/>
                <a:cs typeface="Amazon Ember" panose="020B0603020204020204" pitchFamily="34" charset="0"/>
              </a:rPr>
              <a:t>Authenticator</a:t>
            </a:r>
            <a:r>
              <a:rPr lang="pt-BR" sz="1100" dirty="0">
                <a:latin typeface="Amazon Ember" panose="020B0603020204020204" pitchFamily="34" charset="0"/>
                <a:ea typeface="Amazon Ember" panose="020B0603020204020204" pitchFamily="34" charset="0"/>
                <a:cs typeface="Amazon Ember" panose="020B0603020204020204" pitchFamily="34" charset="0"/>
              </a:rPr>
              <a:t>), dispositivos de chave de segurança U2F e opções de MFA de hardware que fornecem um chaveiro ou cartão de exibição.</a:t>
            </a:r>
          </a:p>
        </p:txBody>
      </p:sp>
    </p:spTree>
    <p:extLst>
      <p:ext uri="{BB962C8B-B14F-4D97-AF65-F5344CB8AC3E}">
        <p14:creationId xmlns:p14="http://schemas.microsoft.com/office/powerpoint/2010/main" val="2627763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O AWS </a:t>
            </a:r>
            <a:r>
              <a:rPr lang="pt-BR" sz="1100" dirty="0" err="1">
                <a:latin typeface="Amazon Ember" panose="020B0603020204020204" pitchFamily="34" charset="0"/>
                <a:ea typeface="Amazon Ember" panose="020B0603020204020204" pitchFamily="34" charset="0"/>
                <a:cs typeface="Amazon Ember" panose="020B0603020204020204" pitchFamily="34" charset="0"/>
              </a:rPr>
              <a:t>CloudTrail</a:t>
            </a:r>
            <a:r>
              <a:rPr lang="pt-BR" sz="1100" dirty="0">
                <a:latin typeface="Amazon Ember" panose="020B0603020204020204" pitchFamily="34" charset="0"/>
                <a:ea typeface="Amazon Ember" panose="020B0603020204020204" pitchFamily="34" charset="0"/>
                <a:cs typeface="Amazon Ember" panose="020B0603020204020204" pitchFamily="34" charset="0"/>
              </a:rPr>
              <a:t> é um serviço que registra todas as solicitações de API para recursos na sua conta. Dessa forma, ele permite uma auditoria operacional em sua conta.</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Por padrão, o AWS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CloudTrail</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é habilitado na criação de contas em todas as contas da AWS e mantém um registro dos últimos 90 dias de atividades de eventos de gerenciamento de contas. Você pode visualizar e fazer download dos últimos 90 dias de atividade da sua conta para </a:t>
            </a:r>
            <a:r>
              <a:rPr lang="pt-BR" sz="1100" b="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criar</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modificar</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e </a:t>
            </a:r>
            <a:r>
              <a:rPr lang="pt-BR" sz="1100" b="0" i="1"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excluir</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operações de </a:t>
            </a:r>
            <a:r>
              <a:rPr lang="pt-BR" sz="1200" u="sng"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hlinkClick r:id="rId3"/>
              </a:rPr>
              <a:t>serviços compatíveis com o </a:t>
            </a:r>
            <a:r>
              <a:rPr lang="pt-BR" sz="1200" u="sng"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hlinkClick r:id="rId3"/>
              </a:rPr>
              <a:t>CloudTrail</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sem a necessidade de criar manualmente outra trilha.</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dirty="0">
                <a:latin typeface="Amazon Ember" panose="020B0603020204020204" pitchFamily="34" charset="0"/>
                <a:ea typeface="Amazon Ember" panose="020B0603020204020204" pitchFamily="34" charset="0"/>
                <a:cs typeface="Amazon Ember" panose="020B0603020204020204" pitchFamily="34" charset="0"/>
              </a:rPr>
              <a:t>Para habilitar a retenção de logs do </a:t>
            </a:r>
            <a:r>
              <a:rPr lang="pt-BR" sz="1100" b="0" dirty="0" err="1">
                <a:latin typeface="Amazon Ember" panose="020B0603020204020204" pitchFamily="34" charset="0"/>
                <a:ea typeface="Amazon Ember" panose="020B0603020204020204" pitchFamily="34" charset="0"/>
                <a:cs typeface="Amazon Ember" panose="020B0603020204020204" pitchFamily="34" charset="0"/>
              </a:rPr>
              <a:t>CloudTrail</a:t>
            </a:r>
            <a:r>
              <a:rPr lang="pt-BR" sz="1100" b="0" dirty="0">
                <a:latin typeface="Amazon Ember" panose="020B0603020204020204" pitchFamily="34" charset="0"/>
                <a:ea typeface="Amazon Ember" panose="020B0603020204020204" pitchFamily="34" charset="0"/>
                <a:cs typeface="Amazon Ember" panose="020B0603020204020204" pitchFamily="34" charset="0"/>
              </a:rPr>
              <a:t> além dos últimos 90 dias e habilitar alertas sempre que ocorrerem eventos específicos, crie uma nova trilha (que é descrita em um nível superior no slide). </a:t>
            </a:r>
            <a:r>
              <a:rPr lang="pt-BR" sz="1100" dirty="0">
                <a:latin typeface="Amazon Ember" panose="020B0603020204020204" pitchFamily="34" charset="0"/>
                <a:ea typeface="Amazon Ember" panose="020B0603020204020204" pitchFamily="34" charset="0"/>
                <a:cs typeface="Amazon Ember" panose="020B0603020204020204" pitchFamily="34" charset="0"/>
              </a:rPr>
              <a:t>Para obter instruções detalhadas sobre como criar uma trilha no AWS </a:t>
            </a:r>
            <a:r>
              <a:rPr lang="pt-BR" sz="1100" dirty="0" err="1">
                <a:latin typeface="Amazon Ember" panose="020B0603020204020204" pitchFamily="34" charset="0"/>
                <a:ea typeface="Amazon Ember" panose="020B0603020204020204" pitchFamily="34" charset="0"/>
                <a:cs typeface="Amazon Ember" panose="020B0603020204020204" pitchFamily="34" charset="0"/>
              </a:rPr>
              <a:t>CloudTrail</a:t>
            </a:r>
            <a:r>
              <a:rPr lang="pt-BR" sz="1100" dirty="0">
                <a:latin typeface="Amazon Ember" panose="020B0603020204020204" pitchFamily="34" charset="0"/>
                <a:ea typeface="Amazon Ember" panose="020B0603020204020204" pitchFamily="34" charset="0"/>
                <a:cs typeface="Amazon Ember" panose="020B0603020204020204" pitchFamily="34" charset="0"/>
              </a:rPr>
              <a:t>, consulte </a:t>
            </a:r>
            <a:r>
              <a:rPr lang="pt-BR" sz="1100" dirty="0">
                <a:latin typeface="Amazon Ember" panose="020B0603020204020204" pitchFamily="34" charset="0"/>
                <a:ea typeface="Amazon Ember" panose="020B0603020204020204" pitchFamily="34" charset="0"/>
                <a:cs typeface="Amazon Ember" panose="020B0603020204020204" pitchFamily="34" charset="0"/>
                <a:hlinkClick r:id="rId4"/>
              </a:rPr>
              <a:t>Criação de uma trilha</a:t>
            </a:r>
            <a:r>
              <a:rPr lang="pt-BR" sz="1100" dirty="0">
                <a:latin typeface="Amazon Ember" panose="020B0603020204020204" pitchFamily="34" charset="0"/>
                <a:ea typeface="Amazon Ember" panose="020B0603020204020204" pitchFamily="34" charset="0"/>
                <a:cs typeface="Amazon Ember" panose="020B0603020204020204" pitchFamily="34" charset="0"/>
              </a:rPr>
              <a:t> na documentação da AWS.</a:t>
            </a:r>
          </a:p>
        </p:txBody>
      </p:sp>
    </p:spTree>
    <p:extLst>
      <p:ext uri="{BB962C8B-B14F-4D97-AF65-F5344CB8AC3E}">
        <p14:creationId xmlns:p14="http://schemas.microsoft.com/office/powerpoint/2010/main" val="36070702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p:spPr>
        <p:txBody>
          <a:bodyPr rtlCol="0"/>
          <a:lstStyle/>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Uma etapa recomendada adicional para proteger uma nova conta da AWS é habilitar </a:t>
            </a:r>
            <a:r>
              <a:rPr lang="pt-BR" sz="1100" b="0" dirty="0">
                <a:latin typeface="Amazon Ember" panose="020B0603020204020204" pitchFamily="34" charset="0"/>
                <a:ea typeface="Amazon Ember" panose="020B0603020204020204" pitchFamily="34" charset="0"/>
                <a:cs typeface="Amazon Ember" panose="020B0603020204020204" pitchFamily="34" charset="0"/>
              </a:rPr>
              <a:t>relatórios de faturamento</a:t>
            </a:r>
            <a:r>
              <a:rPr lang="pt-BR" sz="1100" dirty="0">
                <a:latin typeface="Amazon Ember" panose="020B0603020204020204" pitchFamily="34" charset="0"/>
                <a:ea typeface="Amazon Ember" panose="020B0603020204020204" pitchFamily="34" charset="0"/>
                <a:cs typeface="Amazon Ember" panose="020B0603020204020204" pitchFamily="34" charset="0"/>
              </a:rPr>
              <a:t>, como o </a:t>
            </a:r>
            <a:r>
              <a:rPr lang="pt-BR" sz="1100" b="1" dirty="0">
                <a:latin typeface="Amazon Ember" panose="020B0603020204020204" pitchFamily="34" charset="0"/>
                <a:ea typeface="Amazon Ember" panose="020B0603020204020204" pitchFamily="34" charset="0"/>
                <a:cs typeface="Amazon Ember" panose="020B0603020204020204" pitchFamily="34" charset="0"/>
              </a:rPr>
              <a:t>Relatório de custos e uso da AWS</a:t>
            </a:r>
            <a:r>
              <a:rPr lang="pt-BR" sz="1100" dirty="0">
                <a:latin typeface="Amazon Ember" panose="020B0603020204020204" pitchFamily="34" charset="0"/>
                <a:ea typeface="Amazon Ember" panose="020B0603020204020204" pitchFamily="34" charset="0"/>
                <a:cs typeface="Amazon Ember" panose="020B0603020204020204" pitchFamily="34" charset="0"/>
              </a:rPr>
              <a:t>. Os relatórios de faturamento oferecem informações sobre o uso dos recursos da AWS e os custos estimados para esse uso. A AWS fornece os relatórios para um </a:t>
            </a:r>
            <a:r>
              <a:rPr lang="pt-BR" sz="1100" dirty="0" err="1">
                <a:latin typeface="Amazon Ember" panose="020B0603020204020204" pitchFamily="34" charset="0"/>
                <a:ea typeface="Amazon Ember" panose="020B0603020204020204" pitchFamily="34" charset="0"/>
                <a:cs typeface="Amazon Ember" panose="020B0603020204020204" pitchFamily="34" charset="0"/>
              </a:rPr>
              <a:t>bucket</a:t>
            </a:r>
            <a:r>
              <a:rPr lang="pt-BR" sz="1100" dirty="0">
                <a:latin typeface="Amazon Ember" panose="020B0603020204020204" pitchFamily="34" charset="0"/>
                <a:ea typeface="Amazon Ember" panose="020B0603020204020204" pitchFamily="34" charset="0"/>
                <a:cs typeface="Amazon Ember" panose="020B0603020204020204" pitchFamily="34" charset="0"/>
              </a:rPr>
              <a:t> do </a:t>
            </a:r>
            <a:r>
              <a:rPr lang="pt-BR" sz="11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rPr>
              <a:t> S3 especificado por você e atualiza os relatórios pelo menos uma vez por dia.</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O relatório de custos e uso da AWS monitora o uso na conta da AWS e fornece cobranças estimadas, por hora ou por dia.</a:t>
            </a: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100" dirty="0">
                <a:latin typeface="Amazon Ember" panose="020B0603020204020204" pitchFamily="34" charset="0"/>
                <a:ea typeface="Amazon Ember" panose="020B0603020204020204" pitchFamily="34" charset="0"/>
                <a:cs typeface="Amazon Ember" panose="020B0603020204020204" pitchFamily="34" charset="0"/>
              </a:rPr>
              <a:t>Consulte a documentação da AWS para obter detalhes sobre </a:t>
            </a:r>
            <a:r>
              <a:rPr lang="pt-BR" sz="1100" dirty="0">
                <a:latin typeface="Amazon Ember" panose="020B0603020204020204" pitchFamily="34" charset="0"/>
                <a:ea typeface="Amazon Ember" panose="020B0603020204020204" pitchFamily="34" charset="0"/>
                <a:cs typeface="Amazon Ember" panose="020B0603020204020204" pitchFamily="34" charset="0"/>
                <a:hlinkClick r:id="rId3"/>
              </a:rPr>
              <a:t>Como criar um relatório de custos e uso da AWS</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0432868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a:latin typeface="Amazon Ember" panose="020B0603020204020204" pitchFamily="34" charset="0"/>
                <a:ea typeface="Amazon Ember" panose="020B0603020204020204" pitchFamily="34" charset="0"/>
                <a:cs typeface="Amazon Ember" panose="020B0603020204020204" pitchFamily="34" charset="0"/>
              </a:rPr>
              <a:t>Apresentação da Seção 5: Proteção de dados na AWS</a:t>
            </a:r>
          </a:p>
        </p:txBody>
      </p:sp>
    </p:spTree>
    <p:extLst>
      <p:ext uri="{BB962C8B-B14F-4D97-AF65-F5344CB8AC3E}">
        <p14:creationId xmlns:p14="http://schemas.microsoft.com/office/powerpoint/2010/main" val="35580817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p:spPr>
        <p:txBody>
          <a:bodyPr rtlCol="0"/>
          <a:lstStyle/>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 </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criptografia de dados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é uma ferramenta essencial para usar quando seu objetivo é proteger dados digitais. A criptografia de dados usa dados legíveis e os codifica para que não possam ser lidos para nenhuma pessoa que não tenha acesso à chave secreta que pode ser usada para decodificá-los. Portanto, mesmo que um invasor obtenha acesso aos seus dados, eles não servirão para nada.</a:t>
            </a:r>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Dados em repouso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referem-se a dados armazenados fisicamente em disco ou em fita.</a:t>
            </a:r>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Você pode criar sistemas de arquivos criptografados na AWS para que todos os seus dados e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metadados</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sejam criptografados em repouso com o uso do algoritmo de criptografia de padrão aberto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Advanced</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Encryption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Standard (AES)-256. Quando você usa o AWS KMS, a criptografia e a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descriptografia</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são processadas de maneira automática e transparente para que você não precise modificar seus aplicativos. Se sua organização estiver sujeita a políticas corporativas ou normativas que exigem criptografia de dados e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metadados</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em repouso, a AWS recomenda habilitar a criptografia em todos os serviços que armazenam seus dados. Você pode c</a:t>
            </a:r>
            <a:r>
              <a:rPr lang="pt-BR" sz="1100" dirty="0">
                <a:latin typeface="Amazon Ember" panose="020B0603020204020204" pitchFamily="34" charset="0"/>
                <a:ea typeface="Amazon Ember" panose="020B0603020204020204" pitchFamily="34" charset="0"/>
                <a:cs typeface="Amazon Ember" panose="020B0603020204020204" pitchFamily="34" charset="0"/>
              </a:rPr>
              <a:t>riptografar dados armazenados em qualquer serviço compatível com o AWS KMS. Consulte </a:t>
            </a:r>
            <a:r>
              <a:rPr lang="pt-BR" sz="1100" dirty="0">
                <a:latin typeface="Amazon Ember" panose="020B0603020204020204" pitchFamily="34" charset="0"/>
                <a:ea typeface="Amazon Ember" panose="020B0603020204020204" pitchFamily="34" charset="0"/>
                <a:cs typeface="Amazon Ember" panose="020B0603020204020204" pitchFamily="34" charset="0"/>
                <a:hlinkClick r:id="rId3"/>
              </a:rPr>
              <a:t>Como os serviços da AWS usam o AWS KMS</a:t>
            </a:r>
            <a:r>
              <a:rPr lang="pt-BR" sz="1100" dirty="0">
                <a:latin typeface="Amazon Ember" panose="020B0603020204020204" pitchFamily="34" charset="0"/>
                <a:ea typeface="Amazon Ember" panose="020B0603020204020204" pitchFamily="34" charset="0"/>
                <a:cs typeface="Amazon Ember" panose="020B0603020204020204" pitchFamily="34" charset="0"/>
              </a:rPr>
              <a:t> para obter uma lista dos serviços compatíveis.</a:t>
            </a:r>
          </a:p>
        </p:txBody>
      </p:sp>
    </p:spTree>
    <p:extLst>
      <p:ext uri="{BB962C8B-B14F-4D97-AF65-F5344CB8AC3E}">
        <p14:creationId xmlns:p14="http://schemas.microsoft.com/office/powerpoint/2010/main" val="20707546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581078"/>
          </a:xfrm>
        </p:spPr>
        <p:txBody>
          <a:bodyPr rtlCol="0"/>
          <a:lstStyle/>
          <a:p>
            <a:pPr rtl="0"/>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Dados em trânsito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referem-se a dados que se movem pela rede. A criptografia de dados em trânsito é realizada usando 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Transport</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Layer</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Security (TLS) 1.2 com uma criptografia AES-256 padrão aberto. O TLS antes era chamado de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Secure</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Sockets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Layer</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(SSL).</a:t>
            </a: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AWS </a:t>
            </a:r>
            <a:r>
              <a:rPr lang="pt-BR" sz="1100" b="1"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Certificate</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Manager</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é um serviço que permite provisionar, gerenciar e implantar certificados SSL ou TLS para uso com serviços da AWS e os seus recursos internos conectados. Os certificados SSL ou TLS são usados para proteger as comunicações de rede e estabelecer a identidade de sites pela Internet e também recursos em redes privadas. Com o AWS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Certificate</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Manager, você pode solicitar um certificado e implantá-lo em recursos da AWS (como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load</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balancers</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ou distribuições do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CloudFront</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O AWS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Certificate</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Manager também processa renovações de certificados.</a:t>
            </a: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tráfego da web executado por HTTP não é seguro. No entanto, o tráfego executado por </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HTTP seguro (HTTPS)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é criptografado com TLS ou SSL. O tráfego HTTPS é protegido contra espionagem e ataques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man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-in-</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the</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middle</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devido à criptografia bidirecional da comunicação.</a:t>
            </a: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i="0" dirty="0">
                <a:latin typeface="Amazon Ember" panose="020B0603020204020204" pitchFamily="34" charset="0"/>
                <a:ea typeface="Amazon Ember" panose="020B0603020204020204" pitchFamily="34" charset="0"/>
                <a:cs typeface="Amazon Ember" panose="020B0603020204020204" pitchFamily="34" charset="0"/>
              </a:rPr>
              <a:t>Os serviços da AWS oferecem suporte à criptografia de dados em trânsito. Veja a seguir dois exemplos de criptografia para dados em trânsito. O primeiro exemplo mostra </a:t>
            </a:r>
            <a:r>
              <a:rPr lang="pt-BR" sz="1100" dirty="0">
                <a:latin typeface="Amazon Ember" panose="020B0603020204020204" pitchFamily="34" charset="0"/>
                <a:ea typeface="Amazon Ember" panose="020B0603020204020204" pitchFamily="34" charset="0"/>
                <a:cs typeface="Amazon Ember" panose="020B0603020204020204" pitchFamily="34" charset="0"/>
              </a:rPr>
              <a:t>uma instância do EC2 que montou um sistema de arquivos compartilhados do </a:t>
            </a:r>
            <a:r>
              <a:rPr lang="pt-BR" sz="11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rPr>
              <a:t> EFS. Todo o tráfego de dados entre a instância e o </a:t>
            </a:r>
            <a:r>
              <a:rPr lang="pt-BR" sz="11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rPr>
              <a:t> EFS é criptografado com TLS ou SSL. Para obter mais detalhes sobre essa configuração, consulte </a:t>
            </a:r>
            <a:r>
              <a:rPr lang="pt-BR" sz="1100" dirty="0">
                <a:latin typeface="Amazon Ember" panose="020B0603020204020204" pitchFamily="34" charset="0"/>
                <a:ea typeface="Amazon Ember" panose="020B0603020204020204" pitchFamily="34" charset="0"/>
                <a:cs typeface="Amazon Ember" panose="020B0603020204020204" pitchFamily="34" charset="0"/>
                <a:hlinkClick r:id="rId3"/>
              </a:rPr>
              <a:t>Criptografia de dados do EFS em trânsito</a:t>
            </a:r>
            <a:r>
              <a:rPr lang="pt-BR" sz="1100" dirty="0">
                <a:latin typeface="Amazon Ember" panose="020B0603020204020204" pitchFamily="34" charset="0"/>
                <a:ea typeface="Amazon Ember" panose="020B0603020204020204" pitchFamily="34" charset="0"/>
                <a:cs typeface="Amazon Ember" panose="020B0603020204020204" pitchFamily="34" charset="0"/>
              </a:rPr>
              <a:t>.</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O segundo exemplo mostra o uso do </a:t>
            </a:r>
            <a:r>
              <a:rPr lang="pt-BR" sz="1100" b="1" dirty="0">
                <a:latin typeface="Amazon Ember" panose="020B0603020204020204" pitchFamily="34" charset="0"/>
                <a:ea typeface="Amazon Ember" panose="020B0603020204020204" pitchFamily="34" charset="0"/>
                <a:cs typeface="Amazon Ember" panose="020B0603020204020204" pitchFamily="34" charset="0"/>
              </a:rPr>
              <a:t>AWS </a:t>
            </a:r>
            <a:r>
              <a:rPr lang="pt-BR" sz="1100" b="1"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Storage</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Gateway,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um serviço de armazenamento na nuvem híbrida que fornece acesso local ao armazenamento na Nuvem AWS. Neste exemplo, 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storage</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gateway é conectado pela Internet ao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S3, e a conexão criptografa os dados em trânsito. </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5997727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489416"/>
          </a:xfrm>
        </p:spPr>
        <p:txBody>
          <a:bodyPr rtlCol="0"/>
          <a:lstStyle/>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Por padrão, todos os </a:t>
            </a:r>
            <a:r>
              <a:rPr lang="pt-BR" sz="1100" dirty="0" err="1">
                <a:latin typeface="Amazon Ember" panose="020B0603020204020204" pitchFamily="34" charset="0"/>
                <a:ea typeface="Amazon Ember" panose="020B0603020204020204" pitchFamily="34" charset="0"/>
                <a:cs typeface="Amazon Ember" panose="020B0603020204020204" pitchFamily="34" charset="0"/>
              </a:rPr>
              <a:t>buckets</a:t>
            </a:r>
            <a:r>
              <a:rPr lang="pt-BR" sz="1100" dirty="0">
                <a:latin typeface="Amazon Ember" panose="020B0603020204020204" pitchFamily="34" charset="0"/>
                <a:ea typeface="Amazon Ember" panose="020B0603020204020204" pitchFamily="34" charset="0"/>
                <a:cs typeface="Amazon Ember" panose="020B0603020204020204" pitchFamily="34" charset="0"/>
              </a:rPr>
              <a:t> do </a:t>
            </a:r>
            <a:r>
              <a:rPr lang="pt-BR" sz="11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rPr>
              <a:t> S3 são privados e </a:t>
            </a:r>
            <a:r>
              <a:rPr lang="pt-BR" sz="1100" i="1" dirty="0">
                <a:latin typeface="Amazon Ember" panose="020B0603020204020204" pitchFamily="34" charset="0"/>
                <a:ea typeface="Amazon Ember" panose="020B0603020204020204" pitchFamily="34" charset="0"/>
                <a:cs typeface="Amazon Ember" panose="020B0603020204020204" pitchFamily="34" charset="0"/>
              </a:rPr>
              <a:t>só</a:t>
            </a:r>
            <a:r>
              <a:rPr lang="pt-BR" sz="1100" dirty="0">
                <a:latin typeface="Amazon Ember" panose="020B0603020204020204" pitchFamily="34" charset="0"/>
                <a:ea typeface="Amazon Ember" panose="020B0603020204020204" pitchFamily="34" charset="0"/>
                <a:cs typeface="Amazon Ember" panose="020B0603020204020204" pitchFamily="34" charset="0"/>
              </a:rPr>
              <a:t> podem ser acessados por usuários que recebem acesso explicitamente concedido.  É essencial gerenciar e controlar o acesso aos dados do </a:t>
            </a:r>
            <a:r>
              <a:rPr lang="pt-BR" sz="11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rPr>
              <a:t> S3. A AWS oferece muitas ferramentas e opções para controlar o acesso aos </a:t>
            </a:r>
            <a:r>
              <a:rPr lang="pt-BR" sz="1100" dirty="0" err="1">
                <a:latin typeface="Amazon Ember" panose="020B0603020204020204" pitchFamily="34" charset="0"/>
                <a:ea typeface="Amazon Ember" panose="020B0603020204020204" pitchFamily="34" charset="0"/>
                <a:cs typeface="Amazon Ember" panose="020B0603020204020204" pitchFamily="34" charset="0"/>
              </a:rPr>
              <a:t>buckets</a:t>
            </a:r>
            <a:r>
              <a:rPr lang="pt-BR" sz="1100" dirty="0">
                <a:latin typeface="Amazon Ember" panose="020B0603020204020204" pitchFamily="34" charset="0"/>
                <a:ea typeface="Amazon Ember" panose="020B0603020204020204" pitchFamily="34" charset="0"/>
                <a:cs typeface="Amazon Ember" panose="020B0603020204020204" pitchFamily="34" charset="0"/>
              </a:rPr>
              <a:t> ou objetos do S3, incluindo:</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100" dirty="0">
                <a:latin typeface="Amazon Ember" panose="020B0603020204020204" pitchFamily="34" charset="0"/>
                <a:ea typeface="Amazon Ember" panose="020B0603020204020204" pitchFamily="34" charset="0"/>
                <a:cs typeface="Amazon Ember" panose="020B0603020204020204" pitchFamily="34" charset="0"/>
              </a:rPr>
              <a:t>Uso do </a:t>
            </a:r>
            <a:r>
              <a:rPr lang="pt-BR" sz="1100" b="1"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b="1" dirty="0">
                <a:latin typeface="Amazon Ember" panose="020B0603020204020204" pitchFamily="34" charset="0"/>
                <a:ea typeface="Amazon Ember" panose="020B0603020204020204" pitchFamily="34" charset="0"/>
                <a:cs typeface="Amazon Ember" panose="020B0603020204020204" pitchFamily="34" charset="0"/>
              </a:rPr>
              <a:t> S3 </a:t>
            </a:r>
            <a:r>
              <a:rPr lang="pt-BR" sz="1100" b="1" dirty="0" err="1">
                <a:latin typeface="Amazon Ember" panose="020B0603020204020204" pitchFamily="34" charset="0"/>
                <a:ea typeface="Amazon Ember" panose="020B0603020204020204" pitchFamily="34" charset="0"/>
                <a:cs typeface="Amazon Ember" panose="020B0603020204020204" pitchFamily="34" charset="0"/>
              </a:rPr>
              <a:t>Block</a:t>
            </a:r>
            <a:r>
              <a:rPr lang="pt-BR" sz="1100" b="1" dirty="0">
                <a:latin typeface="Amazon Ember" panose="020B0603020204020204" pitchFamily="34" charset="0"/>
                <a:ea typeface="Amazon Ember" panose="020B0603020204020204" pitchFamily="34" charset="0"/>
                <a:cs typeface="Amazon Ember" panose="020B0603020204020204" pitchFamily="34" charset="0"/>
              </a:rPr>
              <a:t> </a:t>
            </a:r>
            <a:r>
              <a:rPr lang="pt-BR" sz="1100" b="1" dirty="0" err="1">
                <a:latin typeface="Amazon Ember" panose="020B0603020204020204" pitchFamily="34" charset="0"/>
                <a:ea typeface="Amazon Ember" panose="020B0603020204020204" pitchFamily="34" charset="0"/>
                <a:cs typeface="Amazon Ember" panose="020B0603020204020204" pitchFamily="34" charset="0"/>
              </a:rPr>
              <a:t>Public</a:t>
            </a:r>
            <a:r>
              <a:rPr lang="pt-BR" sz="1100" b="1" dirty="0">
                <a:latin typeface="Amazon Ember" panose="020B0603020204020204" pitchFamily="34" charset="0"/>
                <a:ea typeface="Amazon Ember" panose="020B0603020204020204" pitchFamily="34" charset="0"/>
                <a:cs typeface="Amazon Ember" panose="020B0603020204020204" pitchFamily="34" charset="0"/>
              </a:rPr>
              <a:t> Access</a:t>
            </a:r>
            <a:r>
              <a:rPr lang="pt-BR" sz="1100" dirty="0">
                <a:latin typeface="Amazon Ember" panose="020B0603020204020204" pitchFamily="34" charset="0"/>
                <a:ea typeface="Amazon Ember" panose="020B0603020204020204" pitchFamily="34" charset="0"/>
                <a:cs typeface="Amazon Ember" panose="020B0603020204020204" pitchFamily="34" charset="0"/>
              </a:rPr>
              <a:t>. Essas configurações substituem quaisquer outras políticas ou permissões de objeto. Habilite o </a:t>
            </a:r>
            <a:r>
              <a:rPr lang="pt-BR" sz="1100" b="1" dirty="0" err="1">
                <a:latin typeface="Amazon Ember" panose="020B0603020204020204" pitchFamily="34" charset="0"/>
                <a:ea typeface="Amazon Ember" panose="020B0603020204020204" pitchFamily="34" charset="0"/>
                <a:cs typeface="Amazon Ember" panose="020B0603020204020204" pitchFamily="34" charset="0"/>
              </a:rPr>
              <a:t>Block</a:t>
            </a:r>
            <a:r>
              <a:rPr lang="pt-BR" sz="1100" b="1" dirty="0">
                <a:latin typeface="Amazon Ember" panose="020B0603020204020204" pitchFamily="34" charset="0"/>
                <a:ea typeface="Amazon Ember" panose="020B0603020204020204" pitchFamily="34" charset="0"/>
                <a:cs typeface="Amazon Ember" panose="020B0603020204020204" pitchFamily="34" charset="0"/>
              </a:rPr>
              <a:t> </a:t>
            </a:r>
            <a:r>
              <a:rPr lang="pt-BR" sz="1100" b="1" dirty="0" err="1">
                <a:latin typeface="Amazon Ember" panose="020B0603020204020204" pitchFamily="34" charset="0"/>
                <a:ea typeface="Amazon Ember" panose="020B0603020204020204" pitchFamily="34" charset="0"/>
                <a:cs typeface="Amazon Ember" panose="020B0603020204020204" pitchFamily="34" charset="0"/>
              </a:rPr>
              <a:t>Public</a:t>
            </a:r>
            <a:r>
              <a:rPr lang="pt-BR" sz="1100" b="1" dirty="0">
                <a:latin typeface="Amazon Ember" panose="020B0603020204020204" pitchFamily="34" charset="0"/>
                <a:ea typeface="Amazon Ember" panose="020B0603020204020204" pitchFamily="34" charset="0"/>
                <a:cs typeface="Amazon Ember" panose="020B0603020204020204" pitchFamily="34" charset="0"/>
              </a:rPr>
              <a:t> Access </a:t>
            </a:r>
            <a:r>
              <a:rPr lang="pt-BR" sz="1100" dirty="0">
                <a:latin typeface="Amazon Ember" panose="020B0603020204020204" pitchFamily="34" charset="0"/>
                <a:ea typeface="Amazon Ember" panose="020B0603020204020204" pitchFamily="34" charset="0"/>
                <a:cs typeface="Amazon Ember" panose="020B0603020204020204" pitchFamily="34" charset="0"/>
              </a:rPr>
              <a:t>para todos os </a:t>
            </a:r>
            <a:r>
              <a:rPr lang="pt-BR" sz="1100" dirty="0" err="1">
                <a:latin typeface="Amazon Ember" panose="020B0603020204020204" pitchFamily="34" charset="0"/>
                <a:ea typeface="Amazon Ember" panose="020B0603020204020204" pitchFamily="34" charset="0"/>
                <a:cs typeface="Amazon Ember" panose="020B0603020204020204" pitchFamily="34" charset="0"/>
              </a:rPr>
              <a:t>buckets</a:t>
            </a:r>
            <a:r>
              <a:rPr lang="pt-BR" sz="1100" dirty="0">
                <a:latin typeface="Amazon Ember" panose="020B0603020204020204" pitchFamily="34" charset="0"/>
                <a:ea typeface="Amazon Ember" panose="020B0603020204020204" pitchFamily="34" charset="0"/>
                <a:cs typeface="Amazon Ember" panose="020B0603020204020204" pitchFamily="34" charset="0"/>
              </a:rPr>
              <a:t> que você não deseja que sejam acessíveis publicamente. Esse recurso oferece um método simples para evitar a exposição não intencional de dados do </a:t>
            </a:r>
            <a:r>
              <a:rPr lang="pt-BR" sz="11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rPr>
              <a:t> S3.</a:t>
            </a:r>
          </a:p>
          <a:p>
            <a:pPr marL="171450" indent="-171450" rtl="0">
              <a:buFont typeface="Arial" panose="020B0604020202020204" pitchFamily="34" charset="0"/>
              <a:buChar char="•"/>
            </a:pP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100" dirty="0">
                <a:latin typeface="Amazon Ember" panose="020B0603020204020204" pitchFamily="34" charset="0"/>
                <a:ea typeface="Amazon Ember" panose="020B0603020204020204" pitchFamily="34" charset="0"/>
                <a:cs typeface="Amazon Ember" panose="020B0603020204020204" pitchFamily="34" charset="0"/>
              </a:rPr>
              <a:t>Escrita de </a:t>
            </a:r>
            <a:r>
              <a:rPr lang="pt-BR" sz="1100" b="1" dirty="0">
                <a:latin typeface="Amazon Ember" panose="020B0603020204020204" pitchFamily="34" charset="0"/>
                <a:ea typeface="Amazon Ember" panose="020B0603020204020204" pitchFamily="34" charset="0"/>
                <a:cs typeface="Amazon Ember" panose="020B0603020204020204" pitchFamily="34" charset="0"/>
              </a:rPr>
              <a:t>políticas do IAM</a:t>
            </a:r>
            <a:r>
              <a:rPr lang="pt-BR" sz="1100" dirty="0">
                <a:latin typeface="Amazon Ember" panose="020B0603020204020204" pitchFamily="34" charset="0"/>
                <a:ea typeface="Amazon Ember" panose="020B0603020204020204" pitchFamily="34" charset="0"/>
                <a:cs typeface="Amazon Ember" panose="020B0603020204020204" pitchFamily="34" charset="0"/>
              </a:rPr>
              <a:t> que especificam os usuários ou as funções que podem acessar </a:t>
            </a:r>
            <a:r>
              <a:rPr lang="pt-BR" sz="1100" dirty="0" err="1">
                <a:latin typeface="Amazon Ember" panose="020B0603020204020204" pitchFamily="34" charset="0"/>
                <a:ea typeface="Amazon Ember" panose="020B0603020204020204" pitchFamily="34" charset="0"/>
                <a:cs typeface="Amazon Ember" panose="020B0603020204020204" pitchFamily="34" charset="0"/>
              </a:rPr>
              <a:t>buckets</a:t>
            </a:r>
            <a:r>
              <a:rPr lang="pt-BR" sz="1100" dirty="0">
                <a:latin typeface="Amazon Ember" panose="020B0603020204020204" pitchFamily="34" charset="0"/>
                <a:ea typeface="Amazon Ember" panose="020B0603020204020204" pitchFamily="34" charset="0"/>
                <a:cs typeface="Amazon Ember" panose="020B0603020204020204" pitchFamily="34" charset="0"/>
              </a:rPr>
              <a:t> e objetos específicos. Esse método foi discutido em detalhes anteriormente neste módulo.</a:t>
            </a:r>
          </a:p>
          <a:p>
            <a:pPr marL="171450" indent="-171450" rtl="0">
              <a:buFont typeface="Arial" panose="020B0604020202020204" pitchFamily="34" charset="0"/>
              <a:buChar char="•"/>
            </a:pP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marL="171450" indent="-171450" rtl="0">
              <a:buFont typeface="Arial" panose="020B0604020202020204" pitchFamily="34" charset="0"/>
              <a:buChar char="•"/>
            </a:pPr>
            <a:r>
              <a:rPr lang="pt-BR" sz="1100" dirty="0">
                <a:latin typeface="Amazon Ember" panose="020B0603020204020204" pitchFamily="34" charset="0"/>
                <a:ea typeface="Amazon Ember" panose="020B0603020204020204" pitchFamily="34" charset="0"/>
                <a:cs typeface="Amazon Ember" panose="020B0603020204020204" pitchFamily="34" charset="0"/>
              </a:rPr>
              <a:t>Escrita de </a:t>
            </a:r>
            <a:r>
              <a:rPr lang="pt-BR" sz="1100" b="1" dirty="0">
                <a:latin typeface="Amazon Ember" panose="020B0603020204020204" pitchFamily="34" charset="0"/>
                <a:ea typeface="Amazon Ember" panose="020B0603020204020204" pitchFamily="34" charset="0"/>
                <a:cs typeface="Amazon Ember" panose="020B0603020204020204" pitchFamily="34" charset="0"/>
              </a:rPr>
              <a:t>políticas de </a:t>
            </a:r>
            <a:r>
              <a:rPr lang="pt-BR" sz="1100" b="1" dirty="0" err="1">
                <a:latin typeface="Amazon Ember" panose="020B0603020204020204" pitchFamily="34" charset="0"/>
                <a:ea typeface="Amazon Ember" panose="020B0603020204020204" pitchFamily="34" charset="0"/>
                <a:cs typeface="Amazon Ember" panose="020B0603020204020204" pitchFamily="34" charset="0"/>
              </a:rPr>
              <a:t>bucket</a:t>
            </a:r>
            <a:r>
              <a:rPr lang="pt-BR" sz="1100" dirty="0">
                <a:latin typeface="Amazon Ember" panose="020B0603020204020204" pitchFamily="34" charset="0"/>
                <a:ea typeface="Amazon Ember" panose="020B0603020204020204" pitchFamily="34" charset="0"/>
                <a:cs typeface="Amazon Ember" panose="020B0603020204020204" pitchFamily="34" charset="0"/>
              </a:rPr>
              <a:t> que definem o acesso a </a:t>
            </a:r>
            <a:r>
              <a:rPr lang="pt-BR" sz="1100" dirty="0" err="1">
                <a:latin typeface="Amazon Ember" panose="020B0603020204020204" pitchFamily="34" charset="0"/>
                <a:ea typeface="Amazon Ember" panose="020B0603020204020204" pitchFamily="34" charset="0"/>
                <a:cs typeface="Amazon Ember" panose="020B0603020204020204" pitchFamily="34" charset="0"/>
              </a:rPr>
              <a:t>buckets</a:t>
            </a:r>
            <a:r>
              <a:rPr lang="pt-BR" sz="1100" dirty="0">
                <a:latin typeface="Amazon Ember" panose="020B0603020204020204" pitchFamily="34" charset="0"/>
                <a:ea typeface="Amazon Ember" panose="020B0603020204020204" pitchFamily="34" charset="0"/>
                <a:cs typeface="Amazon Ember" panose="020B0603020204020204" pitchFamily="34" charset="0"/>
              </a:rPr>
              <a:t> ou objetos específicos.  Essa opção normalmente é usada quando o usuário ou o sistema não pode autenticar com o IAM. As políticas de </a:t>
            </a:r>
            <a:r>
              <a:rPr lang="pt-BR" sz="1100" dirty="0" err="1">
                <a:latin typeface="Amazon Ember" panose="020B0603020204020204" pitchFamily="34" charset="0"/>
                <a:ea typeface="Amazon Ember" panose="020B0603020204020204" pitchFamily="34" charset="0"/>
                <a:cs typeface="Amazon Ember" panose="020B0603020204020204" pitchFamily="34" charset="0"/>
              </a:rPr>
              <a:t>bucket</a:t>
            </a:r>
            <a:r>
              <a:rPr lang="pt-BR" sz="1100" dirty="0">
                <a:latin typeface="Amazon Ember" panose="020B0603020204020204" pitchFamily="34" charset="0"/>
                <a:ea typeface="Amazon Ember" panose="020B0603020204020204" pitchFamily="34" charset="0"/>
                <a:cs typeface="Amazon Ember" panose="020B0603020204020204" pitchFamily="34" charset="0"/>
              </a:rPr>
              <a:t> podem ser configuradas para conceder acesso entre contas da AWS ou para conceder acesso público ou anônimo aos dados do </a:t>
            </a:r>
            <a:r>
              <a:rPr lang="pt-BR" sz="11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100" dirty="0">
                <a:latin typeface="Amazon Ember" panose="020B0603020204020204" pitchFamily="34" charset="0"/>
                <a:ea typeface="Amazon Ember" panose="020B0603020204020204" pitchFamily="34" charset="0"/>
                <a:cs typeface="Amazon Ember" panose="020B0603020204020204" pitchFamily="34" charset="0"/>
              </a:rPr>
              <a:t> S3. Se as políticas de </a:t>
            </a:r>
            <a:r>
              <a:rPr lang="pt-BR" sz="1100" dirty="0" err="1">
                <a:latin typeface="Amazon Ember" panose="020B0603020204020204" pitchFamily="34" charset="0"/>
                <a:ea typeface="Amazon Ember" panose="020B0603020204020204" pitchFamily="34" charset="0"/>
                <a:cs typeface="Amazon Ember" panose="020B0603020204020204" pitchFamily="34" charset="0"/>
              </a:rPr>
              <a:t>bucket</a:t>
            </a:r>
            <a:r>
              <a:rPr lang="pt-BR" sz="1100" dirty="0">
                <a:latin typeface="Amazon Ember" panose="020B0603020204020204" pitchFamily="34" charset="0"/>
                <a:ea typeface="Amazon Ember" panose="020B0603020204020204" pitchFamily="34" charset="0"/>
                <a:cs typeface="Amazon Ember" panose="020B0603020204020204" pitchFamily="34" charset="0"/>
              </a:rPr>
              <a:t> forem usadas, elas deverão ser escritas cuidadosamente e testadas por completo. Você pode especificar uma instrução de negação em uma política de </a:t>
            </a:r>
            <a:r>
              <a:rPr lang="pt-BR" sz="1100" dirty="0" err="1">
                <a:latin typeface="Amazon Ember" panose="020B0603020204020204" pitchFamily="34" charset="0"/>
                <a:ea typeface="Amazon Ember" panose="020B0603020204020204" pitchFamily="34" charset="0"/>
                <a:cs typeface="Amazon Ember" panose="020B0603020204020204" pitchFamily="34" charset="0"/>
              </a:rPr>
              <a:t>bucket</a:t>
            </a:r>
            <a:r>
              <a:rPr lang="pt-BR" sz="1100" dirty="0">
                <a:latin typeface="Amazon Ember" panose="020B0603020204020204" pitchFamily="34" charset="0"/>
                <a:ea typeface="Amazon Ember" panose="020B0603020204020204" pitchFamily="34" charset="0"/>
                <a:cs typeface="Amazon Ember" panose="020B0603020204020204" pitchFamily="34" charset="0"/>
              </a:rPr>
              <a:t> para restringir o acesso. O acesso será restrito mesmo se os usuários tiverem permissões concedidas em uma política baseada em identidade anexada aos usuários.</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marL="171450" indent="-171450" rtl="0">
              <a:buFont typeface="Arial" panose="020B0604020202020204" pitchFamily="34" charset="0"/>
              <a:buChar char="•"/>
            </a:pP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marL="171450" indent="-171450" rtl="0">
              <a:buFont typeface="Arial" panose="020B0604020202020204" pitchFamily="34" charset="0"/>
              <a:buChar char="•"/>
            </a:pPr>
            <a:r>
              <a:rPr lang="pt-BR" sz="1100" dirty="0">
                <a:latin typeface="Amazon Ember" panose="020B0603020204020204" pitchFamily="34" charset="0"/>
                <a:ea typeface="Amazon Ember" panose="020B0603020204020204" pitchFamily="34" charset="0"/>
                <a:cs typeface="Amazon Ember" panose="020B0603020204020204" pitchFamily="34" charset="0"/>
              </a:rPr>
              <a:t>Definição de </a:t>
            </a:r>
            <a:r>
              <a:rPr lang="pt-BR" sz="1100" b="1" dirty="0">
                <a:latin typeface="Amazon Ember" panose="020B0603020204020204" pitchFamily="34" charset="0"/>
                <a:ea typeface="Amazon Ember" panose="020B0603020204020204" pitchFamily="34" charset="0"/>
                <a:cs typeface="Amazon Ember" panose="020B0603020204020204" pitchFamily="34" charset="0"/>
              </a:rPr>
              <a:t>listas de controle de acesso (</a:t>
            </a:r>
            <a:r>
              <a:rPr lang="pt-BR" sz="1100" b="1" dirty="0" err="1">
                <a:latin typeface="Amazon Ember" panose="020B0603020204020204" pitchFamily="34" charset="0"/>
                <a:ea typeface="Amazon Ember" panose="020B0603020204020204" pitchFamily="34" charset="0"/>
                <a:cs typeface="Amazon Ember" panose="020B0603020204020204" pitchFamily="34" charset="0"/>
              </a:rPr>
              <a:t>ACLs</a:t>
            </a:r>
            <a:r>
              <a:rPr lang="pt-BR" sz="1100" b="1" dirty="0">
                <a:latin typeface="Amazon Ember" panose="020B0603020204020204" pitchFamily="34" charset="0"/>
                <a:ea typeface="Amazon Ember" panose="020B0603020204020204" pitchFamily="34" charset="0"/>
                <a:cs typeface="Amazon Ember" panose="020B0603020204020204" pitchFamily="34" charset="0"/>
              </a:rPr>
              <a:t>) </a:t>
            </a:r>
            <a:r>
              <a:rPr lang="pt-BR" sz="1100" dirty="0">
                <a:latin typeface="Amazon Ember" panose="020B0603020204020204" pitchFamily="34" charset="0"/>
                <a:ea typeface="Amazon Ember" panose="020B0603020204020204" pitchFamily="34" charset="0"/>
                <a:cs typeface="Amazon Ember" panose="020B0603020204020204" pitchFamily="34" charset="0"/>
              </a:rPr>
              <a:t>nos </a:t>
            </a:r>
            <a:r>
              <a:rPr lang="pt-BR" sz="1100" dirty="0" err="1">
                <a:latin typeface="Amazon Ember" panose="020B0603020204020204" pitchFamily="34" charset="0"/>
                <a:ea typeface="Amazon Ember" panose="020B0603020204020204" pitchFamily="34" charset="0"/>
                <a:cs typeface="Amazon Ember" panose="020B0603020204020204" pitchFamily="34" charset="0"/>
              </a:rPr>
              <a:t>buckets</a:t>
            </a:r>
            <a:r>
              <a:rPr lang="pt-BR" sz="1100" dirty="0">
                <a:latin typeface="Amazon Ember" panose="020B0603020204020204" pitchFamily="34" charset="0"/>
                <a:ea typeface="Amazon Ember" panose="020B0603020204020204" pitchFamily="34" charset="0"/>
                <a:cs typeface="Amazon Ember" panose="020B0603020204020204" pitchFamily="34" charset="0"/>
              </a:rPr>
              <a:t> e objetos. As </a:t>
            </a:r>
            <a:r>
              <a:rPr lang="pt-BR" sz="1100" dirty="0" err="1">
                <a:latin typeface="Amazon Ember" panose="020B0603020204020204" pitchFamily="34" charset="0"/>
                <a:ea typeface="Amazon Ember" panose="020B0603020204020204" pitchFamily="34" charset="0"/>
                <a:cs typeface="Amazon Ember" panose="020B0603020204020204" pitchFamily="34" charset="0"/>
              </a:rPr>
              <a:t>ACLs</a:t>
            </a:r>
            <a:r>
              <a:rPr lang="pt-BR" sz="1100" dirty="0">
                <a:latin typeface="Amazon Ember" panose="020B0603020204020204" pitchFamily="34" charset="0"/>
                <a:ea typeface="Amazon Ember" panose="020B0603020204020204" pitchFamily="34" charset="0"/>
                <a:cs typeface="Amazon Ember" panose="020B0603020204020204" pitchFamily="34" charset="0"/>
              </a:rPr>
              <a:t> são menos usadas (as </a:t>
            </a:r>
            <a:r>
              <a:rPr lang="pt-BR" sz="1100" dirty="0" err="1">
                <a:latin typeface="Amazon Ember" panose="020B0603020204020204" pitchFamily="34" charset="0"/>
                <a:ea typeface="Amazon Ember" panose="020B0603020204020204" pitchFamily="34" charset="0"/>
                <a:cs typeface="Amazon Ember" panose="020B0603020204020204" pitchFamily="34" charset="0"/>
              </a:rPr>
              <a:t>ACLs</a:t>
            </a:r>
            <a:r>
              <a:rPr lang="pt-BR" sz="1100" dirty="0">
                <a:latin typeface="Amazon Ember" panose="020B0603020204020204" pitchFamily="34" charset="0"/>
                <a:ea typeface="Amazon Ember" panose="020B0603020204020204" pitchFamily="34" charset="0"/>
                <a:cs typeface="Amazon Ember" panose="020B0603020204020204" pitchFamily="34" charset="0"/>
              </a:rPr>
              <a:t> são anteriores ao IAM). Se você usar </a:t>
            </a:r>
            <a:r>
              <a:rPr lang="pt-BR" sz="1100" dirty="0" err="1">
                <a:latin typeface="Amazon Ember" panose="020B0603020204020204" pitchFamily="34" charset="0"/>
                <a:ea typeface="Amazon Ember" panose="020B0603020204020204" pitchFamily="34" charset="0"/>
                <a:cs typeface="Amazon Ember" panose="020B0603020204020204" pitchFamily="34" charset="0"/>
              </a:rPr>
              <a:t>ACLs</a:t>
            </a:r>
            <a:r>
              <a:rPr lang="pt-BR" sz="1100" dirty="0">
                <a:latin typeface="Amazon Ember" panose="020B0603020204020204" pitchFamily="34" charset="0"/>
                <a:ea typeface="Amazon Ember" panose="020B0603020204020204" pitchFamily="34" charset="0"/>
                <a:cs typeface="Amazon Ember" panose="020B0603020204020204" pitchFamily="34" charset="0"/>
              </a:rPr>
              <a:t>, não defina um acesso muito aberto ou permissivo.</a:t>
            </a:r>
            <a:br>
              <a:rPr lang="en-US" sz="1100" dirty="0">
                <a:latin typeface="Amazon Ember" panose="020B0603020204020204" pitchFamily="34" charset="0"/>
                <a:ea typeface="Amazon Ember" panose="020B0603020204020204" pitchFamily="34" charset="0"/>
                <a:cs typeface="Amazon Ember" panose="020B0603020204020204" pitchFamily="34" charset="0"/>
              </a:rPr>
            </a:b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marL="171450" indent="-171450">
              <a:buFont typeface="Arial" panose="020B0604020202020204" pitchFamily="34" charset="0"/>
              <a:buChar char="•"/>
            </a:pPr>
            <a:r>
              <a:rPr lang="pt-BR" sz="1100" b="1" dirty="0">
                <a:latin typeface="Amazon Ember" panose="020B0603020204020204" pitchFamily="34" charset="0"/>
                <a:ea typeface="Amazon Ember" panose="020B0603020204020204" pitchFamily="34" charset="0"/>
                <a:cs typeface="Amazon Ember" panose="020B0603020204020204" pitchFamily="34" charset="0"/>
              </a:rPr>
              <a:t>AWS Trusted Advisor </a:t>
            </a:r>
            <a:r>
              <a:rPr lang="pt-BR" sz="1100" dirty="0">
                <a:latin typeface="Amazon Ember" panose="020B0603020204020204" pitchFamily="34" charset="0"/>
                <a:ea typeface="Amazon Ember" panose="020B0603020204020204" pitchFamily="34" charset="0"/>
                <a:cs typeface="Amazon Ember" panose="020B0603020204020204" pitchFamily="34" charset="0"/>
              </a:rPr>
              <a:t>oferece um recurso de verificação de permissões de bucket que é uma ferramenta útil para descobrir se algum dos buckets em sua conta tem permissões que concedem acesso global.</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8784279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dirty="0">
                <a:latin typeface="Amazon Ember" panose="020B0603020204020204" pitchFamily="34" charset="0"/>
                <a:ea typeface="Amazon Ember" panose="020B0603020204020204" pitchFamily="34" charset="0"/>
                <a:cs typeface="Amazon Ember" panose="020B0603020204020204" pitchFamily="34" charset="0"/>
              </a:rPr>
              <a:t>Apresentação da Seção 7: Serviços e recursos de segurança adicionais</a:t>
            </a:r>
          </a:p>
        </p:txBody>
      </p:sp>
    </p:spTree>
    <p:extLst>
      <p:ext uri="{BB962C8B-B14F-4D97-AF65-F5344CB8AC3E}">
        <p14:creationId xmlns:p14="http://schemas.microsoft.com/office/powerpoint/2010/main" val="6967313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AWS Service </a:t>
            </a:r>
            <a:r>
              <a:rPr lang="pt-BR" sz="1100" b="1"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Catalog</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permite que as organizações criem e gerenciem catálogos de serviços de TI aprovados para uso (por exemplo, para uso dos funcionários) na AWS. Esses serviços de TI podem incluir tudo, de imagens de máquinas virtuais, servidores, software e bancos de dados a arquiteturas completas de aplicativos multicamada.</a:t>
            </a:r>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Sob a perspectiva do AWS Service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Catalog</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um serviço de TI pode ser considerado um produto. Um produto pode ser uma única instância de computação que executa 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Linux, pode ser um aplicativo Web multicamada totalmente configurado que é executado no próprio ambiente ou pode ser qualquer outro serviço de TI útil que você crie na AWS. Isso </a:t>
            </a:r>
            <a:r>
              <a:rPr lang="pt-BR" sz="1100" dirty="0">
                <a:latin typeface="Amazon Ember" panose="020B0603020204020204" pitchFamily="34" charset="0"/>
                <a:ea typeface="Amazon Ember" panose="020B0603020204020204" pitchFamily="34" charset="0"/>
                <a:cs typeface="Amazon Ember" panose="020B0603020204020204" pitchFamily="34" charset="0"/>
              </a:rPr>
              <a:t>permite que os usuários implantem rapidamente os serviços de TI de que precisam e é projetado para que os usuários implantem apenas configurações aprovadas. O AWS Service </a:t>
            </a:r>
            <a:r>
              <a:rPr lang="pt-BR" sz="1100" dirty="0" err="1">
                <a:latin typeface="Amazon Ember" panose="020B0603020204020204" pitchFamily="34" charset="0"/>
                <a:ea typeface="Amazon Ember" panose="020B0603020204020204" pitchFamily="34" charset="0"/>
                <a:cs typeface="Amazon Ember" panose="020B0603020204020204" pitchFamily="34" charset="0"/>
              </a:rPr>
              <a:t>Catalog</a:t>
            </a:r>
            <a:r>
              <a:rPr lang="pt-BR" sz="1100" dirty="0">
                <a:latin typeface="Amazon Ember" panose="020B0603020204020204" pitchFamily="34" charset="0"/>
                <a:ea typeface="Amazon Ember" panose="020B0603020204020204" pitchFamily="34" charset="0"/>
                <a:cs typeface="Amazon Ember" panose="020B0603020204020204" pitchFamily="34" charset="0"/>
              </a:rPr>
              <a:t> pode auxiliar seus esforços de gerenciamento centralizado de serviços de TI implantados e pode ajudar você a alcançar uma governança consistente e atender aos requisitos de conformidade.</a:t>
            </a:r>
          </a:p>
          <a:p>
            <a:pPr rtl="0"/>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100" dirty="0">
                <a:latin typeface="Amazon Ember" panose="020B0603020204020204" pitchFamily="34" charset="0"/>
                <a:ea typeface="Amazon Ember" panose="020B0603020204020204" pitchFamily="34" charset="0"/>
                <a:cs typeface="Amazon Ember" panose="020B0603020204020204" pitchFamily="34" charset="0"/>
              </a:rPr>
              <a:t>Para saber mais, a documentação da AWS oferece mais informações sobre o </a:t>
            </a:r>
            <a:r>
              <a:rPr lang="pt-BR" sz="1100" dirty="0">
                <a:latin typeface="Amazon Ember" panose="020B0603020204020204" pitchFamily="34" charset="0"/>
                <a:ea typeface="Amazon Ember" panose="020B0603020204020204" pitchFamily="34" charset="0"/>
                <a:cs typeface="Amazon Ember" panose="020B0603020204020204" pitchFamily="34" charset="0"/>
                <a:hlinkClick r:id="rId3"/>
              </a:rPr>
              <a:t>AWS Service </a:t>
            </a:r>
            <a:r>
              <a:rPr lang="pt-BR" sz="1100" dirty="0" err="1">
                <a:latin typeface="Amazon Ember" panose="020B0603020204020204" pitchFamily="34" charset="0"/>
                <a:ea typeface="Amazon Ember" panose="020B0603020204020204" pitchFamily="34" charset="0"/>
                <a:cs typeface="Amazon Ember" panose="020B0603020204020204" pitchFamily="34" charset="0"/>
                <a:hlinkClick r:id="rId3"/>
              </a:rPr>
              <a:t>Catalog</a:t>
            </a:r>
            <a:r>
              <a:rPr lang="pt-BR" sz="110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2737113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532959"/>
          </a:xfrm>
        </p:spPr>
        <p:txBody>
          <a:bodyPr rtlCol="0"/>
          <a:lstStyle/>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1"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Macie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é um serviço de segurança que usa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machine</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learning</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para descobrir, classificar e proteger automaticamente dados confidenciais na AWS. 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Macie reconhece dados confidenciais, como informações de identificação pessoal (PII) ou propriedade intelectual. Ele fornece painéis e alertas que dão visibilidade sobre como esses dados estão sendo acessados ou movidos. 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Macie é um serviço totalmente gerenciado que monitora continuamente atividades de acesso a dados para detectar anomalias e gera alertas detalhados quando detecta risco de acesso não autorizado ou vazamento acidental de dados. No momento, 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Macie está disponível para proteger dados armazenados no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S3.</a:t>
            </a: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a:t>
            </a:r>
            <a:r>
              <a:rPr lang="pt-BR" sz="1100" b="1"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1"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Inspector</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é um serviço automatizado de avaliação de segurança que ajuda a melhorar a segurança e a conformidade de aplicativos implantados na AWS. 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Inspector</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avalia automaticamente os aplicativos em busca de exposições, vulnerabilidades e discrepâncias em relação às práticas recomendadas. Depois de realizar uma avaliação, 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Inspector</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produz uma lista detalhada de descobertas de segurança que são listadas por nível de severidade. Essas descobertas podem ser analisadas diretamente ou como parte de relatórios de avaliação detalhados que estão disponíveis por meio da API ou do console do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Inspector</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t>
            </a:r>
          </a:p>
          <a:p>
            <a:pPr rtl="0"/>
            <a:endParaRPr lang="en-US"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endParaRPr>
          </a:p>
          <a:p>
            <a:pPr rtl="0"/>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O </a:t>
            </a:r>
            <a:r>
              <a:rPr lang="pt-BR" sz="1100" b="1"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1"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GuardDuty</a:t>
            </a:r>
            <a:r>
              <a:rPr lang="pt-BR" sz="1100" b="1"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é um serviço de detecção de ameaças que monitora continuamente atividades mal-intencionadas e comportamentos não autorizados para proteger contas e cargas de trabalho da AWS. Com a nuvem, a coleta e a agregação de atividades de redes e contas é simplificada, mas pode ser demorado para que as equipes de segurança analisem continuamente dados de log de eventos em busca de possíveis ameaças. 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GuardDuty</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usa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machine</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learning</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detecção de anomalias e inteligência integrada contra ameaças para identificar e classificar possíveis ameaças. O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GuardDuty</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analisa dezenas de bilhões de eventos em várias fontes de dados da AWS, como AWS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CloudTrail</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Amazon</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VPC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Flow</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Logs e logs de Domain </a:t>
            </a:r>
            <a:r>
              <a:rPr lang="pt-BR" sz="1100" b="0" i="0" kern="1200" dirty="0" err="1">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Name</a:t>
            </a:r>
            <a:r>
              <a:rPr lang="pt-BR" sz="1100" b="0" i="0" kern="12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 System (DNS).</a:t>
            </a: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725626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70</a:t>
            </a:fld>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ysClr val="windowText" lastClr="000000"/>
                </a:solidFill>
              </a:rPr>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ysClr val="windowText" lastClr="000000"/>
                </a:solidFill>
              </a:rPr>
              <a:t>|Depending on the audience and timing, you could extend this conversation by asking students to list the traits and the if/then logic that they would use to capture the first three pictures as dogs and the last one as a cat. You might also discuss the miscellaneous and confusing information in the images that makes the task challenging (for example, two dogs at a bit of a distance, one looking up into the camera as a puppy, and one buried among stuffed animals).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ysClr val="windowText" lastClr="000000"/>
                </a:solidFill>
              </a:rPr>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ysClr val="windowText" lastClr="000000"/>
                </a:solidFill>
              </a:rPr>
              <a:t>Here's a simplified example to distinguish a data analytics approach from an AI/ML approach. This example demonstrates the type of complexity where an ML solution might produce better results than data analytics.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ysClr val="windowText" lastClr="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ysClr val="windowText" lastClr="000000"/>
                </a:solidFill>
              </a:rPr>
              <a:t>If you had a large dataset of images and you wanted to create a website that highlighted only dog images, how could you apply data science to automatically identify which pictures are dogs?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ysClr val="windowText" lastClr="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ysClr val="windowText" lastClr="000000"/>
                </a:solidFill>
              </a:rPr>
              <a:t>Using traditional data analytics, you would need to create logic to identify the features that make a dog a dog. Take a minute to think of all the different characteristics that two dogs might have while still being recognized by humans as dogs. What logic would you use to avoid the cat fitting into your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ysClr val="windowText" lastClr="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ysClr val="windowText" lastClr="000000"/>
                </a:solidFill>
              </a:rPr>
              <a:t>With ML, you would train your model by showing it a lot of pictures that are labeled as dogs and letting it </a:t>
            </a:r>
            <a:r>
              <a:rPr lang="en-US" b="0" i="1" dirty="0">
                <a:solidFill>
                  <a:sysClr val="windowText" lastClr="000000"/>
                </a:solidFill>
              </a:rPr>
              <a:t>learn</a:t>
            </a:r>
            <a:r>
              <a:rPr lang="en-US" b="0" dirty="0">
                <a:solidFill>
                  <a:sysClr val="windowText" lastClr="000000"/>
                </a:solidFill>
              </a:rPr>
              <a:t> to identify new, unlabeled pictures as dogs.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ysClr val="windowText" lastClr="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ysClr val="windowText" lastClr="000000"/>
                </a:solidFill>
              </a:rPr>
              <a:t>Given the vast number of dog images that are currently available for analysis, this might be a good candidate for ML.</a:t>
            </a:r>
            <a:endParaRPr lang="en-US" dirty="0"/>
          </a:p>
        </p:txBody>
      </p:sp>
    </p:spTree>
    <p:extLst>
      <p:ext uri="{BB962C8B-B14F-4D97-AF65-F5344CB8AC3E}">
        <p14:creationId xmlns:p14="http://schemas.microsoft.com/office/powerpoint/2010/main" val="4630872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71</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ysClr val="windowText" lastClr="000000"/>
                </a:solidFill>
              </a:rPr>
              <a:t>|Student notes</a:t>
            </a:r>
          </a:p>
          <a:p>
            <a:r>
              <a:rPr lang="en-US" dirty="0"/>
              <a:t>For many business scenarios, your organization might use both data analytics and an AI/ML approach as part of a unified decision-making strategy. The slide highlights a simple example.</a:t>
            </a:r>
          </a:p>
        </p:txBody>
      </p:sp>
    </p:spTree>
    <p:extLst>
      <p:ext uri="{BB962C8B-B14F-4D97-AF65-F5344CB8AC3E}">
        <p14:creationId xmlns:p14="http://schemas.microsoft.com/office/powerpoint/2010/main" val="6822650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72</a:t>
            </a:fld>
            <a:endParaRPr lang="en-US" b="1" dirty="0"/>
          </a:p>
          <a:p>
            <a:r>
              <a:rPr lang="en-US" b="1" dirty="0"/>
              <a:t>|Instructor notes</a:t>
            </a:r>
          </a:p>
          <a:p>
            <a:r>
              <a:rPr lang="en-US" b="0" dirty="0">
                <a:solidFill>
                  <a:srgbClr val="000000"/>
                </a:solidFill>
                <a:latin typeface="Calibri" panose="020F0502020204030204" pitchFamily="34" charset="0"/>
              </a:rPr>
              <a:t>| </a:t>
            </a:r>
          </a:p>
          <a:p>
            <a:r>
              <a:rPr lang="en-US" b="1" dirty="0"/>
              <a:t>|Student notes</a:t>
            </a:r>
          </a:p>
          <a:p>
            <a:r>
              <a:rPr lang="en-US" dirty="0"/>
              <a:t>You can categorize analytics into these four increasingly valuable—but increasingly difficult to derive,—types: descriptive, diagnostic, predictive, and prescriptive. The volume of data needed, amount of compute and storage required, and complexity of the data science all increase as you move from descriptive to predictive and prescriptive decision support.</a:t>
            </a:r>
          </a:p>
        </p:txBody>
      </p:sp>
    </p:spTree>
    <p:extLst>
      <p:ext uri="{BB962C8B-B14F-4D97-AF65-F5344CB8AC3E}">
        <p14:creationId xmlns:p14="http://schemas.microsoft.com/office/powerpoint/2010/main" val="373478375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73</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explosion of richer data sources has coincided with the availability of much more powerful compute at lower costs than what had been available. In addition, pay-as-you-go cloud-based infrastructure increases resource flexibility. Evolving cloud service offerings have also lowered the technical complexity required to derive higher-value insights. This lowers the overall cost and complexity of using big data analytics and AI/ML in your decision-making. The easier it is to make predictions, the more an organization can extend data-driven decisions into additional scenarios and drive incremental improvements in the quality of their analyses and predictions. The more data that is available, the greater the opportunity is to uncover new insights or increase the accuracy of predictions.</a:t>
            </a:r>
          </a:p>
        </p:txBody>
      </p:sp>
    </p:spTree>
    <p:extLst>
      <p:ext uri="{BB962C8B-B14F-4D97-AF65-F5344CB8AC3E}">
        <p14:creationId xmlns:p14="http://schemas.microsoft.com/office/powerpoint/2010/main" val="38669679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74</a:t>
            </a:fld>
            <a:endParaRPr lang="en-US" b="1" dirty="0"/>
          </a:p>
          <a:p>
            <a:r>
              <a:rPr lang="en-US" b="1" dirty="0"/>
              <a:t>|Instructor notes</a:t>
            </a:r>
          </a:p>
          <a:p>
            <a:r>
              <a:rPr lang="en-US" b="0" dirty="0"/>
              <a:t>|If time permits, this is a good opportunity to engage students in thinking about their online experiences in light of AI/ML and how it used. Depending on your audience, you could engage in a discussion of how students perceive these types of applications. What makes them feel helpful rather than intrusive? What is the benefit to the business in providing these benefits to the user?</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r>
              <a:rPr lang="en-US" dirty="0"/>
              <a:t>The increasing use of data and the application of AI/ML approaches is recognizable when you interact with online systems. The slide lists a few examples, and you can probably think of other ways in which your online experience is personalized. Data about you is used to predict what you might like or to prevent something bad from happening.</a:t>
            </a:r>
          </a:p>
          <a:p>
            <a:endParaRPr lang="en-US" dirty="0"/>
          </a:p>
          <a:p>
            <a:r>
              <a:rPr lang="en-US" dirty="0"/>
              <a:t>The navigation system on your phone is a great example of large amounts of how geospatial data are brought together to personalize your navigation experience. Geospatial data is data about objects, events, or phenomena that have a location on the surface of the earth. The location may be static in the short-term (e.g., the location of a road, an earthquake event, children living in poverty), or dynamic (e.g., a moving vehicle or pedestrian, the spread of an infectious disease). Geospatial data combines location information (usually coordinates on the earth), attribute information (the characteristics of the object, event, or phenomena concerned), and often also temporal information (the time or life span at which the location and attributes exist). (source: https://www.sciencedirect.com/topics/computer-science/geospatial-data). </a:t>
            </a:r>
          </a:p>
        </p:txBody>
      </p:sp>
    </p:spTree>
    <p:extLst>
      <p:ext uri="{BB962C8B-B14F-4D97-AF65-F5344CB8AC3E}">
        <p14:creationId xmlns:p14="http://schemas.microsoft.com/office/powerpoint/2010/main" val="35509026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75</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r>
              <a:rPr lang="en-US" dirty="0"/>
              <a:t>All that data presents challenges as well as opportunities. Organizations must decide how to store the data and account for both traditional structured data (rows and columns) as well as </a:t>
            </a:r>
            <a:r>
              <a:rPr lang="en-US" sz="1200" kern="1200" dirty="0">
                <a:solidFill>
                  <a:schemeClr val="tx1"/>
                </a:solidFill>
                <a:effectLst/>
                <a:latin typeface="+mn-lt"/>
                <a:ea typeface="+mn-ea"/>
                <a:cs typeface="+mn-cs"/>
              </a:rPr>
              <a:t>unstructured data, such as images, documents, handwritten notes, and geospatial information. </a:t>
            </a:r>
          </a:p>
          <a:p>
            <a:endParaRPr lang="en-US" sz="1200" kern="1200" dirty="0">
              <a:solidFill>
                <a:schemeClr val="tx1"/>
              </a:solidFill>
              <a:effectLst/>
              <a:latin typeface="+mn-lt"/>
              <a:ea typeface="+mn-ea"/>
              <a:cs typeface="+mn-cs"/>
            </a:endParaRPr>
          </a:p>
          <a:p>
            <a:r>
              <a:rPr lang="en-US" dirty="0"/>
              <a:t>If an organization isn't thoughtful about its approach, it might spend a lot of money to pay for the equivalent of a pile of unmarked boxes in the back of a garage.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Organizations also need to manage the security of all that data they're collecting and storing. This is especially critical if they are collecting personal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Additionally, an organization must think about scaling their solutions to handle the volume and type of data to be processed. Data that hasn't been properly prepared, or isn't held in an appropriate type of storage, won't yield the best results.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trade-off of collecting more data in hopes of fueling future decisions or providing greater accuracy has to be weighed against the cost and speed impacts of managing and processing that data.</a:t>
            </a:r>
          </a:p>
        </p:txBody>
      </p:sp>
    </p:spTree>
    <p:extLst>
      <p:ext uri="{BB962C8B-B14F-4D97-AF65-F5344CB8AC3E}">
        <p14:creationId xmlns:p14="http://schemas.microsoft.com/office/powerpoint/2010/main" val="20484761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76</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r>
              <a:rPr lang="en-US" dirty="0"/>
              <a:t>Another consideration to decide how much and what type of data to store is how quickly you can act upon the data. As the slide highlights, the business can derive the most value from data when it is fresh and can be used immediately (for example, to prevent a credit card transaction) or within a few seconds (for example, to recommend a secondary purchase before you checkout). As data ages, it loses its ability to inform proactive decisions and becomes an asset to take corrective action after the fact. Using data for reactive and historical analysis might still provide value to the organization, but when deciding what to keep and how long to keep it, an organization should think about whether they have the capacity to process the data within the timeframe that maximizes its value.</a:t>
            </a:r>
          </a:p>
        </p:txBody>
      </p:sp>
    </p:spTree>
    <p:extLst>
      <p:ext uri="{BB962C8B-B14F-4D97-AF65-F5344CB8AC3E}">
        <p14:creationId xmlns:p14="http://schemas.microsoft.com/office/powerpoint/2010/main" val="56759673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77</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trade-offs you need to consider to decide how much data to collect are reflected across your infrastructure choices. Many options are available to build your infrastructure, so it's important to choose the components that provide the best value for the decisions that those components must support. Balancing cost, speed, and accuracy is at the core of building the data-driven infrastructure that an organization needs to support its data-driven decisions.</a:t>
            </a:r>
          </a:p>
        </p:txBody>
      </p:sp>
    </p:spTree>
    <p:extLst>
      <p:ext uri="{BB962C8B-B14F-4D97-AF65-F5344CB8AC3E}">
        <p14:creationId xmlns:p14="http://schemas.microsoft.com/office/powerpoint/2010/main" val="411917031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78</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r>
              <a:rPr lang="en-US" dirty="0"/>
              <a:t>Here are a few key points to summarize this section:</a:t>
            </a:r>
          </a:p>
          <a:p>
            <a:pPr marL="171450" indent="-171450">
              <a:buFont typeface="Arial" panose="020B0604020202020204" pitchFamily="34" charset="0"/>
              <a:buChar char="•"/>
            </a:pPr>
            <a:r>
              <a:rPr lang="en-US" dirty="0"/>
              <a:t>Data-driven organizations use data science to inform decisions. This includes data analytics and AI, along with its subfield of ML.</a:t>
            </a:r>
          </a:p>
          <a:p>
            <a:pPr marL="171450" indent="-171450">
              <a:buFont typeface="Arial" panose="020B0604020202020204" pitchFamily="34" charset="0"/>
              <a:buChar char="•"/>
            </a:pPr>
            <a:r>
              <a:rPr lang="en-US" dirty="0"/>
              <a:t>The main distinction between data analytics and AI/ML is the way that the analysis is performed. Data analytics relies on programming logic while AI/ML applications can learn from examples in data to make predictions. This makes AI/ML good for unstructured data where the variables are complex.</a:t>
            </a:r>
          </a:p>
          <a:p>
            <a:pPr marL="171450" indent="-171450">
              <a:buFont typeface="Arial" panose="020B0604020202020204" pitchFamily="34" charset="0"/>
              <a:buChar char="•"/>
            </a:pPr>
            <a:r>
              <a:rPr lang="en-US" dirty="0"/>
              <a:t>The rapidly increasing availability of data, coupled with decreasing costs of supporting technology, increases the opportunity for organizations to make data-driven decisions.</a:t>
            </a:r>
          </a:p>
        </p:txBody>
      </p:sp>
    </p:spTree>
    <p:extLst>
      <p:ext uri="{BB962C8B-B14F-4D97-AF65-F5344CB8AC3E}">
        <p14:creationId xmlns:p14="http://schemas.microsoft.com/office/powerpoint/2010/main" val="23681313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79</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r>
              <a:rPr lang="en-US" dirty="0"/>
              <a:t>A data pipeline provides the infrastructure to turn data into insights and make data-driven decisions. This section introduces the basic layers of a data pipeline.</a:t>
            </a:r>
          </a:p>
        </p:txBody>
      </p:sp>
    </p:spTree>
    <p:extLst>
      <p:ext uri="{BB962C8B-B14F-4D97-AF65-F5344CB8AC3E}">
        <p14:creationId xmlns:p14="http://schemas.microsoft.com/office/powerpoint/2010/main" val="119148397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80</a:t>
            </a:fld>
            <a:endParaRPr lang="en-US" b="1" dirty="0"/>
          </a:p>
          <a:p>
            <a:r>
              <a:rPr lang="en-US" b="1" dirty="0"/>
              <a:t>|Instructor notes</a:t>
            </a:r>
          </a:p>
          <a:p>
            <a:r>
              <a:rPr lang="en-US" b="0" dirty="0"/>
              <a:t>|Modules 3 and 4 will iterate further on this topic. Those modules will apply more technical details about the types of data and data processing, and match that information to the AWS services and reference architectures that will be used. The goal of this section is to introduce the high-level vocabulary and provide a simplified analogy by using plastic building blocks. It might be helpful to return to this analogy as the course becomes more complex. Modules 6–11 will go deeper into each individual layer and the services and considerations that impact design of that layer.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r>
              <a:rPr lang="en-US" dirty="0"/>
              <a:t>The data pipeline is the infrastructure that you build to support data-driven decision-making. At the most basic level, any data pipeline infrastructure must be able to bring data in, store it, and provide the means to work with the data to derive insights. As the data engineer or data scientist, it's your job to build the pipeline to figure out what's appropriate and how you're going to do it. Often this will include exploring and experimenting to get to know the data and the best way to derive value from it.</a:t>
            </a:r>
          </a:p>
        </p:txBody>
      </p:sp>
    </p:spTree>
    <p:extLst>
      <p:ext uri="{BB962C8B-B14F-4D97-AF65-F5344CB8AC3E}">
        <p14:creationId xmlns:p14="http://schemas.microsoft.com/office/powerpoint/2010/main" val="32064111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81</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number of variations and options to create a data pipeline are broad. The key to designing an effective decision-making infrastructure is to start with the business problem to be solved or decision to be made. Then, build the pipeline that best suits that use case. The cloud makes it easier to start up different infrastructure to serve different use cases. An organization doesn't need to invest in an infrastructure that tries to serve all business needs with a single database, server, or technology stack. For each use case, start with the end in mind, and build the data pipeline that supports it.</a:t>
            </a:r>
          </a:p>
        </p:txBody>
      </p:sp>
    </p:spTree>
    <p:extLst>
      <p:ext uri="{BB962C8B-B14F-4D97-AF65-F5344CB8AC3E}">
        <p14:creationId xmlns:p14="http://schemas.microsoft.com/office/powerpoint/2010/main" val="219465203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82</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r>
              <a:rPr lang="en-US" dirty="0"/>
              <a:t>The infrastructure layers that you need to build include methods to ingest and store data from the data sources that you have identified. You need to make the stored data accessible for decision-making processes. You must also create the infrastructure to process, analyze, and visualize data by using tools that are appropriate to the use case. To build an appropriate infrastructure, you will need to understand the nature of the data and the intended type of processing and analysis to be performed.</a:t>
            </a:r>
          </a:p>
        </p:txBody>
      </p:sp>
    </p:spTree>
    <p:extLst>
      <p:ext uri="{BB962C8B-B14F-4D97-AF65-F5344CB8AC3E}">
        <p14:creationId xmlns:p14="http://schemas.microsoft.com/office/powerpoint/2010/main" val="91546755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83</a:t>
            </a:fld>
            <a:endParaRPr lang="en-US" b="1" dirty="0"/>
          </a:p>
          <a:p>
            <a:r>
              <a:rPr lang="en-US" b="1" dirty="0"/>
              <a:t>|Instructor notes</a:t>
            </a:r>
          </a:p>
          <a:p>
            <a:r>
              <a:rPr lang="en-US" b="0" dirty="0"/>
              <a:t>|This slide includes an animation that runs automatically when you present the slide. It moves the data wrangling circle across the pipeline illustrating that data wrangling happens in multiple stages across the pipeline. </a:t>
            </a:r>
            <a:br>
              <a:rPr lang="en-US" b="0" dirty="0"/>
            </a:br>
            <a:r>
              <a:rPr lang="en-US" b="0" dirty="0"/>
              <a:t>|</a:t>
            </a:r>
          </a:p>
          <a:p>
            <a:r>
              <a:rPr lang="en-US" b="1" dirty="0"/>
              <a:t>|Student notes</a:t>
            </a:r>
          </a:p>
          <a:p>
            <a:r>
              <a:rPr lang="en-US" dirty="0"/>
              <a:t>Looking at the pipeline from the perspective of the data that travels through it, the pipeline must support the ability to discover details about the data and how it fits (or doesn't fit) your intended outcomes. You might start with a hypothesis and use BI tools or other mechanisms to discover more information about the data, and then experiment and see where it takes you.</a:t>
            </a:r>
          </a:p>
          <a:p>
            <a:endParaRPr lang="en-US" dirty="0"/>
          </a:p>
          <a:p>
            <a:r>
              <a:rPr lang="en-US" dirty="0"/>
              <a:t>Data might need to be cleaned or normalized. For example, you might merge multiple data sources that share some similar data and you need to rectify inconsistencies, or you might have a data source that hasn't been well-maintained or validated at its source. You need to prepare the data before it's viable for analysis.</a:t>
            </a:r>
          </a:p>
          <a:p>
            <a:endParaRPr lang="en-US" dirty="0"/>
          </a:p>
          <a:p>
            <a:r>
              <a:rPr lang="en-US" dirty="0"/>
              <a:t>Data will almost always be transformed as it moves through the pipeline. This might include modifying the format to support a specific analysis tool or replacing values (for example, zeroes in place of nulls). You might also augment the dataset by filling in gaps or enriching it with additional information. For example, you might calculate and save additional data values to be used during analysis. You might also add metadata to categorize and catalog data. </a:t>
            </a:r>
            <a:r>
              <a:rPr lang="en-US" i="1" dirty="0"/>
              <a:t>Data wrangling</a:t>
            </a:r>
            <a:r>
              <a:rPr lang="en-US" dirty="0"/>
              <a:t> is a term that is used to describe the ways in which data is manipulated and transformed from its raw state into more meaningful states that downstream processes or users can use.</a:t>
            </a:r>
          </a:p>
          <a:p>
            <a:endParaRPr lang="en-US" dirty="0"/>
          </a:p>
          <a:p>
            <a:r>
              <a:rPr lang="en-US" dirty="0"/>
              <a:t>Within each layer, or as part of transitioning between pipeline layers, you might perform these tasks on data to prepare it for the desired analysis or predictions. Some task types can happen in multiple places across the pipeline, and some tasks can be performed together as part of a single process. For example, in traditional data science architectures, the extract, transform, and load (ETL) process takes data from one source, performs some type of transformation on it, and then loads it into another location where the analysis is done.</a:t>
            </a:r>
          </a:p>
          <a:p>
            <a:endParaRPr lang="en-US" dirty="0"/>
          </a:p>
          <a:p>
            <a:r>
              <a:rPr lang="en-US" dirty="0"/>
              <a:t>As you learn about different scenarios, you will see these tasks performed at different points in the pipeline, using different services and methods dependent on the uses case.</a:t>
            </a:r>
          </a:p>
          <a:p>
            <a:endParaRPr lang="en-US" dirty="0"/>
          </a:p>
          <a:p>
            <a:r>
              <a:rPr lang="en-US" dirty="0"/>
              <a:t>The tools that you use and the way you perform these tasks will differ based on characteristics of your data, the business problem that you're addressing, and the methods or models that you're applying.</a:t>
            </a:r>
          </a:p>
        </p:txBody>
      </p:sp>
    </p:spTree>
    <p:extLst>
      <p:ext uri="{BB962C8B-B14F-4D97-AF65-F5344CB8AC3E}">
        <p14:creationId xmlns:p14="http://schemas.microsoft.com/office/powerpoint/2010/main" val="384733869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84</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key characteristic of deriving insights by using your data pipeline is that the process will almost always be iterative. You have a hypothesis about what you expect to find in the data, and you need to experiment and see where it takes you. You might develop your hypothesis by using BI tools to do initial discovery and analysis of data that has already been collected. You might iterate within a pipeline segment, or you might iterate across the entire pipeline. For example, in this illustration, the initial iteration (number 1) yielded a result that wasn't as defined as was desired. Therefore, the data scientist refined the model and reprocessed the data to get a better result (number 2). After reviewing those results, they determined that additional data could improve the detail available in their result, so an additional data source was tapped and ingested through the pipeline to produce the desired result (number 3).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pipeline often has iterations of storage and processing. For example, after the external data is ingested into pipeline storage, iterative processing transforms the data into different levels of refinement for different needs.</a:t>
            </a:r>
          </a:p>
        </p:txBody>
      </p:sp>
    </p:spTree>
    <p:extLst>
      <p:ext uri="{BB962C8B-B14F-4D97-AF65-F5344CB8AC3E}">
        <p14:creationId xmlns:p14="http://schemas.microsoft.com/office/powerpoint/2010/main" val="280307851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85</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This example is similar to the pipeline that you will work with in the lab titled Accessing and Analyzing Data by Using </a:t>
            </a:r>
            <a:r>
              <a:rPr lang="en-US" b="0" dirty="0"/>
              <a:t>Amazon S3.</a:t>
            </a:r>
            <a:r>
              <a:rPr lang="en-US" b="1" dirty="0"/>
              <a:t> </a:t>
            </a: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The dataset to be ingested into the pipeline is a .csv file that contains structured data. A developer uses a utility to compress the file, then uploads the file to an S3 bucket for storage. The data science team who will analyze the data can use S3 Select statements to directly query the data in Amazon S3.</a:t>
            </a:r>
          </a:p>
        </p:txBody>
      </p:sp>
    </p:spTree>
    <p:extLst>
      <p:ext uri="{BB962C8B-B14F-4D97-AF65-F5344CB8AC3E}">
        <p14:creationId xmlns:p14="http://schemas.microsoft.com/office/powerpoint/2010/main" val="360141787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86</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r>
              <a:rPr lang="en-US" dirty="0"/>
              <a:t>Here are a few key points to summarize this section:</a:t>
            </a:r>
          </a:p>
          <a:p>
            <a:pPr marL="171450" indent="-171450">
              <a:buFont typeface="Arial" panose="020B0604020202020204" pitchFamily="34" charset="0"/>
              <a:buChar char="•"/>
            </a:pPr>
            <a:r>
              <a:rPr lang="en-US" dirty="0"/>
              <a:t>The data pipeline provides the infrastructure for data-driven decisions and includes layers to ingest, store, process, and analyze and visualize data.</a:t>
            </a:r>
          </a:p>
          <a:p>
            <a:pPr marL="171450" indent="-171450">
              <a:buFont typeface="Arial" panose="020B0604020202020204" pitchFamily="34" charset="0"/>
              <a:buChar char="•"/>
            </a:pPr>
            <a:r>
              <a:rPr lang="en-US" dirty="0"/>
              <a:t>Data wrangling refers to the work to transform data to prepare it for analysis. Processing is typically iterative. The business problem should drive the pipeline design.</a:t>
            </a:r>
          </a:p>
        </p:txBody>
      </p:sp>
    </p:spTree>
    <p:extLst>
      <p:ext uri="{BB962C8B-B14F-4D97-AF65-F5344CB8AC3E}">
        <p14:creationId xmlns:p14="http://schemas.microsoft.com/office/powerpoint/2010/main" val="185027106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87</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section introduces the responsibilities of the data engineer and data scientist roles to plan and manage a data infrastructure.</a:t>
            </a:r>
          </a:p>
        </p:txBody>
      </p:sp>
    </p:spTree>
    <p:extLst>
      <p:ext uri="{BB962C8B-B14F-4D97-AF65-F5344CB8AC3E}">
        <p14:creationId xmlns:p14="http://schemas.microsoft.com/office/powerpoint/2010/main" val="226208886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88</a:t>
            </a:fld>
            <a:endParaRPr lang="en-US" b="1" dirty="0"/>
          </a:p>
          <a:p>
            <a:r>
              <a:rPr lang="en-US" b="1" dirty="0"/>
              <a:t>|Instructor notes</a:t>
            </a:r>
          </a:p>
          <a:p>
            <a:r>
              <a:rPr lang="en-US" dirty="0"/>
              <a:t>|This slide is a baseline setup for activities that the student will perform throughout the course. You might withhold the questions and instead treat this as a precursor to the data module that follows. The slide is animated to support withholding the questions and treating this as a discussion.</a:t>
            </a:r>
          </a:p>
          <a:p>
            <a:r>
              <a:rPr lang="en-US" dirty="0"/>
              <a:t>|Ask students to think of the type of questions that they believe will need to be answered by the data engineer based on what they have learned so far.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000000"/>
                </a:solidFill>
                <a:latin typeface="Calibri" panose="020F0502020204030204" pitchFamily="34" charset="0"/>
              </a:rPr>
              <a:t>|</a:t>
            </a:r>
            <a:endParaRPr lang="en-US" dirty="0"/>
          </a:p>
          <a:p>
            <a:r>
              <a:rPr lang="en-US" b="1" dirty="0"/>
              <a:t>|Student notes</a:t>
            </a:r>
          </a:p>
          <a:p>
            <a:r>
              <a:rPr lang="en-US" dirty="0"/>
              <a:t>To build the correct pipeline, the person responsible for building the pipeline needs to ask a lot of questions about the nature of the data and the intent for its processing. You can classify the questions broadly into data engineering questions, which are mostly focused on getting the data into the pipeline, and data science questions, which are mostly about what you are trying to get out of the data.</a:t>
            </a:r>
          </a:p>
          <a:p>
            <a:endParaRPr lang="en-US" dirty="0"/>
          </a:p>
          <a:p>
            <a:r>
              <a:rPr lang="en-US" dirty="0"/>
              <a:t>In the remainder of this course, you will learn how the answers to these types of data engineering questions lead you to select components and build pipelines that provide the appropriate infrastructure for data-driven decisions.</a:t>
            </a:r>
          </a:p>
        </p:txBody>
      </p:sp>
    </p:spTree>
    <p:extLst>
      <p:ext uri="{BB962C8B-B14F-4D97-AF65-F5344CB8AC3E}">
        <p14:creationId xmlns:p14="http://schemas.microsoft.com/office/powerpoint/2010/main" val="61031328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89</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are a few key points to summarize this section:</a:t>
            </a:r>
          </a:p>
          <a:p>
            <a:r>
              <a:rPr lang="en-US" dirty="0"/>
              <a:t>Data scientists and data engineers both work with the data pipeline, and depending on your organization some tasks might be performed by either role. But generally speaking, the data engineer is focused on the infrastructure the data passes through and the data scientist is focused on analyzing the data in the pipeline.  Both roles need to ask questions about how they data meets their needs, and iterate on their answers and design as they learn more. </a:t>
            </a:r>
          </a:p>
        </p:txBody>
      </p:sp>
    </p:spTree>
    <p:extLst>
      <p:ext uri="{BB962C8B-B14F-4D97-AF65-F5344CB8AC3E}">
        <p14:creationId xmlns:p14="http://schemas.microsoft.com/office/powerpoint/2010/main" val="30942556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90</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r>
              <a:rPr lang="en-US" dirty="0"/>
              <a:t>This section introduces strategies that an organization can use to make the most of its data infrastructure.</a:t>
            </a:r>
          </a:p>
        </p:txBody>
      </p:sp>
    </p:spTree>
    <p:extLst>
      <p:ext uri="{BB962C8B-B14F-4D97-AF65-F5344CB8AC3E}">
        <p14:creationId xmlns:p14="http://schemas.microsoft.com/office/powerpoint/2010/main" val="270288358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91</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r>
              <a:rPr lang="en-US" dirty="0"/>
              <a:t>If you go to work for an organization that aspires to use its data as a strategic asset, you will likely spend time helping the organization to adapt more traditional infrastructures toward those that are designed to better support data analytics and AI/ML. Amazon Web Services (AWS) advises its customers to approach this type of data infrastructure along three strategies: modernize, unify, and innovate.</a:t>
            </a:r>
          </a:p>
        </p:txBody>
      </p:sp>
    </p:spTree>
    <p:extLst>
      <p:ext uri="{BB962C8B-B14F-4D97-AF65-F5344CB8AC3E}">
        <p14:creationId xmlns:p14="http://schemas.microsoft.com/office/powerpoint/2010/main" val="294557746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92</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Modernizing the infrastructure gives an organization the agility it needs to respond quickly to changes in the business landscape and incorporate new features. The practices listed here are actually applicable to any modern application architecture, but in this course, you will look at them through the lens of data analytics and AI/ML use cases.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AWS use the term undifferentiated heavy lifting to refer to the IT tasks that don't really help a business focus on their core value to customers, but take a lot of their time and resources. For example, managing data centers and hardware, or patching operating systems and databases.  By migrating applications and databases to the cloud, an organization can reduce its focus on administrative activities and instead focus development resources on business functionality. The cloud also makes it easier to start up different infrastructure to serve different use cases. An organization can choose the best set of tools and resources for each business problem. They can also experiment with new environment types or services without committing to resources long term.</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advantage of using cloud services is the ability to use purpose-built data stores rather than trying to use a single type of database to serve all needs. Choose a data store that matches the data structure and scalability that are required for each use case. Together with purpose-built data stores, use loosely coupled components so that you can use services that are designed for a targeted purpose and modify or scale them independently from each other. This greatly increases the flexibility of the infrastructure.</a:t>
            </a:r>
          </a:p>
        </p:txBody>
      </p:sp>
    </p:spTree>
    <p:extLst>
      <p:ext uri="{BB962C8B-B14F-4D97-AF65-F5344CB8AC3E}">
        <p14:creationId xmlns:p14="http://schemas.microsoft.com/office/powerpoint/2010/main" val="255511803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93</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of the most important and most challenging strategies for successful data-driven organizations is to unify data to create a single source of truth. This means moving from siloed databases that one group of users access to a data lake, which brings all the data together and democratizes access. Control of data moves away from a centralized team such as IT, where users must request data. With modern data strategies, users can directly access the data that is relevant to them and build their own visualizations. Users can run queries directly against the data in the lake, but your infrastructure should also support movement between the data lake and purpose-built data stores that are needed for specific use cases.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Moving to this type of data structure often requires significant changes to the cultural aspects of who owns the data and the governance needed to maintain the single source of truth.</a:t>
            </a:r>
          </a:p>
        </p:txBody>
      </p:sp>
    </p:spTree>
    <p:extLst>
      <p:ext uri="{BB962C8B-B14F-4D97-AF65-F5344CB8AC3E}">
        <p14:creationId xmlns:p14="http://schemas.microsoft.com/office/powerpoint/2010/main" val="60446392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94</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noted in an earlier section, the exploding availability of data and the lower costs of applying AI make it possible to incorporate AI and ML into more decision-making. Organizations that take advantage of this can drive value in new ways and adapt to changing business needs more proactively. But it takes conscious effort to reframe business problems as prediction problems and experiment with ML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trend in AWS service features is an increasing ability to apply an AI/ML type of functionality, without as much overhead or required experience as more traditional ML infrastructures. For example, Amazon SageMaker Studio provides fully managed ML infrastructure and a no-code visual interface for business analysts. Amazon Redshift is a data warehouse service, and one of its features, Redshift ML, helps users to create, train, and deploy SageMaker models by using familiar SQL syntax.</a:t>
            </a:r>
          </a:p>
        </p:txBody>
      </p:sp>
    </p:spTree>
    <p:extLst>
      <p:ext uri="{BB962C8B-B14F-4D97-AF65-F5344CB8AC3E}">
        <p14:creationId xmlns:p14="http://schemas.microsoft.com/office/powerpoint/2010/main" val="394801710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96</a:t>
            </a:fld>
            <a:endParaRPr lang="en-US" b="1" dirty="0"/>
          </a:p>
          <a:p>
            <a:r>
              <a:rPr lang="en-US" b="1" dirty="0"/>
              <a:t>|Instructor notes</a:t>
            </a:r>
          </a:p>
          <a:p>
            <a:r>
              <a:rPr lang="en-US" b="0" dirty="0">
                <a:solidFill>
                  <a:srgbClr val="000000"/>
                </a:solidFill>
                <a:latin typeface="Calibri" panose="020F0502020204030204" pitchFamily="34" charset="0"/>
              </a:rPr>
              <a:t>|</a:t>
            </a:r>
          </a:p>
          <a:p>
            <a:r>
              <a:rPr lang="en-US" b="1" dirty="0"/>
              <a:t>|Student notes</a:t>
            </a:r>
          </a:p>
          <a:p>
            <a:r>
              <a:rPr lang="en-US" sz="1200" kern="1200" dirty="0">
                <a:solidFill>
                  <a:schemeClr val="tx1"/>
                </a:solidFill>
                <a:effectLst/>
                <a:latin typeface="+mn-lt"/>
                <a:ea typeface="+mn-ea"/>
                <a:cs typeface="+mn-cs"/>
              </a:rPr>
              <a:t>Organizations that can put their data to work to make better, more informed decisions, can respond faster to the unexpected and uncover completely new opportunities. To be successful, organizations need to treat data as a strategic asset and build an infrastructure that allows them to use that strategic asset for big and small decisions all across the organization.</a:t>
            </a:r>
          </a:p>
        </p:txBody>
      </p:sp>
    </p:spTree>
    <p:extLst>
      <p:ext uri="{BB962C8B-B14F-4D97-AF65-F5344CB8AC3E}">
        <p14:creationId xmlns:p14="http://schemas.microsoft.com/office/powerpoint/2010/main" val="291578698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China está construindo um verdadeiro império de dados – isso mudará a economia online e a evolução da inteligência artificial.</a:t>
            </a:r>
          </a:p>
          <a:p>
            <a:r>
              <a:rPr lang="pt-BR"/>
              <a:t>Os 1,1 bilhão de usuários de internet da China produzem mais dados do que qualquer outra população na Terra. O mesmo acontece com a vasta rede de câmeras de reconhecimento facial do país. À medida que carros autônomos aceleram pelas estradas e veículos voadores cruzam os céus, a qualidade e o valor das informações provenientes de tecnologias emergentes aumentarão vertiginosamente. No entanto, o volume de dados não é a única coisa que diferencia a China. O governo também está integrando a gestão de dados na economia e na segurança nacional. Isso tem implicações para a China e traz lições para as democracias.</a:t>
            </a:r>
          </a:p>
          <a:p>
            <a:r>
              <a:rPr lang="pt-BR"/>
              <a:t>Os planejadores da China veem os dados como um fator de produção, ao lado do trabalho, capital e terra. Xi Jinping, o presidente, chamou os dados de um recurso fundamental "com um impacto revolucionário" na competição internacional. O escopo dessa visão não tem precedentes, afetando tudo, desde as liberdades civis até os lucros das empresas de internet e a busca da China pela liderança em inteligência artificial.</a:t>
            </a:r>
          </a:p>
          <a:p>
            <a:r>
              <a:rPr lang="pt-BR"/>
              <a:t>A visão do Sr. Xi está sendo implementada rapidamente. Em 2021, a China publicou regras inspiradas no Regulamento Geral sobre a Proteção de Dados (GDPR) da Europa. Agora, está se distanciando rapidamente das normas ocidentais. Todos os níveis de governo devem organizar os recursos de dados que possuem. Um projeto abrangente para avaliar os acervos de dados em empresas estatais está em andamento. A ideia é avaliá-los como ativos e adicioná-los aos balanços patrimoniais ou negociá-los em plataformas de negociação estatais. Em 3 de junho, o Conselho de Estado publicou novas regras para compelir todos os níveis de governo a compartilhar dados.</a:t>
            </a:r>
          </a:p>
          <a:p>
            <a:r>
              <a:rPr lang="pt-BR"/>
              <a:t>Outro grande passo é uma identidade digital (ID), com lançamento previsto para 15 de julho. Com ela, as autoridades centrais poderiam controlar um registro de todos os sites e aplicativos de cada pessoa. Conectar o nome de alguém à sua atividade online se tornará mais difícil para as grandes empresas de tecnologia que costumavam administrar o sistema. Elas verão apenas um fluxo anônimo de dígitos e letras. De forma assustadora, no entanto, o registro poderá um dia funcionar como um panóptico para o Estado.</a:t>
            </a:r>
          </a:p>
          <a:p>
            <a:r>
              <a:rPr lang="pt-BR"/>
              <a:t>O objetivo final da China parece ser criar um oceano de dados nacional e integrado, cobrindo não apenas os consumidores, mas também a atividade industrial e estatal. As vantagens são óbvias e incluem economias de escala para treinar modelos de IA e barreiras de entrada mais baixas para novas pequenas empresas.</a:t>
            </a:r>
          </a:p>
          <a:p>
            <a:r>
              <a:rPr lang="pt-BR"/>
              <a:t>Algumas das desvantagens, no entanto, são igualmente claras. O Estado tem um histórico ruim na gestão de dados pessoais: a polícia de Xangai perdeu 1 bilhão de registros para um hacker. Se as empresas privadas perderem o controle sobre os dados que criam, os lucros poderão ser afetados, diminuindo os incentivos para inovar. Embora o sistema de identidade digital possa substituir o sistema de vigilância online existente, mais desajeitado, no qual agentes de baixo escalão abusam de seus enormes poderes, a nova abordagem se parece muito com um paraíso para o Big Brother.</a:t>
            </a:r>
          </a:p>
          <a:p>
            <a:r>
              <a:rPr lang="pt-BR"/>
              <a:t>A maioria dos países está lidando com a questão de como gerenciar e controlar dados. Segundo alguns relatos, o governo Trump pode considerar a contratação da Palantir, uma empresa de tecnologia privada, para consolidar os bancos de dados do governo. A União Europeia talvez tenha que atualizar suas regras do GDPR. O sistema Aadhaar da Índia para identidades enfatiza a privacidade em detrimento do estímulo à economia.</a:t>
            </a:r>
          </a:p>
          <a:p>
            <a:r>
              <a:rPr lang="pt-BR"/>
              <a:t>Todos os países precisam de escala e eficiência na gestão de dados. No entanto, para as democracias, a tarefa é mais difícil porque elas devem incorporar freios e contrapesos que salvaguardem os direitos de propriedade, a privacidade e as liberdades civis. Ao abraçar seu vasto experimento, a China dará menos peso a tais questões e poderá construir um sistema de vigilância eficiente e distópico. Por décadas, foi um "seguidor rápido" (</a:t>
            </a:r>
            <a:r>
              <a:rPr lang="pt-BR" i="1"/>
              <a:t>fast follower</a:t>
            </a:r>
            <a:r>
              <a:rPr lang="pt-BR"/>
              <a:t>) das inovações ocidentais. Se a China agora avançar rapidamente em demonstrar o valor financeiro de seu oceano de dados nacional, seu método de centralização representará não apenas um desafio econômico, mas também um desafio político.</a:t>
            </a:r>
          </a:p>
          <a:p>
            <a:endParaRPr lang="pt-BR"/>
          </a:p>
        </p:txBody>
      </p:sp>
      <p:sp>
        <p:nvSpPr>
          <p:cNvPr id="4" name="Espaço Reservado para Número de Slide 3"/>
          <p:cNvSpPr>
            <a:spLocks noGrp="1"/>
          </p:cNvSpPr>
          <p:nvPr>
            <p:ph type="sldNum" sz="quarter" idx="5"/>
          </p:nvPr>
        </p:nvSpPr>
        <p:spPr/>
        <p:txBody>
          <a:bodyPr/>
          <a:lstStyle/>
          <a:p>
            <a:fld id="{F4A12FF1-CC09-4725-A669-63A0424B123C}" type="slidenum">
              <a:rPr lang="pt-BR" smtClean="0"/>
              <a:t>97</a:t>
            </a:fld>
            <a:endParaRPr lang="pt-BR"/>
          </a:p>
        </p:txBody>
      </p:sp>
    </p:spTree>
    <p:extLst>
      <p:ext uri="{BB962C8B-B14F-4D97-AF65-F5344CB8AC3E}">
        <p14:creationId xmlns:p14="http://schemas.microsoft.com/office/powerpoint/2010/main" val="57561813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98</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r>
              <a:rPr lang="en-US" dirty="0"/>
              <a:t>Here are a few key points to summarize this section:</a:t>
            </a:r>
          </a:p>
          <a:p>
            <a:pPr marL="171450" indent="-171450">
              <a:buFont typeface="Arial" panose="020B0604020202020204" pitchFamily="34" charset="0"/>
              <a:buChar char="•"/>
            </a:pPr>
            <a:r>
              <a:rPr lang="en-US" dirty="0"/>
              <a:t>Organizations that want to become data driven should modernize, unify, and innovate. This means moving to cloud-based, purpose-built services and reducing operational overhead. It also means creating a single source of truth for data and making data available across the organization.</a:t>
            </a:r>
          </a:p>
          <a:p>
            <a:pPr marL="171450" indent="-171450">
              <a:buFont typeface="Arial" panose="020B0604020202020204" pitchFamily="34" charset="0"/>
              <a:buChar char="•"/>
            </a:pPr>
            <a:r>
              <a:rPr lang="en-US" dirty="0"/>
              <a:t>Organizations should innovate by finding new value in their data with the use of AI and ML.</a:t>
            </a:r>
          </a:p>
        </p:txBody>
      </p:sp>
    </p:spTree>
    <p:extLst>
      <p:ext uri="{BB962C8B-B14F-4D97-AF65-F5344CB8AC3E}">
        <p14:creationId xmlns:p14="http://schemas.microsoft.com/office/powerpoint/2010/main" val="3937096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1.png"/></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7.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7.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7.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7.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41873"/>
            <a:ext cx="7772400" cy="2130724"/>
          </a:xfrm>
        </p:spPr>
        <p:txBody>
          <a:bodyPr anchor="ctr">
            <a:normAutofit/>
          </a:bodyPr>
          <a:lstStyle>
            <a:lvl1pPr algn="ctr">
              <a:defRPr sz="3600"/>
            </a:lvl1pPr>
          </a:lstStyle>
          <a:p>
            <a:r>
              <a:rPr lang="pt-BR"/>
              <a:t>Clique para editar o título Mestre</a:t>
            </a:r>
            <a:endParaRPr lang="en-US" dirty="0"/>
          </a:p>
        </p:txBody>
      </p:sp>
      <p:sp>
        <p:nvSpPr>
          <p:cNvPr id="3" name="Subtitle 2"/>
          <p:cNvSpPr>
            <a:spLocks noGrp="1"/>
          </p:cNvSpPr>
          <p:nvPr>
            <p:ph type="subTitle" idx="1"/>
          </p:nvPr>
        </p:nvSpPr>
        <p:spPr>
          <a:xfrm>
            <a:off x="1143000" y="3830128"/>
            <a:ext cx="6858000" cy="1427672"/>
          </a:xfrm>
          <a:prstGeom prst="rect">
            <a:avLst/>
          </a:prstGeo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8B2B971B-0D52-4D26-A5EE-B3B2BBA68D51}" type="datetimeFigureOut">
              <a:rPr lang="pt-BR" smtClean="0"/>
              <a:t>22/07/2025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3094028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normAutofit/>
          </a:bodyPr>
          <a:lstStyle>
            <a:lvl1pPr>
              <a:defRPr sz="4400"/>
            </a:lvl1pPr>
          </a:lstStyle>
          <a:p>
            <a:r>
              <a:rPr lang="pt-BR"/>
              <a:t>Clique para editar o título Mestre</a:t>
            </a:r>
            <a:endParaRPr lang="en-US" dirty="0"/>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8B2B971B-0D52-4D26-A5EE-B3B2BBA68D51}" type="datetimeFigureOut">
              <a:rPr lang="pt-BR" smtClean="0"/>
              <a:t>22/07/2025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3584010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Uma part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5" name="Date Placeholder 4"/>
          <p:cNvSpPr>
            <a:spLocks noGrp="1"/>
          </p:cNvSpPr>
          <p:nvPr>
            <p:ph type="dt" sz="half" idx="10"/>
          </p:nvPr>
        </p:nvSpPr>
        <p:spPr/>
        <p:txBody>
          <a:bodyPr/>
          <a:lstStyle/>
          <a:p>
            <a:fld id="{8B2B971B-0D52-4D26-A5EE-B3B2BBA68D51}" type="datetimeFigureOut">
              <a:rPr lang="pt-BR" smtClean="0"/>
              <a:t>22/07/2025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B28BABB-BD01-4BC9-9399-AA49C4C1FA51}" type="slidenum">
              <a:rPr lang="pt-BR" smtClean="0"/>
              <a:t>‹nº›</a:t>
            </a:fld>
            <a:endParaRPr lang="pt-BR"/>
          </a:p>
        </p:txBody>
      </p:sp>
      <p:sp>
        <p:nvSpPr>
          <p:cNvPr id="9" name="Espaço Reservado para Texto 8">
            <a:extLst>
              <a:ext uri="{FF2B5EF4-FFF2-40B4-BE49-F238E27FC236}">
                <a16:creationId xmlns:a16="http://schemas.microsoft.com/office/drawing/2014/main" id="{61DD5804-9281-A438-3875-A4989D319D59}"/>
              </a:ext>
            </a:extLst>
          </p:cNvPr>
          <p:cNvSpPr>
            <a:spLocks noGrp="1"/>
          </p:cNvSpPr>
          <p:nvPr>
            <p:ph type="body" sz="quarter" idx="13"/>
          </p:nvPr>
        </p:nvSpPr>
        <p:spPr>
          <a:xfrm>
            <a:off x="628650" y="1319213"/>
            <a:ext cx="7704138" cy="493553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943565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8B2B971B-0D52-4D26-A5EE-B3B2BBA68D51}" type="datetimeFigureOut">
              <a:rPr lang="pt-BR" smtClean="0"/>
              <a:t>22/07/2025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2891104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8B2B971B-0D52-4D26-A5EE-B3B2BBA68D51}" type="datetimeFigureOut">
              <a:rPr lang="pt-BR" smtClean="0"/>
              <a:t>22/07/2025</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4184461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8B2B971B-0D52-4D26-A5EE-B3B2BBA68D51}" type="datetimeFigureOut">
              <a:rPr lang="pt-BR" smtClean="0"/>
              <a:t>22/07/2025</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2729255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2B971B-0D52-4D26-A5EE-B3B2BBA68D51}" type="datetimeFigureOut">
              <a:rPr lang="pt-BR" smtClean="0"/>
              <a:t>22/07/2025</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3919106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normAutofit/>
          </a:bodyPr>
          <a:lstStyle>
            <a:lvl1pPr>
              <a:defRPr sz="2700"/>
            </a:lvl1pPr>
          </a:lstStyle>
          <a:p>
            <a:r>
              <a:rPr lang="pt-BR"/>
              <a:t>Clique para editar o título Mestre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8B2B971B-0D52-4D26-A5EE-B3B2BBA68D51}" type="datetimeFigureOut">
              <a:rPr lang="pt-BR" smtClean="0"/>
              <a:t>22/07/2025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1685927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normAutofit/>
          </a:bodyPr>
          <a:lstStyle>
            <a:lvl1pPr>
              <a:defRPr sz="27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8B2B971B-0D52-4D26-A5EE-B3B2BBA68D51}" type="datetimeFigureOut">
              <a:rPr lang="pt-BR" smtClean="0"/>
              <a:t>22/07/2025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1528850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a:xfrm>
            <a:off x="628650" y="1388853"/>
            <a:ext cx="7886700" cy="4788110"/>
          </a:xfrm>
          <a:prstGeom prst="rect">
            <a:avLst/>
          </a:prstGeo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B2B971B-0D52-4D26-A5EE-B3B2BBA68D51}" type="datetimeFigureOut">
              <a:rPr lang="pt-BR" smtClean="0"/>
              <a:t>22/07/2025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408504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931653"/>
            <a:ext cx="1971675" cy="5245310"/>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B2B971B-0D52-4D26-A5EE-B3B2BBA68D51}" type="datetimeFigureOut">
              <a:rPr lang="pt-BR" smtClean="0"/>
              <a:t>22/07/2025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42654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able of Contents 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3182052" cy="1228028"/>
          </a:xfrm>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r>
              <a:rPr lang="pt-BR"/>
              <a:t>Clique para editar o título Mestre</a:t>
            </a:r>
            <a:endParaRPr lang="en-US"/>
          </a:p>
        </p:txBody>
      </p:sp>
      <p:sp>
        <p:nvSpPr>
          <p:cNvPr id="34" name="Text Placeholder 33"/>
          <p:cNvSpPr>
            <a:spLocks noGrp="1"/>
          </p:cNvSpPr>
          <p:nvPr>
            <p:ph type="body" sz="quarter" idx="10" hasCustomPrompt="1"/>
          </p:nvPr>
        </p:nvSpPr>
        <p:spPr>
          <a:xfrm>
            <a:off x="457200"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37" name="Text Placeholder 36"/>
          <p:cNvSpPr>
            <a:spLocks noGrp="1"/>
          </p:cNvSpPr>
          <p:nvPr>
            <p:ph type="body" sz="quarter" idx="11"/>
          </p:nvPr>
        </p:nvSpPr>
        <p:spPr>
          <a:xfrm>
            <a:off x="3829050" y="685800"/>
            <a:ext cx="4857750" cy="1228028"/>
          </a:xfrm>
        </p:spPr>
        <p:txBody>
          <a:bodyPr/>
          <a:lstStyle>
            <a:lvl1pPr>
              <a:defRPr>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a:latin typeface="Open Sans Semibold" panose="020B0706030804020204" pitchFamily="34" charset="0"/>
                <a:ea typeface="Open Sans Semibold" panose="020B0706030804020204" pitchFamily="34" charset="0"/>
                <a:cs typeface="Open Sans Semibold" panose="020B0706030804020204" pitchFamily="34" charset="0"/>
              </a:defRPr>
            </a:lvl2pPr>
            <a:lvl3pPr>
              <a:defRPr>
                <a:latin typeface="Open Sans Semibold" panose="020B0706030804020204" pitchFamily="34" charset="0"/>
                <a:ea typeface="Open Sans Semibold" panose="020B0706030804020204" pitchFamily="34" charset="0"/>
                <a:cs typeface="Open Sans Semibold" panose="020B0706030804020204" pitchFamily="34" charset="0"/>
              </a:defRPr>
            </a:lvl3pPr>
            <a:lvl4pPr>
              <a:defRPr>
                <a:latin typeface="Open Sans Semibold" panose="020B0706030804020204" pitchFamily="34" charset="0"/>
                <a:ea typeface="Open Sans Semibold" panose="020B0706030804020204" pitchFamily="34" charset="0"/>
                <a:cs typeface="Open Sans Semibold" panose="020B0706030804020204" pitchFamily="34" charset="0"/>
              </a:defRPr>
            </a:lvl4pPr>
            <a:lvl5pPr>
              <a:defRPr>
                <a:latin typeface="Open Sans Semibold" panose="020B0706030804020204" pitchFamily="34" charset="0"/>
                <a:ea typeface="Open Sans Semibold" panose="020B0706030804020204" pitchFamily="34" charset="0"/>
                <a:cs typeface="Open Sans Semibold" panose="020B0706030804020204" pitchFamily="34" charset="0"/>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38" name="Text Placeholder 33"/>
          <p:cNvSpPr>
            <a:spLocks noGrp="1"/>
          </p:cNvSpPr>
          <p:nvPr>
            <p:ph type="body" sz="quarter" idx="12" hasCustomPrompt="1"/>
          </p:nvPr>
        </p:nvSpPr>
        <p:spPr>
          <a:xfrm>
            <a:off x="2140347"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40" name="Text Placeholder 33"/>
          <p:cNvSpPr>
            <a:spLocks noGrp="1"/>
          </p:cNvSpPr>
          <p:nvPr>
            <p:ph type="body" sz="quarter" idx="13" hasCustomPrompt="1"/>
          </p:nvPr>
        </p:nvSpPr>
        <p:spPr>
          <a:xfrm>
            <a:off x="3823494"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42" name="Text Placeholder 33"/>
          <p:cNvSpPr>
            <a:spLocks noGrp="1"/>
          </p:cNvSpPr>
          <p:nvPr>
            <p:ph type="body" sz="quarter" idx="14" hasCustomPrompt="1"/>
          </p:nvPr>
        </p:nvSpPr>
        <p:spPr>
          <a:xfrm>
            <a:off x="5506641"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44" name="Text Placeholder 33"/>
          <p:cNvSpPr>
            <a:spLocks noGrp="1"/>
          </p:cNvSpPr>
          <p:nvPr>
            <p:ph type="body" sz="quarter" idx="15" hasCustomPrompt="1"/>
          </p:nvPr>
        </p:nvSpPr>
        <p:spPr>
          <a:xfrm>
            <a:off x="7189787" y="2319870"/>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25" name="Text Placeholder 33"/>
          <p:cNvSpPr>
            <a:spLocks noGrp="1"/>
          </p:cNvSpPr>
          <p:nvPr>
            <p:ph type="body" sz="quarter" idx="21" hasCustomPrompt="1"/>
          </p:nvPr>
        </p:nvSpPr>
        <p:spPr>
          <a:xfrm>
            <a:off x="457200" y="2228136"/>
            <a:ext cx="1497013" cy="295466"/>
          </a:xfrm>
        </p:spPr>
        <p:txBody>
          <a:bodyPr anchor="b">
            <a:noAutofit/>
          </a:bodyPr>
          <a:lstStyle>
            <a:lvl1pPr>
              <a:buNone/>
              <a:defRPr sz="1600" b="0" i="1" spc="0">
                <a:solidFill>
                  <a:schemeClr val="accent3">
                    <a:lumMod val="60000"/>
                    <a:lumOff val="40000"/>
                  </a:schemeClr>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6" name="Text Placeholder 33"/>
          <p:cNvSpPr>
            <a:spLocks noGrp="1"/>
          </p:cNvSpPr>
          <p:nvPr>
            <p:ph type="body" sz="quarter" idx="22" hasCustomPrompt="1"/>
          </p:nvPr>
        </p:nvSpPr>
        <p:spPr>
          <a:xfrm>
            <a:off x="2140347" y="2228136"/>
            <a:ext cx="1497013" cy="295466"/>
          </a:xfrm>
        </p:spPr>
        <p:txBody>
          <a:bodyPr anchor="b">
            <a:noAutofit/>
          </a:bodyPr>
          <a:lstStyle>
            <a:lvl1pPr>
              <a:buNone/>
              <a:defRPr sz="1600" b="0" i="1" spc="0">
                <a:solidFill>
                  <a:schemeClr val="accent3">
                    <a:lumMod val="60000"/>
                    <a:lumOff val="40000"/>
                  </a:schemeClr>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7" name="Text Placeholder 33"/>
          <p:cNvSpPr>
            <a:spLocks noGrp="1"/>
          </p:cNvSpPr>
          <p:nvPr>
            <p:ph type="body" sz="quarter" idx="23" hasCustomPrompt="1"/>
          </p:nvPr>
        </p:nvSpPr>
        <p:spPr>
          <a:xfrm>
            <a:off x="3823494" y="2228136"/>
            <a:ext cx="1497013" cy="295466"/>
          </a:xfrm>
        </p:spPr>
        <p:txBody>
          <a:bodyPr anchor="b">
            <a:noAutofit/>
          </a:bodyPr>
          <a:lstStyle>
            <a:lvl1pPr>
              <a:buNone/>
              <a:defRPr sz="1600" b="0" i="1" spc="0">
                <a:solidFill>
                  <a:schemeClr val="accent3">
                    <a:lumMod val="60000"/>
                    <a:lumOff val="40000"/>
                  </a:schemeClr>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8" name="Text Placeholder 33"/>
          <p:cNvSpPr>
            <a:spLocks noGrp="1"/>
          </p:cNvSpPr>
          <p:nvPr>
            <p:ph type="body" sz="quarter" idx="24" hasCustomPrompt="1"/>
          </p:nvPr>
        </p:nvSpPr>
        <p:spPr>
          <a:xfrm>
            <a:off x="5506641" y="2228136"/>
            <a:ext cx="1497013" cy="295466"/>
          </a:xfrm>
        </p:spPr>
        <p:txBody>
          <a:bodyPr anchor="b">
            <a:noAutofit/>
          </a:bodyPr>
          <a:lstStyle>
            <a:lvl1pPr>
              <a:buNone/>
              <a:defRPr sz="1600" b="0" i="1" spc="0">
                <a:solidFill>
                  <a:schemeClr val="accent3">
                    <a:lumMod val="60000"/>
                    <a:lumOff val="40000"/>
                  </a:schemeClr>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29" name="Text Placeholder 33"/>
          <p:cNvSpPr>
            <a:spLocks noGrp="1"/>
          </p:cNvSpPr>
          <p:nvPr>
            <p:ph type="body" sz="quarter" idx="25" hasCustomPrompt="1"/>
          </p:nvPr>
        </p:nvSpPr>
        <p:spPr>
          <a:xfrm>
            <a:off x="7189787" y="2228136"/>
            <a:ext cx="1497013" cy="295466"/>
          </a:xfrm>
        </p:spPr>
        <p:txBody>
          <a:bodyPr anchor="b">
            <a:noAutofit/>
          </a:bodyPr>
          <a:lstStyle>
            <a:lvl1pPr>
              <a:buNone/>
              <a:defRPr sz="1600" b="0" i="1" spc="0">
                <a:solidFill>
                  <a:schemeClr val="accent3">
                    <a:lumMod val="60000"/>
                    <a:lumOff val="40000"/>
                  </a:schemeClr>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1" name="Text Placeholder 33"/>
          <p:cNvSpPr>
            <a:spLocks noGrp="1"/>
          </p:cNvSpPr>
          <p:nvPr>
            <p:ph type="body" sz="quarter" idx="31" hasCustomPrompt="1"/>
          </p:nvPr>
        </p:nvSpPr>
        <p:spPr>
          <a:xfrm>
            <a:off x="457200"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2" name="Text Placeholder 33"/>
          <p:cNvSpPr>
            <a:spLocks noGrp="1"/>
          </p:cNvSpPr>
          <p:nvPr>
            <p:ph type="body" sz="quarter" idx="32" hasCustomPrompt="1"/>
          </p:nvPr>
        </p:nvSpPr>
        <p:spPr>
          <a:xfrm>
            <a:off x="2140347"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3" name="Text Placeholder 33"/>
          <p:cNvSpPr>
            <a:spLocks noGrp="1"/>
          </p:cNvSpPr>
          <p:nvPr>
            <p:ph type="body" sz="quarter" idx="33" hasCustomPrompt="1"/>
          </p:nvPr>
        </p:nvSpPr>
        <p:spPr>
          <a:xfrm>
            <a:off x="3823494"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4" name="Text Placeholder 33"/>
          <p:cNvSpPr>
            <a:spLocks noGrp="1"/>
          </p:cNvSpPr>
          <p:nvPr>
            <p:ph type="body" sz="quarter" idx="34" hasCustomPrompt="1"/>
          </p:nvPr>
        </p:nvSpPr>
        <p:spPr>
          <a:xfrm>
            <a:off x="5506641"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5" name="Text Placeholder 33"/>
          <p:cNvSpPr>
            <a:spLocks noGrp="1"/>
          </p:cNvSpPr>
          <p:nvPr>
            <p:ph type="body" sz="quarter" idx="35" hasCustomPrompt="1"/>
          </p:nvPr>
        </p:nvSpPr>
        <p:spPr>
          <a:xfrm>
            <a:off x="7189787" y="4428069"/>
            <a:ext cx="1497013" cy="1083733"/>
          </a:xfrm>
        </p:spPr>
        <p:txBody>
          <a:bodyPr/>
          <a:lstStyle>
            <a:lvl1pPr>
              <a:buNone/>
              <a:defRPr sz="6600" b="1" i="0" spc="-300">
                <a:solidFill>
                  <a:schemeClr val="accent5"/>
                </a:solidFill>
                <a:latin typeface="+mj-lt"/>
              </a:defRPr>
            </a:lvl1pPr>
            <a:lvl2pPr>
              <a:buNone/>
              <a:defRPr/>
            </a:lvl2pPr>
            <a:lvl3pPr>
              <a:buNone/>
              <a:defRPr/>
            </a:lvl3pPr>
            <a:lvl4pPr marL="0" indent="0">
              <a:buNone/>
              <a:defRPr/>
            </a:lvl4pPr>
            <a:lvl5pPr marL="171450" indent="0">
              <a:buNone/>
              <a:defRPr/>
            </a:lvl5pPr>
          </a:lstStyle>
          <a:p>
            <a:pPr lvl="0"/>
            <a:r>
              <a:rPr lang="en-US"/>
              <a:t>##</a:t>
            </a:r>
          </a:p>
        </p:txBody>
      </p:sp>
      <p:sp>
        <p:nvSpPr>
          <p:cNvPr id="76" name="Text Placeholder 33"/>
          <p:cNvSpPr>
            <a:spLocks noGrp="1"/>
          </p:cNvSpPr>
          <p:nvPr>
            <p:ph type="body" sz="quarter" idx="36" hasCustomPrompt="1"/>
          </p:nvPr>
        </p:nvSpPr>
        <p:spPr>
          <a:xfrm>
            <a:off x="457200" y="4336335"/>
            <a:ext cx="1497013" cy="295466"/>
          </a:xfrm>
        </p:spPr>
        <p:txBody>
          <a:bodyPr anchor="b">
            <a:noAutofit/>
          </a:bodyPr>
          <a:lstStyle>
            <a:lvl1pPr>
              <a:buNone/>
              <a:defRPr sz="1600" b="0" i="1" spc="0">
                <a:solidFill>
                  <a:schemeClr val="accent3">
                    <a:lumMod val="60000"/>
                    <a:lumOff val="40000"/>
                  </a:schemeClr>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7" name="Text Placeholder 33"/>
          <p:cNvSpPr>
            <a:spLocks noGrp="1"/>
          </p:cNvSpPr>
          <p:nvPr>
            <p:ph type="body" sz="quarter" idx="37" hasCustomPrompt="1"/>
          </p:nvPr>
        </p:nvSpPr>
        <p:spPr>
          <a:xfrm>
            <a:off x="2140347" y="4336335"/>
            <a:ext cx="1497013" cy="295466"/>
          </a:xfrm>
        </p:spPr>
        <p:txBody>
          <a:bodyPr anchor="b">
            <a:noAutofit/>
          </a:bodyPr>
          <a:lstStyle>
            <a:lvl1pPr>
              <a:buNone/>
              <a:defRPr sz="1600" b="0" i="1" spc="0">
                <a:solidFill>
                  <a:schemeClr val="accent3">
                    <a:lumMod val="60000"/>
                    <a:lumOff val="40000"/>
                  </a:schemeClr>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8" name="Text Placeholder 33"/>
          <p:cNvSpPr>
            <a:spLocks noGrp="1"/>
          </p:cNvSpPr>
          <p:nvPr>
            <p:ph type="body" sz="quarter" idx="38" hasCustomPrompt="1"/>
          </p:nvPr>
        </p:nvSpPr>
        <p:spPr>
          <a:xfrm>
            <a:off x="3823494" y="4336335"/>
            <a:ext cx="1497013" cy="295466"/>
          </a:xfrm>
        </p:spPr>
        <p:txBody>
          <a:bodyPr anchor="b">
            <a:noAutofit/>
          </a:bodyPr>
          <a:lstStyle>
            <a:lvl1pPr>
              <a:buNone/>
              <a:defRPr sz="1600" b="0" i="1" spc="0">
                <a:solidFill>
                  <a:schemeClr val="accent3">
                    <a:lumMod val="60000"/>
                    <a:lumOff val="40000"/>
                  </a:schemeClr>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79" name="Text Placeholder 33"/>
          <p:cNvSpPr>
            <a:spLocks noGrp="1"/>
          </p:cNvSpPr>
          <p:nvPr>
            <p:ph type="body" sz="quarter" idx="39" hasCustomPrompt="1"/>
          </p:nvPr>
        </p:nvSpPr>
        <p:spPr>
          <a:xfrm>
            <a:off x="5506641" y="4336335"/>
            <a:ext cx="1497013" cy="295466"/>
          </a:xfrm>
        </p:spPr>
        <p:txBody>
          <a:bodyPr anchor="b">
            <a:noAutofit/>
          </a:bodyPr>
          <a:lstStyle>
            <a:lvl1pPr>
              <a:buNone/>
              <a:defRPr sz="1600" b="0" i="1" spc="0">
                <a:solidFill>
                  <a:schemeClr val="accent3">
                    <a:lumMod val="60000"/>
                    <a:lumOff val="40000"/>
                  </a:schemeClr>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80" name="Text Placeholder 33"/>
          <p:cNvSpPr>
            <a:spLocks noGrp="1"/>
          </p:cNvSpPr>
          <p:nvPr>
            <p:ph type="body" sz="quarter" idx="40" hasCustomPrompt="1"/>
          </p:nvPr>
        </p:nvSpPr>
        <p:spPr>
          <a:xfrm>
            <a:off x="7189787" y="4336335"/>
            <a:ext cx="1497013" cy="295466"/>
          </a:xfrm>
        </p:spPr>
        <p:txBody>
          <a:bodyPr anchor="b">
            <a:noAutofit/>
          </a:bodyPr>
          <a:lstStyle>
            <a:lvl1pPr>
              <a:buNone/>
              <a:defRPr sz="1600" b="0" i="1" spc="0">
                <a:solidFill>
                  <a:schemeClr val="accent3">
                    <a:lumMod val="60000"/>
                    <a:lumOff val="40000"/>
                  </a:schemeClr>
                </a:solidFill>
                <a:latin typeface="Corbel" panose="020B0503020204020204" pitchFamily="34" charset="0"/>
              </a:defRPr>
            </a:lvl1pPr>
            <a:lvl2pPr>
              <a:buNone/>
              <a:defRPr/>
            </a:lvl2pPr>
            <a:lvl3pPr>
              <a:buNone/>
              <a:defRPr/>
            </a:lvl3pPr>
            <a:lvl4pPr marL="0" indent="0">
              <a:buNone/>
              <a:defRPr/>
            </a:lvl4pPr>
            <a:lvl5pPr marL="171450" indent="0">
              <a:buNone/>
              <a:defRPr/>
            </a:lvl5pPr>
          </a:lstStyle>
          <a:p>
            <a:pPr lvl="0"/>
            <a:r>
              <a:rPr lang="en-US"/>
              <a:t>Insert</a:t>
            </a:r>
          </a:p>
        </p:txBody>
      </p:sp>
      <p:sp>
        <p:nvSpPr>
          <p:cNvPr id="3" name="Slide Number Placeholder 5">
            <a:extLst>
              <a:ext uri="{FF2B5EF4-FFF2-40B4-BE49-F238E27FC236}">
                <a16:creationId xmlns:a16="http://schemas.microsoft.com/office/drawing/2014/main" id="{86E3F7FC-4EE3-0362-6988-6ECF63DF407A}"/>
              </a:ext>
            </a:extLst>
          </p:cNvPr>
          <p:cNvSpPr>
            <a:spLocks noGrp="1"/>
          </p:cNvSpPr>
          <p:nvPr>
            <p:ph type="sldNum" sz="quarter" idx="41"/>
          </p:nvPr>
        </p:nvSpPr>
        <p:spPr>
          <a:xfrm>
            <a:off x="6457950" y="6356351"/>
            <a:ext cx="2057400" cy="365125"/>
          </a:xfrm>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24914932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IDE_1 +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atin typeface="Open Sans" panose="020B0606030504020204" pitchFamily="34" charset="0"/>
                <a:ea typeface="Open Sans" panose="020B0606030504020204" pitchFamily="34" charset="0"/>
                <a:cs typeface="Open Sans" panose="020B0606030504020204" pitchFamily="34" charset="0"/>
              </a:defRPr>
            </a:lvl1pPr>
          </a:lstStyle>
          <a:p>
            <a:r>
              <a:rPr lang="pt-BR"/>
              <a:t>Clique para editar o título Mestre</a:t>
            </a:r>
            <a:endParaRPr lang="en-US"/>
          </a:p>
        </p:txBody>
      </p:sp>
      <p:sp>
        <p:nvSpPr>
          <p:cNvPr id="3" name="Content Placeholder 2"/>
          <p:cNvSpPr>
            <a:spLocks noGrp="1"/>
          </p:cNvSpPr>
          <p:nvPr>
            <p:ph idx="1"/>
          </p:nvPr>
        </p:nvSpPr>
        <p:spPr/>
        <p:txBody>
          <a:bodyPr/>
          <a:lstStyle>
            <a:lvl1pPr>
              <a:defRPr>
                <a:latin typeface="Open Sans Semibold" panose="020B0706030804020204" pitchFamily="34" charset="0"/>
                <a:ea typeface="Open Sans Semibold" panose="020B0706030804020204" pitchFamily="34" charset="0"/>
                <a:cs typeface="Open Sans Semibold" panose="020B0706030804020204" pitchFamily="34" charset="0"/>
              </a:defRPr>
            </a:lvl1pPr>
            <a:lvl2pPr>
              <a:defRPr>
                <a:latin typeface="Open Sans Semibold" panose="020B0706030804020204" pitchFamily="34" charset="0"/>
                <a:ea typeface="Open Sans Semibold" panose="020B0706030804020204" pitchFamily="34" charset="0"/>
                <a:cs typeface="Open Sans Semibold" panose="020B0706030804020204" pitchFamily="34" charset="0"/>
              </a:defRPr>
            </a:lvl2pPr>
            <a:lvl3pPr>
              <a:defRPr>
                <a:latin typeface="Open Sans Semibold" panose="020B0706030804020204" pitchFamily="34" charset="0"/>
                <a:ea typeface="Open Sans Semibold" panose="020B0706030804020204" pitchFamily="34" charset="0"/>
                <a:cs typeface="Open Sans Semibold" panose="020B0706030804020204" pitchFamily="34" charset="0"/>
              </a:defRPr>
            </a:lvl3pPr>
            <a:lvl4pPr>
              <a:defRPr>
                <a:latin typeface="Open Sans Semibold" panose="020B0706030804020204" pitchFamily="34" charset="0"/>
                <a:ea typeface="Open Sans Semibold" panose="020B0706030804020204" pitchFamily="34" charset="0"/>
                <a:cs typeface="Open Sans Semibold" panose="020B0706030804020204" pitchFamily="34" charset="0"/>
              </a:defRPr>
            </a:lvl4pPr>
            <a:lvl5pPr>
              <a:defRPr>
                <a:latin typeface="Open Sans Semibold" panose="020B0706030804020204" pitchFamily="34" charset="0"/>
                <a:ea typeface="Open Sans Semibold" panose="020B0706030804020204" pitchFamily="34" charset="0"/>
                <a:cs typeface="Open Sans Semibold" panose="020B0706030804020204" pitchFamily="34" charset="0"/>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Text Placeholder 2"/>
          <p:cNvSpPr>
            <a:spLocks noGrp="1"/>
          </p:cNvSpPr>
          <p:nvPr>
            <p:ph type="body" sz="quarter" idx="10" hasCustomPrompt="1"/>
          </p:nvPr>
        </p:nvSpPr>
        <p:spPr>
          <a:xfrm>
            <a:off x="1301263" y="6407150"/>
            <a:ext cx="6233394"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
        <p:nvSpPr>
          <p:cNvPr id="6" name="Slide Number Placeholder 5">
            <a:extLst>
              <a:ext uri="{FF2B5EF4-FFF2-40B4-BE49-F238E27FC236}">
                <a16:creationId xmlns:a16="http://schemas.microsoft.com/office/drawing/2014/main" id="{1D284F25-D404-A2CE-6F8C-1C0059CB5ECA}"/>
              </a:ext>
            </a:extLst>
          </p:cNvPr>
          <p:cNvSpPr>
            <a:spLocks noGrp="1"/>
          </p:cNvSpPr>
          <p:nvPr>
            <p:ph type="sldNum" sz="quarter" idx="12"/>
          </p:nvPr>
        </p:nvSpPr>
        <p:spPr>
          <a:xfrm>
            <a:off x="7644384" y="6356351"/>
            <a:ext cx="870966" cy="365125"/>
          </a:xfrm>
        </p:spPr>
        <p:txBody>
          <a:bodyPr/>
          <a:lstStyle>
            <a:lvl1pPr>
              <a:defRPr>
                <a:solidFill>
                  <a:schemeClr val="tx1">
                    <a:lumMod val="75000"/>
                    <a:lumOff val="25000"/>
                  </a:schemeClr>
                </a:solidFill>
              </a:defRPr>
            </a:lvl1pPr>
          </a:lstStyle>
          <a:p>
            <a:fld id="{34111AF5-1BAF-4F60-A363-293916263CBD}" type="slidenum">
              <a:rPr lang="pt-BR" smtClean="0"/>
              <a:pPr/>
              <a:t>‹nº›</a:t>
            </a:fld>
            <a:endParaRPr lang="pt-BR"/>
          </a:p>
        </p:txBody>
      </p:sp>
    </p:spTree>
    <p:extLst>
      <p:ext uri="{BB962C8B-B14F-4D97-AF65-F5344CB8AC3E}">
        <p14:creationId xmlns:p14="http://schemas.microsoft.com/office/powerpoint/2010/main" val="21751724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id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Text Placeholder 2"/>
          <p:cNvSpPr>
            <a:spLocks noGrp="1"/>
          </p:cNvSpPr>
          <p:nvPr>
            <p:ph type="body" sz="quarter" idx="10" hasCustomPrompt="1"/>
          </p:nvPr>
        </p:nvSpPr>
        <p:spPr>
          <a:xfrm>
            <a:off x="1301263" y="6407150"/>
            <a:ext cx="6297402"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
        <p:nvSpPr>
          <p:cNvPr id="5" name="Slide Number Placeholder 5">
            <a:extLst>
              <a:ext uri="{FF2B5EF4-FFF2-40B4-BE49-F238E27FC236}">
                <a16:creationId xmlns:a16="http://schemas.microsoft.com/office/drawing/2014/main" id="{52163B71-42AF-35B7-1BE1-4ABCE74D0CB9}"/>
              </a:ext>
            </a:extLst>
          </p:cNvPr>
          <p:cNvSpPr>
            <a:spLocks noGrp="1"/>
          </p:cNvSpPr>
          <p:nvPr>
            <p:ph type="sldNum" sz="quarter" idx="12"/>
          </p:nvPr>
        </p:nvSpPr>
        <p:spPr>
          <a:xfrm>
            <a:off x="7644384" y="6356351"/>
            <a:ext cx="870966" cy="365125"/>
          </a:xfrm>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115166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 +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Text Placeholder 2"/>
          <p:cNvSpPr>
            <a:spLocks noGrp="1"/>
          </p:cNvSpPr>
          <p:nvPr>
            <p:ph type="body" sz="quarter" idx="10"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
        <p:nvSpPr>
          <p:cNvPr id="4" name="Slide Number Placeholder 5">
            <a:extLst>
              <a:ext uri="{FF2B5EF4-FFF2-40B4-BE49-F238E27FC236}">
                <a16:creationId xmlns:a16="http://schemas.microsoft.com/office/drawing/2014/main" id="{515F56DC-6BB9-B086-4F37-A8A57A720176}"/>
              </a:ext>
            </a:extLst>
          </p:cNvPr>
          <p:cNvSpPr>
            <a:spLocks noGrp="1"/>
          </p:cNvSpPr>
          <p:nvPr>
            <p:ph type="sldNum" sz="quarter" idx="12"/>
          </p:nvPr>
        </p:nvSpPr>
        <p:spPr>
          <a:xfrm>
            <a:off x="7644384" y="6356351"/>
            <a:ext cx="870966" cy="365125"/>
          </a:xfrm>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11776786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Cover Page 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358924"/>
            <a:ext cx="7077456" cy="2742289"/>
          </a:xfrm>
        </p:spPr>
        <p:txBody>
          <a:bodyPr/>
          <a:lstStyle>
            <a:lvl1pPr>
              <a:lnSpc>
                <a:spcPct val="90000"/>
              </a:lnSpc>
              <a:defRPr sz="6600" kern="100" cap="all" spc="-200" baseline="0">
                <a:solidFill>
                  <a:schemeClr val="bg1">
                    <a:lumMod val="50000"/>
                  </a:schemeClr>
                </a:solidFill>
              </a:defRPr>
            </a:lvl1pPr>
          </a:lstStyle>
          <a:p>
            <a:r>
              <a:rPr lang="en-US" dirty="0"/>
              <a:t>add </a:t>
            </a:r>
            <a:r>
              <a:rPr lang="en-US" dirty="0" err="1"/>
              <a:t>slidedoc</a:t>
            </a:r>
            <a:r>
              <a:rPr lang="en-US" dirty="0"/>
              <a:t> title</a:t>
            </a:r>
          </a:p>
        </p:txBody>
      </p:sp>
      <p:sp>
        <p:nvSpPr>
          <p:cNvPr id="60" name="Text Placeholder 59"/>
          <p:cNvSpPr>
            <a:spLocks noGrp="1"/>
          </p:cNvSpPr>
          <p:nvPr>
            <p:ph type="body" sz="quarter" idx="10"/>
          </p:nvPr>
        </p:nvSpPr>
        <p:spPr>
          <a:xfrm>
            <a:off x="457200" y="4469450"/>
            <a:ext cx="1497013" cy="1623702"/>
          </a:xfrm>
        </p:spPr>
        <p:txBody>
          <a:bodyPr anchor="b"/>
          <a:lstStyle>
            <a:lvl1pPr>
              <a:lnSpc>
                <a:spcPct val="100000"/>
              </a:lnSpc>
              <a:defRPr sz="1300">
                <a:solidFill>
                  <a:schemeClr val="tx2"/>
                </a:solidFill>
              </a:defRPr>
            </a:lvl1pPr>
            <a:lvl2pPr>
              <a:defRPr b="1"/>
            </a:lvl2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63" name="Text Placeholder 59"/>
          <p:cNvSpPr>
            <a:spLocks noGrp="1"/>
          </p:cNvSpPr>
          <p:nvPr>
            <p:ph type="body" sz="quarter" idx="11"/>
          </p:nvPr>
        </p:nvSpPr>
        <p:spPr>
          <a:xfrm>
            <a:off x="5414454" y="4469450"/>
            <a:ext cx="1497013" cy="1022351"/>
          </a:xfrm>
        </p:spPr>
        <p:txBody>
          <a:bodyPr anchor="b"/>
          <a:lstStyle>
            <a:lvl1pPr algn="r">
              <a:lnSpc>
                <a:spcPct val="100000"/>
              </a:lnSpc>
              <a:defRPr sz="1300" b="1">
                <a:solidFill>
                  <a:schemeClr val="bg1">
                    <a:lumMod val="50000"/>
                  </a:schemeClr>
                </a:solidFill>
              </a:defRPr>
            </a:lvl1pPr>
            <a:lvl2pPr>
              <a:defRPr b="1"/>
            </a:lvl2pPr>
          </a:lstStyle>
          <a:p>
            <a:pPr lvl="0"/>
            <a:r>
              <a:rPr lang="pt-BR"/>
              <a:t>Clique para editar os estilos de texto Mestres</a:t>
            </a:r>
          </a:p>
        </p:txBody>
      </p:sp>
      <p:sp>
        <p:nvSpPr>
          <p:cNvPr id="64" name="Text Placeholder 59"/>
          <p:cNvSpPr>
            <a:spLocks noGrp="1"/>
          </p:cNvSpPr>
          <p:nvPr>
            <p:ph type="body" sz="quarter" idx="12"/>
          </p:nvPr>
        </p:nvSpPr>
        <p:spPr>
          <a:xfrm>
            <a:off x="7189787" y="4469450"/>
            <a:ext cx="1497013" cy="1022351"/>
          </a:xfrm>
        </p:spPr>
        <p:txBody>
          <a:bodyPr anchor="b"/>
          <a:lstStyle>
            <a:lvl1pPr algn="r">
              <a:lnSpc>
                <a:spcPct val="100000"/>
              </a:lnSpc>
              <a:defRPr sz="1300" b="1">
                <a:solidFill>
                  <a:schemeClr val="bg1">
                    <a:lumMod val="50000"/>
                  </a:schemeClr>
                </a:solidFill>
              </a:defRPr>
            </a:lvl1pPr>
            <a:lvl2pPr>
              <a:defRPr b="1"/>
            </a:lvl2pPr>
          </a:lstStyle>
          <a:p>
            <a:pPr lvl="0"/>
            <a:r>
              <a:rPr lang="pt-BR"/>
              <a:t>Clique para editar os estilos de texto Mestres</a:t>
            </a:r>
          </a:p>
        </p:txBody>
      </p:sp>
    </p:spTree>
    <p:extLst>
      <p:ext uri="{BB962C8B-B14F-4D97-AF65-F5344CB8AC3E}">
        <p14:creationId xmlns:p14="http://schemas.microsoft.com/office/powerpoint/2010/main" val="3511366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cSld name="ide_No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457200" y="6407150"/>
            <a:ext cx="7582849"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38942043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Chapter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3848100"/>
            <a:ext cx="4229100" cy="2543773"/>
          </a:xfrm>
        </p:spPr>
        <p:txBody>
          <a:bodyPr>
            <a:spAutoFit/>
          </a:bodyPr>
          <a:lstStyle>
            <a:lvl1pPr>
              <a:defRPr sz="5800" kern="100" spc="-200" baseline="0">
                <a:solidFill>
                  <a:schemeClr val="bg1"/>
                </a:solidFill>
              </a:defRPr>
            </a:lvl1pPr>
          </a:lstStyle>
          <a:p>
            <a:r>
              <a:rPr lang="pt-BR"/>
              <a:t>Clique para editar o título Mestre</a:t>
            </a:r>
            <a:endParaRPr lang="en-US"/>
          </a:p>
        </p:txBody>
      </p:sp>
    </p:spTree>
    <p:extLst>
      <p:ext uri="{BB962C8B-B14F-4D97-AF65-F5344CB8AC3E}">
        <p14:creationId xmlns:p14="http://schemas.microsoft.com/office/powerpoint/2010/main" val="33606585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idx="1"/>
          </p:nvPr>
        </p:nvSpPr>
        <p:spPr>
          <a:xfrm>
            <a:off x="3473903" y="1344168"/>
            <a:ext cx="2321755" cy="477037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6" name="Content Placeholder 2"/>
          <p:cNvSpPr>
            <a:spLocks noGrp="1"/>
          </p:cNvSpPr>
          <p:nvPr>
            <p:ph idx="10"/>
          </p:nvPr>
        </p:nvSpPr>
        <p:spPr>
          <a:xfrm>
            <a:off x="6000226" y="1344168"/>
            <a:ext cx="2332892" cy="477037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Text Placeholder 2"/>
          <p:cNvSpPr>
            <a:spLocks noGrp="1"/>
          </p:cNvSpPr>
          <p:nvPr>
            <p:ph type="body" sz="quarter" idx="11"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
        <p:nvSpPr>
          <p:cNvPr id="4" name="Slide Number Placeholder 5">
            <a:extLst>
              <a:ext uri="{FF2B5EF4-FFF2-40B4-BE49-F238E27FC236}">
                <a16:creationId xmlns:a16="http://schemas.microsoft.com/office/drawing/2014/main" id="{A7AF300B-04CA-1EF5-1367-89B51F919832}"/>
              </a:ext>
            </a:extLst>
          </p:cNvPr>
          <p:cNvSpPr>
            <a:spLocks noGrp="1"/>
          </p:cNvSpPr>
          <p:nvPr>
            <p:ph type="sldNum" sz="quarter" idx="12"/>
          </p:nvPr>
        </p:nvSpPr>
        <p:spPr>
          <a:xfrm>
            <a:off x="7644384" y="6356351"/>
            <a:ext cx="870966" cy="365125"/>
          </a:xfrm>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10023101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2" name="Title 21"/>
          <p:cNvSpPr>
            <a:spLocks noGrp="1"/>
          </p:cNvSpPr>
          <p:nvPr>
            <p:ph type="title"/>
          </p:nvPr>
        </p:nvSpPr>
        <p:spPr>
          <a:xfrm>
            <a:off x="457200" y="497672"/>
            <a:ext cx="8229600" cy="747233"/>
          </a:xfrm>
        </p:spPr>
        <p:txBody>
          <a:bodyPr/>
          <a:lstStyle>
            <a:lvl1pPr>
              <a:defRPr kumimoji="0" lang="en-US" sz="3200" kern="1200" cap="all" baseline="0" dirty="0" smtClean="0">
                <a:solidFill>
                  <a:schemeClr val="tx2"/>
                </a:solidFill>
                <a:effectLst/>
                <a:latin typeface="+mj-lt"/>
                <a:ea typeface="+mj-ea"/>
                <a:cs typeface="+mj-cs"/>
              </a:defRPr>
            </a:lvl1pPr>
          </a:lstStyle>
          <a:p>
            <a:r>
              <a:rPr lang="pt-BR"/>
              <a:t>Clique para editar o título Mestre</a:t>
            </a:r>
            <a:endParaRPr lang="en-US"/>
          </a:p>
        </p:txBody>
      </p:sp>
      <p:sp>
        <p:nvSpPr>
          <p:cNvPr id="27" name="Content Placeholder 26"/>
          <p:cNvSpPr>
            <a:spLocks noGrp="1"/>
          </p:cNvSpPr>
          <p:nvPr>
            <p:ph idx="1"/>
          </p:nvPr>
        </p:nvSpPr>
        <p:spPr>
          <a:xfrm>
            <a:off x="457200" y="1410159"/>
            <a:ext cx="8229600" cy="4768391"/>
          </a:xfrm>
        </p:spPr>
        <p:txBody>
          <a:bodyPr>
            <a:normAutofit/>
          </a:bodyPr>
          <a:lstStyle>
            <a:lvl1pPr marL="342900" indent="-342900">
              <a:buClrTx/>
              <a:buSzPct val="90000"/>
              <a:buFont typeface="Wingdings" pitchFamily="2" charset="2"/>
              <a:buChar char="§"/>
              <a:defRPr sz="2400"/>
            </a:lvl1pPr>
            <a:lvl2pPr marL="742950" indent="-285750">
              <a:buClrTx/>
              <a:buSzPct val="90000"/>
              <a:buFont typeface="Arial" pitchFamily="34" charset="0"/>
              <a:buChar char="•"/>
              <a:defRPr sz="2000"/>
            </a:lvl2pPr>
            <a:lvl3pPr marL="1143000" indent="-228600">
              <a:buClrTx/>
              <a:buSzPct val="60000"/>
              <a:buFont typeface="Courier New" pitchFamily="49" charset="0"/>
              <a:buChar char="o"/>
              <a:defRPr sz="1800"/>
            </a:lvl3pPr>
            <a:lvl4pPr>
              <a:buClrTx/>
              <a:buSzPct val="50000"/>
              <a:defRPr sz="1600"/>
            </a:lvl4pPr>
            <a:lvl5pPr marL="2057400" indent="-228600">
              <a:buClrTx/>
              <a:buSzPct val="40000"/>
              <a:buFont typeface="Wingdings" pitchFamily="2" charset="2"/>
              <a:buChar char="v"/>
              <a:defRPr sz="14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Footer Placeholder 18">
            <a:extLst>
              <a:ext uri="{FF2B5EF4-FFF2-40B4-BE49-F238E27FC236}">
                <a16:creationId xmlns:a16="http://schemas.microsoft.com/office/drawing/2014/main" id="{A020E031-F269-43F6-A25B-162873BA7594}"/>
              </a:ext>
            </a:extLst>
          </p:cNvPr>
          <p:cNvSpPr>
            <a:spLocks noGrp="1"/>
          </p:cNvSpPr>
          <p:nvPr>
            <p:ph type="ftr" sz="quarter" idx="11"/>
          </p:nvPr>
        </p:nvSpPr>
        <p:spPr>
          <a:xfrm>
            <a:off x="0" y="6629400"/>
            <a:ext cx="3276600" cy="228600"/>
          </a:xfrm>
        </p:spPr>
        <p:txBody>
          <a:bodyPr/>
          <a:lstStyle>
            <a:lvl1pPr eaLnBrk="1" hangingPunct="1">
              <a:defRPr sz="900" i="1" baseline="0">
                <a:latin typeface="Franklin Gothic Book" pitchFamily="34" charset="0"/>
              </a:defRPr>
            </a:lvl1pPr>
          </a:lstStyle>
          <a:p>
            <a:pPr>
              <a:defRPr/>
            </a:pPr>
            <a:endParaRPr lang="en-US"/>
          </a:p>
        </p:txBody>
      </p:sp>
      <p:sp>
        <p:nvSpPr>
          <p:cNvPr id="2" name="Slide Number Placeholder 5">
            <a:extLst>
              <a:ext uri="{FF2B5EF4-FFF2-40B4-BE49-F238E27FC236}">
                <a16:creationId xmlns:a16="http://schemas.microsoft.com/office/drawing/2014/main" id="{1BD29E5E-EA9D-FC7D-0B4C-90075E528E03}"/>
              </a:ext>
            </a:extLst>
          </p:cNvPr>
          <p:cNvSpPr>
            <a:spLocks noGrp="1"/>
          </p:cNvSpPr>
          <p:nvPr>
            <p:ph type="sldNum" sz="quarter" idx="12"/>
          </p:nvPr>
        </p:nvSpPr>
        <p:spPr>
          <a:xfrm>
            <a:off x="7644384" y="6356351"/>
            <a:ext cx="870966" cy="365125"/>
          </a:xfrm>
        </p:spPr>
        <p:txBody>
          <a:bodyPr/>
          <a:lstStyle/>
          <a:p>
            <a:pPr>
              <a:defRPr/>
            </a:pPr>
            <a:endParaRPr lang="en-US" altLang="en-US" b="1"/>
          </a:p>
        </p:txBody>
      </p:sp>
    </p:spTree>
    <p:extLst>
      <p:ext uri="{BB962C8B-B14F-4D97-AF65-F5344CB8AC3E}">
        <p14:creationId xmlns:p14="http://schemas.microsoft.com/office/powerpoint/2010/main" val="7334499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3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14" name="Content Placeholder 2"/>
          <p:cNvSpPr>
            <a:spLocks noGrp="1"/>
          </p:cNvSpPr>
          <p:nvPr>
            <p:ph idx="1"/>
          </p:nvPr>
        </p:nvSpPr>
        <p:spPr>
          <a:xfrm>
            <a:off x="3827585" y="3429000"/>
            <a:ext cx="2321755" cy="2749550"/>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15" name="Content Placeholder 2"/>
          <p:cNvSpPr>
            <a:spLocks noGrp="1"/>
          </p:cNvSpPr>
          <p:nvPr>
            <p:ph idx="10"/>
          </p:nvPr>
        </p:nvSpPr>
        <p:spPr>
          <a:xfrm>
            <a:off x="6353908" y="3429000"/>
            <a:ext cx="2332892" cy="2749550"/>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16" name="Content Placeholder 2"/>
          <p:cNvSpPr>
            <a:spLocks noGrp="1"/>
          </p:cNvSpPr>
          <p:nvPr>
            <p:ph idx="11"/>
          </p:nvPr>
        </p:nvSpPr>
        <p:spPr>
          <a:xfrm>
            <a:off x="1301262" y="3429000"/>
            <a:ext cx="2321755" cy="2749550"/>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18" name="Text Placeholder 2"/>
          <p:cNvSpPr>
            <a:spLocks noGrp="1"/>
          </p:cNvSpPr>
          <p:nvPr>
            <p:ph type="body" sz="quarter" idx="12"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159370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Soment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Text Placeholder 2"/>
          <p:cNvSpPr>
            <a:spLocks noGrp="1"/>
          </p:cNvSpPr>
          <p:nvPr>
            <p:ph type="body" sz="quarter" idx="10" hasCustomPrompt="1"/>
          </p:nvPr>
        </p:nvSpPr>
        <p:spPr>
          <a:xfrm>
            <a:off x="457200" y="6407150"/>
            <a:ext cx="7582849"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
        <p:nvSpPr>
          <p:cNvPr id="4" name="Slide Number Placeholder 5">
            <a:extLst>
              <a:ext uri="{FF2B5EF4-FFF2-40B4-BE49-F238E27FC236}">
                <a16:creationId xmlns:a16="http://schemas.microsoft.com/office/drawing/2014/main" id="{0978C373-319E-F5DF-B696-1A7F168945B4}"/>
              </a:ext>
            </a:extLst>
          </p:cNvPr>
          <p:cNvSpPr>
            <a:spLocks noGrp="1"/>
          </p:cNvSpPr>
          <p:nvPr>
            <p:ph type="sldNum" sz="quarter" idx="12"/>
          </p:nvPr>
        </p:nvSpPr>
        <p:spPr>
          <a:xfrm>
            <a:off x="7644384" y="6356351"/>
            <a:ext cx="870966" cy="365125"/>
          </a:xfrm>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34463298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Title, 5 Small Pictures, 5 Headers, and 5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41E2E505-7AE2-D85F-6B73-C1C0BE6B4075}"/>
              </a:ext>
            </a:extLst>
          </p:cNvPr>
          <p:cNvSpPr txBox="1"/>
          <p:nvPr/>
        </p:nvSpPr>
        <p:spPr>
          <a:xfrm>
            <a:off x="2826544" y="6569076"/>
            <a:ext cx="2624436" cy="187615"/>
          </a:xfrm>
          <a:prstGeom prst="rect">
            <a:avLst/>
          </a:prstGeom>
          <a:noFill/>
        </p:spPr>
        <p:txBody>
          <a:bodyPr wrap="none">
            <a:spAutoFit/>
          </a:bodyPr>
          <a:lstStyle/>
          <a:p>
            <a:pPr>
              <a:defRPr/>
            </a:pPr>
            <a:r>
              <a:rPr lang="en-US" sz="619" dirty="0">
                <a:solidFill>
                  <a:schemeClr val="tx2"/>
                </a:solidFill>
                <a:latin typeface="+mn-lt"/>
              </a:rPr>
              <a:t>© 2022, Amazon Web Services, Inc. or its affiliates. All rights reserved.</a:t>
            </a:r>
          </a:p>
        </p:txBody>
      </p:sp>
      <p:sp>
        <p:nvSpPr>
          <p:cNvPr id="15" name="Title Border" descr="&quot;&quot;">
            <a:extLst>
              <a:ext uri="{FF2B5EF4-FFF2-40B4-BE49-F238E27FC236}">
                <a16:creationId xmlns:a16="http://schemas.microsoft.com/office/drawing/2014/main" id="{EF80F63D-92AE-3BD4-6AB3-31BE2E2F3A81}"/>
              </a:ext>
            </a:extLst>
          </p:cNvPr>
          <p:cNvSpPr/>
          <p:nvPr/>
        </p:nvSpPr>
        <p:spPr>
          <a:xfrm>
            <a:off x="273844" y="1030289"/>
            <a:ext cx="8676085" cy="460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13" dirty="0"/>
          </a:p>
        </p:txBody>
      </p:sp>
      <p:sp>
        <p:nvSpPr>
          <p:cNvPr id="2" name="Title"/>
          <p:cNvSpPr>
            <a:spLocks noGrp="1"/>
          </p:cNvSpPr>
          <p:nvPr>
            <p:ph type="title"/>
          </p:nvPr>
        </p:nvSpPr>
        <p:spPr/>
        <p:txBody>
          <a:bodyPr/>
          <a:lstStyle>
            <a:lvl1pPr>
              <a:defRPr/>
            </a:lvl1pPr>
          </a:lstStyle>
          <a:p>
            <a:r>
              <a:rPr lang="pt-BR"/>
              <a:t>Clique para editar o título Mestre</a:t>
            </a:r>
            <a:endParaRPr lang="en-US" dirty="0"/>
          </a:p>
        </p:txBody>
      </p:sp>
      <p:sp>
        <p:nvSpPr>
          <p:cNvPr id="11" name="Picture 1"/>
          <p:cNvSpPr>
            <a:spLocks noGrp="1"/>
          </p:cNvSpPr>
          <p:nvPr>
            <p:ph idx="9"/>
          </p:nvPr>
        </p:nvSpPr>
        <p:spPr>
          <a:xfrm>
            <a:off x="342900" y="1041202"/>
            <a:ext cx="1371600" cy="1828800"/>
          </a:xfrm>
        </p:spPr>
        <p:txBody>
          <a:bodyPr/>
          <a:lstStyle>
            <a:lvl1pPr marL="0" indent="0" algn="ctr">
              <a:buNone/>
              <a:defRPr sz="1575">
                <a:solidFill>
                  <a:schemeClr val="tx2"/>
                </a:solidFill>
              </a:defRPr>
            </a:lvl1pPr>
          </a:lstStyle>
          <a:p>
            <a:pPr lvl="0"/>
            <a:r>
              <a:rPr lang="pt-BR"/>
              <a:t>Clique para editar os estilos de texto Mestres</a:t>
            </a:r>
          </a:p>
        </p:txBody>
      </p:sp>
      <p:sp>
        <p:nvSpPr>
          <p:cNvPr id="3" name="Content Header 1"/>
          <p:cNvSpPr>
            <a:spLocks noGrp="1"/>
          </p:cNvSpPr>
          <p:nvPr>
            <p:ph type="subTitle" idx="5"/>
          </p:nvPr>
        </p:nvSpPr>
        <p:spPr>
          <a:xfrm>
            <a:off x="205740" y="2926080"/>
            <a:ext cx="1645920" cy="301752"/>
          </a:xfrm>
          <a:solidFill>
            <a:schemeClr val="accent1"/>
          </a:solidFill>
          <a:ln>
            <a:solidFill>
              <a:schemeClr val="accent1"/>
            </a:solidFill>
          </a:ln>
        </p:spPr>
        <p:txBody>
          <a:bodyPr rtlCol="0" anchor="ctr">
            <a:noAutofit/>
          </a:bodyPr>
          <a:lstStyle>
            <a:lvl1pPr marL="33933" indent="0">
              <a:buNone/>
              <a:defRPr lang="en-US" sz="1125" b="0" dirty="0">
                <a:solidFill>
                  <a:schemeClr val="bg1"/>
                </a:solidFill>
                <a:latin typeface="+mn-lt"/>
                <a:ea typeface="Amazon Ember Heavy" panose="020B0803020204020204" pitchFamily="34" charset="0"/>
                <a:cs typeface="Amazon Ember Heavy" panose="020B0803020204020204" pitchFamily="34" charset="0"/>
              </a:defRPr>
            </a:lvl1pPr>
          </a:lstStyle>
          <a:p>
            <a:pPr lvl="0"/>
            <a:r>
              <a:rPr lang="pt-BR"/>
              <a:t>Clique para editar o estilo do subtítulo Mestre</a:t>
            </a:r>
            <a:endParaRPr lang="en-US" dirty="0"/>
          </a:p>
        </p:txBody>
      </p:sp>
      <p:sp>
        <p:nvSpPr>
          <p:cNvPr id="7" name="Content 1"/>
          <p:cNvSpPr>
            <a:spLocks noGrp="1"/>
          </p:cNvSpPr>
          <p:nvPr>
            <p:ph type="body" idx="1"/>
          </p:nvPr>
        </p:nvSpPr>
        <p:spPr>
          <a:xfrm>
            <a:off x="205740" y="3291842"/>
            <a:ext cx="1645920" cy="3142903"/>
          </a:xfrm>
        </p:spPr>
        <p:txBody>
          <a:bodyPr>
            <a:normAutofit/>
          </a:bodyPr>
          <a:lstStyle>
            <a:lvl1pPr marL="0" indent="0">
              <a:spcAft>
                <a:spcPts val="675"/>
              </a:spcAft>
              <a:buNone/>
              <a:defRPr sz="1350">
                <a:solidFill>
                  <a:schemeClr val="tx2"/>
                </a:solidFill>
              </a:defRPr>
            </a:lvl1pPr>
          </a:lstStyle>
          <a:p>
            <a:pPr lvl="0"/>
            <a:r>
              <a:rPr lang="pt-BR"/>
              <a:t>Clique para editar os estilos de texto Mestres</a:t>
            </a:r>
          </a:p>
        </p:txBody>
      </p:sp>
      <p:sp>
        <p:nvSpPr>
          <p:cNvPr id="12" name="Picture 2"/>
          <p:cNvSpPr>
            <a:spLocks noGrp="1"/>
          </p:cNvSpPr>
          <p:nvPr>
            <p:ph idx="10"/>
          </p:nvPr>
        </p:nvSpPr>
        <p:spPr>
          <a:xfrm>
            <a:off x="2140717" y="1041202"/>
            <a:ext cx="1371600" cy="1828800"/>
          </a:xfrm>
        </p:spPr>
        <p:txBody>
          <a:bodyPr/>
          <a:lstStyle>
            <a:lvl1pPr marL="0" indent="0" algn="ctr">
              <a:buNone/>
              <a:defRPr sz="1575">
                <a:solidFill>
                  <a:schemeClr val="tx2"/>
                </a:solidFill>
              </a:defRPr>
            </a:lvl1pPr>
          </a:lstStyle>
          <a:p>
            <a:pPr lvl="0"/>
            <a:r>
              <a:rPr lang="pt-BR"/>
              <a:t>Clique para editar os estilos de texto Mestres</a:t>
            </a:r>
          </a:p>
        </p:txBody>
      </p:sp>
      <p:sp>
        <p:nvSpPr>
          <p:cNvPr id="4" name="Content Header 2"/>
          <p:cNvSpPr>
            <a:spLocks noGrp="1"/>
          </p:cNvSpPr>
          <p:nvPr>
            <p:ph type="subTitle" idx="6"/>
          </p:nvPr>
        </p:nvSpPr>
        <p:spPr>
          <a:xfrm>
            <a:off x="1986112" y="2926080"/>
            <a:ext cx="1645920" cy="301752"/>
          </a:xfrm>
          <a:solidFill>
            <a:schemeClr val="accent1"/>
          </a:solidFill>
          <a:ln>
            <a:solidFill>
              <a:schemeClr val="accent1"/>
            </a:solidFill>
          </a:ln>
        </p:spPr>
        <p:txBody>
          <a:bodyPr rtlCol="0" anchor="ctr">
            <a:noAutofit/>
          </a:bodyPr>
          <a:lstStyle>
            <a:lvl1pPr marL="33933" indent="0">
              <a:buNone/>
              <a:defRPr lang="en-US" sz="1125" b="0" dirty="0">
                <a:solidFill>
                  <a:schemeClr val="bg1"/>
                </a:solidFill>
                <a:latin typeface="+mn-lt"/>
                <a:ea typeface="Amazon Ember Heavy" panose="020B0803020204020204" pitchFamily="34" charset="0"/>
                <a:cs typeface="Amazon Ember Heavy" panose="020B0803020204020204" pitchFamily="34" charset="0"/>
              </a:defRPr>
            </a:lvl1pPr>
          </a:lstStyle>
          <a:p>
            <a:pPr lvl="0"/>
            <a:r>
              <a:rPr lang="pt-BR"/>
              <a:t>Clique para editar o estilo do subtítulo Mestre</a:t>
            </a:r>
            <a:endParaRPr lang="en-US" dirty="0"/>
          </a:p>
        </p:txBody>
      </p:sp>
      <p:sp>
        <p:nvSpPr>
          <p:cNvPr id="8" name="Content 2"/>
          <p:cNvSpPr>
            <a:spLocks noGrp="1"/>
          </p:cNvSpPr>
          <p:nvPr>
            <p:ph type="body" idx="2"/>
          </p:nvPr>
        </p:nvSpPr>
        <p:spPr>
          <a:xfrm>
            <a:off x="1986112" y="3291842"/>
            <a:ext cx="1645920" cy="3142903"/>
          </a:xfrm>
        </p:spPr>
        <p:txBody>
          <a:bodyPr>
            <a:normAutofit/>
          </a:bodyPr>
          <a:lstStyle>
            <a:lvl1pPr marL="0" indent="0">
              <a:spcAft>
                <a:spcPts val="675"/>
              </a:spcAft>
              <a:buNone/>
              <a:defRPr sz="1350">
                <a:solidFill>
                  <a:schemeClr val="tx2"/>
                </a:solidFill>
              </a:defRPr>
            </a:lvl1pPr>
          </a:lstStyle>
          <a:p>
            <a:pPr lvl="0"/>
            <a:r>
              <a:rPr lang="pt-BR"/>
              <a:t>Clique para editar os estilos de texto Mestres</a:t>
            </a:r>
          </a:p>
        </p:txBody>
      </p:sp>
      <p:sp>
        <p:nvSpPr>
          <p:cNvPr id="13" name="Picture 3"/>
          <p:cNvSpPr>
            <a:spLocks noGrp="1"/>
          </p:cNvSpPr>
          <p:nvPr>
            <p:ph idx="11"/>
          </p:nvPr>
        </p:nvSpPr>
        <p:spPr>
          <a:xfrm>
            <a:off x="3886200" y="1041202"/>
            <a:ext cx="1371600" cy="1828800"/>
          </a:xfrm>
        </p:spPr>
        <p:txBody>
          <a:bodyPr/>
          <a:lstStyle>
            <a:lvl1pPr marL="0" indent="0" algn="ctr">
              <a:buNone/>
              <a:defRPr sz="1575">
                <a:solidFill>
                  <a:schemeClr val="tx2"/>
                </a:solidFill>
              </a:defRPr>
            </a:lvl1pPr>
          </a:lstStyle>
          <a:p>
            <a:pPr lvl="0"/>
            <a:r>
              <a:rPr lang="pt-BR"/>
              <a:t>Clique para editar os estilos de texto Mestres</a:t>
            </a:r>
          </a:p>
        </p:txBody>
      </p:sp>
      <p:sp>
        <p:nvSpPr>
          <p:cNvPr id="5" name="Content Header 3"/>
          <p:cNvSpPr>
            <a:spLocks noGrp="1"/>
          </p:cNvSpPr>
          <p:nvPr>
            <p:ph type="subTitle" idx="7"/>
          </p:nvPr>
        </p:nvSpPr>
        <p:spPr>
          <a:xfrm>
            <a:off x="3766484" y="2926080"/>
            <a:ext cx="1645920" cy="301752"/>
          </a:xfrm>
          <a:solidFill>
            <a:schemeClr val="accent1"/>
          </a:solidFill>
          <a:ln>
            <a:solidFill>
              <a:schemeClr val="accent1"/>
            </a:solidFill>
          </a:ln>
        </p:spPr>
        <p:txBody>
          <a:bodyPr rtlCol="0" anchor="ctr">
            <a:noAutofit/>
          </a:bodyPr>
          <a:lstStyle>
            <a:lvl1pPr marL="33933" indent="0">
              <a:buNone/>
              <a:defRPr lang="en-US" sz="1125" b="0" dirty="0">
                <a:solidFill>
                  <a:schemeClr val="bg1"/>
                </a:solidFill>
                <a:latin typeface="+mn-lt"/>
                <a:ea typeface="Amazon Ember Heavy" panose="020B0803020204020204" pitchFamily="34" charset="0"/>
                <a:cs typeface="Amazon Ember Heavy" panose="020B0803020204020204" pitchFamily="34" charset="0"/>
              </a:defRPr>
            </a:lvl1pPr>
          </a:lstStyle>
          <a:p>
            <a:pPr lvl="0"/>
            <a:r>
              <a:rPr lang="pt-BR"/>
              <a:t>Clique para editar o estilo do subtítulo Mestre</a:t>
            </a:r>
            <a:endParaRPr lang="en-US" dirty="0"/>
          </a:p>
        </p:txBody>
      </p:sp>
      <p:sp>
        <p:nvSpPr>
          <p:cNvPr id="9" name="Content 3"/>
          <p:cNvSpPr>
            <a:spLocks noGrp="1"/>
          </p:cNvSpPr>
          <p:nvPr>
            <p:ph type="body" idx="3"/>
          </p:nvPr>
        </p:nvSpPr>
        <p:spPr>
          <a:xfrm>
            <a:off x="3766484" y="3291842"/>
            <a:ext cx="1645920" cy="3142903"/>
          </a:xfrm>
        </p:spPr>
        <p:txBody>
          <a:bodyPr>
            <a:normAutofit/>
          </a:bodyPr>
          <a:lstStyle>
            <a:lvl1pPr marL="0" indent="0">
              <a:spcAft>
                <a:spcPts val="675"/>
              </a:spcAft>
              <a:buNone/>
              <a:defRPr sz="1350">
                <a:solidFill>
                  <a:schemeClr val="tx2"/>
                </a:solidFill>
              </a:defRPr>
            </a:lvl1pPr>
          </a:lstStyle>
          <a:p>
            <a:pPr lvl="0"/>
            <a:r>
              <a:rPr lang="pt-BR"/>
              <a:t>Clique para editar os estilos de texto Mestres</a:t>
            </a:r>
          </a:p>
        </p:txBody>
      </p:sp>
      <p:sp>
        <p:nvSpPr>
          <p:cNvPr id="14" name="Picture 4"/>
          <p:cNvSpPr>
            <a:spLocks noGrp="1"/>
          </p:cNvSpPr>
          <p:nvPr>
            <p:ph idx="12"/>
          </p:nvPr>
        </p:nvSpPr>
        <p:spPr>
          <a:xfrm>
            <a:off x="5684017" y="1041202"/>
            <a:ext cx="1371600" cy="1828800"/>
          </a:xfrm>
        </p:spPr>
        <p:txBody>
          <a:bodyPr/>
          <a:lstStyle>
            <a:lvl1pPr marL="0" indent="0" algn="ctr">
              <a:buNone/>
              <a:defRPr sz="1575">
                <a:solidFill>
                  <a:schemeClr val="tx2"/>
                </a:solidFill>
              </a:defRPr>
            </a:lvl1pPr>
          </a:lstStyle>
          <a:p>
            <a:pPr lvl="0"/>
            <a:r>
              <a:rPr lang="pt-BR"/>
              <a:t>Clique para editar os estilos de texto Mestres</a:t>
            </a:r>
          </a:p>
        </p:txBody>
      </p:sp>
      <p:sp>
        <p:nvSpPr>
          <p:cNvPr id="16" name="Content Header 4"/>
          <p:cNvSpPr>
            <a:spLocks noGrp="1"/>
          </p:cNvSpPr>
          <p:nvPr>
            <p:ph type="subTitle" idx="8"/>
          </p:nvPr>
        </p:nvSpPr>
        <p:spPr>
          <a:xfrm>
            <a:off x="5546855" y="2926080"/>
            <a:ext cx="1645920" cy="301752"/>
          </a:xfrm>
          <a:solidFill>
            <a:schemeClr val="accent1"/>
          </a:solidFill>
          <a:ln>
            <a:solidFill>
              <a:schemeClr val="accent1"/>
            </a:solidFill>
          </a:ln>
        </p:spPr>
        <p:txBody>
          <a:bodyPr rtlCol="0" anchor="ctr">
            <a:noAutofit/>
          </a:bodyPr>
          <a:lstStyle>
            <a:lvl1pPr marL="33933" indent="0">
              <a:buNone/>
              <a:defRPr lang="en-US" sz="1125" b="0" dirty="0">
                <a:solidFill>
                  <a:schemeClr val="bg1"/>
                </a:solidFill>
                <a:latin typeface="+mn-lt"/>
                <a:ea typeface="Amazon Ember Heavy" panose="020B0803020204020204" pitchFamily="34" charset="0"/>
                <a:cs typeface="Amazon Ember Heavy" panose="020B0803020204020204" pitchFamily="34" charset="0"/>
              </a:defRPr>
            </a:lvl1pPr>
          </a:lstStyle>
          <a:p>
            <a:pPr lvl="0"/>
            <a:r>
              <a:rPr lang="pt-BR"/>
              <a:t>Clique para editar o estilo do subtítulo Mestre</a:t>
            </a:r>
            <a:endParaRPr lang="en-US" dirty="0"/>
          </a:p>
        </p:txBody>
      </p:sp>
      <p:sp>
        <p:nvSpPr>
          <p:cNvPr id="10" name="Content 4"/>
          <p:cNvSpPr>
            <a:spLocks noGrp="1"/>
          </p:cNvSpPr>
          <p:nvPr>
            <p:ph type="body" idx="4"/>
          </p:nvPr>
        </p:nvSpPr>
        <p:spPr>
          <a:xfrm>
            <a:off x="5546855" y="3291842"/>
            <a:ext cx="1645920" cy="3142903"/>
          </a:xfrm>
        </p:spPr>
        <p:txBody>
          <a:bodyPr>
            <a:normAutofit/>
          </a:bodyPr>
          <a:lstStyle>
            <a:lvl1pPr marL="0" indent="0">
              <a:spcAft>
                <a:spcPts val="675"/>
              </a:spcAft>
              <a:buNone/>
              <a:defRPr sz="1350">
                <a:solidFill>
                  <a:schemeClr val="tx2"/>
                </a:solidFill>
              </a:defRPr>
            </a:lvl1pPr>
          </a:lstStyle>
          <a:p>
            <a:pPr lvl="0"/>
            <a:r>
              <a:rPr lang="pt-BR"/>
              <a:t>Clique para editar os estilos de texto Mestres</a:t>
            </a:r>
          </a:p>
        </p:txBody>
      </p:sp>
      <p:sp>
        <p:nvSpPr>
          <p:cNvPr id="22" name="Picture 5"/>
          <p:cNvSpPr>
            <a:spLocks noGrp="1"/>
          </p:cNvSpPr>
          <p:nvPr>
            <p:ph idx="23"/>
          </p:nvPr>
        </p:nvSpPr>
        <p:spPr>
          <a:xfrm>
            <a:off x="7464389" y="1041202"/>
            <a:ext cx="1371600" cy="1828800"/>
          </a:xfrm>
        </p:spPr>
        <p:txBody>
          <a:bodyPr/>
          <a:lstStyle>
            <a:lvl1pPr marL="0" indent="0" algn="ctr">
              <a:buNone/>
              <a:defRPr sz="1575">
                <a:solidFill>
                  <a:schemeClr val="tx2"/>
                </a:solidFill>
              </a:defRPr>
            </a:lvl1pPr>
          </a:lstStyle>
          <a:p>
            <a:pPr lvl="0"/>
            <a:r>
              <a:rPr lang="pt-BR"/>
              <a:t>Clique para editar os estilos de texto Mestres</a:t>
            </a:r>
          </a:p>
        </p:txBody>
      </p:sp>
      <p:sp>
        <p:nvSpPr>
          <p:cNvPr id="21" name="Content 5"/>
          <p:cNvSpPr>
            <a:spLocks noGrp="1"/>
          </p:cNvSpPr>
          <p:nvPr>
            <p:ph type="body" idx="22"/>
          </p:nvPr>
        </p:nvSpPr>
        <p:spPr>
          <a:xfrm>
            <a:off x="7327229" y="3291841"/>
            <a:ext cx="1645920" cy="3142903"/>
          </a:xfrm>
        </p:spPr>
        <p:txBody>
          <a:bodyPr>
            <a:normAutofit/>
          </a:bodyPr>
          <a:lstStyle>
            <a:lvl1pPr marL="0" indent="0">
              <a:spcAft>
                <a:spcPts val="675"/>
              </a:spcAft>
              <a:buNone/>
              <a:defRPr sz="1350">
                <a:solidFill>
                  <a:schemeClr val="tx2"/>
                </a:solidFill>
              </a:defRPr>
            </a:lvl1pPr>
          </a:lstStyle>
          <a:p>
            <a:pPr lvl="0"/>
            <a:r>
              <a:rPr lang="pt-BR"/>
              <a:t>Clique para editar os estilos de texto Mestres</a:t>
            </a:r>
          </a:p>
        </p:txBody>
      </p:sp>
      <p:sp>
        <p:nvSpPr>
          <p:cNvPr id="31" name="Text Placeholder 30"/>
          <p:cNvSpPr>
            <a:spLocks noGrp="1"/>
          </p:cNvSpPr>
          <p:nvPr>
            <p:ph type="body" sz="quarter" idx="24"/>
          </p:nvPr>
        </p:nvSpPr>
        <p:spPr>
          <a:xfrm>
            <a:off x="7327108" y="2925763"/>
            <a:ext cx="1646635" cy="301752"/>
          </a:xfrm>
          <a:solidFill>
            <a:schemeClr val="accent1"/>
          </a:solidFill>
          <a:ln>
            <a:solidFill>
              <a:schemeClr val="accent1"/>
            </a:solidFill>
          </a:ln>
        </p:spPr>
        <p:txBody>
          <a:bodyPr rtlCol="0" anchor="ctr">
            <a:noAutofit/>
          </a:bodyPr>
          <a:lstStyle>
            <a:lvl1pPr>
              <a:defRPr lang="en-US" sz="1125" b="0" smtClean="0">
                <a:solidFill>
                  <a:schemeClr val="bg1"/>
                </a:solidFill>
                <a:latin typeface="+mn-lt"/>
                <a:ea typeface="Amazon Ember Heavy" panose="020B0803020204020204" pitchFamily="34" charset="0"/>
                <a:cs typeface="Amazon Ember Heavy" panose="020B0803020204020204" pitchFamily="34" charset="0"/>
              </a:defRPr>
            </a:lvl1pPr>
            <a:lvl2pPr>
              <a:defRPr lang="en-US" smtClean="0"/>
            </a:lvl2pPr>
            <a:lvl3pPr>
              <a:defRPr lang="en-US" smtClean="0"/>
            </a:lvl3pPr>
            <a:lvl4pPr>
              <a:defRPr lang="en-US" smtClean="0"/>
            </a:lvl4pPr>
            <a:lvl5pPr>
              <a:defRPr lang="en-US"/>
            </a:lvl5pPr>
          </a:lstStyle>
          <a:p>
            <a:pPr lvl="0"/>
            <a:r>
              <a:rPr lang="pt-BR"/>
              <a:t>Clique para editar os estilos de texto Mestres</a:t>
            </a:r>
          </a:p>
        </p:txBody>
      </p:sp>
      <p:sp>
        <p:nvSpPr>
          <p:cNvPr id="17" name="Slide Number">
            <a:extLst>
              <a:ext uri="{FF2B5EF4-FFF2-40B4-BE49-F238E27FC236}">
                <a16:creationId xmlns:a16="http://schemas.microsoft.com/office/drawing/2014/main" id="{85F2AAA6-ACBE-1966-4DFA-D46F24A3A09F}"/>
              </a:ext>
            </a:extLst>
          </p:cNvPr>
          <p:cNvSpPr>
            <a:spLocks noGrp="1" noSelect="1"/>
          </p:cNvSpPr>
          <p:nvPr>
            <p:ph type="sldNum" sz="quarter" idx="25"/>
          </p:nvPr>
        </p:nvSpPr>
        <p:spPr>
          <a:xfrm>
            <a:off x="8602267" y="6569076"/>
            <a:ext cx="363140" cy="265113"/>
          </a:xfrm>
        </p:spPr>
        <p:txBody>
          <a:bodyPr/>
          <a:lstStyle>
            <a:lvl1pPr>
              <a:defRPr sz="619">
                <a:solidFill>
                  <a:schemeClr val="tx2"/>
                </a:solidFill>
                <a:latin typeface="+mn-lt"/>
              </a:defRPr>
            </a:lvl1pPr>
          </a:lstStyle>
          <a:p>
            <a:pPr>
              <a:defRPr/>
            </a:pPr>
            <a:fld id="{94F98912-ADBA-4DFA-89CD-67DD08D6B802}" type="slidenum">
              <a:rPr lang="en-US" smtClean="0"/>
              <a:pPr>
                <a:defRPr/>
              </a:pPr>
              <a:t>‹nº›</a:t>
            </a:fld>
            <a:endParaRPr lang="en-US" dirty="0"/>
          </a:p>
        </p:txBody>
      </p:sp>
    </p:spTree>
    <p:extLst>
      <p:ext uri="{BB962C8B-B14F-4D97-AF65-F5344CB8AC3E}">
        <p14:creationId xmlns:p14="http://schemas.microsoft.com/office/powerpoint/2010/main" val="29476477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idx="1"/>
          </p:nvPr>
        </p:nvSpPr>
        <p:spPr>
          <a:xfrm>
            <a:off x="3827585" y="3429000"/>
            <a:ext cx="4859215" cy="2749550"/>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Text Placeholder 2"/>
          <p:cNvSpPr>
            <a:spLocks noGrp="1"/>
          </p:cNvSpPr>
          <p:nvPr>
            <p:ph type="body" sz="quarter" idx="10"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
        <p:nvSpPr>
          <p:cNvPr id="5" name="Slide Number Placeholder 5">
            <a:extLst>
              <a:ext uri="{FF2B5EF4-FFF2-40B4-BE49-F238E27FC236}">
                <a16:creationId xmlns:a16="http://schemas.microsoft.com/office/drawing/2014/main" id="{098D5834-ED1B-0A5C-A827-7F26BD6BAF25}"/>
              </a:ext>
            </a:extLst>
          </p:cNvPr>
          <p:cNvSpPr>
            <a:spLocks noGrp="1"/>
          </p:cNvSpPr>
          <p:nvPr>
            <p:ph type="sldNum" sz="quarter" idx="12"/>
          </p:nvPr>
        </p:nvSpPr>
        <p:spPr>
          <a:xfrm>
            <a:off x="7644384" y="6356351"/>
            <a:ext cx="870966" cy="365125"/>
          </a:xfrm>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19622058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2 Hal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9" name="Content Placeholder 2"/>
          <p:cNvSpPr>
            <a:spLocks noGrp="1"/>
          </p:cNvSpPr>
          <p:nvPr>
            <p:ph idx="1"/>
          </p:nvPr>
        </p:nvSpPr>
        <p:spPr>
          <a:xfrm>
            <a:off x="3827585" y="3429000"/>
            <a:ext cx="2321755" cy="2749550"/>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10" name="Content Placeholder 2"/>
          <p:cNvSpPr>
            <a:spLocks noGrp="1"/>
          </p:cNvSpPr>
          <p:nvPr>
            <p:ph idx="10"/>
          </p:nvPr>
        </p:nvSpPr>
        <p:spPr>
          <a:xfrm>
            <a:off x="6353908" y="3429000"/>
            <a:ext cx="2332892" cy="2749550"/>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13" name="Text Placeholder 2"/>
          <p:cNvSpPr>
            <a:spLocks noGrp="1"/>
          </p:cNvSpPr>
          <p:nvPr>
            <p:ph type="body" sz="quarter" idx="11"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
        <p:nvSpPr>
          <p:cNvPr id="3" name="Slide Number Placeholder 5">
            <a:extLst>
              <a:ext uri="{FF2B5EF4-FFF2-40B4-BE49-F238E27FC236}">
                <a16:creationId xmlns:a16="http://schemas.microsoft.com/office/drawing/2014/main" id="{C12253FF-CE42-5889-4326-721C29775F6C}"/>
              </a:ext>
            </a:extLst>
          </p:cNvPr>
          <p:cNvSpPr>
            <a:spLocks noGrp="1"/>
          </p:cNvSpPr>
          <p:nvPr>
            <p:ph type="sldNum" sz="quarter" idx="12"/>
          </p:nvPr>
        </p:nvSpPr>
        <p:spPr>
          <a:xfrm>
            <a:off x="7644384" y="6356351"/>
            <a:ext cx="870966" cy="365125"/>
          </a:xfrm>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22014008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Text Placeholder 2"/>
          <p:cNvSpPr>
            <a:spLocks noGrp="1"/>
          </p:cNvSpPr>
          <p:nvPr>
            <p:ph type="body" sz="quarter" idx="10" hasCustomPrompt="1"/>
          </p:nvPr>
        </p:nvSpPr>
        <p:spPr>
          <a:xfrm>
            <a:off x="1301262" y="6407150"/>
            <a:ext cx="6738787"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
        <p:nvSpPr>
          <p:cNvPr id="4" name="Slide Number Placeholder 5">
            <a:extLst>
              <a:ext uri="{FF2B5EF4-FFF2-40B4-BE49-F238E27FC236}">
                <a16:creationId xmlns:a16="http://schemas.microsoft.com/office/drawing/2014/main" id="{792CEDA4-A8BF-B433-62DD-2C92AC653539}"/>
              </a:ext>
            </a:extLst>
          </p:cNvPr>
          <p:cNvSpPr>
            <a:spLocks noGrp="1"/>
          </p:cNvSpPr>
          <p:nvPr>
            <p:ph type="sldNum" sz="quarter" idx="12"/>
          </p:nvPr>
        </p:nvSpPr>
        <p:spPr>
          <a:xfrm>
            <a:off x="7644384" y="6356351"/>
            <a:ext cx="870966" cy="365125"/>
          </a:xfrm>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15460190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_1:2">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7"/>
            <a:ext cx="7875918" cy="833946"/>
          </a:xfrm>
        </p:spPr>
        <p:txBody>
          <a:bodyPr>
            <a:noAutofit/>
          </a:bodyPr>
          <a:lstStyle/>
          <a:p>
            <a:r>
              <a:rPr lang="pt-BR"/>
              <a:t>Clique para editar o título Mestre</a:t>
            </a:r>
            <a:endParaRPr lang="en-US"/>
          </a:p>
        </p:txBody>
      </p:sp>
      <p:sp>
        <p:nvSpPr>
          <p:cNvPr id="3" name="Content Placeholder 2"/>
          <p:cNvSpPr>
            <a:spLocks noGrp="1"/>
          </p:cNvSpPr>
          <p:nvPr>
            <p:ph idx="1"/>
          </p:nvPr>
        </p:nvSpPr>
        <p:spPr>
          <a:xfrm>
            <a:off x="457732" y="1816100"/>
            <a:ext cx="2640628" cy="4583111"/>
          </a:xfrm>
        </p:spPr>
        <p:txBody>
          <a:bodyPr>
            <a:no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152" name="Text Placeholder 2"/>
          <p:cNvSpPr>
            <a:spLocks noGrp="1"/>
          </p:cNvSpPr>
          <p:nvPr>
            <p:ph type="body" idx="10"/>
          </p:nvPr>
        </p:nvSpPr>
        <p:spPr>
          <a:xfrm>
            <a:off x="459580" y="1134598"/>
            <a:ext cx="8227220" cy="536519"/>
          </a:xfrm>
        </p:spPr>
        <p:txBody>
          <a:bodyPr anchor="t">
            <a:noAutofit/>
          </a:bodyPr>
          <a:lstStyle>
            <a:lvl1pPr marL="0" indent="0">
              <a:buNone/>
              <a:defRPr sz="15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51" name="Content Placeholder 2"/>
          <p:cNvSpPr>
            <a:spLocks noGrp="1"/>
          </p:cNvSpPr>
          <p:nvPr>
            <p:ph idx="11"/>
          </p:nvPr>
        </p:nvSpPr>
        <p:spPr>
          <a:xfrm>
            <a:off x="3256668" y="1816100"/>
            <a:ext cx="5430132" cy="4583111"/>
          </a:xfrm>
        </p:spPr>
        <p:txBody>
          <a:bodyPr>
            <a:no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153" name="Text Placeholder 6"/>
          <p:cNvSpPr>
            <a:spLocks noGrp="1"/>
          </p:cNvSpPr>
          <p:nvPr>
            <p:ph type="body" sz="quarter" idx="14"/>
          </p:nvPr>
        </p:nvSpPr>
        <p:spPr>
          <a:xfrm>
            <a:off x="458788" y="6399212"/>
            <a:ext cx="5438508" cy="458788"/>
          </a:xfrm>
        </p:spPr>
        <p:txBody>
          <a:bodyPr vert="horz" lIns="0" tIns="0" rIns="0" bIns="0" rtlCol="0" anchor="ctr">
            <a:noAutofit/>
          </a:bodyPr>
          <a:lstStyle>
            <a:lvl1pPr>
              <a:defRPr lang="en-US" sz="800" i="0" kern="1200" dirty="0" smtClean="0">
                <a:solidFill>
                  <a:schemeClr val="bg2"/>
                </a:solidFill>
                <a:latin typeface="+mj-lt"/>
                <a:ea typeface="+mn-ea"/>
                <a:cs typeface="+mn-cs"/>
              </a:defRPr>
            </a:lvl1pPr>
          </a:lstStyle>
          <a:p>
            <a:pPr marL="0" lvl="0" indent="0" algn="l" defTabSz="914400" rtl="0" eaLnBrk="1" latinLnBrk="0" hangingPunct="1">
              <a:lnSpc>
                <a:spcPct val="85000"/>
              </a:lnSpc>
              <a:spcBef>
                <a:spcPts val="0"/>
              </a:spcBef>
              <a:spcAft>
                <a:spcPts val="0"/>
              </a:spcAft>
              <a:buFontTx/>
              <a:buNone/>
            </a:pPr>
            <a:r>
              <a:rPr lang="pt-BR"/>
              <a:t>Clique para editar os estilos de texto Mestres</a:t>
            </a:r>
          </a:p>
        </p:txBody>
      </p:sp>
      <p:sp>
        <p:nvSpPr>
          <p:cNvPr id="4" name="Slide Number Placeholder 5">
            <a:extLst>
              <a:ext uri="{FF2B5EF4-FFF2-40B4-BE49-F238E27FC236}">
                <a16:creationId xmlns:a16="http://schemas.microsoft.com/office/drawing/2014/main" id="{99B0C976-38E2-E0FB-D0B6-61D3E65D7BCE}"/>
              </a:ext>
            </a:extLst>
          </p:cNvPr>
          <p:cNvSpPr>
            <a:spLocks noGrp="1"/>
          </p:cNvSpPr>
          <p:nvPr>
            <p:ph type="sldNum" sz="quarter" idx="12"/>
          </p:nvPr>
        </p:nvSpPr>
        <p:spPr>
          <a:xfrm>
            <a:off x="7644384" y="6356351"/>
            <a:ext cx="870966" cy="365125"/>
          </a:xfrm>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15203552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2">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732" y="1816100"/>
            <a:ext cx="2640628" cy="4583111"/>
          </a:xfrm>
        </p:spPr>
        <p:txBody>
          <a:bodyPr>
            <a:no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152" name="Text Placeholder 2"/>
          <p:cNvSpPr>
            <a:spLocks noGrp="1"/>
          </p:cNvSpPr>
          <p:nvPr>
            <p:ph type="body" idx="10"/>
          </p:nvPr>
        </p:nvSpPr>
        <p:spPr>
          <a:xfrm>
            <a:off x="455027" y="589675"/>
            <a:ext cx="8227220" cy="536519"/>
          </a:xfrm>
        </p:spPr>
        <p:txBody>
          <a:bodyPr anchor="t">
            <a:noAutofit/>
          </a:bodyPr>
          <a:lstStyle>
            <a:lvl1pPr marL="0" indent="0">
              <a:buNone/>
              <a:defRPr sz="15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51" name="Content Placeholder 2"/>
          <p:cNvSpPr>
            <a:spLocks noGrp="1"/>
          </p:cNvSpPr>
          <p:nvPr>
            <p:ph idx="11"/>
          </p:nvPr>
        </p:nvSpPr>
        <p:spPr>
          <a:xfrm>
            <a:off x="3256668" y="1816100"/>
            <a:ext cx="5430132" cy="4583111"/>
          </a:xfrm>
        </p:spPr>
        <p:txBody>
          <a:bodyPr>
            <a:no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grpSp>
        <p:nvGrpSpPr>
          <p:cNvPr id="166" name="Group 165"/>
          <p:cNvGrpSpPr/>
          <p:nvPr/>
        </p:nvGrpSpPr>
        <p:grpSpPr>
          <a:xfrm>
            <a:off x="-151325" y="-141165"/>
            <a:ext cx="9439923" cy="7136527"/>
            <a:chOff x="-151325" y="-141165"/>
            <a:chExt cx="9439923" cy="7136527"/>
          </a:xfrm>
        </p:grpSpPr>
        <p:grpSp>
          <p:nvGrpSpPr>
            <p:cNvPr id="167" name="Group 166"/>
            <p:cNvGrpSpPr/>
            <p:nvPr/>
          </p:nvGrpSpPr>
          <p:grpSpPr>
            <a:xfrm>
              <a:off x="457731" y="6873247"/>
              <a:ext cx="8226688" cy="122115"/>
              <a:chOff x="457731" y="6582508"/>
              <a:chExt cx="8226688" cy="486507"/>
            </a:xfrm>
          </p:grpSpPr>
          <p:cxnSp>
            <p:nvCxnSpPr>
              <p:cNvPr id="276" name="Straight Connector 275"/>
              <p:cNvCxnSpPr/>
              <p:nvPr/>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8" name="Group 277"/>
              <p:cNvGrpSpPr/>
              <p:nvPr/>
            </p:nvGrpSpPr>
            <p:grpSpPr>
              <a:xfrm>
                <a:off x="7986158" y="6582508"/>
                <a:ext cx="152400" cy="486507"/>
                <a:chOff x="7983415" y="6582508"/>
                <a:chExt cx="152400" cy="486507"/>
              </a:xfrm>
            </p:grpSpPr>
            <p:cxnSp>
              <p:nvCxnSpPr>
                <p:cNvPr id="309" name="Straight Connector 308"/>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p:nvGrpSpPr>
            <p:grpSpPr>
              <a:xfrm>
                <a:off x="7287901" y="6582508"/>
                <a:ext cx="152400" cy="486507"/>
                <a:chOff x="7983415" y="6582508"/>
                <a:chExt cx="152400" cy="486507"/>
              </a:xfrm>
            </p:grpSpPr>
            <p:cxnSp>
              <p:nvCxnSpPr>
                <p:cNvPr id="307" name="Straight Connector 306"/>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p:nvGrpSpPr>
            <p:grpSpPr>
              <a:xfrm>
                <a:off x="6589644" y="6582508"/>
                <a:ext cx="152400" cy="486507"/>
                <a:chOff x="7983415" y="6582508"/>
                <a:chExt cx="152400" cy="486507"/>
              </a:xfrm>
            </p:grpSpPr>
            <p:cxnSp>
              <p:nvCxnSpPr>
                <p:cNvPr id="305" name="Straight Connector 304"/>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1" name="Group 280"/>
              <p:cNvGrpSpPr/>
              <p:nvPr/>
            </p:nvGrpSpPr>
            <p:grpSpPr>
              <a:xfrm>
                <a:off x="5891387" y="6582508"/>
                <a:ext cx="152400" cy="486507"/>
                <a:chOff x="7983415" y="6582508"/>
                <a:chExt cx="152400" cy="486507"/>
              </a:xfrm>
            </p:grpSpPr>
            <p:cxnSp>
              <p:nvCxnSpPr>
                <p:cNvPr id="303" name="Straight Connector 302"/>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p:nvGrpSpPr>
            <p:grpSpPr>
              <a:xfrm>
                <a:off x="5193130" y="6582508"/>
                <a:ext cx="152400" cy="486507"/>
                <a:chOff x="7983415" y="6582508"/>
                <a:chExt cx="152400" cy="486507"/>
              </a:xfrm>
            </p:grpSpPr>
            <p:cxnSp>
              <p:nvCxnSpPr>
                <p:cNvPr id="301" name="Straight Connector 300"/>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a:off x="4494873" y="6582508"/>
                <a:ext cx="152400" cy="486507"/>
                <a:chOff x="7983415" y="6582508"/>
                <a:chExt cx="152400" cy="486507"/>
              </a:xfrm>
            </p:grpSpPr>
            <p:cxnSp>
              <p:nvCxnSpPr>
                <p:cNvPr id="299" name="Straight Connector 298"/>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p:nvGrpSpPr>
            <p:grpSpPr>
              <a:xfrm>
                <a:off x="3796616" y="6582508"/>
                <a:ext cx="152400" cy="486507"/>
                <a:chOff x="7983415" y="6582508"/>
                <a:chExt cx="152400" cy="486507"/>
              </a:xfrm>
            </p:grpSpPr>
            <p:cxnSp>
              <p:nvCxnSpPr>
                <p:cNvPr id="297" name="Straight Connector 296"/>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p:nvGrpSpPr>
            <p:grpSpPr>
              <a:xfrm>
                <a:off x="3098359" y="6582508"/>
                <a:ext cx="152400" cy="486507"/>
                <a:chOff x="7983415" y="6582508"/>
                <a:chExt cx="152400" cy="486507"/>
              </a:xfrm>
            </p:grpSpPr>
            <p:cxnSp>
              <p:nvCxnSpPr>
                <p:cNvPr id="295" name="Straight Connector 294"/>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p:nvGrpSpPr>
            <p:grpSpPr>
              <a:xfrm>
                <a:off x="2400102" y="6582508"/>
                <a:ext cx="152400" cy="486507"/>
                <a:chOff x="7983415" y="6582508"/>
                <a:chExt cx="152400" cy="486507"/>
              </a:xfrm>
            </p:grpSpPr>
            <p:cxnSp>
              <p:nvCxnSpPr>
                <p:cNvPr id="293" name="Straight Connector 292"/>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a:off x="1701845" y="6582508"/>
                <a:ext cx="152400" cy="486507"/>
                <a:chOff x="7983415" y="6582508"/>
                <a:chExt cx="152400" cy="486507"/>
              </a:xfrm>
            </p:grpSpPr>
            <p:cxnSp>
              <p:nvCxnSpPr>
                <p:cNvPr id="291" name="Straight Connector 290"/>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p:nvGrpSpPr>
            <p:grpSpPr>
              <a:xfrm>
                <a:off x="1003588" y="6582508"/>
                <a:ext cx="152400" cy="486507"/>
                <a:chOff x="7983415" y="6582508"/>
                <a:chExt cx="152400" cy="486507"/>
              </a:xfrm>
            </p:grpSpPr>
            <p:cxnSp>
              <p:nvCxnSpPr>
                <p:cNvPr id="289" name="Straight Connector 288"/>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68" name="Group 167"/>
            <p:cNvGrpSpPr/>
            <p:nvPr/>
          </p:nvGrpSpPr>
          <p:grpSpPr>
            <a:xfrm>
              <a:off x="-151325" y="454007"/>
              <a:ext cx="122115" cy="5945205"/>
              <a:chOff x="-238875" y="454007"/>
              <a:chExt cx="122115" cy="5945205"/>
            </a:xfrm>
          </p:grpSpPr>
          <p:cxnSp>
            <p:nvCxnSpPr>
              <p:cNvPr id="241" name="Straight Connector 240"/>
              <p:cNvCxnSpPr/>
              <p:nvPr/>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2" name="Group 241"/>
              <p:cNvGrpSpPr/>
              <p:nvPr/>
            </p:nvGrpSpPr>
            <p:grpSpPr>
              <a:xfrm rot="5400000">
                <a:off x="-254017" y="5940709"/>
                <a:ext cx="152400" cy="122115"/>
                <a:chOff x="7983415" y="6582508"/>
                <a:chExt cx="152400" cy="486507"/>
              </a:xfrm>
            </p:grpSpPr>
            <p:cxnSp>
              <p:nvCxnSpPr>
                <p:cNvPr id="274" name="Straight Connector 273"/>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p:nvGrpSpPr>
            <p:grpSpPr>
              <a:xfrm rot="5400000">
                <a:off x="-254017" y="5467067"/>
                <a:ext cx="152400" cy="122115"/>
                <a:chOff x="7983415" y="6582508"/>
                <a:chExt cx="152400" cy="486507"/>
              </a:xfrm>
            </p:grpSpPr>
            <p:cxnSp>
              <p:nvCxnSpPr>
                <p:cNvPr id="272" name="Straight Connector 271"/>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p:nvGrpSpPr>
            <p:grpSpPr>
              <a:xfrm rot="5400000">
                <a:off x="-254017" y="4993425"/>
                <a:ext cx="152400" cy="122115"/>
                <a:chOff x="7983415" y="6582508"/>
                <a:chExt cx="152400" cy="486507"/>
              </a:xfrm>
            </p:grpSpPr>
            <p:cxnSp>
              <p:nvCxnSpPr>
                <p:cNvPr id="270" name="Straight Connector 269"/>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p:nvGrpSpPr>
            <p:grpSpPr>
              <a:xfrm rot="5400000">
                <a:off x="-254017" y="4519783"/>
                <a:ext cx="152400" cy="122115"/>
                <a:chOff x="7983415" y="6582508"/>
                <a:chExt cx="152400" cy="486507"/>
              </a:xfrm>
            </p:grpSpPr>
            <p:cxnSp>
              <p:nvCxnSpPr>
                <p:cNvPr id="268" name="Straight Connector 267"/>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p:nvGrpSpPr>
            <p:grpSpPr>
              <a:xfrm rot="5400000">
                <a:off x="-254017" y="4046141"/>
                <a:ext cx="152400" cy="122115"/>
                <a:chOff x="7983415" y="6582508"/>
                <a:chExt cx="152400" cy="486507"/>
              </a:xfrm>
            </p:grpSpPr>
            <p:cxnSp>
              <p:nvCxnSpPr>
                <p:cNvPr id="266" name="Straight Connector 265"/>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p:nvGrpSpPr>
            <p:grpSpPr>
              <a:xfrm rot="5400000">
                <a:off x="-254017" y="3572499"/>
                <a:ext cx="152400" cy="122115"/>
                <a:chOff x="7983415" y="6582508"/>
                <a:chExt cx="152400" cy="486507"/>
              </a:xfrm>
            </p:grpSpPr>
            <p:cxnSp>
              <p:nvCxnSpPr>
                <p:cNvPr id="264" name="Straight Connector 263"/>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p:nvGrpSpPr>
            <p:grpSpPr>
              <a:xfrm rot="5400000">
                <a:off x="-254017" y="3098857"/>
                <a:ext cx="152400" cy="122115"/>
                <a:chOff x="7983415" y="6582508"/>
                <a:chExt cx="152400" cy="486507"/>
              </a:xfrm>
            </p:grpSpPr>
            <p:cxnSp>
              <p:nvCxnSpPr>
                <p:cNvPr id="262" name="Straight Connector 261"/>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p:nvGrpSpPr>
            <p:grpSpPr>
              <a:xfrm rot="5400000">
                <a:off x="-254017" y="2625215"/>
                <a:ext cx="152400" cy="122115"/>
                <a:chOff x="7983415" y="6582508"/>
                <a:chExt cx="152400" cy="486507"/>
              </a:xfrm>
            </p:grpSpPr>
            <p:cxnSp>
              <p:nvCxnSpPr>
                <p:cNvPr id="260" name="Straight Connector 259"/>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p:nvGrpSpPr>
            <p:grpSpPr>
              <a:xfrm rot="5400000">
                <a:off x="-254017" y="2151573"/>
                <a:ext cx="152400" cy="122115"/>
                <a:chOff x="7983415" y="6582508"/>
                <a:chExt cx="152400" cy="486507"/>
              </a:xfrm>
            </p:grpSpPr>
            <p:cxnSp>
              <p:nvCxnSpPr>
                <p:cNvPr id="258" name="Straight Connector 257"/>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p:nvGrpSpPr>
            <p:grpSpPr>
              <a:xfrm rot="5400000">
                <a:off x="-254017" y="1677931"/>
                <a:ext cx="152400" cy="122115"/>
                <a:chOff x="7983415" y="6582508"/>
                <a:chExt cx="152400" cy="486507"/>
              </a:xfrm>
            </p:grpSpPr>
            <p:cxnSp>
              <p:nvCxnSpPr>
                <p:cNvPr id="256" name="Straight Connector 255"/>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p:nvGrpSpPr>
            <p:grpSpPr>
              <a:xfrm rot="5400000">
                <a:off x="-254017" y="997340"/>
                <a:ext cx="152400" cy="122115"/>
                <a:chOff x="7983415" y="6582508"/>
                <a:chExt cx="152400" cy="486507"/>
              </a:xfrm>
            </p:grpSpPr>
            <p:cxnSp>
              <p:nvCxnSpPr>
                <p:cNvPr id="254" name="Straight Connector 253"/>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3" name="Straight Connector 252"/>
              <p:cNvCxnSpPr/>
              <p:nvPr/>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9" name="Group 168"/>
            <p:cNvGrpSpPr/>
            <p:nvPr/>
          </p:nvGrpSpPr>
          <p:grpSpPr>
            <a:xfrm>
              <a:off x="9166483" y="454007"/>
              <a:ext cx="122115" cy="5945205"/>
              <a:chOff x="-238875" y="454007"/>
              <a:chExt cx="122115" cy="5945205"/>
            </a:xfrm>
          </p:grpSpPr>
          <p:cxnSp>
            <p:nvCxnSpPr>
              <p:cNvPr id="206" name="Straight Connector 205"/>
              <p:cNvCxnSpPr/>
              <p:nvPr/>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7" name="Group 206"/>
              <p:cNvGrpSpPr/>
              <p:nvPr/>
            </p:nvGrpSpPr>
            <p:grpSpPr>
              <a:xfrm rot="5400000">
                <a:off x="-254017" y="5940709"/>
                <a:ext cx="152400" cy="122115"/>
                <a:chOff x="7983415" y="6582508"/>
                <a:chExt cx="152400" cy="486507"/>
              </a:xfrm>
            </p:grpSpPr>
            <p:cxnSp>
              <p:nvCxnSpPr>
                <p:cNvPr id="239" name="Straight Connector 238"/>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p:nvGrpSpPr>
            <p:grpSpPr>
              <a:xfrm rot="5400000">
                <a:off x="-254017" y="5467067"/>
                <a:ext cx="152400" cy="122115"/>
                <a:chOff x="7983415" y="6582508"/>
                <a:chExt cx="152400" cy="486507"/>
              </a:xfrm>
            </p:grpSpPr>
            <p:cxnSp>
              <p:nvCxnSpPr>
                <p:cNvPr id="237" name="Straight Connector 236"/>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p:nvGrpSpPr>
            <p:grpSpPr>
              <a:xfrm rot="5400000">
                <a:off x="-254017" y="4993425"/>
                <a:ext cx="152400" cy="122115"/>
                <a:chOff x="7983415" y="6582508"/>
                <a:chExt cx="152400" cy="486507"/>
              </a:xfrm>
            </p:grpSpPr>
            <p:cxnSp>
              <p:nvCxnSpPr>
                <p:cNvPr id="235" name="Straight Connector 234"/>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rot="5400000">
                <a:off x="-254017" y="4519783"/>
                <a:ext cx="152400" cy="122115"/>
                <a:chOff x="7983415" y="6582508"/>
                <a:chExt cx="152400" cy="486507"/>
              </a:xfrm>
            </p:grpSpPr>
            <p:cxnSp>
              <p:nvCxnSpPr>
                <p:cNvPr id="233" name="Straight Connector 232"/>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p:nvGrpSpPr>
            <p:grpSpPr>
              <a:xfrm rot="5400000">
                <a:off x="-254017" y="4046141"/>
                <a:ext cx="152400" cy="122115"/>
                <a:chOff x="7983415" y="6582508"/>
                <a:chExt cx="152400" cy="486507"/>
              </a:xfrm>
            </p:grpSpPr>
            <p:cxnSp>
              <p:nvCxnSpPr>
                <p:cNvPr id="231" name="Straight Connector 230"/>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p:nvGrpSpPr>
            <p:grpSpPr>
              <a:xfrm rot="5400000">
                <a:off x="-254017" y="3572499"/>
                <a:ext cx="152400" cy="122115"/>
                <a:chOff x="7983415" y="6582508"/>
                <a:chExt cx="152400" cy="486507"/>
              </a:xfrm>
            </p:grpSpPr>
            <p:cxnSp>
              <p:nvCxnSpPr>
                <p:cNvPr id="229" name="Straight Connector 228"/>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rot="5400000">
                <a:off x="-254017" y="3098857"/>
                <a:ext cx="152400" cy="122115"/>
                <a:chOff x="7983415" y="6582508"/>
                <a:chExt cx="152400" cy="486507"/>
              </a:xfrm>
            </p:grpSpPr>
            <p:cxnSp>
              <p:nvCxnSpPr>
                <p:cNvPr id="227" name="Straight Connector 226"/>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p:nvGrpSpPr>
            <p:grpSpPr>
              <a:xfrm rot="5400000">
                <a:off x="-254017" y="2625215"/>
                <a:ext cx="152400" cy="122115"/>
                <a:chOff x="7983415" y="6582508"/>
                <a:chExt cx="152400" cy="486507"/>
              </a:xfrm>
            </p:grpSpPr>
            <p:cxnSp>
              <p:nvCxnSpPr>
                <p:cNvPr id="225" name="Straight Connector 224"/>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p:nvGrpSpPr>
            <p:grpSpPr>
              <a:xfrm rot="5400000">
                <a:off x="-254017" y="2151573"/>
                <a:ext cx="152400" cy="122115"/>
                <a:chOff x="7983415" y="6582508"/>
                <a:chExt cx="152400" cy="486507"/>
              </a:xfrm>
            </p:grpSpPr>
            <p:cxnSp>
              <p:nvCxnSpPr>
                <p:cNvPr id="223" name="Straight Connector 222"/>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rot="5400000">
                <a:off x="-254017" y="1677931"/>
                <a:ext cx="152400" cy="122115"/>
                <a:chOff x="7983415" y="6582508"/>
                <a:chExt cx="152400" cy="486507"/>
              </a:xfrm>
            </p:grpSpPr>
            <p:cxnSp>
              <p:nvCxnSpPr>
                <p:cNvPr id="221" name="Straight Connector 220"/>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p:nvGrpSpPr>
            <p:grpSpPr>
              <a:xfrm rot="5400000">
                <a:off x="-254017" y="997340"/>
                <a:ext cx="152400" cy="122115"/>
                <a:chOff x="7983415" y="6582508"/>
                <a:chExt cx="152400" cy="486507"/>
              </a:xfrm>
            </p:grpSpPr>
            <p:cxnSp>
              <p:nvCxnSpPr>
                <p:cNvPr id="219" name="Straight Connector 218"/>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8" name="Straight Connector 217"/>
              <p:cNvCxnSpPr/>
              <p:nvPr/>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0" name="Group 169"/>
            <p:cNvGrpSpPr/>
            <p:nvPr/>
          </p:nvGrpSpPr>
          <p:grpSpPr>
            <a:xfrm>
              <a:off x="457731" y="-141165"/>
              <a:ext cx="8226688" cy="122115"/>
              <a:chOff x="457731" y="6582508"/>
              <a:chExt cx="8226688" cy="486507"/>
            </a:xfrm>
          </p:grpSpPr>
          <p:cxnSp>
            <p:nvCxnSpPr>
              <p:cNvPr id="171" name="Straight Connector 170"/>
              <p:cNvCxnSpPr/>
              <p:nvPr/>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3" name="Group 172"/>
              <p:cNvGrpSpPr/>
              <p:nvPr/>
            </p:nvGrpSpPr>
            <p:grpSpPr>
              <a:xfrm>
                <a:off x="7986158" y="6582508"/>
                <a:ext cx="152400" cy="486507"/>
                <a:chOff x="7983415" y="6582508"/>
                <a:chExt cx="152400" cy="486507"/>
              </a:xfrm>
            </p:grpSpPr>
            <p:cxnSp>
              <p:nvCxnSpPr>
                <p:cNvPr id="204" name="Straight Connector 203"/>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p:nvGrpSpPr>
            <p:grpSpPr>
              <a:xfrm>
                <a:off x="7287901" y="6582508"/>
                <a:ext cx="152400" cy="486507"/>
                <a:chOff x="7983415" y="6582508"/>
                <a:chExt cx="152400" cy="486507"/>
              </a:xfrm>
            </p:grpSpPr>
            <p:cxnSp>
              <p:nvCxnSpPr>
                <p:cNvPr id="202" name="Straight Connector 201"/>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p:nvGrpSpPr>
            <p:grpSpPr>
              <a:xfrm>
                <a:off x="6589644" y="6582508"/>
                <a:ext cx="152400" cy="486507"/>
                <a:chOff x="7983415" y="6582508"/>
                <a:chExt cx="152400" cy="486507"/>
              </a:xfrm>
            </p:grpSpPr>
            <p:cxnSp>
              <p:nvCxnSpPr>
                <p:cNvPr id="200" name="Straight Connector 199"/>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p:nvGrpSpPr>
            <p:grpSpPr>
              <a:xfrm>
                <a:off x="5891387" y="6582508"/>
                <a:ext cx="152400" cy="486507"/>
                <a:chOff x="7983415" y="6582508"/>
                <a:chExt cx="152400" cy="486507"/>
              </a:xfrm>
            </p:grpSpPr>
            <p:cxnSp>
              <p:nvCxnSpPr>
                <p:cNvPr id="198" name="Straight Connector 197"/>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p:nvGrpSpPr>
            <p:grpSpPr>
              <a:xfrm>
                <a:off x="5193130" y="6582508"/>
                <a:ext cx="152400" cy="486507"/>
                <a:chOff x="7983415" y="6582508"/>
                <a:chExt cx="152400" cy="486507"/>
              </a:xfrm>
            </p:grpSpPr>
            <p:cxnSp>
              <p:nvCxnSpPr>
                <p:cNvPr id="196" name="Straight Connector 195"/>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p:nvGrpSpPr>
            <p:grpSpPr>
              <a:xfrm>
                <a:off x="4494873" y="6582508"/>
                <a:ext cx="152400" cy="486507"/>
                <a:chOff x="7983415" y="6582508"/>
                <a:chExt cx="152400" cy="486507"/>
              </a:xfrm>
            </p:grpSpPr>
            <p:cxnSp>
              <p:nvCxnSpPr>
                <p:cNvPr id="194" name="Straight Connector 193"/>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p:nvGrpSpPr>
            <p:grpSpPr>
              <a:xfrm>
                <a:off x="3796616" y="6582508"/>
                <a:ext cx="152400" cy="486507"/>
                <a:chOff x="7983415" y="6582508"/>
                <a:chExt cx="152400" cy="486507"/>
              </a:xfrm>
            </p:grpSpPr>
            <p:cxnSp>
              <p:nvCxnSpPr>
                <p:cNvPr id="192" name="Straight Connector 191"/>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p:nvGrpSpPr>
            <p:grpSpPr>
              <a:xfrm>
                <a:off x="3098359" y="6582508"/>
                <a:ext cx="152400" cy="486507"/>
                <a:chOff x="7983415" y="6582508"/>
                <a:chExt cx="152400" cy="486507"/>
              </a:xfrm>
            </p:grpSpPr>
            <p:cxnSp>
              <p:nvCxnSpPr>
                <p:cNvPr id="190" name="Straight Connector 189"/>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p:nvGrpSpPr>
            <p:grpSpPr>
              <a:xfrm>
                <a:off x="2400102" y="6582508"/>
                <a:ext cx="152400" cy="486507"/>
                <a:chOff x="7983415" y="6582508"/>
                <a:chExt cx="152400" cy="486507"/>
              </a:xfrm>
            </p:grpSpPr>
            <p:cxnSp>
              <p:nvCxnSpPr>
                <p:cNvPr id="188" name="Straight Connector 187"/>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p:nvGrpSpPr>
            <p:grpSpPr>
              <a:xfrm>
                <a:off x="1701845" y="6582508"/>
                <a:ext cx="152400" cy="486507"/>
                <a:chOff x="7983415" y="6582508"/>
                <a:chExt cx="152400" cy="486507"/>
              </a:xfrm>
            </p:grpSpPr>
            <p:cxnSp>
              <p:nvCxnSpPr>
                <p:cNvPr id="186" name="Straight Connector 185"/>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p:nvGrpSpPr>
            <p:grpSpPr>
              <a:xfrm>
                <a:off x="1003588" y="6582508"/>
                <a:ext cx="152400" cy="486507"/>
                <a:chOff x="7983415" y="6582508"/>
                <a:chExt cx="152400" cy="486507"/>
              </a:xfrm>
            </p:grpSpPr>
            <p:cxnSp>
              <p:nvCxnSpPr>
                <p:cNvPr id="184" name="Straight Connector 183"/>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
        <p:nvSpPr>
          <p:cNvPr id="153" name="Text Placeholder 6"/>
          <p:cNvSpPr>
            <a:spLocks noGrp="1"/>
          </p:cNvSpPr>
          <p:nvPr>
            <p:ph type="body" sz="quarter" idx="14"/>
          </p:nvPr>
        </p:nvSpPr>
        <p:spPr>
          <a:xfrm>
            <a:off x="458788" y="6399212"/>
            <a:ext cx="5438508" cy="458788"/>
          </a:xfrm>
        </p:spPr>
        <p:txBody>
          <a:bodyPr vert="horz" lIns="0" tIns="0" rIns="0" bIns="0" rtlCol="0" anchor="ctr">
            <a:noAutofit/>
          </a:bodyPr>
          <a:lstStyle>
            <a:lvl1pPr>
              <a:defRPr lang="en-US" sz="800" i="0" kern="1200" dirty="0" smtClean="0">
                <a:solidFill>
                  <a:schemeClr val="bg2"/>
                </a:solidFill>
                <a:latin typeface="+mj-lt"/>
                <a:ea typeface="+mn-ea"/>
                <a:cs typeface="+mn-cs"/>
              </a:defRPr>
            </a:lvl1pPr>
          </a:lstStyle>
          <a:p>
            <a:pPr marL="0" lvl="0" indent="0" algn="l" defTabSz="914400" rtl="0" eaLnBrk="1" latinLnBrk="0" hangingPunct="1">
              <a:lnSpc>
                <a:spcPct val="85000"/>
              </a:lnSpc>
              <a:spcBef>
                <a:spcPts val="0"/>
              </a:spcBef>
              <a:spcAft>
                <a:spcPts val="0"/>
              </a:spcAft>
              <a:buFontTx/>
              <a:buNone/>
            </a:pPr>
            <a:r>
              <a:rPr lang="pt-BR"/>
              <a:t>Clique para editar os estilos de texto Mestres</a:t>
            </a:r>
          </a:p>
        </p:txBody>
      </p:sp>
      <p:sp>
        <p:nvSpPr>
          <p:cNvPr id="2" name="Slide Number Placeholder 5">
            <a:extLst>
              <a:ext uri="{FF2B5EF4-FFF2-40B4-BE49-F238E27FC236}">
                <a16:creationId xmlns:a16="http://schemas.microsoft.com/office/drawing/2014/main" id="{8CADBB77-18AA-2CD8-1F99-2BB30A1018E7}"/>
              </a:ext>
            </a:extLst>
          </p:cNvPr>
          <p:cNvSpPr>
            <a:spLocks noGrp="1"/>
          </p:cNvSpPr>
          <p:nvPr>
            <p:ph type="sldNum" sz="quarter" idx="12"/>
          </p:nvPr>
        </p:nvSpPr>
        <p:spPr>
          <a:xfrm>
            <a:off x="7644384" y="6356351"/>
            <a:ext cx="870966" cy="365125"/>
          </a:xfrm>
        </p:spPr>
        <p:txBody>
          <a:bodyPr/>
          <a:lstStyle/>
          <a:p>
            <a:fld id="{AB28BABB-BD01-4BC9-9399-AA49C4C1FA51}" type="slidenum">
              <a:rPr lang="pt-BR" smtClean="0"/>
              <a:t>‹nº›</a:t>
            </a:fld>
            <a:endParaRPr lang="pt-BR"/>
          </a:p>
        </p:txBody>
      </p:sp>
    </p:spTree>
    <p:extLst>
      <p:ext uri="{BB962C8B-B14F-4D97-AF65-F5344CB8AC3E}">
        <p14:creationId xmlns:p14="http://schemas.microsoft.com/office/powerpoint/2010/main" val="2718707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p:nvPicPr>
        <p:blipFill>
          <a:blip r:embed="rId3"/>
          <a:stretch>
            <a:fillRect/>
          </a:stretch>
        </p:blipFill>
        <p:spPr>
          <a:xfrm>
            <a:off x="1852" y="5"/>
            <a:ext cx="9141714"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314325" y="365126"/>
            <a:ext cx="6775704" cy="474119"/>
          </a:xfrm>
        </p:spPr>
        <p:txBody>
          <a:bodyPr rtlCol="0">
            <a:noAutofit/>
          </a:bodyPr>
          <a:lstStyle>
            <a:lvl1pPr>
              <a:defRPr sz="3000">
                <a:solidFill>
                  <a:schemeClr val="bg1"/>
                </a:solidFill>
              </a:defRPr>
            </a:lvl1pPr>
          </a:lstStyle>
          <a:p>
            <a:pPr rtl="0"/>
            <a:r>
              <a:rPr lang="pt-BR"/>
              <a:t>Clique para editar o título Mestre</a:t>
            </a:r>
            <a:endParaRPr lang="en-US"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6403199" y="6310310"/>
            <a:ext cx="2057400" cy="365125"/>
          </a:xfrm>
        </p:spPr>
        <p:txBody>
          <a:bodyPr rtlCol="0"/>
          <a:lstStyle/>
          <a:p>
            <a:pPr rtl="0"/>
            <a:fld id="{B6A95138-A96E-2F42-A959-2EFD44FE4AB7}" type="slidenum">
              <a:rPr lang="en-US" smtClean="0"/>
              <a:t>‹nº›</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314325" y="6356351"/>
            <a:ext cx="2801593" cy="365125"/>
          </a:xfrm>
          <a:prstGeom prst="rect">
            <a:avLst/>
          </a:prstGeom>
        </p:spPr>
        <p:txBody>
          <a:bodyPr vert="horz" lIns="91440" tIns="45720" rIns="91440" bIns="45720" rtlCol="0" anchor="ctr"/>
          <a:lstStyle>
            <a:lvl1pPr algn="l">
              <a:defRPr sz="675"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pt-BR"/>
              <a:t>© 2019, Amazon Web Services, Inc. ou suas afiliadas. Todos os direitos reservados.</a:t>
            </a:r>
            <a:endParaRPr lang="pt-BR" dirty="0"/>
          </a:p>
        </p:txBody>
      </p:sp>
      <p:pic>
        <p:nvPicPr>
          <p:cNvPr id="11" name="Picture 10">
            <a:extLst>
              <a:ext uri="{FF2B5EF4-FFF2-40B4-BE49-F238E27FC236}">
                <a16:creationId xmlns:a16="http://schemas.microsoft.com/office/drawing/2014/main" id="{BE6AEB20-C247-9049-A91B-EA79979980DA}"/>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431899" y="365127"/>
            <a:ext cx="1329492" cy="449073"/>
          </a:xfrm>
          <a:prstGeom prst="rect">
            <a:avLst/>
          </a:prstGeom>
        </p:spPr>
      </p:pic>
      <p:pic>
        <p:nvPicPr>
          <p:cNvPr id="3" name="Picture 8">
            <a:extLst>
              <a:ext uri="{FF2B5EF4-FFF2-40B4-BE49-F238E27FC236}">
                <a16:creationId xmlns:a16="http://schemas.microsoft.com/office/drawing/2014/main" id="{BAF8E741-1B6C-87D2-8232-394095374EE5}"/>
              </a:ext>
            </a:extLst>
          </p:cNvPr>
          <p:cNvPicPr>
            <a:picLocks/>
          </p:cNvPicPr>
          <p:nvPr userDrawn="1"/>
        </p:nvPicPr>
        <p:blipFill>
          <a:blip r:embed="rId3"/>
          <a:stretch>
            <a:fillRect/>
          </a:stretch>
        </p:blipFill>
        <p:spPr>
          <a:xfrm>
            <a:off x="1852" y="5"/>
            <a:ext cx="9141714" cy="1143000"/>
          </a:xfrm>
          <a:prstGeom prst="rect">
            <a:avLst/>
          </a:prstGeom>
        </p:spPr>
      </p:pic>
      <p:pic>
        <p:nvPicPr>
          <p:cNvPr id="4" name="Picture 10">
            <a:extLst>
              <a:ext uri="{FF2B5EF4-FFF2-40B4-BE49-F238E27FC236}">
                <a16:creationId xmlns:a16="http://schemas.microsoft.com/office/drawing/2014/main" id="{93C002F9-E584-77A6-C488-AF6F7ED6431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7237562" y="373753"/>
            <a:ext cx="1523829" cy="449073"/>
          </a:xfrm>
          <a:prstGeom prst="rect">
            <a:avLst/>
          </a:prstGeom>
        </p:spPr>
      </p:pic>
    </p:spTree>
    <p:custDataLst>
      <p:tags r:id="rId1"/>
    </p:custDataLst>
    <p:extLst>
      <p:ext uri="{BB962C8B-B14F-4D97-AF65-F5344CB8AC3E}">
        <p14:creationId xmlns:p14="http://schemas.microsoft.com/office/powerpoint/2010/main" val="25378479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de abertura">
    <p:spTree>
      <p:nvGrpSpPr>
        <p:cNvPr id="1" name=""/>
        <p:cNvGrpSpPr/>
        <p:nvPr/>
      </p:nvGrpSpPr>
      <p:grpSpPr>
        <a:xfrm>
          <a:off x="0" y="0"/>
          <a:ext cx="0" cy="0"/>
          <a:chOff x="0" y="0"/>
          <a:chExt cx="0" cy="0"/>
        </a:xfrm>
      </p:grpSpPr>
      <p:sp>
        <p:nvSpPr>
          <p:cNvPr id="2" name="Título 1"/>
          <p:cNvSpPr>
            <a:spLocks noGrp="1"/>
          </p:cNvSpPr>
          <p:nvPr>
            <p:ph type="title"/>
          </p:nvPr>
        </p:nvSpPr>
        <p:spPr>
          <a:xfrm>
            <a:off x="395536" y="1076739"/>
            <a:ext cx="8116570" cy="2064229"/>
          </a:xfrm>
          <a:prstGeom prst="rect">
            <a:avLst/>
          </a:prstGeom>
        </p:spPr>
        <p:txBody>
          <a:bodyPr anchor="ctr"/>
          <a:lstStyle>
            <a:lvl1pPr>
              <a:defRPr b="1">
                <a:solidFill>
                  <a:srgbClr val="105B95"/>
                </a:solidFill>
                <a:latin typeface="Open Sans" panose="020B0606030504020204" pitchFamily="34" charset="0"/>
                <a:ea typeface="Open Sans" panose="020B0606030504020204" pitchFamily="34" charset="0"/>
                <a:cs typeface="Open Sans" panose="020B0606030504020204" pitchFamily="34" charset="0"/>
              </a:defRPr>
            </a:lvl1pPr>
          </a:lstStyle>
          <a:p>
            <a:r>
              <a:rPr lang="pt-BR"/>
              <a:t>Clique para editar o título Mestre</a:t>
            </a:r>
            <a:endParaRPr lang="pt-BR" dirty="0"/>
          </a:p>
        </p:txBody>
      </p:sp>
      <p:sp>
        <p:nvSpPr>
          <p:cNvPr id="5" name="Espaço Reservado para Texto 4"/>
          <p:cNvSpPr>
            <a:spLocks noGrp="1"/>
          </p:cNvSpPr>
          <p:nvPr>
            <p:ph type="body" sz="quarter" idx="10" hasCustomPrompt="1"/>
          </p:nvPr>
        </p:nvSpPr>
        <p:spPr>
          <a:xfrm>
            <a:off x="395536" y="3332692"/>
            <a:ext cx="8116570" cy="2592917"/>
          </a:xfrm>
          <a:prstGeom prst="rect">
            <a:avLst/>
          </a:prstGeom>
        </p:spPr>
        <p:txBody>
          <a:bodyPr anchor="ctr"/>
          <a:lstStyle>
            <a:lvl1pPr marL="0" indent="0" algn="ctr" rtl="0" eaLnBrk="0" fontAlgn="base" hangingPunct="0">
              <a:spcBef>
                <a:spcPct val="0"/>
              </a:spcBef>
              <a:spcAft>
                <a:spcPct val="0"/>
              </a:spcAft>
              <a:buNone/>
              <a:defRPr lang="pt-BR" sz="3301" b="0" kern="1200" dirty="0" smtClean="0">
                <a:solidFill>
                  <a:srgbClr val="105B95"/>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algn="ctr" rtl="0" eaLnBrk="0" fontAlgn="base" hangingPunct="0">
              <a:spcBef>
                <a:spcPct val="0"/>
              </a:spcBef>
              <a:spcAft>
                <a:spcPct val="0"/>
              </a:spcAft>
              <a:defRPr lang="pt-BR" sz="3301" b="0" kern="1200" dirty="0" smtClean="0">
                <a:solidFill>
                  <a:srgbClr val="69ADE7"/>
                </a:solidFill>
                <a:latin typeface="+mj-lt"/>
                <a:ea typeface="+mj-ea"/>
                <a:cs typeface="+mj-cs"/>
              </a:defRPr>
            </a:lvl2pPr>
            <a:lvl3pPr algn="ctr" rtl="0" eaLnBrk="0" fontAlgn="base" hangingPunct="0">
              <a:spcBef>
                <a:spcPct val="0"/>
              </a:spcBef>
              <a:spcAft>
                <a:spcPct val="0"/>
              </a:spcAft>
              <a:defRPr lang="pt-BR" sz="3301" b="0" kern="1200" dirty="0" smtClean="0">
                <a:solidFill>
                  <a:srgbClr val="69ADE7"/>
                </a:solidFill>
                <a:latin typeface="+mj-lt"/>
                <a:ea typeface="+mj-ea"/>
                <a:cs typeface="+mj-cs"/>
              </a:defRPr>
            </a:lvl3pPr>
            <a:lvl4pPr algn="ctr" rtl="0" eaLnBrk="0" fontAlgn="base" hangingPunct="0">
              <a:spcBef>
                <a:spcPct val="0"/>
              </a:spcBef>
              <a:spcAft>
                <a:spcPct val="0"/>
              </a:spcAft>
              <a:defRPr lang="pt-BR" sz="3301" b="0" kern="1200" dirty="0" smtClean="0">
                <a:solidFill>
                  <a:srgbClr val="69ADE7"/>
                </a:solidFill>
                <a:latin typeface="+mj-lt"/>
                <a:ea typeface="+mj-ea"/>
                <a:cs typeface="+mj-cs"/>
              </a:defRPr>
            </a:lvl4pPr>
            <a:lvl5pPr algn="ctr" rtl="0" eaLnBrk="0" fontAlgn="base" hangingPunct="0">
              <a:spcBef>
                <a:spcPct val="0"/>
              </a:spcBef>
              <a:spcAft>
                <a:spcPct val="0"/>
              </a:spcAft>
              <a:defRPr lang="pt-BR" sz="3301" b="0" kern="1200" dirty="0">
                <a:solidFill>
                  <a:srgbClr val="69ADE7"/>
                </a:solidFill>
                <a:latin typeface="+mj-lt"/>
                <a:ea typeface="+mj-ea"/>
                <a:cs typeface="+mj-cs"/>
              </a:defRPr>
            </a:lvl5pPr>
          </a:lstStyle>
          <a:p>
            <a:pPr lvl="0"/>
            <a:r>
              <a:rPr lang="pt-BR" dirty="0"/>
              <a:t>Tempo/Duração</a:t>
            </a:r>
          </a:p>
        </p:txBody>
      </p:sp>
    </p:spTree>
    <p:extLst>
      <p:ext uri="{BB962C8B-B14F-4D97-AF65-F5344CB8AC3E}">
        <p14:creationId xmlns:p14="http://schemas.microsoft.com/office/powerpoint/2010/main" val="18680176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ítulo 1 linha - conteúdo">
    <p:spTree>
      <p:nvGrpSpPr>
        <p:cNvPr id="1" name=""/>
        <p:cNvGrpSpPr/>
        <p:nvPr/>
      </p:nvGrpSpPr>
      <p:grpSpPr>
        <a:xfrm>
          <a:off x="0" y="0"/>
          <a:ext cx="0" cy="0"/>
          <a:chOff x="0" y="0"/>
          <a:chExt cx="0" cy="0"/>
        </a:xfrm>
      </p:grpSpPr>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Espaço Reservado para Texto 2"/>
          <p:cNvSpPr>
            <a:spLocks noGrp="1"/>
          </p:cNvSpPr>
          <p:nvPr>
            <p:ph type="body" sz="quarter" idx="11" hasCustomPrompt="1"/>
          </p:nvPr>
        </p:nvSpPr>
        <p:spPr>
          <a:xfrm>
            <a:off x="489799" y="404666"/>
            <a:ext cx="8024640" cy="432047"/>
          </a:xfrm>
          <a:prstGeom prst="rect">
            <a:avLst/>
          </a:prstGeom>
        </p:spPr>
        <p:txBody>
          <a:bodyPr anchor="ctr">
            <a:noAutofit/>
          </a:bodyPr>
          <a:lstStyle>
            <a:lvl1pPr marL="0" indent="0" algn="l">
              <a:lnSpc>
                <a:spcPct val="100000"/>
              </a:lnSpc>
              <a:spcBef>
                <a:spcPts val="0"/>
              </a:spcBef>
              <a:buClrTx/>
              <a:buSzPct val="100000"/>
              <a:buFont typeface="+mj-lt"/>
              <a:buNone/>
              <a:defRPr sz="2700" b="1" cap="none" baseline="0">
                <a:solidFill>
                  <a:srgbClr val="105B95"/>
                </a:solidFill>
                <a:effectLst/>
                <a:latin typeface="Open Sans" panose="020B0606030504020204" pitchFamily="34" charset="0"/>
                <a:ea typeface="Open Sans" panose="020B0606030504020204" pitchFamily="34" charset="0"/>
                <a:cs typeface="Open Sans" panose="020B0606030504020204" pitchFamily="34" charset="0"/>
              </a:defRPr>
            </a:lvl1pPr>
            <a:lvl2pPr marL="136909" indent="0" algn="just">
              <a:lnSpc>
                <a:spcPts val="1575"/>
              </a:lnSpc>
              <a:spcBef>
                <a:spcPts val="0"/>
              </a:spcBef>
              <a:buClr>
                <a:srgbClr val="7CAEC5"/>
              </a:buClr>
              <a:buFont typeface="Arial" pitchFamily="34" charset="0"/>
              <a:buNone/>
              <a:defRPr sz="1200"/>
            </a:lvl2pPr>
            <a:lvl3pPr>
              <a:lnSpc>
                <a:spcPts val="1725"/>
              </a:lnSpc>
              <a:spcBef>
                <a:spcPts val="0"/>
              </a:spcBef>
              <a:defRPr sz="1350"/>
            </a:lvl3pPr>
            <a:lvl4pPr>
              <a:lnSpc>
                <a:spcPts val="1725"/>
              </a:lnSpc>
              <a:spcBef>
                <a:spcPts val="0"/>
              </a:spcBef>
              <a:defRPr sz="1350"/>
            </a:lvl4pPr>
            <a:lvl5pPr>
              <a:lnSpc>
                <a:spcPts val="1725"/>
              </a:lnSpc>
              <a:spcBef>
                <a:spcPts val="0"/>
              </a:spcBef>
              <a:defRPr sz="1350"/>
            </a:lvl5pPr>
          </a:lstStyle>
          <a:p>
            <a:r>
              <a:rPr lang="pt-BR" dirty="0"/>
              <a:t>&lt;Título do slide&gt;</a:t>
            </a:r>
          </a:p>
        </p:txBody>
      </p:sp>
      <p:sp>
        <p:nvSpPr>
          <p:cNvPr id="5" name="Espaço Reservado para Texto 2"/>
          <p:cNvSpPr>
            <a:spLocks noGrp="1"/>
          </p:cNvSpPr>
          <p:nvPr>
            <p:ph type="body" sz="quarter" idx="13"/>
          </p:nvPr>
        </p:nvSpPr>
        <p:spPr>
          <a:xfrm>
            <a:off x="489798" y="1090876"/>
            <a:ext cx="8024640" cy="5314158"/>
          </a:xfrm>
          <a:prstGeom prst="rect">
            <a:avLst/>
          </a:prstGeom>
        </p:spPr>
        <p:txBody>
          <a:bodyPr anchor="t">
            <a:normAutofit/>
          </a:bodyPr>
          <a:lstStyle>
            <a:lvl1pPr marL="203598" indent="-203598" algn="l">
              <a:lnSpc>
                <a:spcPct val="110000"/>
              </a:lnSpc>
              <a:spcBef>
                <a:spcPts val="0"/>
              </a:spcBef>
              <a:spcAft>
                <a:spcPts val="450"/>
              </a:spcAft>
              <a:buClr>
                <a:srgbClr val="69ADE7"/>
              </a:buClr>
              <a:buSzPct val="80000"/>
              <a:buFont typeface="Wingdings" panose="05000000000000000000" pitchFamily="2" charset="2"/>
              <a:buChar char="§"/>
              <a:defRPr sz="2000" b="0">
                <a:solidFill>
                  <a:schemeClr val="tx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marL="405607" indent="-202407" algn="l">
              <a:lnSpc>
                <a:spcPct val="110000"/>
              </a:lnSpc>
              <a:spcBef>
                <a:spcPts val="0"/>
              </a:spcBef>
              <a:spcAft>
                <a:spcPts val="450"/>
              </a:spcAft>
              <a:buClr>
                <a:srgbClr val="69ADE7"/>
              </a:buClr>
              <a:buSzPct val="60000"/>
              <a:buFont typeface="Wingdings" panose="05000000000000000000" pitchFamily="2" charset="2"/>
              <a:buChar char="§"/>
              <a:defRPr sz="2000">
                <a:latin typeface="Open Sans Semibold" panose="020B0706030804020204" pitchFamily="34" charset="0"/>
                <a:ea typeface="Open Sans Semibold" panose="020B0706030804020204" pitchFamily="34" charset="0"/>
                <a:cs typeface="Open Sans Semibold" panose="020B0706030804020204" pitchFamily="34" charset="0"/>
              </a:defRPr>
            </a:lvl2pPr>
            <a:lvl3pPr>
              <a:lnSpc>
                <a:spcPts val="1725"/>
              </a:lnSpc>
              <a:spcBef>
                <a:spcPts val="0"/>
              </a:spcBef>
              <a:defRPr sz="1350"/>
            </a:lvl3pPr>
            <a:lvl4pPr>
              <a:lnSpc>
                <a:spcPts val="1725"/>
              </a:lnSpc>
              <a:spcBef>
                <a:spcPts val="0"/>
              </a:spcBef>
              <a:defRPr sz="1350"/>
            </a:lvl4pPr>
            <a:lvl5pPr>
              <a:lnSpc>
                <a:spcPts val="1725"/>
              </a:lnSpc>
              <a:spcBef>
                <a:spcPts val="0"/>
              </a:spcBef>
              <a:defRPr sz="1350"/>
            </a:lvl5pPr>
          </a:lstStyle>
          <a:p>
            <a:pPr lvl="0"/>
            <a:r>
              <a:rPr lang="pt-BR"/>
              <a:t>Clique para editar os estilos de texto Mestres</a:t>
            </a:r>
          </a:p>
          <a:p>
            <a:pPr lvl="1"/>
            <a:r>
              <a:rPr lang="pt-BR"/>
              <a:t>Segundo nível</a:t>
            </a:r>
          </a:p>
        </p:txBody>
      </p:sp>
      <p:sp>
        <p:nvSpPr>
          <p:cNvPr id="6" name="Espaço Reservado para Número de Slide 2"/>
          <p:cNvSpPr txBox="1">
            <a:spLocks/>
          </p:cNvSpPr>
          <p:nvPr/>
        </p:nvSpPr>
        <p:spPr>
          <a:xfrm>
            <a:off x="489798" y="6405034"/>
            <a:ext cx="1229707" cy="365125"/>
          </a:xfrm>
          <a:prstGeom prst="rect">
            <a:avLst/>
          </a:prstGeom>
        </p:spPr>
        <p:txBody>
          <a:bodyPr vert="horz" lIns="45720" tIns="22860" rIns="45720" bIns="22860" rtlCol="0" anchor="ctr"/>
          <a:lstStyle>
            <a:defPPr>
              <a:defRPr lang="pt-BR"/>
            </a:defPPr>
            <a:lvl1pPr algn="r" rtl="0" fontAlgn="base">
              <a:spcBef>
                <a:spcPct val="0"/>
              </a:spcBef>
              <a:spcAft>
                <a:spcPct val="0"/>
              </a:spcAft>
              <a:defRPr sz="2000" b="1" kern="1200">
                <a:solidFill>
                  <a:srgbClr val="1C326B"/>
                </a:solidFill>
                <a:latin typeface="Open Sans" panose="020B0606030504020204" pitchFamily="34" charset="0"/>
                <a:ea typeface="Open Sans" panose="020B0606030504020204" pitchFamily="34" charset="0"/>
                <a:cs typeface="Open Sans" panose="020B0606030504020204" pitchFamily="34" charset="0"/>
              </a:defRPr>
            </a:lvl1pPr>
            <a:lvl2pPr marL="685619"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1371239"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2056856"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2742473"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3428091" algn="l" defTabSz="1371239"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4113710" algn="l" defTabSz="1371239"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4799328" algn="l" defTabSz="1371239"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5484947" algn="l" defTabSz="1371239"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CCF81E2F-58CE-4F89-B928-5EDD7CF78B31}" type="slidenum">
              <a:rPr lang="pt-BR" sz="1000" smtClean="0"/>
              <a:pPr algn="l"/>
              <a:t>‹nº›</a:t>
            </a:fld>
            <a:endParaRPr lang="pt-BR" sz="1000" dirty="0"/>
          </a:p>
        </p:txBody>
      </p:sp>
    </p:spTree>
    <p:extLst>
      <p:ext uri="{BB962C8B-B14F-4D97-AF65-F5344CB8AC3E}">
        <p14:creationId xmlns:p14="http://schemas.microsoft.com/office/powerpoint/2010/main" val="8285392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Destaque conteúdo">
    <p:spTree>
      <p:nvGrpSpPr>
        <p:cNvPr id="1" name=""/>
        <p:cNvGrpSpPr/>
        <p:nvPr/>
      </p:nvGrpSpPr>
      <p:grpSpPr>
        <a:xfrm>
          <a:off x="0" y="0"/>
          <a:ext cx="0" cy="0"/>
          <a:chOff x="0" y="0"/>
          <a:chExt cx="0" cy="0"/>
        </a:xfrm>
      </p:grpSpPr>
      <p:pic>
        <p:nvPicPr>
          <p:cNvPr id="5" name="Imagem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Espaço Reservado para Texto 2"/>
          <p:cNvSpPr>
            <a:spLocks noGrp="1"/>
          </p:cNvSpPr>
          <p:nvPr>
            <p:ph type="body" sz="quarter" idx="15"/>
          </p:nvPr>
        </p:nvSpPr>
        <p:spPr>
          <a:xfrm>
            <a:off x="489798" y="1916832"/>
            <a:ext cx="8164405" cy="3096344"/>
          </a:xfrm>
          <a:prstGeom prst="rect">
            <a:avLst/>
          </a:prstGeom>
        </p:spPr>
        <p:txBody>
          <a:bodyPr anchor="ctr">
            <a:normAutofit/>
          </a:bodyPr>
          <a:lstStyle>
            <a:lvl1pPr marL="0" indent="0" algn="ctr">
              <a:lnSpc>
                <a:spcPct val="110000"/>
              </a:lnSpc>
              <a:spcBef>
                <a:spcPts val="0"/>
              </a:spcBef>
              <a:spcAft>
                <a:spcPts val="450"/>
              </a:spcAft>
              <a:buClrTx/>
              <a:buSzPct val="100000"/>
              <a:buFont typeface="+mj-lt"/>
              <a:buNone/>
              <a:defRPr sz="3500" b="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marL="136909" indent="0" algn="just">
              <a:lnSpc>
                <a:spcPts val="1575"/>
              </a:lnSpc>
              <a:spcBef>
                <a:spcPts val="0"/>
              </a:spcBef>
              <a:buClr>
                <a:srgbClr val="7CAEC5"/>
              </a:buClr>
              <a:buFont typeface="Arial" pitchFamily="34" charset="0"/>
              <a:buNone/>
              <a:defRPr sz="1200"/>
            </a:lvl2pPr>
            <a:lvl3pPr>
              <a:lnSpc>
                <a:spcPts val="1725"/>
              </a:lnSpc>
              <a:spcBef>
                <a:spcPts val="0"/>
              </a:spcBef>
              <a:defRPr sz="1350"/>
            </a:lvl3pPr>
            <a:lvl4pPr>
              <a:lnSpc>
                <a:spcPts val="1725"/>
              </a:lnSpc>
              <a:spcBef>
                <a:spcPts val="0"/>
              </a:spcBef>
              <a:defRPr sz="1350"/>
            </a:lvl4pPr>
            <a:lvl5pPr>
              <a:lnSpc>
                <a:spcPts val="1725"/>
              </a:lnSpc>
              <a:spcBef>
                <a:spcPts val="0"/>
              </a:spcBef>
              <a:defRPr sz="1350"/>
            </a:lvl5pPr>
          </a:lstStyle>
          <a:p>
            <a:pPr lvl="0"/>
            <a:r>
              <a:rPr lang="pt-BR"/>
              <a:t>Clique para editar os estilos de texto Mestres</a:t>
            </a:r>
          </a:p>
        </p:txBody>
      </p:sp>
      <p:sp>
        <p:nvSpPr>
          <p:cNvPr id="4" name="Espaço Reservado para Número de Slide 2"/>
          <p:cNvSpPr txBox="1">
            <a:spLocks/>
          </p:cNvSpPr>
          <p:nvPr/>
        </p:nvSpPr>
        <p:spPr>
          <a:xfrm>
            <a:off x="489798" y="6405034"/>
            <a:ext cx="1229707" cy="365125"/>
          </a:xfrm>
          <a:prstGeom prst="rect">
            <a:avLst/>
          </a:prstGeom>
        </p:spPr>
        <p:txBody>
          <a:bodyPr vert="horz" lIns="45720" tIns="22860" rIns="45720" bIns="22860" rtlCol="0" anchor="ctr"/>
          <a:lstStyle>
            <a:defPPr>
              <a:defRPr lang="pt-BR"/>
            </a:defPPr>
            <a:lvl1pPr algn="r" rtl="0" fontAlgn="base">
              <a:spcBef>
                <a:spcPct val="0"/>
              </a:spcBef>
              <a:spcAft>
                <a:spcPct val="0"/>
              </a:spcAft>
              <a:defRPr sz="2000" b="1" kern="1200">
                <a:solidFill>
                  <a:srgbClr val="1C326B"/>
                </a:solidFill>
                <a:latin typeface="Open Sans" panose="020B0606030504020204" pitchFamily="34" charset="0"/>
                <a:ea typeface="Open Sans" panose="020B0606030504020204" pitchFamily="34" charset="0"/>
                <a:cs typeface="Open Sans" panose="020B0606030504020204" pitchFamily="34" charset="0"/>
              </a:defRPr>
            </a:lvl1pPr>
            <a:lvl2pPr marL="685619"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1371239"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2056856"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2742473"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3428091" algn="l" defTabSz="1371239"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4113710" algn="l" defTabSz="1371239"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4799328" algn="l" defTabSz="1371239"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5484947" algn="l" defTabSz="1371239"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CCF81E2F-58CE-4F89-B928-5EDD7CF78B31}" type="slidenum">
              <a:rPr lang="pt-BR" sz="1000" smtClean="0">
                <a:solidFill>
                  <a:schemeClr val="bg1"/>
                </a:solidFill>
              </a:rPr>
              <a:pPr algn="l"/>
              <a:t>‹nº›</a:t>
            </a:fld>
            <a:endParaRPr lang="pt-BR" sz="1000" dirty="0">
              <a:solidFill>
                <a:schemeClr val="bg1"/>
              </a:solidFill>
            </a:endParaRPr>
          </a:p>
        </p:txBody>
      </p:sp>
      <p:sp>
        <p:nvSpPr>
          <p:cNvPr id="7" name="Espaço Reservado para Texto 6">
            <a:extLst>
              <a:ext uri="{FF2B5EF4-FFF2-40B4-BE49-F238E27FC236}">
                <a16:creationId xmlns:a16="http://schemas.microsoft.com/office/drawing/2014/main" id="{EE7B3C70-93FD-33AF-B26D-BA822C0C0758}"/>
              </a:ext>
            </a:extLst>
          </p:cNvPr>
          <p:cNvSpPr>
            <a:spLocks noGrp="1"/>
          </p:cNvSpPr>
          <p:nvPr>
            <p:ph type="body" sz="quarter" idx="16"/>
          </p:nvPr>
        </p:nvSpPr>
        <p:spPr>
          <a:xfrm>
            <a:off x="7830291" y="710830"/>
            <a:ext cx="823912" cy="530225"/>
          </a:xfrm>
        </p:spPr>
        <p:txBody>
          <a:bodyPr/>
          <a:lstStyle>
            <a:lvl1pPr>
              <a:defRPr lang="pt-BR" sz="3600" b="1" i="0" kern="1200" spc="-150" smtClean="0">
                <a:solidFill>
                  <a:schemeClr val="accent1">
                    <a:lumMod val="60000"/>
                    <a:lumOff val="40000"/>
                  </a:schemeClr>
                </a:solidFill>
                <a:latin typeface="Open Sans ExtraBold" panose="020F0502020204030204" pitchFamily="34" charset="0"/>
                <a:ea typeface="Open Sans ExtraBold" panose="020F0502020204030204" pitchFamily="34" charset="0"/>
                <a:cs typeface="Open Sans ExtraBold" panose="020F0502020204030204" pitchFamily="34" charset="0"/>
              </a:defRPr>
            </a:lvl1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16074291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9144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350"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314325" y="3191941"/>
            <a:ext cx="8515350" cy="474119"/>
          </a:xfrm>
        </p:spPr>
        <p:txBody>
          <a:bodyPr rtlCol="0">
            <a:noAutofit/>
          </a:bodyPr>
          <a:lstStyle>
            <a:lvl1pPr>
              <a:defRPr sz="4500">
                <a:solidFill>
                  <a:schemeClr val="bg1"/>
                </a:solidFill>
              </a:defRPr>
            </a:lvl1pPr>
          </a:lstStyle>
          <a:p>
            <a:pPr rtl="0"/>
            <a:r>
              <a:rPr lang="pt-BR"/>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314325" y="2554356"/>
            <a:ext cx="6044804" cy="488498"/>
          </a:xfrm>
        </p:spPr>
        <p:txBody>
          <a:bodyPr rtlCol="0">
            <a:normAutofit/>
          </a:bodyPr>
          <a:lstStyle>
            <a:lvl1pPr marL="0" indent="0">
              <a:buNone/>
              <a:defRPr sz="1500" b="0" spc="225">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rtl="0"/>
            <a:r>
              <a:rPr lang="pt-BR"/>
              <a:t>CLICK TO EDIT MASTER TITLE STYLE</a:t>
            </a:r>
          </a:p>
        </p:txBody>
      </p:sp>
      <p:sp>
        <p:nvSpPr>
          <p:cNvPr id="6" name="Footer Placeholder 4">
            <a:extLst>
              <a:ext uri="{FF2B5EF4-FFF2-40B4-BE49-F238E27FC236}">
                <a16:creationId xmlns:a16="http://schemas.microsoft.com/office/drawing/2014/main" id="{6636900F-FBBE-9846-A194-AC5CF173B39F}"/>
              </a:ext>
              <a:ext uri="{C183D7F6-B498-43B3-948B-1728B52AA6E4}">
                <adec:decorative xmlns:adec="http://schemas.microsoft.com/office/drawing/2017/decorative" val="1"/>
              </a:ext>
            </a:extLst>
          </p:cNvPr>
          <p:cNvSpPr>
            <a:spLocks noGrp="1"/>
          </p:cNvSpPr>
          <p:nvPr>
            <p:ph type="ftr" sz="quarter" idx="3"/>
          </p:nvPr>
        </p:nvSpPr>
        <p:spPr>
          <a:xfrm>
            <a:off x="314326" y="6356351"/>
            <a:ext cx="3386279" cy="365125"/>
          </a:xfrm>
          <a:prstGeom prst="rect">
            <a:avLst/>
          </a:prstGeom>
        </p:spPr>
        <p:txBody>
          <a:bodyPr vert="horz" lIns="91440" tIns="45720" rIns="91440" bIns="45720" rtlCol="0" anchor="ctr"/>
          <a:lstStyle>
            <a:lvl1pPr algn="l" rtl="0">
              <a:defRPr sz="675"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pt-BR" dirty="0">
                <a:latin typeface="Amazon Ember Light" charset="0"/>
                <a:ea typeface="Amazon Ember Light" charset="0"/>
                <a:cs typeface="Amazon Ember Light" charset="0"/>
              </a:rPr>
              <a:t>© 2019, </a:t>
            </a:r>
            <a:r>
              <a:rPr lang="pt-BR" dirty="0" err="1">
                <a:latin typeface="Amazon Ember Light" charset="0"/>
                <a:ea typeface="Amazon Ember Light" charset="0"/>
                <a:cs typeface="Amazon Ember Light" charset="0"/>
              </a:rPr>
              <a:t>Amazon</a:t>
            </a:r>
            <a:r>
              <a:rPr lang="pt-BR" dirty="0">
                <a:latin typeface="Amazon Ember Light" charset="0"/>
                <a:ea typeface="Amazon Ember Light" charset="0"/>
                <a:cs typeface="Amazon Ember Light" charset="0"/>
              </a:rPr>
              <a:t> Web Services, Inc. ou suas afiliadas. Todos os direitos reservados.</a:t>
            </a:r>
          </a:p>
        </p:txBody>
      </p:sp>
      <p:pic>
        <p:nvPicPr>
          <p:cNvPr id="8" name="Picture 7">
            <a:extLst>
              <a:ext uri="{FF2B5EF4-FFF2-40B4-BE49-F238E27FC236}">
                <a16:creationId xmlns:a16="http://schemas.microsoft.com/office/drawing/2014/main" id="{68A38432-CE99-3E4B-B087-73EB0F09CDB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142672" y="6089840"/>
            <a:ext cx="1635144" cy="449073"/>
          </a:xfrm>
          <a:prstGeom prst="rect">
            <a:avLst/>
          </a:prstGeom>
        </p:spPr>
      </p:pic>
    </p:spTree>
    <p:custDataLst>
      <p:tags r:id="rId1"/>
    </p:custDataLst>
    <p:extLst>
      <p:ext uri="{BB962C8B-B14F-4D97-AF65-F5344CB8AC3E}">
        <p14:creationId xmlns:p14="http://schemas.microsoft.com/office/powerpoint/2010/main" val="29967855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3844322" cy="6875492"/>
          </a:xfrm>
          <a:prstGeom prst="rect">
            <a:avLst/>
          </a:prstGeom>
          <a:solidFill>
            <a:srgbClr val="232F3E"/>
          </a:solidFill>
          <a:ln w="9525" cap="flat" cmpd="sng" algn="ctr">
            <a:noFill/>
            <a:prstDash val="solid"/>
          </a:ln>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441534" y="3159360"/>
            <a:ext cx="3402786" cy="3716132"/>
          </a:xfrm>
          <a:prstGeom prst="rect">
            <a:avLst/>
          </a:prstGeom>
        </p:spPr>
      </p:pic>
      <p:sp>
        <p:nvSpPr>
          <p:cNvPr id="4" name="Footer Placeholder 3">
            <a:extLst>
              <a:ext uri="{FF2B5EF4-FFF2-40B4-BE49-F238E27FC236}">
                <a16:creationId xmlns:a16="http://schemas.microsoft.com/office/drawing/2014/main" id="{7D651C47-09F6-C947-968C-92FC59515123}"/>
              </a:ext>
              <a:ext uri="{C183D7F6-B498-43B3-948B-1728B52AA6E4}">
                <adec:decorative xmlns:adec="http://schemas.microsoft.com/office/drawing/2017/decorative" val="1"/>
              </a:ext>
            </a:extLst>
          </p:cNvPr>
          <p:cNvSpPr>
            <a:spLocks noGrp="1"/>
          </p:cNvSpPr>
          <p:nvPr>
            <p:ph type="ftr" sz="quarter" idx="11"/>
          </p:nvPr>
        </p:nvSpPr>
        <p:spPr>
          <a:xfrm>
            <a:off x="5479611" y="6356351"/>
            <a:ext cx="3350065" cy="365125"/>
          </a:xfrm>
          <a:prstGeom prst="rect">
            <a:avLst/>
          </a:prstGeom>
        </p:spPr>
        <p:txBody>
          <a:bodyPr rtlCol="0"/>
          <a:lstStyle>
            <a:lvl1pPr algn="r" rtl="0">
              <a:defRPr>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pt-BR" dirty="0"/>
              <a:t>© 2019, </a:t>
            </a:r>
            <a:r>
              <a:rPr lang="pt-BR" dirty="0" err="1"/>
              <a:t>Amazon</a:t>
            </a:r>
            <a:r>
              <a:rPr lang="pt-BR" dirty="0"/>
              <a:t> Web Services, Inc. ou suas afiliadas. Todos os direitos reservados.</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314326" y="1178377"/>
            <a:ext cx="3201485" cy="1325563"/>
          </a:xfrm>
          <a:prstGeom prst="rect">
            <a:avLst/>
          </a:prstGeom>
        </p:spPr>
        <p:txBody>
          <a:bodyPr rtlCol="0"/>
          <a:lstStyle>
            <a:lvl1pPr>
              <a:defRPr>
                <a:solidFill>
                  <a:schemeClr val="bg1"/>
                </a:solidFill>
              </a:defRPr>
            </a:lvl1pPr>
          </a:lstStyle>
          <a:p>
            <a:pPr rtl="0"/>
            <a:r>
              <a:rPr lang="pt-BR"/>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317743" y="6356351"/>
            <a:ext cx="2057400" cy="365125"/>
          </a:xfrm>
          <a:prstGeom prst="rect">
            <a:avLst/>
          </a:prstGeom>
        </p:spPr>
        <p:txBody>
          <a:bodyPr rtlCol="0"/>
          <a:lstStyle>
            <a:lvl1pPr algn="l">
              <a:defRPr>
                <a:solidFill>
                  <a:schemeClr val="bg1"/>
                </a:solidFill>
              </a:defRPr>
            </a:lvl1pPr>
          </a:lstStyle>
          <a:p>
            <a:pPr rtl="0"/>
            <a:fld id="{B6A95138-A96E-2F42-A959-2EFD44FE4AB7}" type="slidenum">
              <a:rPr lang="en-US" smtClean="0"/>
              <a:pPr rtl="0"/>
              <a:t>‹nº›</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4285856" y="1178376"/>
            <a:ext cx="4325709" cy="4814920"/>
          </a:xfrm>
          <a:prstGeom prst="rect">
            <a:avLst/>
          </a:prstGeom>
        </p:spPr>
        <p:txBody>
          <a:bodyPr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r>
              <a:rPr lang="pt-BR"/>
              <a:t>Click to edit Master text styles</a:t>
            </a:r>
          </a:p>
          <a:p>
            <a:pPr lvl="1" rtl="0"/>
            <a:r>
              <a:rPr lang="pt-BR"/>
              <a:t>Second level</a:t>
            </a:r>
          </a:p>
          <a:p>
            <a:pPr lvl="2" rtl="0"/>
            <a:r>
              <a:rPr lang="pt-BR"/>
              <a:t>Third level</a:t>
            </a:r>
          </a:p>
          <a:p>
            <a:pPr lvl="3" rtl="0"/>
            <a:r>
              <a:rPr lang="pt-BR"/>
              <a:t>Fourth level</a:t>
            </a:r>
          </a:p>
          <a:p>
            <a:pPr lvl="4" rtl="0"/>
            <a:r>
              <a:rPr lang="pt-BR"/>
              <a:t>Fifth level</a:t>
            </a:r>
            <a:endParaRPr lang="en-US" dirty="0"/>
          </a:p>
        </p:txBody>
      </p:sp>
      <p:pic>
        <p:nvPicPr>
          <p:cNvPr id="9" name="Picture 8">
            <a:extLst>
              <a:ext uri="{FF2B5EF4-FFF2-40B4-BE49-F238E27FC236}">
                <a16:creationId xmlns:a16="http://schemas.microsoft.com/office/drawing/2014/main" id="{280E0825-B265-3846-8BB3-B9ECFCCA9B2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6861345" y="415632"/>
            <a:ext cx="1609367" cy="449072"/>
          </a:xfrm>
          <a:prstGeom prst="rect">
            <a:avLst/>
          </a:prstGeom>
        </p:spPr>
      </p:pic>
    </p:spTree>
    <p:custDataLst>
      <p:tags r:id="rId1"/>
    </p:custDataLst>
    <p:extLst>
      <p:ext uri="{BB962C8B-B14F-4D97-AF65-F5344CB8AC3E}">
        <p14:creationId xmlns:p14="http://schemas.microsoft.com/office/powerpoint/2010/main" val="82290253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hasCustomPrompt="1"/>
          </p:nvPr>
        </p:nvSpPr>
        <p:spPr>
          <a:xfrm>
            <a:off x="457200" y="6407150"/>
            <a:ext cx="7582849"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18258169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1852" y="5"/>
            <a:ext cx="9141714"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314325" y="365126"/>
            <a:ext cx="6775704" cy="474119"/>
          </a:xfrm>
        </p:spPr>
        <p:txBody>
          <a:bodyPr rtlCol="0">
            <a:noAutofit/>
          </a:bodyPr>
          <a:lstStyle>
            <a:lvl1pPr>
              <a:defRPr sz="3000">
                <a:solidFill>
                  <a:schemeClr val="bg1"/>
                </a:solidFill>
              </a:defRPr>
            </a:lvl1pPr>
          </a:lstStyle>
          <a:p>
            <a:pPr rtl="0"/>
            <a:r>
              <a:rPr lang="pt-BR"/>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314325" y="1528175"/>
            <a:ext cx="4128516" cy="4648788"/>
          </a:xfrm>
        </p:spPr>
        <p:txBody>
          <a:bodyPr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r>
              <a:rPr lang="pt-BR"/>
              <a:t>Click to edit Master text styles</a:t>
            </a:r>
          </a:p>
          <a:p>
            <a:pPr lvl="1" rtl="0"/>
            <a:r>
              <a:rPr lang="pt-BR"/>
              <a:t>Second level</a:t>
            </a:r>
          </a:p>
          <a:p>
            <a:pPr lvl="2" rtl="0"/>
            <a:r>
              <a:rPr lang="pt-BR"/>
              <a:t>Third level</a:t>
            </a:r>
          </a:p>
          <a:p>
            <a:pPr lvl="3" rtl="0"/>
            <a:r>
              <a:rPr lang="pt-BR"/>
              <a:t>Fourth level</a:t>
            </a:r>
          </a:p>
          <a:p>
            <a:pPr lvl="4" rtl="0"/>
            <a:r>
              <a:rPr lang="pt-BR"/>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6772275" y="6356351"/>
            <a:ext cx="2057400" cy="365125"/>
          </a:xfrm>
        </p:spPr>
        <p:txBody>
          <a:bodyPr rtlCol="0"/>
          <a:lstStyle/>
          <a:p>
            <a:pPr rtl="0"/>
            <a:fld id="{B6A95138-A96E-2F42-A959-2EFD44FE4AB7}" type="slidenum">
              <a:rPr lang="en-US" smtClean="0"/>
              <a:t>‹nº›</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4684734" y="1524228"/>
            <a:ext cx="4128516" cy="4648788"/>
          </a:xfrm>
        </p:spPr>
        <p:txBody>
          <a:bodyPr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rtl="0"/>
            <a:r>
              <a:rPr lang="pt-BR"/>
              <a:t>Click to edit Master text styles</a:t>
            </a:r>
          </a:p>
          <a:p>
            <a:pPr lvl="1" rtl="0"/>
            <a:r>
              <a:rPr lang="pt-BR"/>
              <a:t>Second level</a:t>
            </a:r>
          </a:p>
          <a:p>
            <a:pPr lvl="2" rtl="0"/>
            <a:r>
              <a:rPr lang="pt-BR"/>
              <a:t>Third level</a:t>
            </a:r>
          </a:p>
          <a:p>
            <a:pPr lvl="3" rtl="0"/>
            <a:r>
              <a:rPr lang="pt-BR"/>
              <a:t>Fourth level</a:t>
            </a:r>
          </a:p>
          <a:p>
            <a:pPr lvl="4" rtl="0"/>
            <a:r>
              <a:rPr lang="pt-BR"/>
              <a:t>Fifth level</a:t>
            </a:r>
            <a:endParaRPr lang="en-US" dirty="0"/>
          </a:p>
        </p:txBody>
      </p:sp>
      <p:sp>
        <p:nvSpPr>
          <p:cNvPr id="13" name="Footer Placeholder 4">
            <a:extLst>
              <a:ext uri="{FF2B5EF4-FFF2-40B4-BE49-F238E27FC236}">
                <a16:creationId xmlns:a16="http://schemas.microsoft.com/office/drawing/2014/main" id="{69573A30-3961-C94C-A15D-1FC70640BAA5}"/>
              </a:ext>
              <a:ext uri="{C183D7F6-B498-43B3-948B-1728B52AA6E4}">
                <adec:decorative xmlns:adec="http://schemas.microsoft.com/office/drawing/2017/decorative" val="1"/>
              </a:ext>
            </a:extLst>
          </p:cNvPr>
          <p:cNvSpPr>
            <a:spLocks noGrp="1"/>
          </p:cNvSpPr>
          <p:nvPr>
            <p:ph type="ftr" sz="quarter" idx="3"/>
          </p:nvPr>
        </p:nvSpPr>
        <p:spPr>
          <a:xfrm>
            <a:off x="314326" y="6356351"/>
            <a:ext cx="3386279" cy="365125"/>
          </a:xfrm>
          <a:prstGeom prst="rect">
            <a:avLst/>
          </a:prstGeom>
        </p:spPr>
        <p:txBody>
          <a:bodyPr vert="horz" lIns="91440" tIns="45720" rIns="91440" bIns="45720" rtlCol="0" anchor="ctr"/>
          <a:lstStyle>
            <a:lvl1pPr algn="l" rtl="0">
              <a:defRPr sz="675"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pt-BR" dirty="0"/>
              <a:t>© 2019, </a:t>
            </a:r>
            <a:r>
              <a:rPr lang="pt-BR" dirty="0" err="1"/>
              <a:t>Amazon</a:t>
            </a:r>
            <a:r>
              <a:rPr lang="pt-BR" dirty="0"/>
              <a:t> Web Services, Inc. ou suas afiliadas. Todos os direitos reservados.</a:t>
            </a:r>
          </a:p>
        </p:txBody>
      </p:sp>
      <p:pic>
        <p:nvPicPr>
          <p:cNvPr id="16" name="Picture 15">
            <a:extLst>
              <a:ext uri="{FF2B5EF4-FFF2-40B4-BE49-F238E27FC236}">
                <a16:creationId xmlns:a16="http://schemas.microsoft.com/office/drawing/2014/main" id="{BF6D2BA4-6287-854B-A5A3-81A95726CF4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7185804" y="365126"/>
            <a:ext cx="1575587" cy="449073"/>
          </a:xfrm>
          <a:prstGeom prst="rect">
            <a:avLst/>
          </a:prstGeom>
        </p:spPr>
      </p:pic>
    </p:spTree>
    <p:custDataLst>
      <p:tags r:id="rId1"/>
    </p:custDataLst>
    <p:extLst>
      <p:ext uri="{BB962C8B-B14F-4D97-AF65-F5344CB8AC3E}">
        <p14:creationId xmlns:p14="http://schemas.microsoft.com/office/powerpoint/2010/main" val="19301694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_Title, 2 Headers, and 2 Text Columns">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8602042" y="6445722"/>
            <a:ext cx="363196" cy="289591"/>
          </a:xfrm>
          <a:prstGeom prst="rect">
            <a:avLst/>
          </a:prstGeom>
        </p:spPr>
        <p:txBody>
          <a:bodyPr/>
          <a:lstStyle/>
          <a:p>
            <a:fld id="{12509B67-24CA-421B-9C4A-2018A54CE0A4}" type="slidenum">
              <a:rPr lang="en-US" smtClean="0"/>
              <a:t>‹nº›</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274320" y="301752"/>
            <a:ext cx="8676907" cy="731318"/>
          </a:xfrm>
        </p:spPr>
        <p:txBody>
          <a:bodyPr/>
          <a:lstStyle>
            <a:lvl1pPr>
              <a:lnSpc>
                <a:spcPct val="100000"/>
              </a:lnSpc>
              <a:defRPr/>
            </a:lvl1pPr>
          </a:lstStyle>
          <a:p>
            <a:r>
              <a:rPr lang="en-US" dirty="0"/>
              <a:t>Title and 2 header and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body" idx="14" hasCustomPrompt="1"/>
          </p:nvPr>
        </p:nvSpPr>
        <p:spPr>
          <a:xfrm>
            <a:off x="274320" y="1051561"/>
            <a:ext cx="4251960" cy="440329"/>
          </a:xfrm>
          <a:solidFill>
            <a:schemeClr val="accent1"/>
          </a:solidFill>
          <a:ln>
            <a:solidFill>
              <a:schemeClr val="accent1"/>
            </a:solidFill>
          </a:ln>
        </p:spPr>
        <p:txBody>
          <a:bodyPr lIns="91440" anchor="ctr">
            <a:noAutofit/>
          </a:bodyPr>
          <a:lstStyle>
            <a:lvl1pPr marL="45244" indent="0">
              <a:lnSpc>
                <a:spcPct val="100000"/>
              </a:lnSpc>
              <a:spcBef>
                <a:spcPts val="0"/>
              </a:spcBef>
              <a:spcAft>
                <a:spcPts val="0"/>
              </a:spcAft>
              <a:buNone/>
              <a:defRPr sz="1800" b="0">
                <a:solidFill>
                  <a:schemeClr val="bg1"/>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sz="quarter" idx="18" hasCustomPrompt="1"/>
          </p:nvPr>
        </p:nvSpPr>
        <p:spPr>
          <a:xfrm>
            <a:off x="274320" y="1591056"/>
            <a:ext cx="4251960" cy="4809744"/>
          </a:xfrm>
        </p:spPr>
        <p:txBody>
          <a:bodyPr>
            <a:normAutofit/>
          </a:bodyPr>
          <a:lstStyle>
            <a:lvl1pPr>
              <a:lnSpc>
                <a:spcPct val="100000"/>
              </a:lnSpc>
              <a:spcAft>
                <a:spcPts val="450"/>
              </a:spcAft>
              <a:defRPr sz="1800">
                <a:solidFill>
                  <a:schemeClr val="tx1"/>
                </a:solidFill>
              </a:defRPr>
            </a:lvl1pPr>
            <a:lvl2pPr>
              <a:lnSpc>
                <a:spcPct val="100000"/>
              </a:lnSpc>
              <a:spcAft>
                <a:spcPts val="450"/>
              </a:spcAft>
              <a:defRPr sz="1500">
                <a:solidFill>
                  <a:schemeClr val="tx1"/>
                </a:solidFill>
              </a:defRPr>
            </a:lvl2pPr>
            <a:lvl3pPr>
              <a:lnSpc>
                <a:spcPct val="100000"/>
              </a:lnSpc>
              <a:spcAft>
                <a:spcPts val="450"/>
              </a:spcAft>
              <a:defRPr sz="1350">
                <a:solidFill>
                  <a:schemeClr val="tx1"/>
                </a:solidFill>
              </a:defRPr>
            </a:lvl3pPr>
            <a:lvl4pPr>
              <a:lnSpc>
                <a:spcPct val="100000"/>
              </a:lnSpc>
              <a:spcAft>
                <a:spcPts val="450"/>
              </a:spcAft>
              <a:defRPr sz="1200">
                <a:solidFill>
                  <a:schemeClr val="tx1"/>
                </a:solidFill>
              </a:defRPr>
            </a:lvl4pPr>
            <a:lvl5pPr>
              <a:lnSpc>
                <a:spcPct val="100000"/>
              </a:lnSpc>
              <a:spcAft>
                <a:spcPts val="450"/>
              </a:spcAft>
              <a:defRPr sz="1200">
                <a:solidFill>
                  <a:schemeClr val="tx1"/>
                </a:solidFill>
              </a:defRPr>
            </a:lvl5pPr>
          </a:lstStyle>
          <a:p>
            <a:pPr lvl="0"/>
            <a:r>
              <a:rPr lang="en-US" dirty="0"/>
              <a:t>Add content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body" idx="19" hasCustomPrompt="1"/>
          </p:nvPr>
        </p:nvSpPr>
        <p:spPr>
          <a:xfrm>
            <a:off x="4647991" y="1051561"/>
            <a:ext cx="4251960" cy="440329"/>
          </a:xfrm>
          <a:solidFill>
            <a:schemeClr val="accent1"/>
          </a:solidFill>
          <a:ln>
            <a:solidFill>
              <a:schemeClr val="accent1"/>
            </a:solidFill>
          </a:ln>
        </p:spPr>
        <p:txBody>
          <a:bodyPr lIns="91440" anchor="ctr">
            <a:noAutofit/>
          </a:bodyPr>
          <a:lstStyle>
            <a:lvl1pPr marL="45244" indent="0">
              <a:lnSpc>
                <a:spcPct val="100000"/>
              </a:lnSpc>
              <a:spcBef>
                <a:spcPts val="0"/>
              </a:spcBef>
              <a:spcAft>
                <a:spcPts val="0"/>
              </a:spcAft>
              <a:buNone/>
              <a:defRPr sz="1800" b="0">
                <a:solidFill>
                  <a:schemeClr val="bg1"/>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sz="quarter" idx="20" hasCustomPrompt="1"/>
          </p:nvPr>
        </p:nvSpPr>
        <p:spPr>
          <a:xfrm>
            <a:off x="4647991" y="1591056"/>
            <a:ext cx="4251960" cy="4809744"/>
          </a:xfrm>
        </p:spPr>
        <p:txBody>
          <a:bodyPr>
            <a:normAutofit/>
          </a:bodyPr>
          <a:lstStyle>
            <a:lvl1pPr>
              <a:lnSpc>
                <a:spcPct val="100000"/>
              </a:lnSpc>
              <a:spcAft>
                <a:spcPts val="450"/>
              </a:spcAft>
              <a:defRPr sz="1800">
                <a:solidFill>
                  <a:schemeClr val="tx1"/>
                </a:solidFill>
              </a:defRPr>
            </a:lvl1pPr>
            <a:lvl2pPr>
              <a:lnSpc>
                <a:spcPct val="100000"/>
              </a:lnSpc>
              <a:spcAft>
                <a:spcPts val="450"/>
              </a:spcAft>
              <a:defRPr sz="1500">
                <a:solidFill>
                  <a:schemeClr val="tx1"/>
                </a:solidFill>
              </a:defRPr>
            </a:lvl2pPr>
            <a:lvl3pPr>
              <a:lnSpc>
                <a:spcPct val="100000"/>
              </a:lnSpc>
              <a:spcAft>
                <a:spcPts val="450"/>
              </a:spcAft>
              <a:defRPr sz="1350">
                <a:solidFill>
                  <a:schemeClr val="tx1"/>
                </a:solidFill>
              </a:defRPr>
            </a:lvl3pPr>
            <a:lvl4pPr>
              <a:lnSpc>
                <a:spcPct val="100000"/>
              </a:lnSpc>
              <a:spcAft>
                <a:spcPts val="450"/>
              </a:spcAft>
              <a:defRPr sz="1200">
                <a:solidFill>
                  <a:schemeClr val="tx1"/>
                </a:solidFill>
              </a:defRPr>
            </a:lvl4pPr>
            <a:lvl5pPr>
              <a:lnSpc>
                <a:spcPct val="100000"/>
              </a:lnSpc>
              <a:spcAft>
                <a:spcPts val="450"/>
              </a:spcAft>
              <a:defRPr sz="1200">
                <a:solidFill>
                  <a:schemeClr val="tx1"/>
                </a:solidFill>
              </a:defRPr>
            </a:lvl5pPr>
          </a:lstStyle>
          <a:p>
            <a:pPr lvl="0"/>
            <a:r>
              <a:rPr lang="en-US" dirty="0"/>
              <a:t>Add content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pyright">
            <a:extLst>
              <a:ext uri="{FF2B5EF4-FFF2-40B4-BE49-F238E27FC236}">
                <a16:creationId xmlns:a16="http://schemas.microsoft.com/office/drawing/2014/main" id="{F19BAEDA-1EA2-485F-AB03-6AAE7EDB5A0C}"/>
              </a:ext>
            </a:extLst>
          </p:cNvPr>
          <p:cNvSpPr txBox="1"/>
          <p:nvPr userDrawn="1"/>
        </p:nvSpPr>
        <p:spPr>
          <a:xfrm>
            <a:off x="2826811" y="6568819"/>
            <a:ext cx="3433953" cy="219291"/>
          </a:xfrm>
          <a:prstGeom prst="rect">
            <a:avLst/>
          </a:prstGeom>
          <a:noFill/>
        </p:spPr>
        <p:txBody>
          <a:bodyPr wrap="none" rtlCol="0">
            <a:spAutoFit/>
          </a:bodyPr>
          <a:lstStyle/>
          <a:p>
            <a:r>
              <a:rPr lang="en-US" sz="825" kern="1200" dirty="0">
                <a:solidFill>
                  <a:schemeClr val="tx2"/>
                </a:solidFill>
                <a:effectLst/>
                <a:latin typeface="+mn-lt"/>
                <a:ea typeface="+mn-ea"/>
                <a:cs typeface="+mn-cs"/>
              </a:rPr>
              <a:t>© 2022, Amazon Web Services, Inc. or its affiliates. All rights reserved.</a:t>
            </a:r>
          </a:p>
        </p:txBody>
      </p:sp>
    </p:spTree>
    <p:custDataLst>
      <p:tags r:id="rId1"/>
    </p:custDataLst>
    <p:extLst>
      <p:ext uri="{BB962C8B-B14F-4D97-AF65-F5344CB8AC3E}">
        <p14:creationId xmlns:p14="http://schemas.microsoft.com/office/powerpoint/2010/main" val="33361256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Title, 4 Headers, and 4 Text Columns">
    <p:spTree>
      <p:nvGrpSpPr>
        <p:cNvPr id="1" name=""/>
        <p:cNvGrpSpPr/>
        <p:nvPr/>
      </p:nvGrpSpPr>
      <p:grpSpPr>
        <a:xfrm>
          <a:off x="0" y="0"/>
          <a:ext cx="0" cy="0"/>
          <a:chOff x="0" y="0"/>
          <a:chExt cx="0" cy="0"/>
        </a:xfrm>
      </p:grpSpPr>
      <p:sp>
        <p:nvSpPr>
          <p:cNvPr id="11"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8599932" y="6445722"/>
            <a:ext cx="363196" cy="289591"/>
          </a:xfrm>
          <a:prstGeom prst="rect">
            <a:avLst/>
          </a:prstGeom>
        </p:spPr>
        <p:txBody>
          <a:bodyPr/>
          <a:lstStyle>
            <a:lvl1pPr>
              <a:defRPr sz="825"/>
            </a:lvl1pPr>
          </a:lstStyle>
          <a:p>
            <a:fld id="{363DB862-5E2B-42BB-8337-D46E9881345F}" type="slidenum">
              <a:rPr lang="en-US" smtClean="0"/>
              <a:pPr/>
              <a:t>‹nº›</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274320" y="301752"/>
            <a:ext cx="8676907" cy="731318"/>
          </a:xfrm>
        </p:spPr>
        <p:txBody>
          <a:bodyPr/>
          <a:lstStyle>
            <a:lvl1pPr>
              <a:lnSpc>
                <a:spcPct val="100000"/>
              </a:lnSpc>
              <a:defRPr/>
            </a:lvl1pPr>
          </a:lstStyle>
          <a:p>
            <a:r>
              <a:rPr lang="en-US" dirty="0"/>
              <a:t>Title, 4 header and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274320" y="1051561"/>
            <a:ext cx="2125980" cy="440329"/>
          </a:xfrm>
          <a:solidFill>
            <a:schemeClr val="accent1"/>
          </a:solidFill>
          <a:ln>
            <a:solidFill>
              <a:schemeClr val="accent1"/>
            </a:solidFill>
          </a:ln>
        </p:spPr>
        <p:txBody>
          <a:bodyPr lIns="91440" anchor="ctr">
            <a:noAutofit/>
          </a:bodyPr>
          <a:lstStyle>
            <a:lvl1pPr marL="45244" indent="0">
              <a:lnSpc>
                <a:spcPct val="100000"/>
              </a:lnSpc>
              <a:spcBef>
                <a:spcPts val="0"/>
              </a:spcBef>
              <a:spcAft>
                <a:spcPts val="0"/>
              </a:spcAft>
              <a:buNone/>
              <a:defRPr sz="1800" b="0">
                <a:solidFill>
                  <a:schemeClr val="bg1"/>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274320" y="1591056"/>
            <a:ext cx="2125980" cy="4855464"/>
          </a:xfrm>
        </p:spPr>
        <p:txBody>
          <a:bodyPr>
            <a:noAutofit/>
          </a:bodyPr>
          <a:lstStyle>
            <a:lvl1pPr>
              <a:lnSpc>
                <a:spcPct val="100000"/>
              </a:lnSpc>
              <a:spcAft>
                <a:spcPts val="0"/>
              </a:spcAft>
              <a:defRPr sz="1800">
                <a:solidFill>
                  <a:schemeClr val="tx2"/>
                </a:solidFill>
              </a:defRPr>
            </a:lvl1pPr>
            <a:lvl2pPr marL="346472" indent="-171450">
              <a:lnSpc>
                <a:spcPct val="100000"/>
              </a:lnSpc>
              <a:spcAft>
                <a:spcPts val="0"/>
              </a:spcAft>
              <a:defRPr sz="1500">
                <a:solidFill>
                  <a:schemeClr val="tx2"/>
                </a:solidFill>
              </a:defRPr>
            </a:lvl2pPr>
            <a:lvl3pPr marL="513160" indent="-171450">
              <a:lnSpc>
                <a:spcPct val="100000"/>
              </a:lnSpc>
              <a:spcAft>
                <a:spcPts val="0"/>
              </a:spcAft>
              <a:defRPr sz="1350">
                <a:solidFill>
                  <a:schemeClr val="tx2"/>
                </a:solidFill>
              </a:defRPr>
            </a:lvl3pPr>
            <a:lvl4pPr marL="685800" indent="-171450">
              <a:lnSpc>
                <a:spcPct val="100000"/>
              </a:lnSpc>
              <a:spcAft>
                <a:spcPts val="0"/>
              </a:spcAft>
              <a:defRPr sz="1200">
                <a:solidFill>
                  <a:schemeClr val="tx2"/>
                </a:solidFill>
              </a:defRPr>
            </a:lvl4pPr>
            <a:lvl5pPr marL="858441" indent="-171450">
              <a:lnSpc>
                <a:spcPct val="100000"/>
              </a:lnSpc>
              <a:spcAft>
                <a:spcPts val="0"/>
              </a:spcAft>
              <a:defRPr sz="12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2448306" y="1051561"/>
            <a:ext cx="2125980" cy="440329"/>
          </a:xfrm>
          <a:solidFill>
            <a:schemeClr val="accent1"/>
          </a:solidFill>
          <a:ln>
            <a:solidFill>
              <a:schemeClr val="accent1"/>
            </a:solidFill>
          </a:ln>
        </p:spPr>
        <p:txBody>
          <a:bodyPr lIns="91440" anchor="ctr">
            <a:noAutofit/>
          </a:bodyPr>
          <a:lstStyle>
            <a:lvl1pPr marL="45244" indent="0">
              <a:lnSpc>
                <a:spcPct val="100000"/>
              </a:lnSpc>
              <a:spcBef>
                <a:spcPts val="0"/>
              </a:spcBef>
              <a:spcAft>
                <a:spcPts val="0"/>
              </a:spcAft>
              <a:buNone/>
              <a:defRPr sz="1800" b="0">
                <a:solidFill>
                  <a:schemeClr val="bg1"/>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2448306" y="1591056"/>
            <a:ext cx="2125980" cy="4855464"/>
          </a:xfrm>
        </p:spPr>
        <p:txBody>
          <a:bodyPr>
            <a:noAutofit/>
          </a:bodyPr>
          <a:lstStyle>
            <a:lvl1pPr>
              <a:lnSpc>
                <a:spcPct val="100000"/>
              </a:lnSpc>
              <a:spcAft>
                <a:spcPts val="0"/>
              </a:spcAft>
              <a:defRPr sz="1800">
                <a:solidFill>
                  <a:schemeClr val="tx2"/>
                </a:solidFill>
              </a:defRPr>
            </a:lvl1pPr>
            <a:lvl2pPr marL="346472" indent="-171450">
              <a:lnSpc>
                <a:spcPct val="100000"/>
              </a:lnSpc>
              <a:spcAft>
                <a:spcPts val="0"/>
              </a:spcAft>
              <a:defRPr sz="1500">
                <a:solidFill>
                  <a:schemeClr val="tx2"/>
                </a:solidFill>
              </a:defRPr>
            </a:lvl2pPr>
            <a:lvl3pPr marL="513160" indent="-171450">
              <a:lnSpc>
                <a:spcPct val="100000"/>
              </a:lnSpc>
              <a:spcAft>
                <a:spcPts val="0"/>
              </a:spcAft>
              <a:defRPr sz="1350">
                <a:solidFill>
                  <a:schemeClr val="tx2"/>
                </a:solidFill>
              </a:defRPr>
            </a:lvl3pPr>
            <a:lvl4pPr marL="685800" indent="-171450">
              <a:lnSpc>
                <a:spcPct val="100000"/>
              </a:lnSpc>
              <a:spcAft>
                <a:spcPts val="0"/>
              </a:spcAft>
              <a:defRPr sz="1200">
                <a:solidFill>
                  <a:schemeClr val="tx2"/>
                </a:solidFill>
              </a:defRPr>
            </a:lvl4pPr>
            <a:lvl5pPr marL="858441" indent="-171450">
              <a:lnSpc>
                <a:spcPct val="100000"/>
              </a:lnSpc>
              <a:spcAft>
                <a:spcPts val="0"/>
              </a:spcAft>
              <a:defRPr sz="12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Header Center Right">
            <a:extLst>
              <a:ext uri="{FF2B5EF4-FFF2-40B4-BE49-F238E27FC236}">
                <a16:creationId xmlns:a16="http://schemas.microsoft.com/office/drawing/2014/main" id="{B3EBECE3-35F9-4AF4-A8A7-FD546C7C32D6}"/>
              </a:ext>
            </a:extLst>
          </p:cNvPr>
          <p:cNvSpPr>
            <a:spLocks noGrp="1"/>
          </p:cNvSpPr>
          <p:nvPr>
            <p:ph type="subTitle" idx="7" hasCustomPrompt="1"/>
          </p:nvPr>
        </p:nvSpPr>
        <p:spPr>
          <a:xfrm>
            <a:off x="4622292" y="1051561"/>
            <a:ext cx="2125980" cy="440329"/>
          </a:xfrm>
          <a:solidFill>
            <a:schemeClr val="accent1"/>
          </a:solidFill>
          <a:ln>
            <a:solidFill>
              <a:schemeClr val="accent1"/>
            </a:solidFill>
          </a:ln>
        </p:spPr>
        <p:txBody>
          <a:bodyPr lIns="91440" anchor="ctr">
            <a:noAutofit/>
          </a:bodyPr>
          <a:lstStyle>
            <a:lvl1pPr marL="45244" indent="0">
              <a:lnSpc>
                <a:spcPct val="100000"/>
              </a:lnSpc>
              <a:spcBef>
                <a:spcPts val="0"/>
              </a:spcBef>
              <a:spcAft>
                <a:spcPts val="0"/>
              </a:spcAft>
              <a:buNone/>
              <a:defRPr sz="1800" b="0">
                <a:solidFill>
                  <a:schemeClr val="bg1"/>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header text</a:t>
            </a:r>
          </a:p>
        </p:txBody>
      </p:sp>
      <p:sp>
        <p:nvSpPr>
          <p:cNvPr id="9" name="Content Center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4622292" y="1591056"/>
            <a:ext cx="2125980" cy="4855464"/>
          </a:xfrm>
        </p:spPr>
        <p:txBody>
          <a:bodyPr>
            <a:noAutofit/>
          </a:bodyPr>
          <a:lstStyle>
            <a:lvl1pPr>
              <a:lnSpc>
                <a:spcPct val="100000"/>
              </a:lnSpc>
              <a:spcAft>
                <a:spcPts val="0"/>
              </a:spcAft>
              <a:defRPr sz="1800">
                <a:solidFill>
                  <a:schemeClr val="tx2"/>
                </a:solidFill>
              </a:defRPr>
            </a:lvl1pPr>
            <a:lvl2pPr marL="346472" indent="-171450">
              <a:lnSpc>
                <a:spcPct val="100000"/>
              </a:lnSpc>
              <a:spcAft>
                <a:spcPts val="0"/>
              </a:spcAft>
              <a:defRPr sz="1500">
                <a:solidFill>
                  <a:schemeClr val="tx2"/>
                </a:solidFill>
              </a:defRPr>
            </a:lvl2pPr>
            <a:lvl3pPr marL="513160" indent="-171450">
              <a:lnSpc>
                <a:spcPct val="100000"/>
              </a:lnSpc>
              <a:spcAft>
                <a:spcPts val="0"/>
              </a:spcAft>
              <a:defRPr sz="1350">
                <a:solidFill>
                  <a:schemeClr val="tx2"/>
                </a:solidFill>
              </a:defRPr>
            </a:lvl3pPr>
            <a:lvl4pPr marL="685800" indent="-171450">
              <a:lnSpc>
                <a:spcPct val="100000"/>
              </a:lnSpc>
              <a:spcAft>
                <a:spcPts val="0"/>
              </a:spcAft>
              <a:defRPr sz="1200">
                <a:solidFill>
                  <a:schemeClr val="tx2"/>
                </a:solidFill>
              </a:defRPr>
            </a:lvl4pPr>
            <a:lvl5pPr marL="858441" indent="-171450">
              <a:lnSpc>
                <a:spcPct val="100000"/>
              </a:lnSpc>
              <a:spcAft>
                <a:spcPts val="0"/>
              </a:spcAft>
              <a:defRPr sz="12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Content Header Right">
            <a:extLst>
              <a:ext uri="{FF2B5EF4-FFF2-40B4-BE49-F238E27FC236}">
                <a16:creationId xmlns:a16="http://schemas.microsoft.com/office/drawing/2014/main" id="{ED932AC6-C3A8-487A-A17E-48D0C368204C}"/>
              </a:ext>
            </a:extLst>
          </p:cNvPr>
          <p:cNvSpPr>
            <a:spLocks noGrp="1"/>
          </p:cNvSpPr>
          <p:nvPr>
            <p:ph type="subTitle" idx="8" hasCustomPrompt="1"/>
          </p:nvPr>
        </p:nvSpPr>
        <p:spPr>
          <a:xfrm>
            <a:off x="6796278" y="1051561"/>
            <a:ext cx="2125980" cy="440329"/>
          </a:xfrm>
          <a:solidFill>
            <a:schemeClr val="accent1"/>
          </a:solidFill>
          <a:ln>
            <a:solidFill>
              <a:schemeClr val="accent1"/>
            </a:solidFill>
          </a:ln>
        </p:spPr>
        <p:txBody>
          <a:bodyPr lIns="91440" anchor="ctr">
            <a:noAutofit/>
          </a:bodyPr>
          <a:lstStyle>
            <a:lvl1pPr marL="45244" indent="0">
              <a:lnSpc>
                <a:spcPct val="100000"/>
              </a:lnSpc>
              <a:spcBef>
                <a:spcPts val="0"/>
              </a:spcBef>
              <a:spcAft>
                <a:spcPts val="0"/>
              </a:spcAft>
              <a:buNone/>
              <a:defRPr sz="1800" b="0">
                <a:solidFill>
                  <a:schemeClr val="bg1"/>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header text</a:t>
            </a:r>
          </a:p>
        </p:txBody>
      </p:sp>
      <p:sp>
        <p:nvSpPr>
          <p:cNvPr id="10" name="Content Right">
            <a:extLst>
              <a:ext uri="{FF2B5EF4-FFF2-40B4-BE49-F238E27FC236}">
                <a16:creationId xmlns:a16="http://schemas.microsoft.com/office/drawing/2014/main" id="{7CF59EA0-9039-4A19-8197-DA073A0DB52B}"/>
              </a:ext>
            </a:extLst>
          </p:cNvPr>
          <p:cNvSpPr>
            <a:spLocks noGrp="1"/>
          </p:cNvSpPr>
          <p:nvPr>
            <p:ph type="body" idx="4" hasCustomPrompt="1"/>
          </p:nvPr>
        </p:nvSpPr>
        <p:spPr>
          <a:xfrm>
            <a:off x="6796278" y="1591056"/>
            <a:ext cx="2125980" cy="4855464"/>
          </a:xfrm>
        </p:spPr>
        <p:txBody>
          <a:bodyPr>
            <a:noAutofit/>
          </a:bodyPr>
          <a:lstStyle>
            <a:lvl1pPr>
              <a:lnSpc>
                <a:spcPct val="100000"/>
              </a:lnSpc>
              <a:spcAft>
                <a:spcPts val="0"/>
              </a:spcAft>
              <a:defRPr sz="1800">
                <a:solidFill>
                  <a:schemeClr val="tx2"/>
                </a:solidFill>
              </a:defRPr>
            </a:lvl1pPr>
            <a:lvl2pPr marL="346472" indent="-171450">
              <a:lnSpc>
                <a:spcPct val="100000"/>
              </a:lnSpc>
              <a:spcAft>
                <a:spcPts val="0"/>
              </a:spcAft>
              <a:defRPr sz="1500">
                <a:solidFill>
                  <a:schemeClr val="tx2"/>
                </a:solidFill>
              </a:defRPr>
            </a:lvl2pPr>
            <a:lvl3pPr marL="513160" indent="-171450">
              <a:lnSpc>
                <a:spcPct val="100000"/>
              </a:lnSpc>
              <a:spcAft>
                <a:spcPts val="0"/>
              </a:spcAft>
              <a:defRPr sz="1350">
                <a:solidFill>
                  <a:schemeClr val="tx2"/>
                </a:solidFill>
              </a:defRPr>
            </a:lvl3pPr>
            <a:lvl4pPr marL="685800" indent="-171450">
              <a:lnSpc>
                <a:spcPct val="100000"/>
              </a:lnSpc>
              <a:spcAft>
                <a:spcPts val="0"/>
              </a:spcAft>
              <a:defRPr sz="1200">
                <a:solidFill>
                  <a:schemeClr val="tx2"/>
                </a:solidFill>
              </a:defRPr>
            </a:lvl4pPr>
            <a:lvl5pPr marL="858441" indent="-171450">
              <a:lnSpc>
                <a:spcPct val="100000"/>
              </a:lnSpc>
              <a:spcAft>
                <a:spcPts val="0"/>
              </a:spcAft>
              <a:defRPr sz="12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0180662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7_Title Only">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8602042" y="6445722"/>
            <a:ext cx="363196" cy="289591"/>
          </a:xfrm>
          <a:prstGeom prst="rect">
            <a:avLst/>
          </a:prstGeom>
        </p:spPr>
        <p:txBody>
          <a:bodyPr/>
          <a:lstStyle>
            <a:lvl1pPr>
              <a:defRPr sz="825"/>
            </a:lvl1pPr>
          </a:lstStyle>
          <a:p>
            <a:fld id="{363DB862-5E2B-42BB-8337-D46E9881345F}" type="slidenum">
              <a:rPr lang="en-US" smtClean="0"/>
              <a:pPr/>
              <a:t>‹nº›</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layout</a:t>
            </a:r>
          </a:p>
        </p:txBody>
      </p:sp>
    </p:spTree>
    <p:custDataLst>
      <p:tags r:id="rId1"/>
    </p:custDataLst>
    <p:extLst>
      <p:ext uri="{BB962C8B-B14F-4D97-AF65-F5344CB8AC3E}">
        <p14:creationId xmlns:p14="http://schemas.microsoft.com/office/powerpoint/2010/main" val="4667836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8_Title Only">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8602042" y="6445722"/>
            <a:ext cx="363196" cy="289591"/>
          </a:xfrm>
          <a:prstGeom prst="rect">
            <a:avLst/>
          </a:prstGeom>
        </p:spPr>
        <p:txBody>
          <a:bodyPr/>
          <a:lstStyle>
            <a:lvl1pPr>
              <a:defRPr sz="825"/>
            </a:lvl1pPr>
          </a:lstStyle>
          <a:p>
            <a:fld id="{363DB862-5E2B-42BB-8337-D46E9881345F}" type="slidenum">
              <a:rPr lang="en-US" smtClean="0"/>
              <a:pPr/>
              <a:t>‹nº›</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layout</a:t>
            </a:r>
          </a:p>
        </p:txBody>
      </p:sp>
    </p:spTree>
    <p:custDataLst>
      <p:tags r:id="rId1"/>
    </p:custDataLst>
    <p:extLst>
      <p:ext uri="{BB962C8B-B14F-4D97-AF65-F5344CB8AC3E}">
        <p14:creationId xmlns:p14="http://schemas.microsoft.com/office/powerpoint/2010/main" val="22824609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1_Title, 3 Pictures, 3 Headers, and 3 Text Column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274320" y="493776"/>
            <a:ext cx="8676907" cy="539294"/>
          </a:xfrm>
        </p:spPr>
        <p:txBody>
          <a:bodyPr/>
          <a:lstStyle>
            <a:lvl1pPr>
              <a:lnSpc>
                <a:spcPct val="100000"/>
              </a:lnSpc>
              <a:defRPr/>
            </a:lvl1pPr>
          </a:lstStyle>
          <a:p>
            <a:r>
              <a:rPr lang="en-US" dirty="0"/>
              <a:t>Title, 3 picture and header and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sz="quarter" idx="21" hasCustomPrompt="1"/>
          </p:nvPr>
        </p:nvSpPr>
        <p:spPr>
          <a:xfrm>
            <a:off x="822960" y="1051560"/>
            <a:ext cx="1714500" cy="2286000"/>
          </a:xfrm>
        </p:spPr>
        <p:txBody>
          <a:bodyPr anchor="ctr"/>
          <a:lstStyle>
            <a:lvl1pPr marL="0" indent="0" algn="ctr">
              <a:buNone/>
              <a:defRPr/>
            </a:lvl1pPr>
          </a:lstStyle>
          <a:p>
            <a:r>
              <a:rPr lang="en-US" dirty="0"/>
              <a:t>Click to select picture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body" idx="14" hasCustomPrompt="1"/>
          </p:nvPr>
        </p:nvSpPr>
        <p:spPr>
          <a:xfrm>
            <a:off x="274320" y="3364993"/>
            <a:ext cx="2811780" cy="440329"/>
          </a:xfrm>
          <a:solidFill>
            <a:schemeClr val="accent1"/>
          </a:solidFill>
          <a:ln>
            <a:solidFill>
              <a:schemeClr val="accent1"/>
            </a:solidFill>
          </a:ln>
        </p:spPr>
        <p:txBody>
          <a:bodyPr lIns="91440" anchor="ctr">
            <a:noAutofit/>
          </a:bodyPr>
          <a:lstStyle>
            <a:lvl1pPr marL="45244" indent="0">
              <a:lnSpc>
                <a:spcPct val="100000"/>
              </a:lnSpc>
              <a:spcBef>
                <a:spcPts val="0"/>
              </a:spcBef>
              <a:spcAft>
                <a:spcPts val="0"/>
              </a:spcAft>
              <a:buNone/>
              <a:defRPr sz="1800" b="0">
                <a:solidFill>
                  <a:schemeClr val="bg1"/>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sz="quarter" idx="18" hasCustomPrompt="1"/>
          </p:nvPr>
        </p:nvSpPr>
        <p:spPr>
          <a:xfrm>
            <a:off x="274320" y="3895344"/>
            <a:ext cx="2811780" cy="2551176"/>
          </a:xfrm>
        </p:spPr>
        <p:txBody>
          <a:bodyPr>
            <a:normAutofit/>
          </a:bodyPr>
          <a:lstStyle>
            <a:lvl1pPr>
              <a:lnSpc>
                <a:spcPct val="100000"/>
              </a:lnSpc>
              <a:spcAft>
                <a:spcPts val="450"/>
              </a:spcAft>
              <a:defRPr sz="1800">
                <a:solidFill>
                  <a:schemeClr val="tx2"/>
                </a:solidFill>
              </a:defRPr>
            </a:lvl1pPr>
            <a:lvl2pPr>
              <a:lnSpc>
                <a:spcPct val="100000"/>
              </a:lnSpc>
              <a:spcAft>
                <a:spcPts val="450"/>
              </a:spcAft>
              <a:defRPr sz="1500">
                <a:solidFill>
                  <a:schemeClr val="tx2"/>
                </a:solidFill>
              </a:defRPr>
            </a:lvl2pPr>
            <a:lvl3pPr>
              <a:lnSpc>
                <a:spcPct val="100000"/>
              </a:lnSpc>
              <a:spcAft>
                <a:spcPts val="450"/>
              </a:spcAft>
              <a:defRPr sz="1350">
                <a:solidFill>
                  <a:schemeClr val="tx2"/>
                </a:solidFill>
              </a:defRPr>
            </a:lvl3pPr>
            <a:lvl4pPr marL="683419" indent="0">
              <a:lnSpc>
                <a:spcPct val="100000"/>
              </a:lnSpc>
              <a:spcAft>
                <a:spcPts val="450"/>
              </a:spcAft>
              <a:buNone/>
              <a:defRPr>
                <a:solidFill>
                  <a:schemeClr val="tx1"/>
                </a:solidFill>
              </a:defRPr>
            </a:lvl4pPr>
            <a:lvl5pPr>
              <a:lnSpc>
                <a:spcPct val="100000"/>
              </a:lnSpc>
              <a:spcAft>
                <a:spcPts val="450"/>
              </a:spcAft>
              <a:defRPr>
                <a:solidFill>
                  <a:schemeClr val="tx1"/>
                </a:solidFill>
              </a:defRPr>
            </a:lvl5pPr>
          </a:lstStyle>
          <a:p>
            <a:pPr lvl="0"/>
            <a:r>
              <a:rPr lang="en-US" dirty="0"/>
              <a:t>Add content text</a:t>
            </a:r>
          </a:p>
          <a:p>
            <a:pPr lvl="1"/>
            <a:r>
              <a:rPr lang="en-US" dirty="0"/>
              <a:t>Second level</a:t>
            </a:r>
          </a:p>
          <a:p>
            <a:pPr lvl="2"/>
            <a:r>
              <a:rPr lang="en-US" dirty="0"/>
              <a:t>Third level</a:t>
            </a:r>
          </a:p>
        </p:txBody>
      </p:sp>
      <p:sp>
        <p:nvSpPr>
          <p:cNvPr id="12"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sz="quarter" idx="22" hasCustomPrompt="1"/>
          </p:nvPr>
        </p:nvSpPr>
        <p:spPr>
          <a:xfrm>
            <a:off x="3737610" y="1051560"/>
            <a:ext cx="1714500" cy="2286000"/>
          </a:xfrm>
        </p:spPr>
        <p:txBody>
          <a:bodyPr anchor="ctr"/>
          <a:lstStyle>
            <a:lvl1pPr marL="0" indent="0" algn="ctr">
              <a:buNone/>
              <a:defRPr/>
            </a:lvl1pPr>
          </a:lstStyle>
          <a:p>
            <a:r>
              <a:rPr lang="en-US" dirty="0"/>
              <a:t>Click to select picture</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body" idx="19" hasCustomPrompt="1"/>
          </p:nvPr>
        </p:nvSpPr>
        <p:spPr>
          <a:xfrm>
            <a:off x="3188970" y="3364993"/>
            <a:ext cx="2811780" cy="440329"/>
          </a:xfrm>
          <a:solidFill>
            <a:schemeClr val="accent1"/>
          </a:solidFill>
          <a:ln>
            <a:solidFill>
              <a:schemeClr val="accent1"/>
            </a:solidFill>
          </a:ln>
        </p:spPr>
        <p:txBody>
          <a:bodyPr lIns="91440" anchor="ctr">
            <a:noAutofit/>
          </a:bodyPr>
          <a:lstStyle>
            <a:lvl1pPr marL="45244" indent="0">
              <a:lnSpc>
                <a:spcPct val="100000"/>
              </a:lnSpc>
              <a:spcBef>
                <a:spcPts val="0"/>
              </a:spcBef>
              <a:spcAft>
                <a:spcPts val="0"/>
              </a:spcAft>
              <a:buNone/>
              <a:defRPr sz="1800" b="0">
                <a:solidFill>
                  <a:schemeClr val="bg1"/>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sz="quarter" idx="20" hasCustomPrompt="1"/>
          </p:nvPr>
        </p:nvSpPr>
        <p:spPr>
          <a:xfrm>
            <a:off x="3188970" y="3895344"/>
            <a:ext cx="2811780" cy="2551176"/>
          </a:xfrm>
        </p:spPr>
        <p:txBody>
          <a:bodyPr>
            <a:normAutofit/>
          </a:bodyPr>
          <a:lstStyle>
            <a:lvl1pPr>
              <a:lnSpc>
                <a:spcPct val="100000"/>
              </a:lnSpc>
              <a:spcAft>
                <a:spcPts val="450"/>
              </a:spcAft>
              <a:defRPr sz="1800">
                <a:solidFill>
                  <a:schemeClr val="tx2"/>
                </a:solidFill>
              </a:defRPr>
            </a:lvl1pPr>
            <a:lvl2pPr>
              <a:lnSpc>
                <a:spcPct val="100000"/>
              </a:lnSpc>
              <a:spcAft>
                <a:spcPts val="450"/>
              </a:spcAft>
              <a:defRPr sz="1500">
                <a:solidFill>
                  <a:schemeClr val="tx2"/>
                </a:solidFill>
              </a:defRPr>
            </a:lvl2pPr>
            <a:lvl3pPr>
              <a:lnSpc>
                <a:spcPct val="100000"/>
              </a:lnSpc>
              <a:spcAft>
                <a:spcPts val="450"/>
              </a:spcAft>
              <a:defRPr sz="1350">
                <a:solidFill>
                  <a:schemeClr val="tx2"/>
                </a:solidFill>
              </a:defRPr>
            </a:lvl3pPr>
            <a:lvl4pPr>
              <a:lnSpc>
                <a:spcPct val="100000"/>
              </a:lnSpc>
              <a:spcAft>
                <a:spcPts val="450"/>
              </a:spcAft>
              <a:defRPr>
                <a:solidFill>
                  <a:schemeClr val="tx1"/>
                </a:solidFill>
              </a:defRPr>
            </a:lvl4pPr>
            <a:lvl5pPr>
              <a:lnSpc>
                <a:spcPct val="100000"/>
              </a:lnSpc>
              <a:spcAft>
                <a:spcPts val="450"/>
              </a:spcAft>
              <a:defRPr>
                <a:solidFill>
                  <a:schemeClr val="tx1"/>
                </a:solidFill>
              </a:defRPr>
            </a:lvl5pPr>
          </a:lstStyle>
          <a:p>
            <a:pPr lvl="0"/>
            <a:r>
              <a:rPr lang="en-US" dirty="0"/>
              <a:t>Add content text</a:t>
            </a:r>
          </a:p>
          <a:p>
            <a:pPr lvl="1"/>
            <a:r>
              <a:rPr lang="en-US" dirty="0"/>
              <a:t>Second level</a:t>
            </a:r>
          </a:p>
          <a:p>
            <a:pPr lvl="2"/>
            <a:r>
              <a:rPr lang="en-US" dirty="0"/>
              <a:t>Third level</a:t>
            </a:r>
          </a:p>
        </p:txBody>
      </p:sp>
      <p:sp>
        <p:nvSpPr>
          <p:cNvPr id="13"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sz="quarter" idx="25" hasCustomPrompt="1"/>
          </p:nvPr>
        </p:nvSpPr>
        <p:spPr>
          <a:xfrm>
            <a:off x="6652260" y="1051560"/>
            <a:ext cx="1714500" cy="2286000"/>
          </a:xfrm>
        </p:spPr>
        <p:txBody>
          <a:bodyPr anchor="ctr"/>
          <a:lstStyle>
            <a:lvl1pPr marL="0" indent="0" algn="ctr">
              <a:buNone/>
              <a:defRPr/>
            </a:lvl1pPr>
          </a:lstStyle>
          <a:p>
            <a:r>
              <a:rPr lang="en-US" dirty="0"/>
              <a:t>Click to select picture</a:t>
            </a:r>
          </a:p>
        </p:txBody>
      </p:sp>
      <p:sp>
        <p:nvSpPr>
          <p:cNvPr id="5" name="Content Header Right">
            <a:extLst>
              <a:ext uri="{FF2B5EF4-FFF2-40B4-BE49-F238E27FC236}">
                <a16:creationId xmlns:a16="http://schemas.microsoft.com/office/drawing/2014/main" id="{CF01F87A-DBEF-4657-8500-6A751FF3BC24}"/>
              </a:ext>
            </a:extLst>
          </p:cNvPr>
          <p:cNvSpPr>
            <a:spLocks noGrp="1"/>
          </p:cNvSpPr>
          <p:nvPr>
            <p:ph type="body" idx="23" hasCustomPrompt="1"/>
          </p:nvPr>
        </p:nvSpPr>
        <p:spPr>
          <a:xfrm>
            <a:off x="6103620" y="3364993"/>
            <a:ext cx="2811780" cy="440329"/>
          </a:xfrm>
          <a:solidFill>
            <a:schemeClr val="accent1"/>
          </a:solidFill>
          <a:ln>
            <a:solidFill>
              <a:schemeClr val="accent1"/>
            </a:solidFill>
          </a:ln>
        </p:spPr>
        <p:txBody>
          <a:bodyPr lIns="91440" anchor="ctr">
            <a:noAutofit/>
          </a:bodyPr>
          <a:lstStyle>
            <a:lvl1pPr marL="45244" indent="0">
              <a:lnSpc>
                <a:spcPct val="100000"/>
              </a:lnSpc>
              <a:spcBef>
                <a:spcPts val="0"/>
              </a:spcBef>
              <a:spcAft>
                <a:spcPts val="0"/>
              </a:spcAft>
              <a:buNone/>
              <a:defRPr sz="1800" b="0">
                <a:solidFill>
                  <a:schemeClr val="bg1"/>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header text</a:t>
            </a:r>
          </a:p>
        </p:txBody>
      </p:sp>
      <p:sp>
        <p:nvSpPr>
          <p:cNvPr id="9" name="Content Right">
            <a:extLst>
              <a:ext uri="{FF2B5EF4-FFF2-40B4-BE49-F238E27FC236}">
                <a16:creationId xmlns:a16="http://schemas.microsoft.com/office/drawing/2014/main" id="{FD28CF85-103D-4AC7-BF7A-D32715F9433A}"/>
              </a:ext>
            </a:extLst>
          </p:cNvPr>
          <p:cNvSpPr>
            <a:spLocks noGrp="1"/>
          </p:cNvSpPr>
          <p:nvPr>
            <p:ph type="body" sz="quarter" idx="24" hasCustomPrompt="1"/>
          </p:nvPr>
        </p:nvSpPr>
        <p:spPr>
          <a:xfrm>
            <a:off x="6103620" y="3895344"/>
            <a:ext cx="2811780" cy="2551176"/>
          </a:xfrm>
        </p:spPr>
        <p:txBody>
          <a:bodyPr>
            <a:normAutofit/>
          </a:bodyPr>
          <a:lstStyle>
            <a:lvl1pPr>
              <a:lnSpc>
                <a:spcPct val="100000"/>
              </a:lnSpc>
              <a:spcAft>
                <a:spcPts val="450"/>
              </a:spcAft>
              <a:defRPr sz="1800">
                <a:solidFill>
                  <a:schemeClr val="tx2"/>
                </a:solidFill>
              </a:defRPr>
            </a:lvl1pPr>
            <a:lvl2pPr>
              <a:lnSpc>
                <a:spcPct val="100000"/>
              </a:lnSpc>
              <a:spcAft>
                <a:spcPts val="450"/>
              </a:spcAft>
              <a:defRPr sz="1500">
                <a:solidFill>
                  <a:schemeClr val="tx2"/>
                </a:solidFill>
              </a:defRPr>
            </a:lvl2pPr>
            <a:lvl3pPr>
              <a:lnSpc>
                <a:spcPct val="100000"/>
              </a:lnSpc>
              <a:spcAft>
                <a:spcPts val="450"/>
              </a:spcAft>
              <a:defRPr sz="1350">
                <a:solidFill>
                  <a:schemeClr val="tx2"/>
                </a:solidFill>
              </a:defRPr>
            </a:lvl3pPr>
            <a:lvl4pPr>
              <a:lnSpc>
                <a:spcPct val="100000"/>
              </a:lnSpc>
              <a:spcAft>
                <a:spcPts val="450"/>
              </a:spcAft>
              <a:defRPr>
                <a:solidFill>
                  <a:schemeClr val="tx1"/>
                </a:solidFill>
              </a:defRPr>
            </a:lvl4pPr>
            <a:lvl5pPr>
              <a:lnSpc>
                <a:spcPct val="100000"/>
              </a:lnSpc>
              <a:spcAft>
                <a:spcPts val="450"/>
              </a:spcAft>
              <a:defRPr>
                <a:solidFill>
                  <a:schemeClr val="tx1"/>
                </a:solidFill>
              </a:defRPr>
            </a:lvl5pPr>
          </a:lstStyle>
          <a:p>
            <a:pPr lvl="0"/>
            <a:r>
              <a:rPr lang="en-US" dirty="0"/>
              <a:t>Add content text</a:t>
            </a:r>
          </a:p>
          <a:p>
            <a:pPr lvl="1"/>
            <a:r>
              <a:rPr lang="en-US" dirty="0"/>
              <a:t>Second level</a:t>
            </a:r>
          </a:p>
          <a:p>
            <a:pPr lvl="2"/>
            <a:r>
              <a:rPr lang="en-US" dirty="0"/>
              <a:t>Third level</a:t>
            </a:r>
          </a:p>
        </p:txBody>
      </p:sp>
      <p:sp>
        <p:nvSpPr>
          <p:cNvPr id="15" name="Copyright">
            <a:extLst>
              <a:ext uri="{FF2B5EF4-FFF2-40B4-BE49-F238E27FC236}">
                <a16:creationId xmlns:a16="http://schemas.microsoft.com/office/drawing/2014/main" id="{BB91EF40-F695-4EFA-AE1D-27729AA456C2}"/>
              </a:ext>
            </a:extLst>
          </p:cNvPr>
          <p:cNvSpPr txBox="1"/>
          <p:nvPr userDrawn="1"/>
        </p:nvSpPr>
        <p:spPr>
          <a:xfrm>
            <a:off x="2826811" y="6568819"/>
            <a:ext cx="3433953" cy="219291"/>
          </a:xfrm>
          <a:prstGeom prst="rect">
            <a:avLst/>
          </a:prstGeom>
          <a:noFill/>
        </p:spPr>
        <p:txBody>
          <a:bodyPr wrap="none" rtlCol="0">
            <a:spAutoFit/>
          </a:bodyPr>
          <a:lstStyle/>
          <a:p>
            <a:r>
              <a:rPr lang="en-US" sz="825" kern="1200" dirty="0">
                <a:solidFill>
                  <a:schemeClr val="tx2"/>
                </a:solidFill>
                <a:effectLst/>
                <a:latin typeface="+mn-lt"/>
                <a:ea typeface="+mn-ea"/>
                <a:cs typeface="+mn-cs"/>
              </a:rPr>
              <a:t>© 2022, Amazon Web Services, Inc. or its affiliates. All rights reserved.</a:t>
            </a:r>
          </a:p>
        </p:txBody>
      </p:sp>
    </p:spTree>
    <p:custDataLst>
      <p:tags r:id="rId1"/>
    </p:custDataLst>
    <p:extLst>
      <p:ext uri="{BB962C8B-B14F-4D97-AF65-F5344CB8AC3E}">
        <p14:creationId xmlns:p14="http://schemas.microsoft.com/office/powerpoint/2010/main" val="256282585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Topic Introduction">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72396DCE-1655-44FD-8989-3700320AFC04}"/>
              </a:ext>
            </a:extLst>
          </p:cNvPr>
          <p:cNvSpPr>
            <a:spLocks noGrp="1"/>
          </p:cNvSpPr>
          <p:nvPr>
            <p:ph type="sldNum" sz="quarter" idx="20"/>
          </p:nvPr>
        </p:nvSpPr>
        <p:spPr>
          <a:xfrm>
            <a:off x="8602042" y="6445722"/>
            <a:ext cx="363196" cy="289591"/>
          </a:xfrm>
          <a:prstGeom prst="rect">
            <a:avLst/>
          </a:prstGeom>
        </p:spPr>
        <p:txBody>
          <a:bodyPr/>
          <a:lstStyle>
            <a:lvl1pPr>
              <a:defRPr sz="825"/>
            </a:lvl1pPr>
          </a:lstStyle>
          <a:p>
            <a:fld id="{363DB862-5E2B-42BB-8337-D46E9881345F}" type="slidenum">
              <a:rPr lang="en-US" smtClean="0"/>
              <a:pPr/>
              <a:t>‹nº›</a:t>
            </a:fld>
            <a:endParaRPr lang="en-US" dirty="0"/>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182432" y="292100"/>
            <a:ext cx="2970732" cy="1866901"/>
          </a:xfrm>
        </p:spPr>
        <p:txBody>
          <a:bodyPr anchor="t"/>
          <a:lstStyle>
            <a:lvl1pPr algn="ctr">
              <a:lnSpc>
                <a:spcPct val="100000"/>
              </a:lnSpc>
              <a:defRPr sz="27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17" name="Picture">
            <a:extLst>
              <a:ext uri="{FF2B5EF4-FFF2-40B4-BE49-F238E27FC236}">
                <a16:creationId xmlns:a16="http://schemas.microsoft.com/office/drawing/2014/main" id="{F8F6CC5A-3CF0-480D-B25E-574EDC100323}"/>
              </a:ext>
              <a:ext uri="{C183D7F6-B498-43B3-948B-1728B52AA6E4}">
                <adec:decorative xmlns:adec="http://schemas.microsoft.com/office/drawing/2017/decorative" val="1"/>
              </a:ext>
            </a:extLst>
          </p:cNvPr>
          <p:cNvSpPr>
            <a:spLocks noGrp="1"/>
          </p:cNvSpPr>
          <p:nvPr>
            <p:ph idx="9" hasCustomPrompt="1"/>
          </p:nvPr>
        </p:nvSpPr>
        <p:spPr>
          <a:xfrm>
            <a:off x="296198" y="2434960"/>
            <a:ext cx="2743200" cy="3657600"/>
          </a:xfrm>
        </p:spPr>
        <p:txBody>
          <a:bodyPr anchor="t"/>
          <a:lstStyle>
            <a:lvl1pPr marL="0" indent="0" algn="ctr">
              <a:buNone/>
              <a:defRPr>
                <a:solidFill>
                  <a:schemeClr val="bg1"/>
                </a:solidFill>
              </a:defRPr>
            </a:lvl1pPr>
          </a:lstStyle>
          <a:p>
            <a:r>
              <a:rPr lang="en-US"/>
              <a:t>Click icon to add image</a:t>
            </a:r>
          </a:p>
        </p:txBody>
      </p:sp>
      <p:sp>
        <p:nvSpPr>
          <p:cNvPr id="9"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3444477" y="292100"/>
            <a:ext cx="5486400" cy="6031789"/>
          </a:xfrm>
        </p:spPr>
        <p:txBody>
          <a:bodyPr>
            <a:noAutofit/>
          </a:bodyPr>
          <a:lstStyle>
            <a:lvl1pPr>
              <a:lnSpc>
                <a:spcPct val="100000"/>
              </a:lnSpc>
              <a:spcAft>
                <a:spcPts val="0"/>
              </a:spcAft>
              <a:defRPr sz="1800">
                <a:solidFill>
                  <a:schemeClr val="tx2"/>
                </a:solidFill>
              </a:defRPr>
            </a:lvl1pPr>
            <a:lvl2pPr marL="346472" indent="-171450">
              <a:lnSpc>
                <a:spcPct val="100000"/>
              </a:lnSpc>
              <a:spcAft>
                <a:spcPts val="0"/>
              </a:spcAft>
              <a:defRPr sz="1500">
                <a:solidFill>
                  <a:schemeClr val="tx2"/>
                </a:solidFill>
              </a:defRPr>
            </a:lvl2pPr>
            <a:lvl3pPr marL="513160" indent="-171450">
              <a:lnSpc>
                <a:spcPct val="100000"/>
              </a:lnSpc>
              <a:spcAft>
                <a:spcPts val="0"/>
              </a:spcAft>
              <a:defRPr sz="1350">
                <a:solidFill>
                  <a:schemeClr val="tx2"/>
                </a:solidFill>
              </a:defRPr>
            </a:lvl3pPr>
            <a:lvl4pPr marL="685800" indent="-171450">
              <a:lnSpc>
                <a:spcPct val="100000"/>
              </a:lnSpc>
              <a:spcAft>
                <a:spcPts val="0"/>
              </a:spcAft>
              <a:defRPr sz="1200">
                <a:solidFill>
                  <a:schemeClr val="tx2"/>
                </a:solidFill>
              </a:defRPr>
            </a:lvl4pPr>
            <a:lvl5pPr marL="858441" indent="-171450">
              <a:lnSpc>
                <a:spcPct val="100000"/>
              </a:lnSpc>
              <a:spcAft>
                <a:spcPts val="0"/>
              </a:spcAft>
              <a:defRPr sz="12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41939656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Title, 3 Pictures, 3 Headers, and 3 Text Columns">
    <p:spTree>
      <p:nvGrpSpPr>
        <p:cNvPr id="1" name=""/>
        <p:cNvGrpSpPr/>
        <p:nvPr/>
      </p:nvGrpSpPr>
      <p:grpSpPr>
        <a:xfrm>
          <a:off x="0" y="0"/>
          <a:ext cx="0" cy="0"/>
          <a:chOff x="0" y="0"/>
          <a:chExt cx="0" cy="0"/>
        </a:xfrm>
      </p:grpSpPr>
      <p:sp>
        <p:nvSpPr>
          <p:cNvPr id="10"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8602042" y="6445722"/>
            <a:ext cx="363196" cy="289591"/>
          </a:xfrm>
          <a:prstGeom prst="rect">
            <a:avLst/>
          </a:prstGeom>
        </p:spPr>
        <p:txBody>
          <a:bodyPr/>
          <a:lstStyle>
            <a:lvl1pPr>
              <a:defRPr sz="825"/>
            </a:lvl1pPr>
          </a:lstStyle>
          <a:p>
            <a:fld id="{363DB862-5E2B-42BB-8337-D46E9881345F}" type="slidenum">
              <a:rPr lang="en-US" smtClean="0"/>
              <a:pPr/>
              <a:t>‹nº›</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274320" y="548640"/>
            <a:ext cx="8676907" cy="484430"/>
          </a:xfrm>
        </p:spPr>
        <p:txBody>
          <a:bodyPr/>
          <a:lstStyle>
            <a:lvl1pPr>
              <a:lnSpc>
                <a:spcPct val="100000"/>
              </a:lnSpc>
              <a:defRPr/>
            </a:lvl1pPr>
          </a:lstStyle>
          <a:p>
            <a:r>
              <a:rPr lang="en-US" dirty="0"/>
              <a:t>Title, 3 picture and header and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7" hasCustomPrompt="1"/>
          </p:nvPr>
        </p:nvSpPr>
        <p:spPr>
          <a:xfrm>
            <a:off x="822960" y="1051560"/>
            <a:ext cx="1714500" cy="2286000"/>
          </a:xfrm>
        </p:spPr>
        <p:txBody>
          <a:bodyPr anchor="t"/>
          <a:lstStyle>
            <a:lvl1pPr marL="0" indent="0" algn="ctr">
              <a:buNone/>
              <a:defRPr sz="24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274320" y="3364993"/>
            <a:ext cx="2811780" cy="440329"/>
          </a:xfrm>
          <a:solidFill>
            <a:schemeClr val="accent1"/>
          </a:solidFill>
          <a:ln>
            <a:solidFill>
              <a:schemeClr val="accent1"/>
            </a:solidFill>
          </a:ln>
        </p:spPr>
        <p:txBody>
          <a:bodyPr lIns="91440" anchor="ctr">
            <a:noAutofit/>
          </a:bodyPr>
          <a:lstStyle>
            <a:lvl1pPr marL="45244" indent="0">
              <a:lnSpc>
                <a:spcPct val="100000"/>
              </a:lnSpc>
              <a:spcBef>
                <a:spcPts val="0"/>
              </a:spcBef>
              <a:spcAft>
                <a:spcPts val="0"/>
              </a:spcAft>
              <a:buNone/>
              <a:defRPr sz="1800" b="0">
                <a:solidFill>
                  <a:schemeClr val="bg1"/>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274320" y="3895344"/>
            <a:ext cx="2811780" cy="2551176"/>
          </a:xfrm>
        </p:spPr>
        <p:txBody>
          <a:bodyPr>
            <a:noAutofit/>
          </a:bodyPr>
          <a:lstStyle>
            <a:lvl1pPr>
              <a:lnSpc>
                <a:spcPct val="100000"/>
              </a:lnSpc>
              <a:spcAft>
                <a:spcPts val="0"/>
              </a:spcAft>
              <a:defRPr sz="1800">
                <a:solidFill>
                  <a:schemeClr val="tx2"/>
                </a:solidFill>
              </a:defRPr>
            </a:lvl1pPr>
            <a:lvl2pPr marL="346472" indent="-171450">
              <a:lnSpc>
                <a:spcPct val="100000"/>
              </a:lnSpc>
              <a:spcAft>
                <a:spcPts val="0"/>
              </a:spcAft>
              <a:defRPr sz="1500">
                <a:solidFill>
                  <a:schemeClr val="tx2"/>
                </a:solidFill>
              </a:defRPr>
            </a:lvl2pPr>
            <a:lvl3pPr marL="513160" indent="-171450">
              <a:lnSpc>
                <a:spcPct val="100000"/>
              </a:lnSpc>
              <a:spcAft>
                <a:spcPts val="0"/>
              </a:spcAft>
              <a:defRPr sz="1350">
                <a:solidFill>
                  <a:schemeClr val="tx2"/>
                </a:solidFill>
              </a:defRPr>
            </a:lvl3pPr>
            <a:lvl4pPr marL="685800" indent="-171450">
              <a:lnSpc>
                <a:spcPct val="100000"/>
              </a:lnSpc>
              <a:spcAft>
                <a:spcPts val="0"/>
              </a:spcAft>
              <a:defRPr sz="1200">
                <a:solidFill>
                  <a:schemeClr val="tx2"/>
                </a:solidFill>
              </a:defRPr>
            </a:lvl4pPr>
            <a:lvl5pPr marL="858441" indent="-171450">
              <a:lnSpc>
                <a:spcPct val="100000"/>
              </a:lnSpc>
              <a:spcAft>
                <a:spcPts val="0"/>
              </a:spcAft>
              <a:defRPr sz="12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8" hasCustomPrompt="1"/>
          </p:nvPr>
        </p:nvSpPr>
        <p:spPr>
          <a:xfrm>
            <a:off x="3737610" y="1051560"/>
            <a:ext cx="1714500" cy="2286000"/>
          </a:xfrm>
        </p:spPr>
        <p:txBody>
          <a:bodyPr anchor="t"/>
          <a:lstStyle>
            <a:lvl1pPr marL="0" indent="0" algn="ctr">
              <a:buNone/>
              <a:defRPr sz="2400">
                <a:solidFill>
                  <a:schemeClr val="tx2"/>
                </a:solidFill>
              </a:defRPr>
            </a:lvl1pPr>
          </a:lstStyle>
          <a:p>
            <a:r>
              <a:rPr lang="en-US"/>
              <a:t>Click icon to add image</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3188970" y="3364993"/>
            <a:ext cx="2811780" cy="440329"/>
          </a:xfrm>
          <a:solidFill>
            <a:schemeClr val="accent1"/>
          </a:solidFill>
          <a:ln>
            <a:solidFill>
              <a:schemeClr val="accent1"/>
            </a:solidFill>
          </a:ln>
        </p:spPr>
        <p:txBody>
          <a:bodyPr lIns="91440" anchor="ctr">
            <a:noAutofit/>
          </a:bodyPr>
          <a:lstStyle>
            <a:lvl1pPr marL="45244" indent="0">
              <a:lnSpc>
                <a:spcPct val="100000"/>
              </a:lnSpc>
              <a:spcBef>
                <a:spcPts val="0"/>
              </a:spcBef>
              <a:spcAft>
                <a:spcPts val="0"/>
              </a:spcAft>
              <a:buNone/>
              <a:defRPr sz="1800" b="0">
                <a:solidFill>
                  <a:schemeClr val="bg1"/>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188970" y="3895344"/>
            <a:ext cx="2811780" cy="2551176"/>
          </a:xfrm>
        </p:spPr>
        <p:txBody>
          <a:bodyPr>
            <a:noAutofit/>
          </a:bodyPr>
          <a:lstStyle>
            <a:lvl1pPr>
              <a:lnSpc>
                <a:spcPct val="100000"/>
              </a:lnSpc>
              <a:spcAft>
                <a:spcPts val="0"/>
              </a:spcAft>
              <a:defRPr sz="1800">
                <a:solidFill>
                  <a:schemeClr val="tx2"/>
                </a:solidFill>
              </a:defRPr>
            </a:lvl1pPr>
            <a:lvl2pPr marL="346472" indent="-171450">
              <a:lnSpc>
                <a:spcPct val="100000"/>
              </a:lnSpc>
              <a:spcAft>
                <a:spcPts val="0"/>
              </a:spcAft>
              <a:defRPr sz="1500">
                <a:solidFill>
                  <a:schemeClr val="tx2"/>
                </a:solidFill>
              </a:defRPr>
            </a:lvl2pPr>
            <a:lvl3pPr marL="513160" indent="-171450">
              <a:lnSpc>
                <a:spcPct val="100000"/>
              </a:lnSpc>
              <a:spcAft>
                <a:spcPts val="0"/>
              </a:spcAft>
              <a:defRPr sz="1350">
                <a:solidFill>
                  <a:schemeClr val="tx2"/>
                </a:solidFill>
              </a:defRPr>
            </a:lvl3pPr>
            <a:lvl4pPr marL="685800" indent="-171450">
              <a:lnSpc>
                <a:spcPct val="100000"/>
              </a:lnSpc>
              <a:spcAft>
                <a:spcPts val="0"/>
              </a:spcAft>
              <a:defRPr sz="1200">
                <a:solidFill>
                  <a:schemeClr val="tx2"/>
                </a:solidFill>
              </a:defRPr>
            </a:lvl4pPr>
            <a:lvl5pPr marL="858441" indent="-171450">
              <a:lnSpc>
                <a:spcPct val="100000"/>
              </a:lnSpc>
              <a:spcAft>
                <a:spcPts val="0"/>
              </a:spcAft>
              <a:defRPr sz="12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9" hasCustomPrompt="1"/>
          </p:nvPr>
        </p:nvSpPr>
        <p:spPr>
          <a:xfrm>
            <a:off x="6652260" y="1051560"/>
            <a:ext cx="1714500" cy="2286000"/>
          </a:xfrm>
        </p:spPr>
        <p:txBody>
          <a:bodyPr anchor="t"/>
          <a:lstStyle>
            <a:lvl1pPr marL="0" indent="0" algn="ctr">
              <a:buNone/>
              <a:defRPr sz="2400">
                <a:solidFill>
                  <a:schemeClr val="tx2"/>
                </a:solidFill>
              </a:defRPr>
            </a:lvl1pPr>
          </a:lstStyle>
          <a:p>
            <a:r>
              <a:rPr lang="en-US"/>
              <a:t>Click icon to add image</a:t>
            </a:r>
          </a:p>
        </p:txBody>
      </p:sp>
      <p:sp>
        <p:nvSpPr>
          <p:cNvPr id="5" name="Content Header Right">
            <a:extLst>
              <a:ext uri="{FF2B5EF4-FFF2-40B4-BE49-F238E27FC236}">
                <a16:creationId xmlns:a16="http://schemas.microsoft.com/office/drawing/2014/main" id="{CF01F87A-DBEF-4657-8500-6A751FF3BC24}"/>
              </a:ext>
            </a:extLst>
          </p:cNvPr>
          <p:cNvSpPr>
            <a:spLocks noGrp="1"/>
          </p:cNvSpPr>
          <p:nvPr>
            <p:ph type="subTitle" idx="6" hasCustomPrompt="1"/>
          </p:nvPr>
        </p:nvSpPr>
        <p:spPr>
          <a:xfrm>
            <a:off x="6103620" y="3364993"/>
            <a:ext cx="2811780" cy="440329"/>
          </a:xfrm>
          <a:solidFill>
            <a:schemeClr val="accent1"/>
          </a:solidFill>
          <a:ln>
            <a:solidFill>
              <a:schemeClr val="accent1"/>
            </a:solidFill>
          </a:ln>
        </p:spPr>
        <p:txBody>
          <a:bodyPr lIns="91440" anchor="ctr">
            <a:noAutofit/>
          </a:bodyPr>
          <a:lstStyle>
            <a:lvl1pPr marL="45244" indent="0">
              <a:lnSpc>
                <a:spcPct val="100000"/>
              </a:lnSpc>
              <a:spcBef>
                <a:spcPts val="0"/>
              </a:spcBef>
              <a:spcAft>
                <a:spcPts val="0"/>
              </a:spcAft>
              <a:buNone/>
              <a:defRPr sz="1800" b="0">
                <a:solidFill>
                  <a:schemeClr val="bg1"/>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header text</a:t>
            </a:r>
          </a:p>
        </p:txBody>
      </p:sp>
      <p:sp>
        <p:nvSpPr>
          <p:cNvPr id="9" name="Content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6103620" y="3895344"/>
            <a:ext cx="2811780" cy="2551176"/>
          </a:xfrm>
        </p:spPr>
        <p:txBody>
          <a:bodyPr>
            <a:noAutofit/>
          </a:bodyPr>
          <a:lstStyle>
            <a:lvl1pPr>
              <a:lnSpc>
                <a:spcPct val="100000"/>
              </a:lnSpc>
              <a:spcAft>
                <a:spcPts val="0"/>
              </a:spcAft>
              <a:defRPr sz="1800">
                <a:solidFill>
                  <a:schemeClr val="tx2"/>
                </a:solidFill>
              </a:defRPr>
            </a:lvl1pPr>
            <a:lvl2pPr marL="346472" indent="-171450">
              <a:lnSpc>
                <a:spcPct val="100000"/>
              </a:lnSpc>
              <a:spcAft>
                <a:spcPts val="0"/>
              </a:spcAft>
              <a:defRPr sz="1500">
                <a:solidFill>
                  <a:schemeClr val="tx2"/>
                </a:solidFill>
              </a:defRPr>
            </a:lvl2pPr>
            <a:lvl3pPr marL="513160" indent="-171450">
              <a:lnSpc>
                <a:spcPct val="100000"/>
              </a:lnSpc>
              <a:spcAft>
                <a:spcPts val="0"/>
              </a:spcAft>
              <a:defRPr sz="1350">
                <a:solidFill>
                  <a:schemeClr val="tx2"/>
                </a:solidFill>
              </a:defRPr>
            </a:lvl3pPr>
            <a:lvl4pPr marL="685800" indent="-171450">
              <a:lnSpc>
                <a:spcPct val="100000"/>
              </a:lnSpc>
              <a:spcAft>
                <a:spcPts val="0"/>
              </a:spcAft>
              <a:defRPr sz="1200">
                <a:solidFill>
                  <a:schemeClr val="tx2"/>
                </a:solidFill>
              </a:defRPr>
            </a:lvl4pPr>
            <a:lvl5pPr marL="858441" indent="-171450">
              <a:lnSpc>
                <a:spcPct val="100000"/>
              </a:lnSpc>
              <a:spcAft>
                <a:spcPts val="0"/>
              </a:spcAft>
              <a:defRPr sz="12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45546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Title, Text Column, and Small Pictur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234315" y="732318"/>
            <a:ext cx="8676907" cy="685598"/>
          </a:xfrm>
        </p:spPr>
        <p:txBody>
          <a:bodyPr/>
          <a:lstStyle>
            <a:lvl1pPr>
              <a:lnSpc>
                <a:spcPct val="100000"/>
              </a:lnSpc>
              <a:defRPr/>
            </a:lvl1pPr>
          </a:lstStyle>
          <a:p>
            <a:r>
              <a:rPr lang="en-US" dirty="0"/>
              <a:t>Title, text, and right picture</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274320" y="1920240"/>
            <a:ext cx="6227663" cy="4480560"/>
          </a:xfrm>
        </p:spPr>
        <p:txBody>
          <a:bodyPr>
            <a:noAutofit/>
          </a:bodyPr>
          <a:lstStyle>
            <a:lvl1pPr>
              <a:lnSpc>
                <a:spcPct val="100000"/>
              </a:lnSpc>
              <a:spcAft>
                <a:spcPts val="0"/>
              </a:spcAft>
              <a:defRPr sz="1800">
                <a:solidFill>
                  <a:schemeClr val="tx2"/>
                </a:solidFill>
              </a:defRPr>
            </a:lvl1pPr>
            <a:lvl2pPr marL="346472" indent="-171450">
              <a:lnSpc>
                <a:spcPct val="100000"/>
              </a:lnSpc>
              <a:spcAft>
                <a:spcPts val="0"/>
              </a:spcAft>
              <a:defRPr sz="1500">
                <a:solidFill>
                  <a:schemeClr val="tx2"/>
                </a:solidFill>
              </a:defRPr>
            </a:lvl2pPr>
            <a:lvl3pPr marL="513160" indent="-171450">
              <a:lnSpc>
                <a:spcPct val="100000"/>
              </a:lnSpc>
              <a:spcAft>
                <a:spcPts val="0"/>
              </a:spcAft>
              <a:defRPr sz="1350">
                <a:solidFill>
                  <a:schemeClr val="tx2"/>
                </a:solidFill>
              </a:defRPr>
            </a:lvl3pPr>
            <a:lvl4pPr marL="685800" indent="-171450">
              <a:lnSpc>
                <a:spcPct val="100000"/>
              </a:lnSpc>
              <a:spcAft>
                <a:spcPts val="0"/>
              </a:spcAft>
              <a:defRPr sz="1200">
                <a:solidFill>
                  <a:schemeClr val="tx2"/>
                </a:solidFill>
              </a:defRPr>
            </a:lvl4pPr>
            <a:lvl5pPr marL="858441" indent="-171450">
              <a:lnSpc>
                <a:spcPct val="100000"/>
              </a:lnSpc>
              <a:spcAft>
                <a:spcPts val="0"/>
              </a:spcAft>
              <a:defRPr sz="12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6583680" y="2286000"/>
            <a:ext cx="2228850" cy="2971800"/>
          </a:xfrm>
        </p:spPr>
        <p:txBody>
          <a:bodyPr anchor="t"/>
          <a:lstStyle>
            <a:lvl1pPr marL="0" indent="0" algn="ctr">
              <a:buNone/>
              <a:defRPr sz="24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353393665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9_Title Only">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8602042" y="6445722"/>
            <a:ext cx="363196" cy="289591"/>
          </a:xfrm>
          <a:prstGeom prst="rect">
            <a:avLst/>
          </a:prstGeom>
        </p:spPr>
        <p:txBody>
          <a:bodyPr/>
          <a:lstStyle>
            <a:lvl1pPr>
              <a:defRPr sz="825"/>
            </a:lvl1pPr>
          </a:lstStyle>
          <a:p>
            <a:fld id="{363DB862-5E2B-42BB-8337-D46E9881345F}" type="slidenum">
              <a:rPr lang="en-US" smtClean="0"/>
              <a:pPr/>
              <a:t>‹nº›</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layout</a:t>
            </a:r>
          </a:p>
        </p:txBody>
      </p:sp>
    </p:spTree>
    <p:custDataLst>
      <p:tags r:id="rId1"/>
    </p:custDataLst>
    <p:extLst>
      <p:ext uri="{BB962C8B-B14F-4D97-AF65-F5344CB8AC3E}">
        <p14:creationId xmlns:p14="http://schemas.microsoft.com/office/powerpoint/2010/main" val="155808053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10_Title Only">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8602042" y="6445722"/>
            <a:ext cx="363196" cy="289591"/>
          </a:xfrm>
          <a:prstGeom prst="rect">
            <a:avLst/>
          </a:prstGeom>
        </p:spPr>
        <p:txBody>
          <a:bodyPr/>
          <a:lstStyle>
            <a:lvl1pPr>
              <a:defRPr sz="825"/>
            </a:lvl1pPr>
          </a:lstStyle>
          <a:p>
            <a:fld id="{363DB862-5E2B-42BB-8337-D46E9881345F}" type="slidenum">
              <a:rPr lang="en-US" smtClean="0"/>
              <a:pPr/>
              <a:t>‹nº›</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layout</a:t>
            </a:r>
          </a:p>
        </p:txBody>
      </p:sp>
    </p:spTree>
    <p:custDataLst>
      <p:tags r:id="rId1"/>
    </p:custDataLst>
    <p:extLst>
      <p:ext uri="{BB962C8B-B14F-4D97-AF65-F5344CB8AC3E}">
        <p14:creationId xmlns:p14="http://schemas.microsoft.com/office/powerpoint/2010/main" val="16790005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Title, Header, Text, and Small Picture">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8602042" y="6445722"/>
            <a:ext cx="363196" cy="289591"/>
          </a:xfrm>
          <a:prstGeom prst="rect">
            <a:avLst/>
          </a:prstGeom>
        </p:spPr>
        <p:txBody>
          <a:bodyPr/>
          <a:lstStyle>
            <a:lvl1pPr>
              <a:defRPr sz="825"/>
            </a:lvl1pPr>
          </a:lstStyle>
          <a:p>
            <a:fld id="{363DB862-5E2B-42BB-8337-D46E9881345F}" type="slidenum">
              <a:rPr lang="en-US" smtClean="0"/>
              <a:pPr/>
              <a:t>‹nº›</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274320" y="301752"/>
            <a:ext cx="8615443" cy="731318"/>
          </a:xfrm>
        </p:spPr>
        <p:txBody>
          <a:bodyPr/>
          <a:lstStyle>
            <a:lvl1pPr>
              <a:lnSpc>
                <a:spcPct val="100000"/>
              </a:lnSpc>
              <a:defRPr/>
            </a:lvl1pPr>
          </a:lstStyle>
          <a:p>
            <a:r>
              <a:rPr lang="en-US" dirty="0"/>
              <a:t>Title, header, text, and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274320" y="1053312"/>
            <a:ext cx="8615443" cy="440329"/>
          </a:xfrm>
          <a:solidFill>
            <a:schemeClr val="accent1"/>
          </a:solidFill>
          <a:ln>
            <a:solidFill>
              <a:schemeClr val="accent1"/>
            </a:solidFill>
          </a:ln>
        </p:spPr>
        <p:txBody>
          <a:bodyPr lIns="91440" anchor="ctr">
            <a:noAutofit/>
          </a:bodyPr>
          <a:lstStyle>
            <a:lvl1pPr marL="45244" indent="0">
              <a:lnSpc>
                <a:spcPct val="100000"/>
              </a:lnSpc>
              <a:spcBef>
                <a:spcPts val="0"/>
              </a:spcBef>
              <a:spcAft>
                <a:spcPts val="0"/>
              </a:spcAft>
              <a:buNone/>
              <a:defRPr sz="1800" b="0">
                <a:solidFill>
                  <a:schemeClr val="bg1"/>
                </a:solidFill>
                <a:latin typeface="+mn-lt"/>
                <a:ea typeface="Amazon Ember Heavy" panose="020B0803020204020204" pitchFamily="34" charset="0"/>
                <a:cs typeface="Amazon Ember Heavy" panose="020B080302020402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header text</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274320" y="1591057"/>
            <a:ext cx="6227663" cy="4854665"/>
          </a:xfrm>
        </p:spPr>
        <p:txBody>
          <a:bodyPr>
            <a:noAutofit/>
          </a:bodyPr>
          <a:lstStyle>
            <a:lvl1pPr>
              <a:lnSpc>
                <a:spcPct val="100000"/>
              </a:lnSpc>
              <a:spcAft>
                <a:spcPts val="0"/>
              </a:spcAft>
              <a:defRPr sz="1800">
                <a:solidFill>
                  <a:schemeClr val="tx2"/>
                </a:solidFill>
              </a:defRPr>
            </a:lvl1pPr>
            <a:lvl2pPr marL="346472" indent="-171450">
              <a:lnSpc>
                <a:spcPct val="100000"/>
              </a:lnSpc>
              <a:spcAft>
                <a:spcPts val="0"/>
              </a:spcAft>
              <a:defRPr sz="1500">
                <a:solidFill>
                  <a:schemeClr val="tx2"/>
                </a:solidFill>
              </a:defRPr>
            </a:lvl2pPr>
            <a:lvl3pPr marL="513160" indent="-171450">
              <a:lnSpc>
                <a:spcPct val="100000"/>
              </a:lnSpc>
              <a:spcAft>
                <a:spcPts val="0"/>
              </a:spcAft>
              <a:defRPr sz="1350">
                <a:solidFill>
                  <a:schemeClr val="tx2"/>
                </a:solidFill>
              </a:defRPr>
            </a:lvl3pPr>
            <a:lvl4pPr marL="685800" indent="-171450">
              <a:lnSpc>
                <a:spcPct val="100000"/>
              </a:lnSpc>
              <a:spcAft>
                <a:spcPts val="0"/>
              </a:spcAft>
              <a:defRPr sz="1200">
                <a:solidFill>
                  <a:schemeClr val="tx2"/>
                </a:solidFill>
              </a:defRPr>
            </a:lvl4pPr>
            <a:lvl5pPr marL="858441" indent="-171450">
              <a:lnSpc>
                <a:spcPct val="100000"/>
              </a:lnSpc>
              <a:spcAft>
                <a:spcPts val="0"/>
              </a:spcAft>
              <a:defRPr sz="12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6581447" y="2516806"/>
            <a:ext cx="2228850" cy="2971800"/>
          </a:xfrm>
        </p:spPr>
        <p:txBody>
          <a:bodyPr anchor="t"/>
          <a:lstStyle>
            <a:lvl1pPr marL="0" indent="0" algn="ctr">
              <a:buNone/>
              <a:defRPr sz="24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258573199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cSld name="Quot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500813" y="1614746"/>
            <a:ext cx="7005797" cy="2293938"/>
          </a:xfrm>
        </p:spPr>
        <p:txBody>
          <a:bodyPr anchor="ctr"/>
          <a:lstStyle>
            <a:lvl1pPr>
              <a:defRPr sz="3300">
                <a:solidFill>
                  <a:schemeClr val="bg1"/>
                </a:solidFill>
              </a:defRPr>
            </a:lvl1pPr>
          </a:lstStyle>
          <a:p>
            <a:r>
              <a:rPr lang="en-US" dirty="0"/>
              <a:t>“Enter quote here.”</a:t>
            </a:r>
          </a:p>
        </p:txBody>
      </p:sp>
      <p:sp>
        <p:nvSpPr>
          <p:cNvPr id="3" name="Quoted person">
            <a:extLst>
              <a:ext uri="{FF2B5EF4-FFF2-40B4-BE49-F238E27FC236}">
                <a16:creationId xmlns:a16="http://schemas.microsoft.com/office/drawing/2014/main" id="{D420CCBA-88E9-490C-9819-C37D7A79FC0E}"/>
              </a:ext>
            </a:extLst>
          </p:cNvPr>
          <p:cNvSpPr>
            <a:spLocks noGrp="1"/>
          </p:cNvSpPr>
          <p:nvPr>
            <p:ph type="subTitle" idx="14" hasCustomPrompt="1"/>
          </p:nvPr>
        </p:nvSpPr>
        <p:spPr>
          <a:xfrm>
            <a:off x="499703" y="3922298"/>
            <a:ext cx="7005635" cy="2171799"/>
          </a:xfrm>
          <a:custGeom>
            <a:avLst/>
            <a:gdLst>
              <a:gd name="connsiteX0" fmla="*/ 0 w 9341062"/>
              <a:gd name="connsiteY0" fmla="*/ 2159767 h 2159767"/>
              <a:gd name="connsiteX1" fmla="*/ 539942 w 9341062"/>
              <a:gd name="connsiteY1" fmla="*/ 0 h 2159767"/>
              <a:gd name="connsiteX2" fmla="*/ 8801120 w 9341062"/>
              <a:gd name="connsiteY2" fmla="*/ 0 h 2159767"/>
              <a:gd name="connsiteX3" fmla="*/ 9341062 w 9341062"/>
              <a:gd name="connsiteY3" fmla="*/ 2159767 h 2159767"/>
              <a:gd name="connsiteX4" fmla="*/ 0 w 9341062"/>
              <a:gd name="connsiteY4" fmla="*/ 2159767 h 2159767"/>
              <a:gd name="connsiteX0" fmla="*/ 1479 w 9342541"/>
              <a:gd name="connsiteY0" fmla="*/ 2171799 h 2171799"/>
              <a:gd name="connsiteX1" fmla="*/ 0 w 9342541"/>
              <a:gd name="connsiteY1" fmla="*/ 0 h 2171799"/>
              <a:gd name="connsiteX2" fmla="*/ 8802599 w 9342541"/>
              <a:gd name="connsiteY2" fmla="*/ 12032 h 2171799"/>
              <a:gd name="connsiteX3" fmla="*/ 9342541 w 9342541"/>
              <a:gd name="connsiteY3" fmla="*/ 2171799 h 2171799"/>
              <a:gd name="connsiteX4" fmla="*/ 1479 w 9342541"/>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1479 w 9356052"/>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5132950 w 9356052"/>
              <a:gd name="connsiteY4" fmla="*/ 2165682 h 2171799"/>
              <a:gd name="connsiteX5" fmla="*/ 1479 w 9356052"/>
              <a:gd name="connsiteY5" fmla="*/ 2171799 h 2171799"/>
              <a:gd name="connsiteX0" fmla="*/ 1479 w 9356070"/>
              <a:gd name="connsiteY0" fmla="*/ 2171799 h 2171799"/>
              <a:gd name="connsiteX1" fmla="*/ 0 w 9356070"/>
              <a:gd name="connsiteY1" fmla="*/ 0 h 2171799"/>
              <a:gd name="connsiteX2" fmla="*/ 9356052 w 9356070"/>
              <a:gd name="connsiteY2" fmla="*/ 12032 h 2171799"/>
              <a:gd name="connsiteX3" fmla="*/ 9354572 w 9356070"/>
              <a:gd name="connsiteY3" fmla="*/ 740041 h 2171799"/>
              <a:gd name="connsiteX4" fmla="*/ 5132950 w 9356070"/>
              <a:gd name="connsiteY4" fmla="*/ 2165682 h 2171799"/>
              <a:gd name="connsiteX5" fmla="*/ 1479 w 9356070"/>
              <a:gd name="connsiteY5" fmla="*/ 2171799 h 2171799"/>
              <a:gd name="connsiteX0" fmla="*/ 1479 w 9475004"/>
              <a:gd name="connsiteY0" fmla="*/ 2171799 h 2171799"/>
              <a:gd name="connsiteX1" fmla="*/ 0 w 9475004"/>
              <a:gd name="connsiteY1" fmla="*/ 0 h 2171799"/>
              <a:gd name="connsiteX2" fmla="*/ 9356052 w 9475004"/>
              <a:gd name="connsiteY2" fmla="*/ 12032 h 2171799"/>
              <a:gd name="connsiteX3" fmla="*/ 9474888 w 9475004"/>
              <a:gd name="connsiteY3" fmla="*/ 703946 h 2171799"/>
              <a:gd name="connsiteX4" fmla="*/ 5132950 w 9475004"/>
              <a:gd name="connsiteY4" fmla="*/ 2165682 h 2171799"/>
              <a:gd name="connsiteX5" fmla="*/ 1479 w 9475004"/>
              <a:gd name="connsiteY5" fmla="*/ 2171799 h 2171799"/>
              <a:gd name="connsiteX0" fmla="*/ 1479 w 9474888"/>
              <a:gd name="connsiteY0" fmla="*/ 2171799 h 2171799"/>
              <a:gd name="connsiteX1" fmla="*/ 0 w 9474888"/>
              <a:gd name="connsiteY1" fmla="*/ 0 h 2171799"/>
              <a:gd name="connsiteX2" fmla="*/ 9356052 w 9474888"/>
              <a:gd name="connsiteY2" fmla="*/ 12032 h 2171799"/>
              <a:gd name="connsiteX3" fmla="*/ 9474888 w 9474888"/>
              <a:gd name="connsiteY3" fmla="*/ 703946 h 2171799"/>
              <a:gd name="connsiteX4" fmla="*/ 5132950 w 9474888"/>
              <a:gd name="connsiteY4" fmla="*/ 2165682 h 2171799"/>
              <a:gd name="connsiteX5" fmla="*/ 1479 w 9474888"/>
              <a:gd name="connsiteY5" fmla="*/ 2171799 h 2171799"/>
              <a:gd name="connsiteX0" fmla="*/ 1479 w 9366604"/>
              <a:gd name="connsiteY0" fmla="*/ 2171799 h 2171799"/>
              <a:gd name="connsiteX1" fmla="*/ 0 w 9366604"/>
              <a:gd name="connsiteY1" fmla="*/ 0 h 2171799"/>
              <a:gd name="connsiteX2" fmla="*/ 9356052 w 9366604"/>
              <a:gd name="connsiteY2" fmla="*/ 12032 h 2171799"/>
              <a:gd name="connsiteX3" fmla="*/ 9366604 w 9366604"/>
              <a:gd name="connsiteY3" fmla="*/ 728009 h 2171799"/>
              <a:gd name="connsiteX4" fmla="*/ 5132950 w 9366604"/>
              <a:gd name="connsiteY4" fmla="*/ 2165682 h 2171799"/>
              <a:gd name="connsiteX5" fmla="*/ 1479 w 9366604"/>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28009 h 2171799"/>
              <a:gd name="connsiteX4" fmla="*/ 5132950 w 9356052"/>
              <a:gd name="connsiteY4" fmla="*/ 2165682 h 2171799"/>
              <a:gd name="connsiteX5" fmla="*/ 1479 w 9356052"/>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64104 h 2171799"/>
              <a:gd name="connsiteX4" fmla="*/ 5132950 w 9356052"/>
              <a:gd name="connsiteY4" fmla="*/ 2165682 h 2171799"/>
              <a:gd name="connsiteX5" fmla="*/ 1479 w 9356052"/>
              <a:gd name="connsiteY5" fmla="*/ 2171799 h 2171799"/>
              <a:gd name="connsiteX0" fmla="*/ 1479 w 9342541"/>
              <a:gd name="connsiteY0" fmla="*/ 2171799 h 2171799"/>
              <a:gd name="connsiteX1" fmla="*/ 0 w 9342541"/>
              <a:gd name="connsiteY1" fmla="*/ 0 h 2171799"/>
              <a:gd name="connsiteX2" fmla="*/ 9331989 w 9342541"/>
              <a:gd name="connsiteY2" fmla="*/ 12032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4021"/>
              <a:gd name="connsiteY0" fmla="*/ 2171799 h 2171799"/>
              <a:gd name="connsiteX1" fmla="*/ 0 w 9344021"/>
              <a:gd name="connsiteY1" fmla="*/ 0 h 2171799"/>
              <a:gd name="connsiteX2" fmla="*/ 9344021 w 9344021"/>
              <a:gd name="connsiteY2" fmla="*/ 12032 h 2171799"/>
              <a:gd name="connsiteX3" fmla="*/ 9342541 w 9344021"/>
              <a:gd name="connsiteY3" fmla="*/ 764104 h 2171799"/>
              <a:gd name="connsiteX4" fmla="*/ 5132950 w 9344021"/>
              <a:gd name="connsiteY4" fmla="*/ 2165682 h 2171799"/>
              <a:gd name="connsiteX5" fmla="*/ 1479 w 9344021"/>
              <a:gd name="connsiteY5" fmla="*/ 2171799 h 2171799"/>
              <a:gd name="connsiteX0" fmla="*/ 1479 w 9342541"/>
              <a:gd name="connsiteY0" fmla="*/ 2171799 h 2171799"/>
              <a:gd name="connsiteX1" fmla="*/ 0 w 9342541"/>
              <a:gd name="connsiteY1" fmla="*/ 0 h 2171799"/>
              <a:gd name="connsiteX2" fmla="*/ 9340846 w 9342541"/>
              <a:gd name="connsiteY2" fmla="*/ 1520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0929 h 2171799"/>
              <a:gd name="connsiteX4" fmla="*/ 5132950 w 9342541"/>
              <a:gd name="connsiteY4" fmla="*/ 2165682 h 2171799"/>
              <a:gd name="connsiteX5" fmla="*/ 1479 w 9342541"/>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0846"/>
              <a:gd name="connsiteY0" fmla="*/ 2171799 h 2171799"/>
              <a:gd name="connsiteX1" fmla="*/ 0 w 9340846"/>
              <a:gd name="connsiteY1" fmla="*/ 0 h 2171799"/>
              <a:gd name="connsiteX2" fmla="*/ 9340846 w 9340846"/>
              <a:gd name="connsiteY2" fmla="*/ 8857 h 2171799"/>
              <a:gd name="connsiteX3" fmla="*/ 9339366 w 9340846"/>
              <a:gd name="connsiteY3" fmla="*/ 779979 h 2171799"/>
              <a:gd name="connsiteX4" fmla="*/ 5132950 w 9340846"/>
              <a:gd name="connsiteY4" fmla="*/ 2165682 h 2171799"/>
              <a:gd name="connsiteX5" fmla="*/ 1479 w 9340846"/>
              <a:gd name="connsiteY5" fmla="*/ 2171799 h 2171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40846" h="2171799">
                <a:moveTo>
                  <a:pt x="1479" y="2171799"/>
                </a:moveTo>
                <a:lnTo>
                  <a:pt x="0" y="0"/>
                </a:lnTo>
                <a:lnTo>
                  <a:pt x="9340846" y="8857"/>
                </a:lnTo>
                <a:cubicBezTo>
                  <a:pt x="9336342" y="728779"/>
                  <a:pt x="9341363" y="742849"/>
                  <a:pt x="9339366" y="779979"/>
                </a:cubicBezTo>
                <a:lnTo>
                  <a:pt x="5132950" y="2165682"/>
                </a:lnTo>
                <a:lnTo>
                  <a:pt x="1479" y="2171799"/>
                </a:lnTo>
                <a:close/>
              </a:path>
            </a:pathLst>
          </a:custGeom>
        </p:spPr>
        <p:txBody>
          <a:bodyPr anchor="t"/>
          <a:lstStyle>
            <a:lvl1pPr marL="0" indent="0">
              <a:buNone/>
              <a:defRPr sz="1800" b="0">
                <a:solidFill>
                  <a:schemeClr val="bg1"/>
                </a:solidFill>
              </a:defRPr>
            </a:lvl1pPr>
          </a:lstStyle>
          <a:p>
            <a:pPr lvl="0"/>
            <a:r>
              <a:rPr lang="en-US" dirty="0"/>
              <a:t>Enter quoted person’s name</a:t>
            </a:r>
          </a:p>
        </p:txBody>
      </p:sp>
      <p:sp>
        <p:nvSpPr>
          <p:cNvPr id="14" name="Slide Number">
            <a:extLst>
              <a:ext uri="{FF2B5EF4-FFF2-40B4-BE49-F238E27FC236}">
                <a16:creationId xmlns:a16="http://schemas.microsoft.com/office/drawing/2014/main" id="{C8840ABD-2650-4199-982B-E8F97C5823BD}"/>
              </a:ext>
            </a:extLst>
          </p:cNvPr>
          <p:cNvSpPr>
            <a:spLocks noGrp="1"/>
          </p:cNvSpPr>
          <p:nvPr>
            <p:ph type="sldNum" sz="quarter" idx="10"/>
          </p:nvPr>
        </p:nvSpPr>
        <p:spPr>
          <a:xfrm>
            <a:off x="8602042" y="6445722"/>
            <a:ext cx="363196" cy="289591"/>
          </a:xfrm>
          <a:prstGeom prst="rect">
            <a:avLst/>
          </a:prstGeom>
        </p:spPr>
        <p:txBody>
          <a:bodyPr/>
          <a:lstStyle>
            <a:lvl1pPr>
              <a:defRPr sz="825"/>
            </a:lvl1pPr>
          </a:lstStyle>
          <a:p>
            <a:fld id="{363DB862-5E2B-42BB-8337-D46E9881345F}" type="slidenum">
              <a:rPr lang="en-US" smtClean="0"/>
              <a:pPr/>
              <a:t>‹nº›</a:t>
            </a:fld>
            <a:endParaRPr lang="en-US" dirty="0"/>
          </a:p>
        </p:txBody>
      </p:sp>
    </p:spTree>
    <p:custDataLst>
      <p:tags r:id="rId1"/>
    </p:custDataLst>
    <p:extLst>
      <p:ext uri="{BB962C8B-B14F-4D97-AF65-F5344CB8AC3E}">
        <p14:creationId xmlns:p14="http://schemas.microsoft.com/office/powerpoint/2010/main" val="2955232996"/>
      </p:ext>
    </p:extLst>
  </p:cSld>
  <p:clrMapOvr>
    <a:masterClrMapping/>
  </p:clrMapOvr>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_1:2">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732" y="1816100"/>
            <a:ext cx="2640628" cy="4583111"/>
          </a:xfrm>
        </p:spPr>
        <p:txBody>
          <a:bodyPr>
            <a:no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152" name="Text Placeholder 2"/>
          <p:cNvSpPr>
            <a:spLocks noGrp="1"/>
          </p:cNvSpPr>
          <p:nvPr>
            <p:ph type="body" idx="10"/>
          </p:nvPr>
        </p:nvSpPr>
        <p:spPr>
          <a:xfrm>
            <a:off x="455027" y="589675"/>
            <a:ext cx="8227220" cy="536519"/>
          </a:xfrm>
        </p:spPr>
        <p:txBody>
          <a:bodyPr anchor="t">
            <a:noAutofit/>
          </a:bodyPr>
          <a:lstStyle>
            <a:lvl1pPr marL="0" indent="0">
              <a:buNone/>
              <a:defRPr sz="15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51" name="Content Placeholder 2"/>
          <p:cNvSpPr>
            <a:spLocks noGrp="1"/>
          </p:cNvSpPr>
          <p:nvPr>
            <p:ph idx="11"/>
          </p:nvPr>
        </p:nvSpPr>
        <p:spPr>
          <a:xfrm>
            <a:off x="3256668" y="1816100"/>
            <a:ext cx="5430132" cy="4583111"/>
          </a:xfrm>
        </p:spPr>
        <p:txBody>
          <a:bodyPr>
            <a:no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grpSp>
        <p:nvGrpSpPr>
          <p:cNvPr id="166" name="Group 165"/>
          <p:cNvGrpSpPr/>
          <p:nvPr/>
        </p:nvGrpSpPr>
        <p:grpSpPr>
          <a:xfrm>
            <a:off x="-151325" y="-141165"/>
            <a:ext cx="9439923" cy="7136527"/>
            <a:chOff x="-151325" y="-141165"/>
            <a:chExt cx="9439923" cy="7136527"/>
          </a:xfrm>
        </p:grpSpPr>
        <p:grpSp>
          <p:nvGrpSpPr>
            <p:cNvPr id="167" name="Group 166"/>
            <p:cNvGrpSpPr/>
            <p:nvPr/>
          </p:nvGrpSpPr>
          <p:grpSpPr>
            <a:xfrm>
              <a:off x="457731" y="6873247"/>
              <a:ext cx="8226688" cy="122115"/>
              <a:chOff x="457731" y="6582508"/>
              <a:chExt cx="8226688" cy="486507"/>
            </a:xfrm>
          </p:grpSpPr>
          <p:cxnSp>
            <p:nvCxnSpPr>
              <p:cNvPr id="276" name="Straight Connector 275"/>
              <p:cNvCxnSpPr/>
              <p:nvPr/>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p:nvPr/>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78" name="Group 277"/>
              <p:cNvGrpSpPr/>
              <p:nvPr/>
            </p:nvGrpSpPr>
            <p:grpSpPr>
              <a:xfrm>
                <a:off x="7986158" y="6582508"/>
                <a:ext cx="152400" cy="486507"/>
                <a:chOff x="7983415" y="6582508"/>
                <a:chExt cx="152400" cy="486507"/>
              </a:xfrm>
            </p:grpSpPr>
            <p:cxnSp>
              <p:nvCxnSpPr>
                <p:cNvPr id="309" name="Straight Connector 308"/>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9" name="Group 278"/>
              <p:cNvGrpSpPr/>
              <p:nvPr/>
            </p:nvGrpSpPr>
            <p:grpSpPr>
              <a:xfrm>
                <a:off x="7287901" y="6582508"/>
                <a:ext cx="152400" cy="486507"/>
                <a:chOff x="7983415" y="6582508"/>
                <a:chExt cx="152400" cy="486507"/>
              </a:xfrm>
            </p:grpSpPr>
            <p:cxnSp>
              <p:nvCxnSpPr>
                <p:cNvPr id="307" name="Straight Connector 306"/>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0" name="Group 279"/>
              <p:cNvGrpSpPr/>
              <p:nvPr/>
            </p:nvGrpSpPr>
            <p:grpSpPr>
              <a:xfrm>
                <a:off x="6589644" y="6582508"/>
                <a:ext cx="152400" cy="486507"/>
                <a:chOff x="7983415" y="6582508"/>
                <a:chExt cx="152400" cy="486507"/>
              </a:xfrm>
            </p:grpSpPr>
            <p:cxnSp>
              <p:nvCxnSpPr>
                <p:cNvPr id="305" name="Straight Connector 304"/>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1" name="Group 280"/>
              <p:cNvGrpSpPr/>
              <p:nvPr/>
            </p:nvGrpSpPr>
            <p:grpSpPr>
              <a:xfrm>
                <a:off x="5891387" y="6582508"/>
                <a:ext cx="152400" cy="486507"/>
                <a:chOff x="7983415" y="6582508"/>
                <a:chExt cx="152400" cy="486507"/>
              </a:xfrm>
            </p:grpSpPr>
            <p:cxnSp>
              <p:nvCxnSpPr>
                <p:cNvPr id="303" name="Straight Connector 302"/>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2" name="Group 281"/>
              <p:cNvGrpSpPr/>
              <p:nvPr/>
            </p:nvGrpSpPr>
            <p:grpSpPr>
              <a:xfrm>
                <a:off x="5193130" y="6582508"/>
                <a:ext cx="152400" cy="486507"/>
                <a:chOff x="7983415" y="6582508"/>
                <a:chExt cx="152400" cy="486507"/>
              </a:xfrm>
            </p:grpSpPr>
            <p:cxnSp>
              <p:nvCxnSpPr>
                <p:cNvPr id="301" name="Straight Connector 300"/>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3" name="Group 282"/>
              <p:cNvGrpSpPr/>
              <p:nvPr/>
            </p:nvGrpSpPr>
            <p:grpSpPr>
              <a:xfrm>
                <a:off x="4494873" y="6582508"/>
                <a:ext cx="152400" cy="486507"/>
                <a:chOff x="7983415" y="6582508"/>
                <a:chExt cx="152400" cy="486507"/>
              </a:xfrm>
            </p:grpSpPr>
            <p:cxnSp>
              <p:nvCxnSpPr>
                <p:cNvPr id="299" name="Straight Connector 298"/>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4" name="Group 283"/>
              <p:cNvGrpSpPr/>
              <p:nvPr/>
            </p:nvGrpSpPr>
            <p:grpSpPr>
              <a:xfrm>
                <a:off x="3796616" y="6582508"/>
                <a:ext cx="152400" cy="486507"/>
                <a:chOff x="7983415" y="6582508"/>
                <a:chExt cx="152400" cy="486507"/>
              </a:xfrm>
            </p:grpSpPr>
            <p:cxnSp>
              <p:nvCxnSpPr>
                <p:cNvPr id="297" name="Straight Connector 296"/>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5" name="Group 284"/>
              <p:cNvGrpSpPr/>
              <p:nvPr/>
            </p:nvGrpSpPr>
            <p:grpSpPr>
              <a:xfrm>
                <a:off x="3098359" y="6582508"/>
                <a:ext cx="152400" cy="486507"/>
                <a:chOff x="7983415" y="6582508"/>
                <a:chExt cx="152400" cy="486507"/>
              </a:xfrm>
            </p:grpSpPr>
            <p:cxnSp>
              <p:nvCxnSpPr>
                <p:cNvPr id="295" name="Straight Connector 294"/>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6" name="Group 285"/>
              <p:cNvGrpSpPr/>
              <p:nvPr/>
            </p:nvGrpSpPr>
            <p:grpSpPr>
              <a:xfrm>
                <a:off x="2400102" y="6582508"/>
                <a:ext cx="152400" cy="486507"/>
                <a:chOff x="7983415" y="6582508"/>
                <a:chExt cx="152400" cy="486507"/>
              </a:xfrm>
            </p:grpSpPr>
            <p:cxnSp>
              <p:nvCxnSpPr>
                <p:cNvPr id="293" name="Straight Connector 292"/>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7" name="Group 286"/>
              <p:cNvGrpSpPr/>
              <p:nvPr/>
            </p:nvGrpSpPr>
            <p:grpSpPr>
              <a:xfrm>
                <a:off x="1701845" y="6582508"/>
                <a:ext cx="152400" cy="486507"/>
                <a:chOff x="7983415" y="6582508"/>
                <a:chExt cx="152400" cy="486507"/>
              </a:xfrm>
            </p:grpSpPr>
            <p:cxnSp>
              <p:nvCxnSpPr>
                <p:cNvPr id="291" name="Straight Connector 290"/>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88" name="Group 287"/>
              <p:cNvGrpSpPr/>
              <p:nvPr/>
            </p:nvGrpSpPr>
            <p:grpSpPr>
              <a:xfrm>
                <a:off x="1003588" y="6582508"/>
                <a:ext cx="152400" cy="486507"/>
                <a:chOff x="7983415" y="6582508"/>
                <a:chExt cx="152400" cy="486507"/>
              </a:xfrm>
            </p:grpSpPr>
            <p:cxnSp>
              <p:nvCxnSpPr>
                <p:cNvPr id="289" name="Straight Connector 288"/>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68" name="Group 167"/>
            <p:cNvGrpSpPr/>
            <p:nvPr/>
          </p:nvGrpSpPr>
          <p:grpSpPr>
            <a:xfrm>
              <a:off x="-151325" y="454007"/>
              <a:ext cx="122115" cy="5945205"/>
              <a:chOff x="-238875" y="454007"/>
              <a:chExt cx="122115" cy="5945205"/>
            </a:xfrm>
          </p:grpSpPr>
          <p:cxnSp>
            <p:nvCxnSpPr>
              <p:cNvPr id="241" name="Straight Connector 240"/>
              <p:cNvCxnSpPr/>
              <p:nvPr/>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42" name="Group 241"/>
              <p:cNvGrpSpPr/>
              <p:nvPr/>
            </p:nvGrpSpPr>
            <p:grpSpPr>
              <a:xfrm rot="5400000">
                <a:off x="-254017" y="5940709"/>
                <a:ext cx="152400" cy="122115"/>
                <a:chOff x="7983415" y="6582508"/>
                <a:chExt cx="152400" cy="486507"/>
              </a:xfrm>
            </p:grpSpPr>
            <p:cxnSp>
              <p:nvCxnSpPr>
                <p:cNvPr id="274" name="Straight Connector 273"/>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3" name="Group 242"/>
              <p:cNvGrpSpPr/>
              <p:nvPr/>
            </p:nvGrpSpPr>
            <p:grpSpPr>
              <a:xfrm rot="5400000">
                <a:off x="-254017" y="5467067"/>
                <a:ext cx="152400" cy="122115"/>
                <a:chOff x="7983415" y="6582508"/>
                <a:chExt cx="152400" cy="486507"/>
              </a:xfrm>
            </p:grpSpPr>
            <p:cxnSp>
              <p:nvCxnSpPr>
                <p:cNvPr id="272" name="Straight Connector 271"/>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4" name="Group 243"/>
              <p:cNvGrpSpPr/>
              <p:nvPr/>
            </p:nvGrpSpPr>
            <p:grpSpPr>
              <a:xfrm rot="5400000">
                <a:off x="-254017" y="4993425"/>
                <a:ext cx="152400" cy="122115"/>
                <a:chOff x="7983415" y="6582508"/>
                <a:chExt cx="152400" cy="486507"/>
              </a:xfrm>
            </p:grpSpPr>
            <p:cxnSp>
              <p:nvCxnSpPr>
                <p:cNvPr id="270" name="Straight Connector 269"/>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p:nvGrpSpPr>
            <p:grpSpPr>
              <a:xfrm rot="5400000">
                <a:off x="-254017" y="4519783"/>
                <a:ext cx="152400" cy="122115"/>
                <a:chOff x="7983415" y="6582508"/>
                <a:chExt cx="152400" cy="486507"/>
              </a:xfrm>
            </p:grpSpPr>
            <p:cxnSp>
              <p:nvCxnSpPr>
                <p:cNvPr id="268" name="Straight Connector 267"/>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6" name="Group 245"/>
              <p:cNvGrpSpPr/>
              <p:nvPr/>
            </p:nvGrpSpPr>
            <p:grpSpPr>
              <a:xfrm rot="5400000">
                <a:off x="-254017" y="4046141"/>
                <a:ext cx="152400" cy="122115"/>
                <a:chOff x="7983415" y="6582508"/>
                <a:chExt cx="152400" cy="486507"/>
              </a:xfrm>
            </p:grpSpPr>
            <p:cxnSp>
              <p:nvCxnSpPr>
                <p:cNvPr id="266" name="Straight Connector 265"/>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7" name="Group 246"/>
              <p:cNvGrpSpPr/>
              <p:nvPr/>
            </p:nvGrpSpPr>
            <p:grpSpPr>
              <a:xfrm rot="5400000">
                <a:off x="-254017" y="3572499"/>
                <a:ext cx="152400" cy="122115"/>
                <a:chOff x="7983415" y="6582508"/>
                <a:chExt cx="152400" cy="486507"/>
              </a:xfrm>
            </p:grpSpPr>
            <p:cxnSp>
              <p:nvCxnSpPr>
                <p:cNvPr id="264" name="Straight Connector 263"/>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p:nvGrpSpPr>
            <p:grpSpPr>
              <a:xfrm rot="5400000">
                <a:off x="-254017" y="3098857"/>
                <a:ext cx="152400" cy="122115"/>
                <a:chOff x="7983415" y="6582508"/>
                <a:chExt cx="152400" cy="486507"/>
              </a:xfrm>
            </p:grpSpPr>
            <p:cxnSp>
              <p:nvCxnSpPr>
                <p:cNvPr id="262" name="Straight Connector 261"/>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9" name="Group 248"/>
              <p:cNvGrpSpPr/>
              <p:nvPr/>
            </p:nvGrpSpPr>
            <p:grpSpPr>
              <a:xfrm rot="5400000">
                <a:off x="-254017" y="2625215"/>
                <a:ext cx="152400" cy="122115"/>
                <a:chOff x="7983415" y="6582508"/>
                <a:chExt cx="152400" cy="486507"/>
              </a:xfrm>
            </p:grpSpPr>
            <p:cxnSp>
              <p:nvCxnSpPr>
                <p:cNvPr id="260" name="Straight Connector 259"/>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0" name="Group 249"/>
              <p:cNvGrpSpPr/>
              <p:nvPr/>
            </p:nvGrpSpPr>
            <p:grpSpPr>
              <a:xfrm rot="5400000">
                <a:off x="-254017" y="2151573"/>
                <a:ext cx="152400" cy="122115"/>
                <a:chOff x="7983415" y="6582508"/>
                <a:chExt cx="152400" cy="486507"/>
              </a:xfrm>
            </p:grpSpPr>
            <p:cxnSp>
              <p:nvCxnSpPr>
                <p:cNvPr id="258" name="Straight Connector 257"/>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1" name="Group 250"/>
              <p:cNvGrpSpPr/>
              <p:nvPr/>
            </p:nvGrpSpPr>
            <p:grpSpPr>
              <a:xfrm rot="5400000">
                <a:off x="-254017" y="1677931"/>
                <a:ext cx="152400" cy="122115"/>
                <a:chOff x="7983415" y="6582508"/>
                <a:chExt cx="152400" cy="486507"/>
              </a:xfrm>
            </p:grpSpPr>
            <p:cxnSp>
              <p:nvCxnSpPr>
                <p:cNvPr id="256" name="Straight Connector 255"/>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2" name="Group 251"/>
              <p:cNvGrpSpPr/>
              <p:nvPr/>
            </p:nvGrpSpPr>
            <p:grpSpPr>
              <a:xfrm rot="5400000">
                <a:off x="-254017" y="997340"/>
                <a:ext cx="152400" cy="122115"/>
                <a:chOff x="7983415" y="6582508"/>
                <a:chExt cx="152400" cy="486507"/>
              </a:xfrm>
            </p:grpSpPr>
            <p:cxnSp>
              <p:nvCxnSpPr>
                <p:cNvPr id="254" name="Straight Connector 253"/>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53" name="Straight Connector 252"/>
              <p:cNvCxnSpPr/>
              <p:nvPr/>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69" name="Group 168"/>
            <p:cNvGrpSpPr/>
            <p:nvPr/>
          </p:nvGrpSpPr>
          <p:grpSpPr>
            <a:xfrm>
              <a:off x="9166483" y="454007"/>
              <a:ext cx="122115" cy="5945205"/>
              <a:chOff x="-238875" y="454007"/>
              <a:chExt cx="122115" cy="5945205"/>
            </a:xfrm>
          </p:grpSpPr>
          <p:cxnSp>
            <p:nvCxnSpPr>
              <p:cNvPr id="206" name="Straight Connector 205"/>
              <p:cNvCxnSpPr/>
              <p:nvPr/>
            </p:nvCxnSpPr>
            <p:spPr>
              <a:xfrm rot="5400000">
                <a:off x="-177817" y="392949"/>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07" name="Group 206"/>
              <p:cNvGrpSpPr/>
              <p:nvPr/>
            </p:nvGrpSpPr>
            <p:grpSpPr>
              <a:xfrm rot="5400000">
                <a:off x="-254017" y="5940709"/>
                <a:ext cx="152400" cy="122115"/>
                <a:chOff x="7983415" y="6582508"/>
                <a:chExt cx="152400" cy="486507"/>
              </a:xfrm>
            </p:grpSpPr>
            <p:cxnSp>
              <p:nvCxnSpPr>
                <p:cNvPr id="239" name="Straight Connector 238"/>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8" name="Group 207"/>
              <p:cNvGrpSpPr/>
              <p:nvPr/>
            </p:nvGrpSpPr>
            <p:grpSpPr>
              <a:xfrm rot="5400000">
                <a:off x="-254017" y="5467067"/>
                <a:ext cx="152400" cy="122115"/>
                <a:chOff x="7983415" y="6582508"/>
                <a:chExt cx="152400" cy="486507"/>
              </a:xfrm>
            </p:grpSpPr>
            <p:cxnSp>
              <p:nvCxnSpPr>
                <p:cNvPr id="237" name="Straight Connector 236"/>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p:cNvGrpSpPr/>
              <p:nvPr/>
            </p:nvGrpSpPr>
            <p:grpSpPr>
              <a:xfrm rot="5400000">
                <a:off x="-254017" y="4993425"/>
                <a:ext cx="152400" cy="122115"/>
                <a:chOff x="7983415" y="6582508"/>
                <a:chExt cx="152400" cy="486507"/>
              </a:xfrm>
            </p:grpSpPr>
            <p:cxnSp>
              <p:nvCxnSpPr>
                <p:cNvPr id="235" name="Straight Connector 234"/>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0" name="Group 209"/>
              <p:cNvGrpSpPr/>
              <p:nvPr/>
            </p:nvGrpSpPr>
            <p:grpSpPr>
              <a:xfrm rot="5400000">
                <a:off x="-254017" y="4519783"/>
                <a:ext cx="152400" cy="122115"/>
                <a:chOff x="7983415" y="6582508"/>
                <a:chExt cx="152400" cy="486507"/>
              </a:xfrm>
            </p:grpSpPr>
            <p:cxnSp>
              <p:nvCxnSpPr>
                <p:cNvPr id="233" name="Straight Connector 232"/>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1" name="Group 210"/>
              <p:cNvGrpSpPr/>
              <p:nvPr/>
            </p:nvGrpSpPr>
            <p:grpSpPr>
              <a:xfrm rot="5400000">
                <a:off x="-254017" y="4046141"/>
                <a:ext cx="152400" cy="122115"/>
                <a:chOff x="7983415" y="6582508"/>
                <a:chExt cx="152400" cy="486507"/>
              </a:xfrm>
            </p:grpSpPr>
            <p:cxnSp>
              <p:nvCxnSpPr>
                <p:cNvPr id="231" name="Straight Connector 230"/>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p:cNvGrpSpPr/>
              <p:nvPr/>
            </p:nvGrpSpPr>
            <p:grpSpPr>
              <a:xfrm rot="5400000">
                <a:off x="-254017" y="3572499"/>
                <a:ext cx="152400" cy="122115"/>
                <a:chOff x="7983415" y="6582508"/>
                <a:chExt cx="152400" cy="486507"/>
              </a:xfrm>
            </p:grpSpPr>
            <p:cxnSp>
              <p:nvCxnSpPr>
                <p:cNvPr id="229" name="Straight Connector 228"/>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3" name="Group 212"/>
              <p:cNvGrpSpPr/>
              <p:nvPr/>
            </p:nvGrpSpPr>
            <p:grpSpPr>
              <a:xfrm rot="5400000">
                <a:off x="-254017" y="3098857"/>
                <a:ext cx="152400" cy="122115"/>
                <a:chOff x="7983415" y="6582508"/>
                <a:chExt cx="152400" cy="486507"/>
              </a:xfrm>
            </p:grpSpPr>
            <p:cxnSp>
              <p:nvCxnSpPr>
                <p:cNvPr id="227" name="Straight Connector 226"/>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4" name="Group 213"/>
              <p:cNvGrpSpPr/>
              <p:nvPr/>
            </p:nvGrpSpPr>
            <p:grpSpPr>
              <a:xfrm rot="5400000">
                <a:off x="-254017" y="2625215"/>
                <a:ext cx="152400" cy="122115"/>
                <a:chOff x="7983415" y="6582508"/>
                <a:chExt cx="152400" cy="486507"/>
              </a:xfrm>
            </p:grpSpPr>
            <p:cxnSp>
              <p:nvCxnSpPr>
                <p:cNvPr id="225" name="Straight Connector 224"/>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p:cNvGrpSpPr/>
              <p:nvPr/>
            </p:nvGrpSpPr>
            <p:grpSpPr>
              <a:xfrm rot="5400000">
                <a:off x="-254017" y="2151573"/>
                <a:ext cx="152400" cy="122115"/>
                <a:chOff x="7983415" y="6582508"/>
                <a:chExt cx="152400" cy="486507"/>
              </a:xfrm>
            </p:grpSpPr>
            <p:cxnSp>
              <p:nvCxnSpPr>
                <p:cNvPr id="223" name="Straight Connector 222"/>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6" name="Group 215"/>
              <p:cNvGrpSpPr/>
              <p:nvPr/>
            </p:nvGrpSpPr>
            <p:grpSpPr>
              <a:xfrm rot="5400000">
                <a:off x="-254017" y="1677931"/>
                <a:ext cx="152400" cy="122115"/>
                <a:chOff x="7983415" y="6582508"/>
                <a:chExt cx="152400" cy="486507"/>
              </a:xfrm>
            </p:grpSpPr>
            <p:cxnSp>
              <p:nvCxnSpPr>
                <p:cNvPr id="221" name="Straight Connector 220"/>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7" name="Group 216"/>
              <p:cNvGrpSpPr/>
              <p:nvPr/>
            </p:nvGrpSpPr>
            <p:grpSpPr>
              <a:xfrm rot="5400000">
                <a:off x="-254017" y="997340"/>
                <a:ext cx="152400" cy="122115"/>
                <a:chOff x="7983415" y="6582508"/>
                <a:chExt cx="152400" cy="486507"/>
              </a:xfrm>
            </p:grpSpPr>
            <p:cxnSp>
              <p:nvCxnSpPr>
                <p:cNvPr id="219" name="Straight Connector 218"/>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18" name="Straight Connector 217"/>
              <p:cNvCxnSpPr/>
              <p:nvPr/>
            </p:nvCxnSpPr>
            <p:spPr>
              <a:xfrm rot="5400000">
                <a:off x="-177817" y="6338154"/>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0" name="Group 169"/>
            <p:cNvGrpSpPr/>
            <p:nvPr/>
          </p:nvGrpSpPr>
          <p:grpSpPr>
            <a:xfrm>
              <a:off x="457731" y="-141165"/>
              <a:ext cx="8226688" cy="122115"/>
              <a:chOff x="457731" y="6582508"/>
              <a:chExt cx="8226688" cy="486507"/>
            </a:xfrm>
          </p:grpSpPr>
          <p:cxnSp>
            <p:nvCxnSpPr>
              <p:cNvPr id="171" name="Straight Connector 170"/>
              <p:cNvCxnSpPr/>
              <p:nvPr/>
            </p:nvCxnSpPr>
            <p:spPr>
              <a:xfrm>
                <a:off x="457731"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8684419"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3" name="Group 172"/>
              <p:cNvGrpSpPr/>
              <p:nvPr/>
            </p:nvGrpSpPr>
            <p:grpSpPr>
              <a:xfrm>
                <a:off x="7986158" y="6582508"/>
                <a:ext cx="152400" cy="486507"/>
                <a:chOff x="7983415" y="6582508"/>
                <a:chExt cx="152400" cy="486507"/>
              </a:xfrm>
            </p:grpSpPr>
            <p:cxnSp>
              <p:nvCxnSpPr>
                <p:cNvPr id="204" name="Straight Connector 203"/>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4" name="Group 173"/>
              <p:cNvGrpSpPr/>
              <p:nvPr/>
            </p:nvGrpSpPr>
            <p:grpSpPr>
              <a:xfrm>
                <a:off x="7287901" y="6582508"/>
                <a:ext cx="152400" cy="486507"/>
                <a:chOff x="7983415" y="6582508"/>
                <a:chExt cx="152400" cy="486507"/>
              </a:xfrm>
            </p:grpSpPr>
            <p:cxnSp>
              <p:nvCxnSpPr>
                <p:cNvPr id="202" name="Straight Connector 201"/>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5" name="Group 174"/>
              <p:cNvGrpSpPr/>
              <p:nvPr/>
            </p:nvGrpSpPr>
            <p:grpSpPr>
              <a:xfrm>
                <a:off x="6589644" y="6582508"/>
                <a:ext cx="152400" cy="486507"/>
                <a:chOff x="7983415" y="6582508"/>
                <a:chExt cx="152400" cy="486507"/>
              </a:xfrm>
            </p:grpSpPr>
            <p:cxnSp>
              <p:nvCxnSpPr>
                <p:cNvPr id="200" name="Straight Connector 199"/>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p:nvGrpSpPr>
            <p:grpSpPr>
              <a:xfrm>
                <a:off x="5891387" y="6582508"/>
                <a:ext cx="152400" cy="486507"/>
                <a:chOff x="7983415" y="6582508"/>
                <a:chExt cx="152400" cy="486507"/>
              </a:xfrm>
            </p:grpSpPr>
            <p:cxnSp>
              <p:nvCxnSpPr>
                <p:cNvPr id="198" name="Straight Connector 197"/>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7" name="Group 176"/>
              <p:cNvGrpSpPr/>
              <p:nvPr/>
            </p:nvGrpSpPr>
            <p:grpSpPr>
              <a:xfrm>
                <a:off x="5193130" y="6582508"/>
                <a:ext cx="152400" cy="486507"/>
                <a:chOff x="7983415" y="6582508"/>
                <a:chExt cx="152400" cy="486507"/>
              </a:xfrm>
            </p:grpSpPr>
            <p:cxnSp>
              <p:nvCxnSpPr>
                <p:cNvPr id="196" name="Straight Connector 195"/>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8" name="Group 177"/>
              <p:cNvGrpSpPr/>
              <p:nvPr/>
            </p:nvGrpSpPr>
            <p:grpSpPr>
              <a:xfrm>
                <a:off x="4494873" y="6582508"/>
                <a:ext cx="152400" cy="486507"/>
                <a:chOff x="7983415" y="6582508"/>
                <a:chExt cx="152400" cy="486507"/>
              </a:xfrm>
            </p:grpSpPr>
            <p:cxnSp>
              <p:nvCxnSpPr>
                <p:cNvPr id="194" name="Straight Connector 193"/>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p:nvGrpSpPr>
            <p:grpSpPr>
              <a:xfrm>
                <a:off x="3796616" y="6582508"/>
                <a:ext cx="152400" cy="486507"/>
                <a:chOff x="7983415" y="6582508"/>
                <a:chExt cx="152400" cy="486507"/>
              </a:xfrm>
            </p:grpSpPr>
            <p:cxnSp>
              <p:nvCxnSpPr>
                <p:cNvPr id="192" name="Straight Connector 191"/>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0" name="Group 179"/>
              <p:cNvGrpSpPr/>
              <p:nvPr/>
            </p:nvGrpSpPr>
            <p:grpSpPr>
              <a:xfrm>
                <a:off x="3098359" y="6582508"/>
                <a:ext cx="152400" cy="486507"/>
                <a:chOff x="7983415" y="6582508"/>
                <a:chExt cx="152400" cy="486507"/>
              </a:xfrm>
            </p:grpSpPr>
            <p:cxnSp>
              <p:nvCxnSpPr>
                <p:cNvPr id="190" name="Straight Connector 189"/>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1" name="Group 180"/>
              <p:cNvGrpSpPr/>
              <p:nvPr/>
            </p:nvGrpSpPr>
            <p:grpSpPr>
              <a:xfrm>
                <a:off x="2400102" y="6582508"/>
                <a:ext cx="152400" cy="486507"/>
                <a:chOff x="7983415" y="6582508"/>
                <a:chExt cx="152400" cy="486507"/>
              </a:xfrm>
            </p:grpSpPr>
            <p:cxnSp>
              <p:nvCxnSpPr>
                <p:cNvPr id="188" name="Straight Connector 187"/>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2" name="Group 181"/>
              <p:cNvGrpSpPr/>
              <p:nvPr/>
            </p:nvGrpSpPr>
            <p:grpSpPr>
              <a:xfrm>
                <a:off x="1701845" y="6582508"/>
                <a:ext cx="152400" cy="486507"/>
                <a:chOff x="7983415" y="6582508"/>
                <a:chExt cx="152400" cy="486507"/>
              </a:xfrm>
            </p:grpSpPr>
            <p:cxnSp>
              <p:nvCxnSpPr>
                <p:cNvPr id="186" name="Straight Connector 185"/>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83" name="Group 182"/>
              <p:cNvGrpSpPr/>
              <p:nvPr/>
            </p:nvGrpSpPr>
            <p:grpSpPr>
              <a:xfrm>
                <a:off x="1003588" y="6582508"/>
                <a:ext cx="152400" cy="486507"/>
                <a:chOff x="7983415" y="6582508"/>
                <a:chExt cx="152400" cy="486507"/>
              </a:xfrm>
            </p:grpSpPr>
            <p:cxnSp>
              <p:nvCxnSpPr>
                <p:cNvPr id="184" name="Straight Connector 183"/>
                <p:cNvCxnSpPr/>
                <p:nvPr/>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grpSp>
      <p:sp>
        <p:nvSpPr>
          <p:cNvPr id="153" name="Text Placeholder 6"/>
          <p:cNvSpPr>
            <a:spLocks noGrp="1"/>
          </p:cNvSpPr>
          <p:nvPr>
            <p:ph type="body" sz="quarter" idx="14"/>
          </p:nvPr>
        </p:nvSpPr>
        <p:spPr>
          <a:xfrm>
            <a:off x="458788" y="6399212"/>
            <a:ext cx="5438508" cy="458788"/>
          </a:xfrm>
        </p:spPr>
        <p:txBody>
          <a:bodyPr vert="horz" lIns="0" tIns="0" rIns="0" bIns="0" rtlCol="0" anchor="ctr">
            <a:noAutofit/>
          </a:bodyPr>
          <a:lstStyle>
            <a:lvl1pPr>
              <a:defRPr lang="en-US" sz="800" i="0" kern="1200" dirty="0" smtClean="0">
                <a:solidFill>
                  <a:schemeClr val="bg2"/>
                </a:solidFill>
                <a:latin typeface="+mj-lt"/>
                <a:ea typeface="+mn-ea"/>
                <a:cs typeface="+mn-cs"/>
              </a:defRPr>
            </a:lvl1pPr>
          </a:lstStyle>
          <a:p>
            <a:pPr marL="0" lvl="0" indent="0" algn="l" defTabSz="914400" rtl="0" eaLnBrk="1" latinLnBrk="0" hangingPunct="1">
              <a:lnSpc>
                <a:spcPct val="85000"/>
              </a:lnSpc>
              <a:spcBef>
                <a:spcPts val="0"/>
              </a:spcBef>
              <a:spcAft>
                <a:spcPts val="0"/>
              </a:spcAft>
              <a:buFontTx/>
              <a:buNone/>
            </a:pPr>
            <a:r>
              <a:rPr lang="pt-BR"/>
              <a:t>Clique para editar os estilos de texto Mestres</a:t>
            </a:r>
          </a:p>
        </p:txBody>
      </p:sp>
    </p:spTree>
    <p:extLst>
      <p:ext uri="{BB962C8B-B14F-4D97-AF65-F5344CB8AC3E}">
        <p14:creationId xmlns:p14="http://schemas.microsoft.com/office/powerpoint/2010/main" val="61034221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userDrawn="1">
  <p:cSld name="1_No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457200" y="6407150"/>
            <a:ext cx="7582849" cy="450850"/>
          </a:xfrm>
        </p:spPr>
        <p:txBody>
          <a:bodyPr/>
          <a:lstStyle>
            <a:lvl1pPr>
              <a:lnSpc>
                <a:spcPct val="85000"/>
              </a:lnSpc>
              <a:buFontTx/>
              <a:buNone/>
              <a:defRPr sz="800" i="0">
                <a:solidFill>
                  <a:schemeClr val="bg2"/>
                </a:solidFill>
                <a:latin typeface="+mn-lt"/>
              </a:defRPr>
            </a:lvl1pPr>
            <a:lvl2pPr>
              <a:lnSpc>
                <a:spcPct val="85000"/>
              </a:lnSpc>
              <a:buFontTx/>
              <a:buNone/>
              <a:defRPr sz="800">
                <a:solidFill>
                  <a:schemeClr val="bg2"/>
                </a:solidFill>
                <a:latin typeface="+mn-lt"/>
              </a:defRPr>
            </a:lvl2pPr>
            <a:lvl3pPr>
              <a:lnSpc>
                <a:spcPct val="85000"/>
              </a:lnSpc>
              <a:buFontTx/>
              <a:buNone/>
              <a:defRPr sz="800">
                <a:solidFill>
                  <a:schemeClr val="bg2"/>
                </a:solidFill>
                <a:latin typeface="+mn-lt"/>
              </a:defRPr>
            </a:lvl3pPr>
            <a:lvl4pPr>
              <a:lnSpc>
                <a:spcPct val="85000"/>
              </a:lnSpc>
              <a:buFontTx/>
              <a:buNone/>
              <a:defRPr sz="800">
                <a:solidFill>
                  <a:schemeClr val="bg2"/>
                </a:solidFill>
                <a:latin typeface="+mn-lt"/>
              </a:defRPr>
            </a:lvl4pPr>
            <a:lvl5pPr marL="0" indent="0">
              <a:lnSpc>
                <a:spcPct val="85000"/>
              </a:lnSpc>
              <a:buFontTx/>
              <a:buNone/>
              <a:defRPr sz="800">
                <a:solidFill>
                  <a:schemeClr val="bg2"/>
                </a:solidFill>
                <a:latin typeface="+mn-lt"/>
              </a:defRPr>
            </a:lvl5pPr>
          </a:lstStyle>
          <a:p>
            <a:pPr lvl="0"/>
            <a:r>
              <a:rPr lang="en-US"/>
              <a:t>Click to insert attribution</a:t>
            </a:r>
          </a:p>
        </p:txBody>
      </p:sp>
    </p:spTree>
    <p:extLst>
      <p:ext uri="{BB962C8B-B14F-4D97-AF65-F5344CB8AC3E}">
        <p14:creationId xmlns:p14="http://schemas.microsoft.com/office/powerpoint/2010/main" val="17354915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_Title, 5 Small Pictures, 5 Headers, and 5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41E2E505-7AE2-D85F-6B73-C1C0BE6B4075}"/>
              </a:ext>
            </a:extLst>
          </p:cNvPr>
          <p:cNvSpPr txBox="1"/>
          <p:nvPr/>
        </p:nvSpPr>
        <p:spPr>
          <a:xfrm>
            <a:off x="2826544" y="6569076"/>
            <a:ext cx="2624436" cy="187615"/>
          </a:xfrm>
          <a:prstGeom prst="rect">
            <a:avLst/>
          </a:prstGeom>
          <a:noFill/>
        </p:spPr>
        <p:txBody>
          <a:bodyPr wrap="none">
            <a:spAutoFit/>
          </a:bodyPr>
          <a:lstStyle/>
          <a:p>
            <a:pPr>
              <a:defRPr/>
            </a:pPr>
            <a:r>
              <a:rPr lang="en-US" sz="619" dirty="0">
                <a:solidFill>
                  <a:schemeClr val="tx2"/>
                </a:solidFill>
                <a:latin typeface="+mn-lt"/>
              </a:rPr>
              <a:t>© 2022, Amazon Web Services, Inc. or its affiliates. All rights reserved.</a:t>
            </a:r>
          </a:p>
        </p:txBody>
      </p:sp>
      <p:sp>
        <p:nvSpPr>
          <p:cNvPr id="15" name="Title Border" descr="&quot;&quot;">
            <a:extLst>
              <a:ext uri="{FF2B5EF4-FFF2-40B4-BE49-F238E27FC236}">
                <a16:creationId xmlns:a16="http://schemas.microsoft.com/office/drawing/2014/main" id="{EF80F63D-92AE-3BD4-6AB3-31BE2E2F3A81}"/>
              </a:ext>
            </a:extLst>
          </p:cNvPr>
          <p:cNvSpPr/>
          <p:nvPr/>
        </p:nvSpPr>
        <p:spPr>
          <a:xfrm>
            <a:off x="273844" y="1030289"/>
            <a:ext cx="8676085" cy="460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13" dirty="0"/>
          </a:p>
        </p:txBody>
      </p:sp>
      <p:sp>
        <p:nvSpPr>
          <p:cNvPr id="2" name="Title"/>
          <p:cNvSpPr>
            <a:spLocks noGrp="1"/>
          </p:cNvSpPr>
          <p:nvPr>
            <p:ph type="title"/>
          </p:nvPr>
        </p:nvSpPr>
        <p:spPr/>
        <p:txBody>
          <a:bodyPr/>
          <a:lstStyle>
            <a:lvl1pPr>
              <a:defRPr/>
            </a:lvl1pPr>
          </a:lstStyle>
          <a:p>
            <a:r>
              <a:rPr lang="pt-BR"/>
              <a:t>Clique para editar o título Mestre</a:t>
            </a:r>
            <a:endParaRPr lang="en-US" dirty="0"/>
          </a:p>
        </p:txBody>
      </p:sp>
      <p:sp>
        <p:nvSpPr>
          <p:cNvPr id="11" name="Picture 1"/>
          <p:cNvSpPr>
            <a:spLocks noGrp="1"/>
          </p:cNvSpPr>
          <p:nvPr>
            <p:ph idx="9"/>
          </p:nvPr>
        </p:nvSpPr>
        <p:spPr>
          <a:xfrm>
            <a:off x="342900" y="1041202"/>
            <a:ext cx="1371600" cy="1828800"/>
          </a:xfrm>
        </p:spPr>
        <p:txBody>
          <a:bodyPr/>
          <a:lstStyle>
            <a:lvl1pPr marL="0" indent="0" algn="ctr">
              <a:buNone/>
              <a:defRPr sz="1575">
                <a:solidFill>
                  <a:schemeClr val="tx2"/>
                </a:solidFill>
              </a:defRPr>
            </a:lvl1pPr>
          </a:lstStyle>
          <a:p>
            <a:pPr lvl="0"/>
            <a:r>
              <a:rPr lang="pt-BR"/>
              <a:t>Clique para editar os estilos de texto Mestres</a:t>
            </a:r>
          </a:p>
        </p:txBody>
      </p:sp>
      <p:sp>
        <p:nvSpPr>
          <p:cNvPr id="3" name="Content Header 1"/>
          <p:cNvSpPr>
            <a:spLocks noGrp="1"/>
          </p:cNvSpPr>
          <p:nvPr>
            <p:ph type="subTitle" idx="5"/>
          </p:nvPr>
        </p:nvSpPr>
        <p:spPr>
          <a:xfrm>
            <a:off x="205740" y="2926080"/>
            <a:ext cx="1645920" cy="301752"/>
          </a:xfrm>
          <a:solidFill>
            <a:schemeClr val="accent1"/>
          </a:solidFill>
          <a:ln>
            <a:solidFill>
              <a:schemeClr val="accent1"/>
            </a:solidFill>
          </a:ln>
        </p:spPr>
        <p:txBody>
          <a:bodyPr rtlCol="0" anchor="ctr">
            <a:noAutofit/>
          </a:bodyPr>
          <a:lstStyle>
            <a:lvl1pPr marL="33933" indent="0">
              <a:buNone/>
              <a:defRPr lang="en-US" sz="1125" b="0" dirty="0">
                <a:solidFill>
                  <a:schemeClr val="bg1"/>
                </a:solidFill>
                <a:latin typeface="+mn-lt"/>
                <a:ea typeface="Amazon Ember Heavy" panose="020B0803020204020204" pitchFamily="34" charset="0"/>
                <a:cs typeface="Amazon Ember Heavy" panose="020B0803020204020204" pitchFamily="34" charset="0"/>
              </a:defRPr>
            </a:lvl1pPr>
          </a:lstStyle>
          <a:p>
            <a:pPr lvl="0"/>
            <a:r>
              <a:rPr lang="pt-BR"/>
              <a:t>Clique para editar o estilo do subtítulo Mestre</a:t>
            </a:r>
            <a:endParaRPr lang="en-US" dirty="0"/>
          </a:p>
        </p:txBody>
      </p:sp>
      <p:sp>
        <p:nvSpPr>
          <p:cNvPr id="7" name="Content 1"/>
          <p:cNvSpPr>
            <a:spLocks noGrp="1"/>
          </p:cNvSpPr>
          <p:nvPr>
            <p:ph type="body" idx="1"/>
          </p:nvPr>
        </p:nvSpPr>
        <p:spPr>
          <a:xfrm>
            <a:off x="205740" y="3291842"/>
            <a:ext cx="1645920" cy="3142903"/>
          </a:xfrm>
        </p:spPr>
        <p:txBody>
          <a:bodyPr>
            <a:normAutofit/>
          </a:bodyPr>
          <a:lstStyle>
            <a:lvl1pPr marL="0" indent="0">
              <a:spcAft>
                <a:spcPts val="675"/>
              </a:spcAft>
              <a:buNone/>
              <a:defRPr sz="1350">
                <a:solidFill>
                  <a:schemeClr val="tx2"/>
                </a:solidFill>
              </a:defRPr>
            </a:lvl1pPr>
          </a:lstStyle>
          <a:p>
            <a:pPr lvl="0"/>
            <a:r>
              <a:rPr lang="pt-BR"/>
              <a:t>Clique para editar os estilos de texto Mestres</a:t>
            </a:r>
          </a:p>
        </p:txBody>
      </p:sp>
      <p:sp>
        <p:nvSpPr>
          <p:cNvPr id="12" name="Picture 2"/>
          <p:cNvSpPr>
            <a:spLocks noGrp="1"/>
          </p:cNvSpPr>
          <p:nvPr>
            <p:ph idx="10"/>
          </p:nvPr>
        </p:nvSpPr>
        <p:spPr>
          <a:xfrm>
            <a:off x="2140717" y="1041202"/>
            <a:ext cx="1371600" cy="1828800"/>
          </a:xfrm>
        </p:spPr>
        <p:txBody>
          <a:bodyPr/>
          <a:lstStyle>
            <a:lvl1pPr marL="0" indent="0" algn="ctr">
              <a:buNone/>
              <a:defRPr sz="1575">
                <a:solidFill>
                  <a:schemeClr val="tx2"/>
                </a:solidFill>
              </a:defRPr>
            </a:lvl1pPr>
          </a:lstStyle>
          <a:p>
            <a:pPr lvl="0"/>
            <a:r>
              <a:rPr lang="pt-BR"/>
              <a:t>Clique para editar os estilos de texto Mestres</a:t>
            </a:r>
          </a:p>
        </p:txBody>
      </p:sp>
      <p:sp>
        <p:nvSpPr>
          <p:cNvPr id="4" name="Content Header 2"/>
          <p:cNvSpPr>
            <a:spLocks noGrp="1"/>
          </p:cNvSpPr>
          <p:nvPr>
            <p:ph type="subTitle" idx="6"/>
          </p:nvPr>
        </p:nvSpPr>
        <p:spPr>
          <a:xfrm>
            <a:off x="1986112" y="2926080"/>
            <a:ext cx="1645920" cy="301752"/>
          </a:xfrm>
          <a:solidFill>
            <a:schemeClr val="accent1"/>
          </a:solidFill>
          <a:ln>
            <a:solidFill>
              <a:schemeClr val="accent1"/>
            </a:solidFill>
          </a:ln>
        </p:spPr>
        <p:txBody>
          <a:bodyPr rtlCol="0" anchor="ctr">
            <a:noAutofit/>
          </a:bodyPr>
          <a:lstStyle>
            <a:lvl1pPr marL="33933" indent="0">
              <a:buNone/>
              <a:defRPr lang="en-US" sz="1125" b="0" dirty="0">
                <a:solidFill>
                  <a:schemeClr val="bg1"/>
                </a:solidFill>
                <a:latin typeface="+mn-lt"/>
                <a:ea typeface="Amazon Ember Heavy" panose="020B0803020204020204" pitchFamily="34" charset="0"/>
                <a:cs typeface="Amazon Ember Heavy" panose="020B0803020204020204" pitchFamily="34" charset="0"/>
              </a:defRPr>
            </a:lvl1pPr>
          </a:lstStyle>
          <a:p>
            <a:pPr lvl="0"/>
            <a:r>
              <a:rPr lang="pt-BR"/>
              <a:t>Clique para editar o estilo do subtítulo Mestre</a:t>
            </a:r>
            <a:endParaRPr lang="en-US" dirty="0"/>
          </a:p>
        </p:txBody>
      </p:sp>
      <p:sp>
        <p:nvSpPr>
          <p:cNvPr id="8" name="Content 2"/>
          <p:cNvSpPr>
            <a:spLocks noGrp="1"/>
          </p:cNvSpPr>
          <p:nvPr>
            <p:ph type="body" idx="2"/>
          </p:nvPr>
        </p:nvSpPr>
        <p:spPr>
          <a:xfrm>
            <a:off x="1986112" y="3291842"/>
            <a:ext cx="1645920" cy="3142903"/>
          </a:xfrm>
        </p:spPr>
        <p:txBody>
          <a:bodyPr>
            <a:normAutofit/>
          </a:bodyPr>
          <a:lstStyle>
            <a:lvl1pPr marL="0" indent="0">
              <a:spcAft>
                <a:spcPts val="675"/>
              </a:spcAft>
              <a:buNone/>
              <a:defRPr sz="1350">
                <a:solidFill>
                  <a:schemeClr val="tx2"/>
                </a:solidFill>
              </a:defRPr>
            </a:lvl1pPr>
          </a:lstStyle>
          <a:p>
            <a:pPr lvl="0"/>
            <a:r>
              <a:rPr lang="pt-BR"/>
              <a:t>Clique para editar os estilos de texto Mestres</a:t>
            </a:r>
          </a:p>
        </p:txBody>
      </p:sp>
      <p:sp>
        <p:nvSpPr>
          <p:cNvPr id="13" name="Picture 3"/>
          <p:cNvSpPr>
            <a:spLocks noGrp="1"/>
          </p:cNvSpPr>
          <p:nvPr>
            <p:ph idx="11"/>
          </p:nvPr>
        </p:nvSpPr>
        <p:spPr>
          <a:xfrm>
            <a:off x="3886200" y="1041202"/>
            <a:ext cx="1371600" cy="1828800"/>
          </a:xfrm>
        </p:spPr>
        <p:txBody>
          <a:bodyPr/>
          <a:lstStyle>
            <a:lvl1pPr marL="0" indent="0" algn="ctr">
              <a:buNone/>
              <a:defRPr sz="1575">
                <a:solidFill>
                  <a:schemeClr val="tx2"/>
                </a:solidFill>
              </a:defRPr>
            </a:lvl1pPr>
          </a:lstStyle>
          <a:p>
            <a:pPr lvl="0"/>
            <a:r>
              <a:rPr lang="pt-BR"/>
              <a:t>Clique para editar os estilos de texto Mestres</a:t>
            </a:r>
          </a:p>
        </p:txBody>
      </p:sp>
      <p:sp>
        <p:nvSpPr>
          <p:cNvPr id="5" name="Content Header 3"/>
          <p:cNvSpPr>
            <a:spLocks noGrp="1"/>
          </p:cNvSpPr>
          <p:nvPr>
            <p:ph type="subTitle" idx="7"/>
          </p:nvPr>
        </p:nvSpPr>
        <p:spPr>
          <a:xfrm>
            <a:off x="3766484" y="2926080"/>
            <a:ext cx="1645920" cy="301752"/>
          </a:xfrm>
          <a:solidFill>
            <a:schemeClr val="accent1"/>
          </a:solidFill>
          <a:ln>
            <a:solidFill>
              <a:schemeClr val="accent1"/>
            </a:solidFill>
          </a:ln>
        </p:spPr>
        <p:txBody>
          <a:bodyPr rtlCol="0" anchor="ctr">
            <a:noAutofit/>
          </a:bodyPr>
          <a:lstStyle>
            <a:lvl1pPr marL="33933" indent="0">
              <a:buNone/>
              <a:defRPr lang="en-US" sz="1125" b="0" dirty="0">
                <a:solidFill>
                  <a:schemeClr val="bg1"/>
                </a:solidFill>
                <a:latin typeface="+mn-lt"/>
                <a:ea typeface="Amazon Ember Heavy" panose="020B0803020204020204" pitchFamily="34" charset="0"/>
                <a:cs typeface="Amazon Ember Heavy" panose="020B0803020204020204" pitchFamily="34" charset="0"/>
              </a:defRPr>
            </a:lvl1pPr>
          </a:lstStyle>
          <a:p>
            <a:pPr lvl="0"/>
            <a:r>
              <a:rPr lang="pt-BR"/>
              <a:t>Clique para editar o estilo do subtítulo Mestre</a:t>
            </a:r>
            <a:endParaRPr lang="en-US" dirty="0"/>
          </a:p>
        </p:txBody>
      </p:sp>
      <p:sp>
        <p:nvSpPr>
          <p:cNvPr id="9" name="Content 3"/>
          <p:cNvSpPr>
            <a:spLocks noGrp="1"/>
          </p:cNvSpPr>
          <p:nvPr>
            <p:ph type="body" idx="3"/>
          </p:nvPr>
        </p:nvSpPr>
        <p:spPr>
          <a:xfrm>
            <a:off x="3766484" y="3291842"/>
            <a:ext cx="1645920" cy="3142903"/>
          </a:xfrm>
        </p:spPr>
        <p:txBody>
          <a:bodyPr>
            <a:normAutofit/>
          </a:bodyPr>
          <a:lstStyle>
            <a:lvl1pPr marL="0" indent="0">
              <a:spcAft>
                <a:spcPts val="675"/>
              </a:spcAft>
              <a:buNone/>
              <a:defRPr sz="1350">
                <a:solidFill>
                  <a:schemeClr val="tx2"/>
                </a:solidFill>
              </a:defRPr>
            </a:lvl1pPr>
          </a:lstStyle>
          <a:p>
            <a:pPr lvl="0"/>
            <a:r>
              <a:rPr lang="pt-BR"/>
              <a:t>Clique para editar os estilos de texto Mestres</a:t>
            </a:r>
          </a:p>
        </p:txBody>
      </p:sp>
      <p:sp>
        <p:nvSpPr>
          <p:cNvPr id="14" name="Picture 4"/>
          <p:cNvSpPr>
            <a:spLocks noGrp="1"/>
          </p:cNvSpPr>
          <p:nvPr>
            <p:ph idx="12"/>
          </p:nvPr>
        </p:nvSpPr>
        <p:spPr>
          <a:xfrm>
            <a:off x="5684017" y="1041202"/>
            <a:ext cx="1371600" cy="1828800"/>
          </a:xfrm>
        </p:spPr>
        <p:txBody>
          <a:bodyPr/>
          <a:lstStyle>
            <a:lvl1pPr marL="0" indent="0" algn="ctr">
              <a:buNone/>
              <a:defRPr sz="1575">
                <a:solidFill>
                  <a:schemeClr val="tx2"/>
                </a:solidFill>
              </a:defRPr>
            </a:lvl1pPr>
          </a:lstStyle>
          <a:p>
            <a:pPr lvl="0"/>
            <a:r>
              <a:rPr lang="pt-BR"/>
              <a:t>Clique para editar os estilos de texto Mestres</a:t>
            </a:r>
          </a:p>
        </p:txBody>
      </p:sp>
      <p:sp>
        <p:nvSpPr>
          <p:cNvPr id="16" name="Content Header 4"/>
          <p:cNvSpPr>
            <a:spLocks noGrp="1"/>
          </p:cNvSpPr>
          <p:nvPr>
            <p:ph type="subTitle" idx="8"/>
          </p:nvPr>
        </p:nvSpPr>
        <p:spPr>
          <a:xfrm>
            <a:off x="5546855" y="2926080"/>
            <a:ext cx="1645920" cy="301752"/>
          </a:xfrm>
          <a:solidFill>
            <a:schemeClr val="accent1"/>
          </a:solidFill>
          <a:ln>
            <a:solidFill>
              <a:schemeClr val="accent1"/>
            </a:solidFill>
          </a:ln>
        </p:spPr>
        <p:txBody>
          <a:bodyPr rtlCol="0" anchor="ctr">
            <a:noAutofit/>
          </a:bodyPr>
          <a:lstStyle>
            <a:lvl1pPr marL="33933" indent="0">
              <a:buNone/>
              <a:defRPr lang="en-US" sz="1125" b="0" dirty="0">
                <a:solidFill>
                  <a:schemeClr val="bg1"/>
                </a:solidFill>
                <a:latin typeface="+mn-lt"/>
                <a:ea typeface="Amazon Ember Heavy" panose="020B0803020204020204" pitchFamily="34" charset="0"/>
                <a:cs typeface="Amazon Ember Heavy" panose="020B0803020204020204" pitchFamily="34" charset="0"/>
              </a:defRPr>
            </a:lvl1pPr>
          </a:lstStyle>
          <a:p>
            <a:pPr lvl="0"/>
            <a:r>
              <a:rPr lang="pt-BR"/>
              <a:t>Clique para editar o estilo do subtítulo Mestre</a:t>
            </a:r>
            <a:endParaRPr lang="en-US" dirty="0"/>
          </a:p>
        </p:txBody>
      </p:sp>
      <p:sp>
        <p:nvSpPr>
          <p:cNvPr id="10" name="Content 4"/>
          <p:cNvSpPr>
            <a:spLocks noGrp="1"/>
          </p:cNvSpPr>
          <p:nvPr>
            <p:ph type="body" idx="4"/>
          </p:nvPr>
        </p:nvSpPr>
        <p:spPr>
          <a:xfrm>
            <a:off x="5546855" y="3291842"/>
            <a:ext cx="1645920" cy="3142903"/>
          </a:xfrm>
        </p:spPr>
        <p:txBody>
          <a:bodyPr>
            <a:normAutofit/>
          </a:bodyPr>
          <a:lstStyle>
            <a:lvl1pPr marL="0" indent="0">
              <a:spcAft>
                <a:spcPts val="675"/>
              </a:spcAft>
              <a:buNone/>
              <a:defRPr sz="1350">
                <a:solidFill>
                  <a:schemeClr val="tx2"/>
                </a:solidFill>
              </a:defRPr>
            </a:lvl1pPr>
          </a:lstStyle>
          <a:p>
            <a:pPr lvl="0"/>
            <a:r>
              <a:rPr lang="pt-BR"/>
              <a:t>Clique para editar os estilos de texto Mestres</a:t>
            </a:r>
          </a:p>
        </p:txBody>
      </p:sp>
      <p:sp>
        <p:nvSpPr>
          <p:cNvPr id="22" name="Picture 5"/>
          <p:cNvSpPr>
            <a:spLocks noGrp="1"/>
          </p:cNvSpPr>
          <p:nvPr>
            <p:ph idx="23"/>
          </p:nvPr>
        </p:nvSpPr>
        <p:spPr>
          <a:xfrm>
            <a:off x="7464389" y="1041202"/>
            <a:ext cx="1371600" cy="1828800"/>
          </a:xfrm>
        </p:spPr>
        <p:txBody>
          <a:bodyPr/>
          <a:lstStyle>
            <a:lvl1pPr marL="0" indent="0" algn="ctr">
              <a:buNone/>
              <a:defRPr sz="1575">
                <a:solidFill>
                  <a:schemeClr val="tx2"/>
                </a:solidFill>
              </a:defRPr>
            </a:lvl1pPr>
          </a:lstStyle>
          <a:p>
            <a:pPr lvl="0"/>
            <a:r>
              <a:rPr lang="pt-BR"/>
              <a:t>Clique para editar os estilos de texto Mestres</a:t>
            </a:r>
          </a:p>
        </p:txBody>
      </p:sp>
      <p:sp>
        <p:nvSpPr>
          <p:cNvPr id="21" name="Content 5"/>
          <p:cNvSpPr>
            <a:spLocks noGrp="1"/>
          </p:cNvSpPr>
          <p:nvPr>
            <p:ph type="body" idx="22"/>
          </p:nvPr>
        </p:nvSpPr>
        <p:spPr>
          <a:xfrm>
            <a:off x="7327229" y="3291841"/>
            <a:ext cx="1645920" cy="3142903"/>
          </a:xfrm>
        </p:spPr>
        <p:txBody>
          <a:bodyPr>
            <a:normAutofit/>
          </a:bodyPr>
          <a:lstStyle>
            <a:lvl1pPr marL="0" indent="0">
              <a:spcAft>
                <a:spcPts val="675"/>
              </a:spcAft>
              <a:buNone/>
              <a:defRPr sz="1350">
                <a:solidFill>
                  <a:schemeClr val="tx2"/>
                </a:solidFill>
              </a:defRPr>
            </a:lvl1pPr>
          </a:lstStyle>
          <a:p>
            <a:pPr lvl="0"/>
            <a:r>
              <a:rPr lang="pt-BR"/>
              <a:t>Clique para editar os estilos de texto Mestres</a:t>
            </a:r>
          </a:p>
        </p:txBody>
      </p:sp>
      <p:sp>
        <p:nvSpPr>
          <p:cNvPr id="31" name="Text Placeholder 30"/>
          <p:cNvSpPr>
            <a:spLocks noGrp="1"/>
          </p:cNvSpPr>
          <p:nvPr>
            <p:ph type="body" sz="quarter" idx="24"/>
          </p:nvPr>
        </p:nvSpPr>
        <p:spPr>
          <a:xfrm>
            <a:off x="7327108" y="2925763"/>
            <a:ext cx="1646635" cy="301752"/>
          </a:xfrm>
          <a:solidFill>
            <a:schemeClr val="accent1"/>
          </a:solidFill>
          <a:ln>
            <a:solidFill>
              <a:schemeClr val="accent1"/>
            </a:solidFill>
          </a:ln>
        </p:spPr>
        <p:txBody>
          <a:bodyPr rtlCol="0" anchor="ctr">
            <a:noAutofit/>
          </a:bodyPr>
          <a:lstStyle>
            <a:lvl1pPr>
              <a:defRPr lang="en-US" sz="1125" b="0" smtClean="0">
                <a:solidFill>
                  <a:schemeClr val="bg1"/>
                </a:solidFill>
                <a:latin typeface="+mn-lt"/>
                <a:ea typeface="Amazon Ember Heavy" panose="020B0803020204020204" pitchFamily="34" charset="0"/>
                <a:cs typeface="Amazon Ember Heavy" panose="020B0803020204020204" pitchFamily="34" charset="0"/>
              </a:defRPr>
            </a:lvl1pPr>
            <a:lvl2pPr>
              <a:defRPr lang="en-US" smtClean="0"/>
            </a:lvl2pPr>
            <a:lvl3pPr>
              <a:defRPr lang="en-US" smtClean="0"/>
            </a:lvl3pPr>
            <a:lvl4pPr>
              <a:defRPr lang="en-US" smtClean="0"/>
            </a:lvl4pPr>
            <a:lvl5pPr>
              <a:defRPr lang="en-US"/>
            </a:lvl5pPr>
          </a:lstStyle>
          <a:p>
            <a:pPr lvl="0"/>
            <a:r>
              <a:rPr lang="pt-BR"/>
              <a:t>Clique para editar os estilos de texto Mestres</a:t>
            </a:r>
          </a:p>
        </p:txBody>
      </p:sp>
      <p:sp>
        <p:nvSpPr>
          <p:cNvPr id="17" name="Slide Number">
            <a:extLst>
              <a:ext uri="{FF2B5EF4-FFF2-40B4-BE49-F238E27FC236}">
                <a16:creationId xmlns:a16="http://schemas.microsoft.com/office/drawing/2014/main" id="{85F2AAA6-ACBE-1966-4DFA-D46F24A3A09F}"/>
              </a:ext>
            </a:extLst>
          </p:cNvPr>
          <p:cNvSpPr>
            <a:spLocks noGrp="1" noSelect="1"/>
          </p:cNvSpPr>
          <p:nvPr>
            <p:ph type="sldNum" sz="quarter" idx="25"/>
          </p:nvPr>
        </p:nvSpPr>
        <p:spPr>
          <a:xfrm>
            <a:off x="8602267" y="6569076"/>
            <a:ext cx="363140" cy="265113"/>
          </a:xfrm>
        </p:spPr>
        <p:txBody>
          <a:bodyPr/>
          <a:lstStyle>
            <a:lvl1pPr>
              <a:defRPr sz="619">
                <a:solidFill>
                  <a:schemeClr val="tx2"/>
                </a:solidFill>
                <a:latin typeface="+mn-lt"/>
              </a:defRPr>
            </a:lvl1pPr>
          </a:lstStyle>
          <a:p>
            <a:pPr>
              <a:defRPr/>
            </a:pPr>
            <a:fld id="{94F98912-ADBA-4DFA-89CD-67DD08D6B802}" type="slidenum">
              <a:rPr lang="en-US"/>
              <a:pPr>
                <a:defRPr/>
              </a:pPr>
              <a:t>‹nº›</a:t>
            </a:fld>
            <a:endParaRPr lang="en-US" dirty="0"/>
          </a:p>
        </p:txBody>
      </p:sp>
    </p:spTree>
    <p:extLst>
      <p:ext uri="{BB962C8B-B14F-4D97-AF65-F5344CB8AC3E}">
        <p14:creationId xmlns:p14="http://schemas.microsoft.com/office/powerpoint/2010/main" val="33279063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1852" y="5"/>
            <a:ext cx="9141714"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314325" y="365126"/>
            <a:ext cx="6775704" cy="474119"/>
          </a:xfrm>
        </p:spPr>
        <p:txBody>
          <a:bodyPr rtlCol="0">
            <a:noAutofit/>
          </a:bodyPr>
          <a:lstStyle>
            <a:lvl1pPr>
              <a:defRPr sz="3000">
                <a:solidFill>
                  <a:schemeClr val="bg1"/>
                </a:solidFill>
              </a:defRPr>
            </a:lvl1pPr>
          </a:lstStyle>
          <a:p>
            <a:pPr rtl="0"/>
            <a:r>
              <a:rPr lang="pt-BR"/>
              <a:t>Click to edit Master title style</a:t>
            </a:r>
            <a:endParaRPr lang="en-US"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6772275" y="6356351"/>
            <a:ext cx="2057400" cy="365125"/>
          </a:xfrm>
        </p:spPr>
        <p:txBody>
          <a:bodyPr rtlCol="0"/>
          <a:lstStyle/>
          <a:p>
            <a:pPr rtl="0"/>
            <a:fld id="{B6A95138-A96E-2F42-A959-2EFD44FE4AB7}" type="slidenum">
              <a:rPr lang="en-US" smtClean="0"/>
              <a:t>‹nº›</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314325" y="6356351"/>
            <a:ext cx="3581400" cy="365125"/>
          </a:xfrm>
          <a:prstGeom prst="rect">
            <a:avLst/>
          </a:prstGeom>
        </p:spPr>
        <p:txBody>
          <a:bodyPr vert="horz" lIns="91440" tIns="45720" rIns="91440" bIns="45720" rtlCol="0" anchor="ctr"/>
          <a:lstStyle>
            <a:lvl1pPr algn="l">
              <a:defRPr sz="675"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pt-BR" dirty="0"/>
              <a:t>© 2019, </a:t>
            </a:r>
            <a:r>
              <a:rPr lang="pt-BR" dirty="0" err="1"/>
              <a:t>Amazon</a:t>
            </a:r>
            <a:r>
              <a:rPr lang="pt-BR" dirty="0"/>
              <a:t> Web Services, Inc. ou suas afiliadas. Todos os direitos reservados.</a:t>
            </a:r>
          </a:p>
        </p:txBody>
      </p:sp>
      <p:pic>
        <p:nvPicPr>
          <p:cNvPr id="11" name="Picture 10">
            <a:extLst>
              <a:ext uri="{FF2B5EF4-FFF2-40B4-BE49-F238E27FC236}">
                <a16:creationId xmlns:a16="http://schemas.microsoft.com/office/drawing/2014/main" id="{BE6AEB20-C247-9049-A91B-EA79979980D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7431899" y="365127"/>
            <a:ext cx="1329492" cy="449073"/>
          </a:xfrm>
          <a:prstGeom prst="rect">
            <a:avLst/>
          </a:prstGeom>
        </p:spPr>
      </p:pic>
    </p:spTree>
    <p:custDataLst>
      <p:tags r:id="rId1"/>
    </p:custDataLst>
    <p:extLst>
      <p:ext uri="{BB962C8B-B14F-4D97-AF65-F5344CB8AC3E}">
        <p14:creationId xmlns:p14="http://schemas.microsoft.com/office/powerpoint/2010/main" val="139735927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1852" y="5"/>
            <a:ext cx="9141714"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314325" y="365126"/>
            <a:ext cx="6775704" cy="474119"/>
          </a:xfrm>
        </p:spPr>
        <p:txBody>
          <a:bodyPr rtlCol="0">
            <a:noAutofit/>
          </a:bodyPr>
          <a:lstStyle>
            <a:lvl1pPr>
              <a:defRPr sz="3000">
                <a:solidFill>
                  <a:schemeClr val="bg1"/>
                </a:solidFill>
              </a:defRPr>
            </a:lvl1pPr>
          </a:lstStyle>
          <a:p>
            <a:pPr rtl="0"/>
            <a:r>
              <a:rPr lang="pt-BR"/>
              <a:t>Click to edit Master title style</a:t>
            </a:r>
            <a:endParaRPr lang="en-US"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6772275" y="6356351"/>
            <a:ext cx="2057400" cy="365125"/>
          </a:xfrm>
        </p:spPr>
        <p:txBody>
          <a:bodyPr rtlCol="0"/>
          <a:lstStyle/>
          <a:p>
            <a:pPr rtl="0"/>
            <a:fld id="{B6A95138-A96E-2F42-A959-2EFD44FE4AB7}" type="slidenum">
              <a:rPr lang="en-US" smtClean="0"/>
              <a:t>‹nº›</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314325" y="6356351"/>
            <a:ext cx="3581400" cy="365125"/>
          </a:xfrm>
          <a:prstGeom prst="rect">
            <a:avLst/>
          </a:prstGeom>
        </p:spPr>
        <p:txBody>
          <a:bodyPr vert="horz" lIns="91440" tIns="45720" rIns="91440" bIns="45720" rtlCol="0" anchor="ctr"/>
          <a:lstStyle>
            <a:lvl1pPr algn="l">
              <a:defRPr sz="675"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pt-BR" dirty="0"/>
              <a:t>© 2019, </a:t>
            </a:r>
            <a:r>
              <a:rPr lang="pt-BR" dirty="0" err="1"/>
              <a:t>Amazon</a:t>
            </a:r>
            <a:r>
              <a:rPr lang="pt-BR" dirty="0"/>
              <a:t> Web Services, Inc. ou suas afiliadas. Todos os direitos reservados.</a:t>
            </a:r>
          </a:p>
        </p:txBody>
      </p:sp>
      <p:pic>
        <p:nvPicPr>
          <p:cNvPr id="11" name="Picture 10">
            <a:extLst>
              <a:ext uri="{FF2B5EF4-FFF2-40B4-BE49-F238E27FC236}">
                <a16:creationId xmlns:a16="http://schemas.microsoft.com/office/drawing/2014/main" id="{BE6AEB20-C247-9049-A91B-EA79979980D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7431899" y="365127"/>
            <a:ext cx="1329492" cy="449073"/>
          </a:xfrm>
          <a:prstGeom prst="rect">
            <a:avLst/>
          </a:prstGeom>
        </p:spPr>
      </p:pic>
    </p:spTree>
    <p:custDataLst>
      <p:tags r:id="rId1"/>
    </p:custDataLst>
    <p:extLst>
      <p:ext uri="{BB962C8B-B14F-4D97-AF65-F5344CB8AC3E}">
        <p14:creationId xmlns:p14="http://schemas.microsoft.com/office/powerpoint/2010/main" val="5369803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1852" y="5"/>
            <a:ext cx="9141714"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314325" y="365126"/>
            <a:ext cx="6775704" cy="474119"/>
          </a:xfrm>
        </p:spPr>
        <p:txBody>
          <a:bodyPr rtlCol="0">
            <a:noAutofit/>
          </a:bodyPr>
          <a:lstStyle>
            <a:lvl1pPr>
              <a:defRPr sz="3000">
                <a:solidFill>
                  <a:schemeClr val="bg1"/>
                </a:solidFill>
              </a:defRPr>
            </a:lvl1pPr>
          </a:lstStyle>
          <a:p>
            <a:pPr rtl="0"/>
            <a:r>
              <a:rPr lang="pt-BR"/>
              <a:t>Click to edit Master title style</a:t>
            </a:r>
            <a:endParaRPr lang="en-US"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6772275" y="6356351"/>
            <a:ext cx="2057400" cy="365125"/>
          </a:xfrm>
        </p:spPr>
        <p:txBody>
          <a:bodyPr rtlCol="0"/>
          <a:lstStyle/>
          <a:p>
            <a:pPr rtl="0"/>
            <a:fld id="{B6A95138-A96E-2F42-A959-2EFD44FE4AB7}" type="slidenum">
              <a:rPr lang="en-US" smtClean="0"/>
              <a:t>‹nº›</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314325" y="6356351"/>
            <a:ext cx="3581400" cy="365125"/>
          </a:xfrm>
          <a:prstGeom prst="rect">
            <a:avLst/>
          </a:prstGeom>
        </p:spPr>
        <p:txBody>
          <a:bodyPr vert="horz" lIns="91440" tIns="45720" rIns="91440" bIns="45720" rtlCol="0" anchor="ctr"/>
          <a:lstStyle>
            <a:lvl1pPr algn="l">
              <a:defRPr sz="675"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pt-BR" dirty="0"/>
              <a:t>© 2019, </a:t>
            </a:r>
            <a:r>
              <a:rPr lang="pt-BR" dirty="0" err="1"/>
              <a:t>Amazon</a:t>
            </a:r>
            <a:r>
              <a:rPr lang="pt-BR" dirty="0"/>
              <a:t> Web Services, Inc. ou suas afiliadas. Todos os direitos reservados.</a:t>
            </a:r>
          </a:p>
        </p:txBody>
      </p:sp>
      <p:pic>
        <p:nvPicPr>
          <p:cNvPr id="11" name="Picture 10">
            <a:extLst>
              <a:ext uri="{FF2B5EF4-FFF2-40B4-BE49-F238E27FC236}">
                <a16:creationId xmlns:a16="http://schemas.microsoft.com/office/drawing/2014/main" id="{BE6AEB20-C247-9049-A91B-EA79979980D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7185804" y="365127"/>
            <a:ext cx="1575587" cy="449073"/>
          </a:xfrm>
          <a:prstGeom prst="rect">
            <a:avLst/>
          </a:prstGeom>
        </p:spPr>
      </p:pic>
    </p:spTree>
    <p:custDataLst>
      <p:tags r:id="rId1"/>
    </p:custDataLst>
    <p:extLst>
      <p:ext uri="{BB962C8B-B14F-4D97-AF65-F5344CB8AC3E}">
        <p14:creationId xmlns:p14="http://schemas.microsoft.com/office/powerpoint/2010/main" val="41120694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1852" y="5"/>
            <a:ext cx="9141714"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314325" y="365126"/>
            <a:ext cx="6775704" cy="474119"/>
          </a:xfrm>
        </p:spPr>
        <p:txBody>
          <a:bodyPr rtlCol="0">
            <a:noAutofit/>
          </a:bodyPr>
          <a:lstStyle>
            <a:lvl1pPr>
              <a:defRPr sz="3000">
                <a:solidFill>
                  <a:schemeClr val="bg1"/>
                </a:solidFill>
              </a:defRPr>
            </a:lvl1pPr>
          </a:lstStyle>
          <a:p>
            <a:pPr rtl="0"/>
            <a:r>
              <a:rPr lang="pt-BR"/>
              <a:t>Click to edit Master title style</a:t>
            </a:r>
            <a:endParaRPr lang="en-US"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6772275" y="6356351"/>
            <a:ext cx="2057400" cy="365125"/>
          </a:xfrm>
        </p:spPr>
        <p:txBody>
          <a:bodyPr rtlCol="0"/>
          <a:lstStyle/>
          <a:p>
            <a:pPr rtl="0"/>
            <a:fld id="{B6A95138-A96E-2F42-A959-2EFD44FE4AB7}" type="slidenum">
              <a:rPr lang="en-US" smtClean="0"/>
              <a:t>‹nº›</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314325" y="6356351"/>
            <a:ext cx="3581400" cy="365125"/>
          </a:xfrm>
          <a:prstGeom prst="rect">
            <a:avLst/>
          </a:prstGeom>
        </p:spPr>
        <p:txBody>
          <a:bodyPr vert="horz" lIns="91440" tIns="45720" rIns="91440" bIns="45720" rtlCol="0" anchor="ctr"/>
          <a:lstStyle>
            <a:lvl1pPr algn="l">
              <a:defRPr sz="675"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pt-BR" dirty="0"/>
              <a:t>© 2019, </a:t>
            </a:r>
            <a:r>
              <a:rPr lang="pt-BR" dirty="0" err="1"/>
              <a:t>Amazon</a:t>
            </a:r>
            <a:r>
              <a:rPr lang="pt-BR" dirty="0"/>
              <a:t> Web Services, Inc. ou suas afiliadas. Todos os direitos reservados.</a:t>
            </a:r>
          </a:p>
        </p:txBody>
      </p:sp>
      <p:pic>
        <p:nvPicPr>
          <p:cNvPr id="11" name="Picture 10">
            <a:extLst>
              <a:ext uri="{FF2B5EF4-FFF2-40B4-BE49-F238E27FC236}">
                <a16:creationId xmlns:a16="http://schemas.microsoft.com/office/drawing/2014/main" id="{BE6AEB20-C247-9049-A91B-EA79979980D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7431899" y="365127"/>
            <a:ext cx="1329492" cy="449073"/>
          </a:xfrm>
          <a:prstGeom prst="rect">
            <a:avLst/>
          </a:prstGeom>
        </p:spPr>
      </p:pic>
    </p:spTree>
    <p:custDataLst>
      <p:tags r:id="rId1"/>
    </p:custDataLst>
    <p:extLst>
      <p:ext uri="{BB962C8B-B14F-4D97-AF65-F5344CB8AC3E}">
        <p14:creationId xmlns:p14="http://schemas.microsoft.com/office/powerpoint/2010/main" val="27460988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6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1852" y="5"/>
            <a:ext cx="9141714"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314325" y="365126"/>
            <a:ext cx="6775704" cy="474119"/>
          </a:xfrm>
        </p:spPr>
        <p:txBody>
          <a:bodyPr rtlCol="0">
            <a:noAutofit/>
          </a:bodyPr>
          <a:lstStyle>
            <a:lvl1pPr>
              <a:defRPr sz="3000">
                <a:solidFill>
                  <a:schemeClr val="bg1"/>
                </a:solidFill>
              </a:defRPr>
            </a:lvl1pPr>
          </a:lstStyle>
          <a:p>
            <a:pPr rtl="0"/>
            <a:r>
              <a:rPr lang="pt-BR"/>
              <a:t>Click to edit Master title style</a:t>
            </a:r>
            <a:endParaRPr lang="en-US"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6772275" y="6356351"/>
            <a:ext cx="2057400" cy="365125"/>
          </a:xfrm>
        </p:spPr>
        <p:txBody>
          <a:bodyPr rtlCol="0"/>
          <a:lstStyle/>
          <a:p>
            <a:pPr rtl="0"/>
            <a:fld id="{B6A95138-A96E-2F42-A959-2EFD44FE4AB7}" type="slidenum">
              <a:rPr lang="en-US" smtClean="0"/>
              <a:t>‹nº›</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314325" y="6356351"/>
            <a:ext cx="3581400" cy="365125"/>
          </a:xfrm>
          <a:prstGeom prst="rect">
            <a:avLst/>
          </a:prstGeom>
        </p:spPr>
        <p:txBody>
          <a:bodyPr vert="horz" lIns="91440" tIns="45720" rIns="91440" bIns="45720" rtlCol="0" anchor="ctr"/>
          <a:lstStyle>
            <a:lvl1pPr algn="l">
              <a:defRPr sz="675"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pt-BR" dirty="0"/>
              <a:t>© 2019, </a:t>
            </a:r>
            <a:r>
              <a:rPr lang="pt-BR" dirty="0" err="1"/>
              <a:t>Amazon</a:t>
            </a:r>
            <a:r>
              <a:rPr lang="pt-BR" dirty="0"/>
              <a:t> Web Services, Inc. ou suas afiliadas. Todos os direitos reservados.</a:t>
            </a:r>
          </a:p>
        </p:txBody>
      </p:sp>
      <p:pic>
        <p:nvPicPr>
          <p:cNvPr id="11" name="Picture 10">
            <a:extLst>
              <a:ext uri="{FF2B5EF4-FFF2-40B4-BE49-F238E27FC236}">
                <a16:creationId xmlns:a16="http://schemas.microsoft.com/office/drawing/2014/main" id="{BE6AEB20-C247-9049-A91B-EA79979980D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7090029" y="365127"/>
            <a:ext cx="1671362" cy="449073"/>
          </a:xfrm>
          <a:prstGeom prst="rect">
            <a:avLst/>
          </a:prstGeom>
        </p:spPr>
      </p:pic>
    </p:spTree>
    <p:custDataLst>
      <p:tags r:id="rId1"/>
    </p:custDataLst>
    <p:extLst>
      <p:ext uri="{BB962C8B-B14F-4D97-AF65-F5344CB8AC3E}">
        <p14:creationId xmlns:p14="http://schemas.microsoft.com/office/powerpoint/2010/main" val="31259732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pn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7"/>
            <a:ext cx="7704468" cy="833946"/>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2B971B-0D52-4D26-A5EE-B3B2BBA68D51}" type="datetimeFigureOut">
              <a:rPr lang="pt-BR" smtClean="0"/>
              <a:t>22/07/2025</a:t>
            </a:fld>
            <a:endParaRPr lang="pt-B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28BABB-BD01-4BC9-9399-AA49C4C1FA51}" type="slidenum">
              <a:rPr lang="pt-BR" smtClean="0"/>
              <a:t>‹nº›</a:t>
            </a:fld>
            <a:endParaRPr lang="pt-BR"/>
          </a:p>
        </p:txBody>
      </p:sp>
      <p:pic>
        <p:nvPicPr>
          <p:cNvPr id="8" name="Imagem 7">
            <a:extLst>
              <a:ext uri="{FF2B5EF4-FFF2-40B4-BE49-F238E27FC236}">
                <a16:creationId xmlns:a16="http://schemas.microsoft.com/office/drawing/2014/main" id="{D3D8881C-2B0A-84C6-1ECB-0437A390384B}"/>
              </a:ext>
            </a:extLst>
          </p:cNvPr>
          <p:cNvPicPr>
            <a:picLocks noChangeAspect="1"/>
          </p:cNvPicPr>
          <p:nvPr/>
        </p:nvPicPr>
        <p:blipFill>
          <a:blip r:embed="rId58"/>
          <a:stretch>
            <a:fillRect/>
          </a:stretch>
        </p:blipFill>
        <p:spPr>
          <a:xfrm>
            <a:off x="8667750" y="0"/>
            <a:ext cx="476250" cy="6858000"/>
          </a:xfrm>
          <a:prstGeom prst="rect">
            <a:avLst/>
          </a:prstGeom>
        </p:spPr>
      </p:pic>
      <p:sp>
        <p:nvSpPr>
          <p:cNvPr id="15" name="Espaço Reservado para Texto 14">
            <a:extLst>
              <a:ext uri="{FF2B5EF4-FFF2-40B4-BE49-F238E27FC236}">
                <a16:creationId xmlns:a16="http://schemas.microsoft.com/office/drawing/2014/main" id="{AF871FEC-5EF3-59BB-619B-2E7472D3CA97}"/>
              </a:ext>
            </a:extLst>
          </p:cNvPr>
          <p:cNvSpPr>
            <a:spLocks noGrp="1"/>
          </p:cNvSpPr>
          <p:nvPr>
            <p:ph type="body" idx="1"/>
          </p:nvPr>
        </p:nvSpPr>
        <p:spPr>
          <a:xfrm>
            <a:off x="628650" y="1406106"/>
            <a:ext cx="7886700" cy="4770857"/>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1201554206"/>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 id="2147483815" r:id="rId17"/>
    <p:sldLayoutId id="2147483816" r:id="rId18"/>
    <p:sldLayoutId id="2147483817" r:id="rId19"/>
    <p:sldLayoutId id="2147483818" r:id="rId20"/>
    <p:sldLayoutId id="2147483819" r:id="rId21"/>
    <p:sldLayoutId id="2147483820" r:id="rId22"/>
    <p:sldLayoutId id="2147483821" r:id="rId23"/>
    <p:sldLayoutId id="2147483822" r:id="rId24"/>
    <p:sldLayoutId id="2147483823" r:id="rId25"/>
    <p:sldLayoutId id="2147483824" r:id="rId26"/>
    <p:sldLayoutId id="2147483825" r:id="rId27"/>
    <p:sldLayoutId id="2147483826" r:id="rId28"/>
    <p:sldLayoutId id="2147483827" r:id="rId29"/>
    <p:sldLayoutId id="2147483828" r:id="rId30"/>
    <p:sldLayoutId id="2147483830" r:id="rId31"/>
    <p:sldLayoutId id="2147483831" r:id="rId32"/>
    <p:sldLayoutId id="2147483832" r:id="rId33"/>
    <p:sldLayoutId id="2147483833" r:id="rId34"/>
    <p:sldLayoutId id="2147483834" r:id="rId35"/>
    <p:sldLayoutId id="2147483835" r:id="rId36"/>
    <p:sldLayoutId id="2147483839" r:id="rId37"/>
    <p:sldLayoutId id="2147483840" r:id="rId38"/>
    <p:sldLayoutId id="2147483841" r:id="rId39"/>
    <p:sldLayoutId id="2147483842" r:id="rId40"/>
    <p:sldLayoutId id="2147483843" r:id="rId41"/>
    <p:sldLayoutId id="2147483844" r:id="rId42"/>
    <p:sldLayoutId id="2147483845" r:id="rId43"/>
    <p:sldLayoutId id="2147483846" r:id="rId44"/>
    <p:sldLayoutId id="2147483847" r:id="rId45"/>
    <p:sldLayoutId id="2147483848" r:id="rId46"/>
    <p:sldLayoutId id="2147483849" r:id="rId47"/>
    <p:sldLayoutId id="2147483850" r:id="rId48"/>
    <p:sldLayoutId id="2147483768" r:id="rId49"/>
    <p:sldLayoutId id="2147483769" r:id="rId50"/>
    <p:sldLayoutId id="2147483772" r:id="rId51"/>
    <p:sldLayoutId id="2147483774" r:id="rId52"/>
    <p:sldLayoutId id="2147483775" r:id="rId53"/>
    <p:sldLayoutId id="2147483776" r:id="rId54"/>
    <p:sldLayoutId id="2147483778" r:id="rId55"/>
    <p:sldLayoutId id="2147483779" r:id="rId56"/>
  </p:sldLayoutIdLst>
  <p:txStyles>
    <p:titleStyle>
      <a:lvl1pPr algn="l" defTabSz="914400" rtl="0" eaLnBrk="1" latinLnBrk="0" hangingPunct="1">
        <a:lnSpc>
          <a:spcPct val="90000"/>
        </a:lnSpc>
        <a:spcBef>
          <a:spcPct val="0"/>
        </a:spcBef>
        <a:buNone/>
        <a:defRPr sz="2700" b="1" kern="1200">
          <a:solidFill>
            <a:schemeClr val="accent6">
              <a:lumMod val="50000"/>
            </a:schemeClr>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90000"/>
        </a:lnSpc>
        <a:spcBef>
          <a:spcPts val="1000"/>
        </a:spcBef>
        <a:buClr>
          <a:schemeClr val="accent6">
            <a:lumMod val="50000"/>
          </a:schemeClr>
        </a:buClr>
        <a:buSzPct val="90000"/>
        <a:buFont typeface="Wingdings" panose="05000000000000000000" pitchFamily="2" charset="2"/>
        <a:buChar char="§"/>
        <a:defRPr sz="2000" kern="1200">
          <a:solidFill>
            <a:schemeClr val="tx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marL="0" indent="0" algn="l" defTabSz="914400" rtl="0" eaLnBrk="1" latinLnBrk="0" hangingPunct="1">
        <a:lnSpc>
          <a:spcPct val="90000"/>
        </a:lnSpc>
        <a:spcBef>
          <a:spcPts val="500"/>
        </a:spcBef>
        <a:buFont typeface="Calibri" panose="020F0502020204030204" pitchFamily="34" charset="0"/>
        <a:buChar char=" "/>
        <a:defRPr sz="1800" kern="1200">
          <a:solidFill>
            <a:schemeClr val="tx1"/>
          </a:solidFill>
          <a:latin typeface="Open Sans Semibold" panose="020B0706030804020204" pitchFamily="34" charset="0"/>
          <a:ea typeface="Open Sans Semibold" panose="020B0706030804020204" pitchFamily="34" charset="0"/>
          <a:cs typeface="Open Sans Semibold" panose="020B0706030804020204" pitchFamily="34" charset="0"/>
        </a:defRPr>
      </a:lvl2pPr>
      <a:lvl3pPr marL="0" indent="0" algn="l" defTabSz="914400" rtl="0" eaLnBrk="1" latinLnBrk="0" hangingPunct="1">
        <a:lnSpc>
          <a:spcPct val="90000"/>
        </a:lnSpc>
        <a:spcBef>
          <a:spcPts val="500"/>
        </a:spcBef>
        <a:buFont typeface="Calibri" panose="020F0502020204030204" pitchFamily="34" charset="0"/>
        <a:buChar char=" "/>
        <a:defRPr sz="1600" i="1" kern="1200">
          <a:solidFill>
            <a:schemeClr val="tx1"/>
          </a:solidFill>
          <a:latin typeface="Open Sans Semibold" panose="020B0706030804020204" pitchFamily="34" charset="0"/>
          <a:ea typeface="Open Sans Semibold" panose="020B0706030804020204" pitchFamily="34" charset="0"/>
          <a:cs typeface="Open Sans Semibold" panose="020B0706030804020204" pitchFamily="34" charset="0"/>
        </a:defRPr>
      </a:lvl3pPr>
      <a:lvl4pPr marL="0" indent="0" algn="l" defTabSz="914400" rtl="0" eaLnBrk="1" latinLnBrk="0" hangingPunct="1">
        <a:lnSpc>
          <a:spcPct val="90000"/>
        </a:lnSpc>
        <a:spcBef>
          <a:spcPts val="500"/>
        </a:spcBef>
        <a:buFont typeface="Calibri" panose="020F0502020204030204" pitchFamily="34" charset="0"/>
        <a:buChar char=" "/>
        <a:defRPr sz="1400" kern="1200">
          <a:solidFill>
            <a:schemeClr val="tx1"/>
          </a:solidFill>
          <a:latin typeface="Open Sans Semibold" panose="020B0706030804020204" pitchFamily="34" charset="0"/>
          <a:ea typeface="Open Sans Semibold" panose="020B0706030804020204" pitchFamily="34" charset="0"/>
          <a:cs typeface="Open Sans Semibold" panose="020B0706030804020204" pitchFamily="34" charset="0"/>
        </a:defRPr>
      </a:lvl4pPr>
      <a:lvl5pPr marL="0" indent="0" algn="l" defTabSz="914400" rtl="0" eaLnBrk="1" latinLnBrk="0" hangingPunct="1">
        <a:lnSpc>
          <a:spcPct val="90000"/>
        </a:lnSpc>
        <a:spcBef>
          <a:spcPts val="500"/>
        </a:spcBef>
        <a:buFont typeface="Calibri" panose="020F0502020204030204" pitchFamily="34" charset="0"/>
        <a:buChar char=" "/>
        <a:defRPr sz="1400" kern="1200">
          <a:solidFill>
            <a:schemeClr val="tx1"/>
          </a:solidFill>
          <a:latin typeface="Open Sans Semibold" panose="020B0706030804020204" pitchFamily="34" charset="0"/>
          <a:ea typeface="Open Sans Semibold" panose="020B0706030804020204" pitchFamily="34" charset="0"/>
          <a:cs typeface="Open Sans Semibold" panose="020B07060308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3.xml"/><Relationship Id="rId1" Type="http://schemas.openxmlformats.org/officeDocument/2006/relationships/tags" Target="../tags/tag22.xml"/></Relationships>
</file>

<file path=ppt/slides/_rels/slide5.xml.rels><?xml version="1.0" encoding="UTF-8" standalone="yes"?>
<Relationships xmlns="http://schemas.openxmlformats.org/package/2006/relationships"><Relationship Id="rId8" Type="http://schemas.openxmlformats.org/officeDocument/2006/relationships/hyperlink" Target="https://d0.awsstatic.com/whitepapers/aws_pricing_overview.pdf" TargetMode="External"/><Relationship Id="rId3" Type="http://schemas.openxmlformats.org/officeDocument/2006/relationships/notesSlide" Target="../notesSlides/notesSlide2.xml"/><Relationship Id="rId7" Type="http://schemas.openxmlformats.org/officeDocument/2006/relationships/hyperlink" Target="https://d1.awsstatic.com/whitepapers/AWS_Cloud_Best_Practices.pdf" TargetMode="External"/><Relationship Id="rId2" Type="http://schemas.openxmlformats.org/officeDocument/2006/relationships/slideLayout" Target="../slideLayouts/slideLayout20.xml"/><Relationship Id="rId1" Type="http://schemas.openxmlformats.org/officeDocument/2006/relationships/tags" Target="../tags/tag23.xml"/><Relationship Id="rId6" Type="http://schemas.openxmlformats.org/officeDocument/2006/relationships/hyperlink" Target="https://d0.awsstatic.com/whitepapers/aws-overview.pdf" TargetMode="External"/><Relationship Id="rId5" Type="http://schemas.openxmlformats.org/officeDocument/2006/relationships/hyperlink" Target="https://aws.amazon.com/whitepapers/" TargetMode="External"/><Relationship Id="rId4" Type="http://schemas.openxmlformats.org/officeDocument/2006/relationships/hyperlink" Target="https://docs.aws.amazon.com/" TargetMode="External"/><Relationship Id="rId9" Type="http://schemas.openxmlformats.org/officeDocument/2006/relationships/hyperlink" Target="https://media.amazonwebservices.com/AWS_TCO_Web_Applications.pdf"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learn.microsoft.com/" TargetMode="External"/><Relationship Id="rId3" Type="http://schemas.openxmlformats.org/officeDocument/2006/relationships/notesSlide" Target="../notesSlides/notesSlide3.xml"/><Relationship Id="rId7" Type="http://schemas.openxmlformats.org/officeDocument/2006/relationships/hyperlink" Target="https://cloud.google.com/docs" TargetMode="External"/><Relationship Id="rId12" Type="http://schemas.openxmlformats.org/officeDocument/2006/relationships/hyperlink" Target="https://docs.oracle.com/cloud" TargetMode="External"/><Relationship Id="rId2" Type="http://schemas.openxmlformats.org/officeDocument/2006/relationships/slideLayout" Target="../slideLayouts/slideLayout34.xml"/><Relationship Id="rId1" Type="http://schemas.openxmlformats.org/officeDocument/2006/relationships/tags" Target="../tags/tag24.xml"/><Relationship Id="rId6" Type="http://schemas.openxmlformats.org/officeDocument/2006/relationships/image" Target="../media/image13.sv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image" Target="../media/image15.png"/><Relationship Id="rId4" Type="http://schemas.openxmlformats.org/officeDocument/2006/relationships/hyperlink" Target="https://docs.aws.amazon.com/" TargetMode="External"/><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4.xml"/><Relationship Id="rId1" Type="http://schemas.openxmlformats.org/officeDocument/2006/relationships/tags" Target="../tags/tag25.xml"/><Relationship Id="rId4" Type="http://schemas.openxmlformats.org/officeDocument/2006/relationships/hyperlink" Target="https://docs.aws.amazon.com/ec2/?id=docs_gateway"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4.xml"/><Relationship Id="rId1" Type="http://schemas.openxmlformats.org/officeDocument/2006/relationships/tags" Target="../tags/tag26.xml"/><Relationship Id="rId5" Type="http://schemas.openxmlformats.org/officeDocument/2006/relationships/hyperlink" Target="https://docs.aws.amazon.com/" TargetMode="External"/><Relationship Id="rId4" Type="http://schemas.openxmlformats.org/officeDocument/2006/relationships/hyperlink" Target="https://docs.aws.amazon.com/AmazonS3/latest/gsg/CreatingABucket.html"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4.xml"/><Relationship Id="rId1" Type="http://schemas.openxmlformats.org/officeDocument/2006/relationships/tags" Target="../tags/tag27.xml"/><Relationship Id="rId4" Type="http://schemas.openxmlformats.org/officeDocument/2006/relationships/hyperlink" Target="https://docs.aws.amazon.com/cloud9/?id=docs_gateway"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4.xml"/><Relationship Id="rId1" Type="http://schemas.openxmlformats.org/officeDocument/2006/relationships/tags" Target="../tags/tag28.xml"/><Relationship Id="rId4" Type="http://schemas.openxmlformats.org/officeDocument/2006/relationships/hyperlink" Target="https://docs.aws.amazon.com/lambda/latest/dg/gettingstarted-tools.html"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4.xml"/><Relationship Id="rId1" Type="http://schemas.openxmlformats.org/officeDocument/2006/relationships/tags" Target="../tags/tag29.xml"/><Relationship Id="rId4" Type="http://schemas.openxmlformats.org/officeDocument/2006/relationships/hyperlink" Target="https://aws.amazon.com/getting-started/tutorials/run-serverless-code/"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0.xml"/><Relationship Id="rId1" Type="http://schemas.openxmlformats.org/officeDocument/2006/relationships/tags" Target="../tags/tag30.xml"/><Relationship Id="rId5" Type="http://schemas.openxmlformats.org/officeDocument/2006/relationships/image" Target="../media/image17.png"/><Relationship Id="rId4" Type="http://schemas.openxmlformats.org/officeDocument/2006/relationships/hyperlink" Target="https://infrastructure.aws/"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0.xml"/><Relationship Id="rId1" Type="http://schemas.openxmlformats.org/officeDocument/2006/relationships/tags" Target="../tags/tag31.xml"/><Relationship Id="rId4" Type="http://schemas.openxmlformats.org/officeDocument/2006/relationships/hyperlink" Target="http://www.cloudping.info/"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aws.amazon.com/pt/architecture/well-architected/" TargetMode="External"/><Relationship Id="rId2" Type="http://schemas.openxmlformats.org/officeDocument/2006/relationships/image" Target="../media/image18.png"/><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0.xml"/><Relationship Id="rId1" Type="http://schemas.openxmlformats.org/officeDocument/2006/relationships/tags" Target="../tags/tag32.xml"/><Relationship Id="rId5" Type="http://schemas.openxmlformats.org/officeDocument/2006/relationships/image" Target="../media/image20.sv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hyperlink" Target="https://d1.awsstatic.com/architecture-diagrams/ArchitectureDiagrams/log-analytics-with-open-source-patterns-ra.pdf?did=wp_card&amp;trk=wp_card" TargetMode="External"/><Relationship Id="rId2" Type="http://schemas.openxmlformats.org/officeDocument/2006/relationships/hyperlink" Target="https://aws.amazon.com/pt/architecture/reference-architecture-diagrams/?achp_navlib4&amp;solutions-all.sort-by=item.additionalFields.sortDate&amp;solutions-all.sort-order=desc&amp;whitepapers-main.sort-by=item.additionalFields.sortDate&amp;whitepapers-main.sort-order=desc&amp;awsf.whitepapers-tech-category=tech-category%23analytics&amp;awsf.whitepapers-industries=*all&amp;awsm.page-whitepapers-main=2" TargetMode="Externa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0.xml"/><Relationship Id="rId1" Type="http://schemas.openxmlformats.org/officeDocument/2006/relationships/tags" Target="../tags/tag33.xml"/><Relationship Id="rId5" Type="http://schemas.openxmlformats.org/officeDocument/2006/relationships/image" Target="../media/image23.sv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9.xml"/><Relationship Id="rId1" Type="http://schemas.openxmlformats.org/officeDocument/2006/relationships/tags" Target="../tags/tag34.xml"/><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notesSlide" Target="../notesSlides/notesSlide14.xml"/><Relationship Id="rId7" Type="http://schemas.openxmlformats.org/officeDocument/2006/relationships/image" Target="../media/image22.png"/><Relationship Id="rId2" Type="http://schemas.openxmlformats.org/officeDocument/2006/relationships/slideLayout" Target="../slideLayouts/slideLayout20.xml"/><Relationship Id="rId1" Type="http://schemas.openxmlformats.org/officeDocument/2006/relationships/tags" Target="../tags/tag35.xml"/><Relationship Id="rId6" Type="http://schemas.openxmlformats.org/officeDocument/2006/relationships/image" Target="../media/image28.png"/><Relationship Id="rId5" Type="http://schemas.openxmlformats.org/officeDocument/2006/relationships/image" Target="../media/image27.svg"/><Relationship Id="rId10" Type="http://schemas.openxmlformats.org/officeDocument/2006/relationships/hyperlink" Target="https://opendatasus.saude.gov.br/dataset/covid-19-vacinacao/resource/301983f2-aa50-4977-8fec-cfab0806cb0b" TargetMode="External"/><Relationship Id="rId4" Type="http://schemas.openxmlformats.org/officeDocument/2006/relationships/image" Target="../media/image26.png"/><Relationship Id="rId9" Type="http://schemas.openxmlformats.org/officeDocument/2006/relationships/hyperlink" Target="https://s3/"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notesSlide" Target="../notesSlides/notesSlide15.xml"/><Relationship Id="rId7" Type="http://schemas.openxmlformats.org/officeDocument/2006/relationships/image" Target="../media/image27.svg"/><Relationship Id="rId2" Type="http://schemas.openxmlformats.org/officeDocument/2006/relationships/slideLayout" Target="../slideLayouts/slideLayout20.xml"/><Relationship Id="rId1" Type="http://schemas.openxmlformats.org/officeDocument/2006/relationships/tags" Target="../tags/tag36.xml"/><Relationship Id="rId6" Type="http://schemas.openxmlformats.org/officeDocument/2006/relationships/image" Target="../media/image26.png"/><Relationship Id="rId5" Type="http://schemas.openxmlformats.org/officeDocument/2006/relationships/image" Target="../media/image30.sv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0.xml"/><Relationship Id="rId1" Type="http://schemas.openxmlformats.org/officeDocument/2006/relationships/tags" Target="../tags/tag37.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17.xml"/><Relationship Id="rId7" Type="http://schemas.openxmlformats.org/officeDocument/2006/relationships/image" Target="../media/image35.svg"/><Relationship Id="rId2" Type="http://schemas.openxmlformats.org/officeDocument/2006/relationships/slideLayout" Target="../slideLayouts/slideLayout29.xml"/><Relationship Id="rId1" Type="http://schemas.openxmlformats.org/officeDocument/2006/relationships/tags" Target="../tags/tag38.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0.xml"/><Relationship Id="rId1" Type="http://schemas.openxmlformats.org/officeDocument/2006/relationships/tags" Target="../tags/tag39.xml"/><Relationship Id="rId4" Type="http://schemas.openxmlformats.org/officeDocument/2006/relationships/hyperlink" Target="https://aws.amazon.com/pt/s3/pricing/" TargetMode="Externa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0.xml"/><Relationship Id="rId1" Type="http://schemas.openxmlformats.org/officeDocument/2006/relationships/tags" Target="../tags/tag4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0.xml"/><Relationship Id="rId1" Type="http://schemas.openxmlformats.org/officeDocument/2006/relationships/tags" Target="../tags/tag41.xml"/><Relationship Id="rId6" Type="http://schemas.openxmlformats.org/officeDocument/2006/relationships/image" Target="../media/image41.png"/><Relationship Id="rId5" Type="http://schemas.openxmlformats.org/officeDocument/2006/relationships/hyperlink" Target="https://calculator.aws/#/?key=new" TargetMode="Externa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0.xml"/><Relationship Id="rId1" Type="http://schemas.openxmlformats.org/officeDocument/2006/relationships/tags" Target="../tags/tag42.xml"/><Relationship Id="rId5" Type="http://schemas.openxmlformats.org/officeDocument/2006/relationships/image" Target="../media/image42.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0.xml"/><Relationship Id="rId1" Type="http://schemas.openxmlformats.org/officeDocument/2006/relationships/tags" Target="../tags/tag43.xml"/><Relationship Id="rId5" Type="http://schemas.openxmlformats.org/officeDocument/2006/relationships/image" Target="../media/image43.pn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0.xml"/><Relationship Id="rId1" Type="http://schemas.openxmlformats.org/officeDocument/2006/relationships/tags" Target="../tags/tag44.xml"/><Relationship Id="rId5" Type="http://schemas.openxmlformats.org/officeDocument/2006/relationships/image" Target="../media/image44.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9.xml"/><Relationship Id="rId1" Type="http://schemas.openxmlformats.org/officeDocument/2006/relationships/tags" Target="../tags/tag45.xml"/><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5.svg"/><Relationship Id="rId3" Type="http://schemas.openxmlformats.org/officeDocument/2006/relationships/notesSlide" Target="../notesSlides/notesSlide25.xml"/><Relationship Id="rId7" Type="http://schemas.openxmlformats.org/officeDocument/2006/relationships/image" Target="../media/image49.svg"/><Relationship Id="rId12" Type="http://schemas.openxmlformats.org/officeDocument/2006/relationships/image" Target="../media/image54.png"/><Relationship Id="rId17" Type="http://schemas.openxmlformats.org/officeDocument/2006/relationships/image" Target="../media/image59.png"/><Relationship Id="rId2" Type="http://schemas.openxmlformats.org/officeDocument/2006/relationships/slideLayout" Target="../slideLayouts/slideLayout36.xml"/><Relationship Id="rId16" Type="http://schemas.openxmlformats.org/officeDocument/2006/relationships/image" Target="../media/image58.png"/><Relationship Id="rId1" Type="http://schemas.openxmlformats.org/officeDocument/2006/relationships/tags" Target="../tags/tag46.xml"/><Relationship Id="rId6" Type="http://schemas.openxmlformats.org/officeDocument/2006/relationships/image" Target="../media/image48.png"/><Relationship Id="rId11" Type="http://schemas.openxmlformats.org/officeDocument/2006/relationships/image" Target="../media/image53.svg"/><Relationship Id="rId5" Type="http://schemas.openxmlformats.org/officeDocument/2006/relationships/image" Target="../media/image47.svg"/><Relationship Id="rId15" Type="http://schemas.openxmlformats.org/officeDocument/2006/relationships/image" Target="../media/image57.sv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svg"/><Relationship Id="rId14" Type="http://schemas.openxmlformats.org/officeDocument/2006/relationships/image" Target="../media/image5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6.xml"/><Relationship Id="rId1" Type="http://schemas.openxmlformats.org/officeDocument/2006/relationships/tags" Target="../tags/tag4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0.xml"/><Relationship Id="rId1" Type="http://schemas.openxmlformats.org/officeDocument/2006/relationships/tags" Target="../tags/tag48.xml"/><Relationship Id="rId5" Type="http://schemas.openxmlformats.org/officeDocument/2006/relationships/image" Target="../media/image61.svg"/><Relationship Id="rId4" Type="http://schemas.openxmlformats.org/officeDocument/2006/relationships/image" Target="../media/image60.png"/></Relationships>
</file>

<file path=ppt/slides/_rels/slide38.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notesSlide" Target="../notesSlides/notesSlide28.xml"/><Relationship Id="rId7" Type="http://schemas.openxmlformats.org/officeDocument/2006/relationships/image" Target="../media/image65.svg"/><Relationship Id="rId2" Type="http://schemas.openxmlformats.org/officeDocument/2006/relationships/slideLayout" Target="../slideLayouts/slideLayout29.xml"/><Relationship Id="rId1" Type="http://schemas.openxmlformats.org/officeDocument/2006/relationships/tags" Target="../tags/tag49.xml"/><Relationship Id="rId6" Type="http://schemas.openxmlformats.org/officeDocument/2006/relationships/image" Target="../media/image64.png"/><Relationship Id="rId11" Type="http://schemas.microsoft.com/office/2007/relationships/hdphoto" Target="../media/hdphoto1.wdp"/><Relationship Id="rId5" Type="http://schemas.openxmlformats.org/officeDocument/2006/relationships/image" Target="../media/image63.sv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0.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notesSlide" Target="../notesSlides/notesSlide29.xml"/><Relationship Id="rId7" Type="http://schemas.openxmlformats.org/officeDocument/2006/relationships/image" Target="../media/image72.svg"/><Relationship Id="rId2" Type="http://schemas.openxmlformats.org/officeDocument/2006/relationships/slideLayout" Target="../slideLayouts/slideLayout20.xml"/><Relationship Id="rId1" Type="http://schemas.openxmlformats.org/officeDocument/2006/relationships/tags" Target="../tags/tag50.xml"/><Relationship Id="rId6" Type="http://schemas.openxmlformats.org/officeDocument/2006/relationships/image" Target="../media/image71.png"/><Relationship Id="rId5" Type="http://schemas.openxmlformats.org/officeDocument/2006/relationships/image" Target="../media/image70.svg"/><Relationship Id="rId4" Type="http://schemas.openxmlformats.org/officeDocument/2006/relationships/image" Target="../media/image69.png"/><Relationship Id="rId9" Type="http://schemas.openxmlformats.org/officeDocument/2006/relationships/image" Target="../media/image74.svg"/></Relationships>
</file>

<file path=ppt/slides/_rels/slide41.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notesSlide" Target="../notesSlides/notesSlide30.xml"/><Relationship Id="rId7" Type="http://schemas.openxmlformats.org/officeDocument/2006/relationships/image" Target="../media/image78.png"/><Relationship Id="rId2" Type="http://schemas.openxmlformats.org/officeDocument/2006/relationships/slideLayout" Target="../slideLayouts/slideLayout20.xml"/><Relationship Id="rId1" Type="http://schemas.openxmlformats.org/officeDocument/2006/relationships/tags" Target="../tags/tag51.xml"/><Relationship Id="rId6" Type="http://schemas.openxmlformats.org/officeDocument/2006/relationships/image" Target="../media/image77.svg"/><Relationship Id="rId5" Type="http://schemas.openxmlformats.org/officeDocument/2006/relationships/image" Target="../media/image76.png"/><Relationship Id="rId4" Type="http://schemas.openxmlformats.org/officeDocument/2006/relationships/image" Target="../media/image75.jpg"/><Relationship Id="rId9" Type="http://schemas.openxmlformats.org/officeDocument/2006/relationships/image" Target="../media/image80.tiff"/></Relationships>
</file>

<file path=ppt/slides/_rels/slide42.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notesSlide" Target="../notesSlides/notesSlide31.xml"/><Relationship Id="rId7" Type="http://schemas.openxmlformats.org/officeDocument/2006/relationships/image" Target="../media/image82.png"/><Relationship Id="rId12" Type="http://schemas.openxmlformats.org/officeDocument/2006/relationships/image" Target="../media/image35.svg"/><Relationship Id="rId2" Type="http://schemas.openxmlformats.org/officeDocument/2006/relationships/slideLayout" Target="../slideLayouts/slideLayout29.xml"/><Relationship Id="rId1" Type="http://schemas.openxmlformats.org/officeDocument/2006/relationships/tags" Target="../tags/tag52.xml"/><Relationship Id="rId6" Type="http://schemas.openxmlformats.org/officeDocument/2006/relationships/image" Target="../media/image67.svg"/><Relationship Id="rId11" Type="http://schemas.openxmlformats.org/officeDocument/2006/relationships/image" Target="../media/image34.png"/><Relationship Id="rId5" Type="http://schemas.openxmlformats.org/officeDocument/2006/relationships/image" Target="../media/image66.png"/><Relationship Id="rId10" Type="http://schemas.openxmlformats.org/officeDocument/2006/relationships/image" Target="../media/image85.svg"/><Relationship Id="rId4" Type="http://schemas.openxmlformats.org/officeDocument/2006/relationships/image" Target="../media/image81.png"/><Relationship Id="rId9" Type="http://schemas.openxmlformats.org/officeDocument/2006/relationships/image" Target="../media/image84.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0.xml"/><Relationship Id="rId1" Type="http://schemas.openxmlformats.org/officeDocument/2006/relationships/tags" Target="../tags/tag53.xml"/><Relationship Id="rId5" Type="http://schemas.openxmlformats.org/officeDocument/2006/relationships/image" Target="../media/image83.svg"/><Relationship Id="rId4" Type="http://schemas.openxmlformats.org/officeDocument/2006/relationships/image" Target="../media/image82.png"/></Relationships>
</file>

<file path=ppt/slides/_rels/slide44.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notesSlide" Target="../notesSlides/notesSlide33.xml"/><Relationship Id="rId7" Type="http://schemas.openxmlformats.org/officeDocument/2006/relationships/image" Target="../media/image63.svg"/><Relationship Id="rId2" Type="http://schemas.openxmlformats.org/officeDocument/2006/relationships/slideLayout" Target="../slideLayouts/slideLayout20.xml"/><Relationship Id="rId1" Type="http://schemas.openxmlformats.org/officeDocument/2006/relationships/tags" Target="../tags/tag54.xml"/><Relationship Id="rId6" Type="http://schemas.openxmlformats.org/officeDocument/2006/relationships/image" Target="../media/image62.png"/><Relationship Id="rId11" Type="http://schemas.openxmlformats.org/officeDocument/2006/relationships/image" Target="../media/image67.svg"/><Relationship Id="rId5" Type="http://schemas.openxmlformats.org/officeDocument/2006/relationships/image" Target="../media/image83.svg"/><Relationship Id="rId10" Type="http://schemas.openxmlformats.org/officeDocument/2006/relationships/image" Target="../media/image66.png"/><Relationship Id="rId4" Type="http://schemas.openxmlformats.org/officeDocument/2006/relationships/image" Target="../media/image82.png"/><Relationship Id="rId9" Type="http://schemas.openxmlformats.org/officeDocument/2006/relationships/image" Target="../media/image65.sv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0.xml"/><Relationship Id="rId1" Type="http://schemas.openxmlformats.org/officeDocument/2006/relationships/tags" Target="../tags/tag55.xml"/><Relationship Id="rId4" Type="http://schemas.openxmlformats.org/officeDocument/2006/relationships/image" Target="../media/image86.PNG"/></Relationships>
</file>

<file path=ppt/slides/_rels/slide4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35.xml"/><Relationship Id="rId7" Type="http://schemas.openxmlformats.org/officeDocument/2006/relationships/image" Target="../media/image83.svg"/><Relationship Id="rId2" Type="http://schemas.openxmlformats.org/officeDocument/2006/relationships/slideLayout" Target="../slideLayouts/slideLayout36.xml"/><Relationship Id="rId1" Type="http://schemas.openxmlformats.org/officeDocument/2006/relationships/tags" Target="../tags/tag56.xml"/><Relationship Id="rId6" Type="http://schemas.openxmlformats.org/officeDocument/2006/relationships/image" Target="../media/image82.png"/><Relationship Id="rId11" Type="http://schemas.openxmlformats.org/officeDocument/2006/relationships/image" Target="../media/image65.svg"/><Relationship Id="rId5" Type="http://schemas.openxmlformats.org/officeDocument/2006/relationships/image" Target="../media/image88.svg"/><Relationship Id="rId10" Type="http://schemas.openxmlformats.org/officeDocument/2006/relationships/image" Target="../media/image64.png"/><Relationship Id="rId4" Type="http://schemas.openxmlformats.org/officeDocument/2006/relationships/image" Target="../media/image87.png"/><Relationship Id="rId9" Type="http://schemas.openxmlformats.org/officeDocument/2006/relationships/image" Target="../media/image27.sv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0.xml"/><Relationship Id="rId1" Type="http://schemas.openxmlformats.org/officeDocument/2006/relationships/tags" Target="../tags/tag57.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6.xml"/><Relationship Id="rId1" Type="http://schemas.openxmlformats.org/officeDocument/2006/relationships/tags" Target="../tags/tag58.xml"/><Relationship Id="rId5" Type="http://schemas.openxmlformats.org/officeDocument/2006/relationships/image" Target="../media/image88.svg"/><Relationship Id="rId4" Type="http://schemas.openxmlformats.org/officeDocument/2006/relationships/image" Target="../media/image87.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0.xml"/><Relationship Id="rId1" Type="http://schemas.openxmlformats.org/officeDocument/2006/relationships/tags" Target="../tags/tag59.xml"/><Relationship Id="rId5" Type="http://schemas.openxmlformats.org/officeDocument/2006/relationships/image" Target="../media/image63.svg"/><Relationship Id="rId4" Type="http://schemas.openxmlformats.org/officeDocument/2006/relationships/image" Target="../media/image62.png"/></Relationships>
</file>

<file path=ppt/slides/_rels/slide50.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82.png"/><Relationship Id="rId3" Type="http://schemas.openxmlformats.org/officeDocument/2006/relationships/notesSlide" Target="../notesSlides/notesSlide39.xml"/><Relationship Id="rId7" Type="http://schemas.openxmlformats.org/officeDocument/2006/relationships/image" Target="../media/image92.svg"/><Relationship Id="rId12" Type="http://schemas.openxmlformats.org/officeDocument/2006/relationships/image" Target="../media/image63.svg"/><Relationship Id="rId2" Type="http://schemas.openxmlformats.org/officeDocument/2006/relationships/slideLayout" Target="../slideLayouts/slideLayout20.xml"/><Relationship Id="rId1" Type="http://schemas.openxmlformats.org/officeDocument/2006/relationships/tags" Target="../tags/tag60.xml"/><Relationship Id="rId6" Type="http://schemas.openxmlformats.org/officeDocument/2006/relationships/image" Target="../media/image91.png"/><Relationship Id="rId11" Type="http://schemas.openxmlformats.org/officeDocument/2006/relationships/image" Target="../media/image62.png"/><Relationship Id="rId5" Type="http://schemas.openxmlformats.org/officeDocument/2006/relationships/image" Target="../media/image90.svg"/><Relationship Id="rId10" Type="http://schemas.openxmlformats.org/officeDocument/2006/relationships/image" Target="../media/image27.svg"/><Relationship Id="rId4" Type="http://schemas.openxmlformats.org/officeDocument/2006/relationships/image" Target="../media/image89.png"/><Relationship Id="rId9" Type="http://schemas.openxmlformats.org/officeDocument/2006/relationships/image" Target="../media/image26.png"/><Relationship Id="rId14" Type="http://schemas.openxmlformats.org/officeDocument/2006/relationships/image" Target="../media/image83.sv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0.xml"/><Relationship Id="rId1" Type="http://schemas.openxmlformats.org/officeDocument/2006/relationships/tags" Target="../tags/tag61.xml"/><Relationship Id="rId5" Type="http://schemas.openxmlformats.org/officeDocument/2006/relationships/image" Target="../media/image94.jpeg"/><Relationship Id="rId4" Type="http://schemas.openxmlformats.org/officeDocument/2006/relationships/image" Target="../media/image40.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0.xml"/><Relationship Id="rId1" Type="http://schemas.openxmlformats.org/officeDocument/2006/relationships/tags" Target="../tags/tag62.xml"/><Relationship Id="rId4" Type="http://schemas.openxmlformats.org/officeDocument/2006/relationships/image" Target="../media/image94.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0.xml"/><Relationship Id="rId1" Type="http://schemas.openxmlformats.org/officeDocument/2006/relationships/tags" Target="../tags/tag63.xml"/><Relationship Id="rId6" Type="http://schemas.openxmlformats.org/officeDocument/2006/relationships/image" Target="../media/image77.svg"/><Relationship Id="rId5" Type="http://schemas.openxmlformats.org/officeDocument/2006/relationships/image" Target="../media/image76.png"/><Relationship Id="rId4" Type="http://schemas.openxmlformats.org/officeDocument/2006/relationships/hyperlink" Target="https://safenet.gemalto.com/multi-factor-authentication/" TargetMode="Externa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0.xml"/><Relationship Id="rId1" Type="http://schemas.openxmlformats.org/officeDocument/2006/relationships/tags" Target="../tags/tag64.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0.xml"/><Relationship Id="rId1" Type="http://schemas.openxmlformats.org/officeDocument/2006/relationships/tags" Target="../tags/tag6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32.xml"/><Relationship Id="rId1" Type="http://schemas.openxmlformats.org/officeDocument/2006/relationships/tags" Target="../tags/tag66.xml"/></Relationships>
</file>

<file path=ppt/slides/_rels/slide57.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notesSlide" Target="../notesSlides/notesSlide46.xml"/><Relationship Id="rId7" Type="http://schemas.openxmlformats.org/officeDocument/2006/relationships/image" Target="../media/image98.svg"/><Relationship Id="rId2" Type="http://schemas.openxmlformats.org/officeDocument/2006/relationships/slideLayout" Target="../slideLayouts/slideLayout20.xml"/><Relationship Id="rId1" Type="http://schemas.openxmlformats.org/officeDocument/2006/relationships/tags" Target="../tags/tag67.xml"/><Relationship Id="rId6" Type="http://schemas.openxmlformats.org/officeDocument/2006/relationships/image" Target="../media/image97.png"/><Relationship Id="rId11" Type="http://schemas.openxmlformats.org/officeDocument/2006/relationships/image" Target="../media/image102.svg"/><Relationship Id="rId5" Type="http://schemas.openxmlformats.org/officeDocument/2006/relationships/image" Target="../media/image96.svg"/><Relationship Id="rId10" Type="http://schemas.openxmlformats.org/officeDocument/2006/relationships/image" Target="../media/image101.png"/><Relationship Id="rId4" Type="http://schemas.openxmlformats.org/officeDocument/2006/relationships/image" Target="../media/image95.png"/><Relationship Id="rId9" Type="http://schemas.openxmlformats.org/officeDocument/2006/relationships/image" Target="../media/image100.svg"/></Relationships>
</file>

<file path=ppt/slides/_rels/slide58.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08.svg"/><Relationship Id="rId18" Type="http://schemas.openxmlformats.org/officeDocument/2006/relationships/image" Target="../media/image111.png"/><Relationship Id="rId3" Type="http://schemas.openxmlformats.org/officeDocument/2006/relationships/notesSlide" Target="../notesSlides/notesSlide47.xml"/><Relationship Id="rId7" Type="http://schemas.openxmlformats.org/officeDocument/2006/relationships/image" Target="../media/image90.svg"/><Relationship Id="rId12" Type="http://schemas.openxmlformats.org/officeDocument/2006/relationships/image" Target="../media/image107.png"/><Relationship Id="rId17" Type="http://schemas.openxmlformats.org/officeDocument/2006/relationships/image" Target="../media/image110.svg"/><Relationship Id="rId2" Type="http://schemas.openxmlformats.org/officeDocument/2006/relationships/slideLayout" Target="../slideLayouts/slideLayout20.xml"/><Relationship Id="rId16" Type="http://schemas.openxmlformats.org/officeDocument/2006/relationships/image" Target="../media/image109.png"/><Relationship Id="rId1" Type="http://schemas.openxmlformats.org/officeDocument/2006/relationships/tags" Target="../tags/tag68.xml"/><Relationship Id="rId6" Type="http://schemas.openxmlformats.org/officeDocument/2006/relationships/image" Target="../media/image89.png"/><Relationship Id="rId11" Type="http://schemas.openxmlformats.org/officeDocument/2006/relationships/image" Target="../media/image20.svg"/><Relationship Id="rId5" Type="http://schemas.openxmlformats.org/officeDocument/2006/relationships/image" Target="../media/image104.svg"/><Relationship Id="rId15" Type="http://schemas.openxmlformats.org/officeDocument/2006/relationships/image" Target="../media/image23.svg"/><Relationship Id="rId10" Type="http://schemas.openxmlformats.org/officeDocument/2006/relationships/image" Target="../media/image19.png"/><Relationship Id="rId19" Type="http://schemas.openxmlformats.org/officeDocument/2006/relationships/image" Target="../media/image112.svg"/><Relationship Id="rId4" Type="http://schemas.openxmlformats.org/officeDocument/2006/relationships/image" Target="../media/image103.png"/><Relationship Id="rId9" Type="http://schemas.openxmlformats.org/officeDocument/2006/relationships/image" Target="../media/image106.svg"/><Relationship Id="rId14" Type="http://schemas.openxmlformats.org/officeDocument/2006/relationships/image" Target="../media/image22.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8.xml"/><Relationship Id="rId7" Type="http://schemas.openxmlformats.org/officeDocument/2006/relationships/hyperlink" Target="https://aws.amazon.com/premiumsupport/trustedadvisor/" TargetMode="External"/><Relationship Id="rId2" Type="http://schemas.openxmlformats.org/officeDocument/2006/relationships/slideLayout" Target="../slideLayouts/slideLayout20.xml"/><Relationship Id="rId1" Type="http://schemas.openxmlformats.org/officeDocument/2006/relationships/tags" Target="../tags/tag69.xml"/><Relationship Id="rId6" Type="http://schemas.openxmlformats.org/officeDocument/2006/relationships/hyperlink" Target="https://docs.aws.amazon.com/AmazonS3/latest/dev/acl-overview.html" TargetMode="External"/><Relationship Id="rId5" Type="http://schemas.openxmlformats.org/officeDocument/2006/relationships/hyperlink" Target="https://docs.aws.amazon.com/AmazonS3/latest/dev/using-iam-policies.html" TargetMode="External"/><Relationship Id="rId4" Type="http://schemas.openxmlformats.org/officeDocument/2006/relationships/hyperlink" Target="https://aws.amazon.com/blogs/aws/amazon-s3-block-public-access-another-layer-of-protection-for-your-accounts-and-buckets/"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32.xml"/><Relationship Id="rId1" Type="http://schemas.openxmlformats.org/officeDocument/2006/relationships/tags" Target="../tags/tag70.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0.xml"/><Relationship Id="rId1" Type="http://schemas.openxmlformats.org/officeDocument/2006/relationships/tags" Target="../tags/tag71.xml"/><Relationship Id="rId5" Type="http://schemas.openxmlformats.org/officeDocument/2006/relationships/image" Target="../media/image114.svg"/><Relationship Id="rId4" Type="http://schemas.openxmlformats.org/officeDocument/2006/relationships/image" Target="../media/image113.png"/></Relationships>
</file>

<file path=ppt/slides/_rels/slide63.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notesSlide" Target="../notesSlides/notesSlide51.xml"/><Relationship Id="rId7" Type="http://schemas.openxmlformats.org/officeDocument/2006/relationships/image" Target="../media/image118.svg"/><Relationship Id="rId2" Type="http://schemas.openxmlformats.org/officeDocument/2006/relationships/slideLayout" Target="../slideLayouts/slideLayout20.xml"/><Relationship Id="rId1" Type="http://schemas.openxmlformats.org/officeDocument/2006/relationships/tags" Target="../tags/tag72.xml"/><Relationship Id="rId6" Type="http://schemas.openxmlformats.org/officeDocument/2006/relationships/image" Target="../media/image117.png"/><Relationship Id="rId5" Type="http://schemas.openxmlformats.org/officeDocument/2006/relationships/image" Target="../media/image116.svg"/><Relationship Id="rId4" Type="http://schemas.openxmlformats.org/officeDocument/2006/relationships/image" Target="../media/image115.png"/><Relationship Id="rId9" Type="http://schemas.openxmlformats.org/officeDocument/2006/relationships/image" Target="../media/image120.sv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hyperlink" Target="https://www.washingtonpost.com/technology/2023/08/16/chatgpt-ai-political-bias-research/" TargetMode="External"/><Relationship Id="rId1" Type="http://schemas.openxmlformats.org/officeDocument/2006/relationships/slideLayout" Target="../slideLayouts/slideLayout21.xml"/><Relationship Id="rId4" Type="http://schemas.openxmlformats.org/officeDocument/2006/relationships/hyperlink" Target="https://link.springer.com/content/pdf/10.1007/s11127-023-01097-2.pdf"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2.xml"/><Relationship Id="rId7" Type="http://schemas.openxmlformats.org/officeDocument/2006/relationships/image" Target="../media/image125.jpg"/><Relationship Id="rId2" Type="http://schemas.openxmlformats.org/officeDocument/2006/relationships/slideLayout" Target="../slideLayouts/slideLayout37.xml"/><Relationship Id="rId1" Type="http://schemas.openxmlformats.org/officeDocument/2006/relationships/tags" Target="../tags/tag73.xml"/><Relationship Id="rId6" Type="http://schemas.openxmlformats.org/officeDocument/2006/relationships/image" Target="../media/image124.jpeg"/><Relationship Id="rId5" Type="http://schemas.openxmlformats.org/officeDocument/2006/relationships/image" Target="../media/image123.jpeg"/><Relationship Id="rId4" Type="http://schemas.openxmlformats.org/officeDocument/2006/relationships/image" Target="../media/image122.jpe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37.xml"/><Relationship Id="rId1" Type="http://schemas.openxmlformats.org/officeDocument/2006/relationships/tags" Target="../tags/tag74.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38.xml"/><Relationship Id="rId1" Type="http://schemas.openxmlformats.org/officeDocument/2006/relationships/tags" Target="../tags/tag75.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31.xml"/><Relationship Id="rId1" Type="http://schemas.openxmlformats.org/officeDocument/2006/relationships/tags" Target="../tags/tag76.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0.xml"/><Relationship Id="rId1" Type="http://schemas.openxmlformats.org/officeDocument/2006/relationships/tags" Target="../tags/tag77.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39.xml"/><Relationship Id="rId1" Type="http://schemas.openxmlformats.org/officeDocument/2006/relationships/tags" Target="../tags/tag78.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40.xml"/><Relationship Id="rId1" Type="http://schemas.openxmlformats.org/officeDocument/2006/relationships/tags" Target="../tags/tag79.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41.xml"/><Relationship Id="rId1" Type="http://schemas.openxmlformats.org/officeDocument/2006/relationships/tags" Target="../tags/tag80.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6.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0.xml"/><Relationship Id="rId1" Type="http://schemas.openxmlformats.org/officeDocument/2006/relationships/tags" Target="../tags/tag81.xml"/><Relationship Id="rId4" Type="http://schemas.openxmlformats.org/officeDocument/2006/relationships/image" Target="../media/image129.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43.xml"/><Relationship Id="rId1" Type="http://schemas.openxmlformats.org/officeDocument/2006/relationships/tags" Target="../tags/tag83.xml"/><Relationship Id="rId6" Type="http://schemas.openxmlformats.org/officeDocument/2006/relationships/image" Target="../media/image132.png"/><Relationship Id="rId5" Type="http://schemas.openxmlformats.org/officeDocument/2006/relationships/image" Target="../media/image131.jpeg"/><Relationship Id="rId4" Type="http://schemas.openxmlformats.org/officeDocument/2006/relationships/image" Target="../media/image130.jpe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44.xml"/><Relationship Id="rId1" Type="http://schemas.openxmlformats.org/officeDocument/2006/relationships/tags" Target="../tags/tag84.xml"/><Relationship Id="rId5" Type="http://schemas.openxmlformats.org/officeDocument/2006/relationships/image" Target="../media/image133.jpeg"/><Relationship Id="rId4" Type="http://schemas.openxmlformats.org/officeDocument/2006/relationships/image" Target="../media/image132.png"/></Relationships>
</file>

<file path=ppt/slides/_rels/slide82.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notesSlide" Target="../notesSlides/notesSlide64.xml"/><Relationship Id="rId7" Type="http://schemas.openxmlformats.org/officeDocument/2006/relationships/image" Target="../media/image137.jpeg"/><Relationship Id="rId2" Type="http://schemas.openxmlformats.org/officeDocument/2006/relationships/slideLayout" Target="../slideLayouts/slideLayout45.xml"/><Relationship Id="rId1" Type="http://schemas.openxmlformats.org/officeDocument/2006/relationships/tags" Target="../tags/tag85.xml"/><Relationship Id="rId6" Type="http://schemas.openxmlformats.org/officeDocument/2006/relationships/image" Target="../media/image136.jpeg"/><Relationship Id="rId5" Type="http://schemas.openxmlformats.org/officeDocument/2006/relationships/image" Target="../media/image135.jpeg"/><Relationship Id="rId4" Type="http://schemas.openxmlformats.org/officeDocument/2006/relationships/image" Target="../media/image134.jpe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46.xml"/><Relationship Id="rId1" Type="http://schemas.openxmlformats.org/officeDocument/2006/relationships/tags" Target="../tags/tag86.xml"/><Relationship Id="rId4" Type="http://schemas.openxmlformats.org/officeDocument/2006/relationships/image" Target="../media/image138.png"/></Relationships>
</file>

<file path=ppt/slides/_rels/slide84.xml.rels><?xml version="1.0" encoding="UTF-8" standalone="yes"?>
<Relationships xmlns="http://schemas.openxmlformats.org/package/2006/relationships"><Relationship Id="rId8" Type="http://schemas.openxmlformats.org/officeDocument/2006/relationships/image" Target="../media/image142.jpeg"/><Relationship Id="rId3" Type="http://schemas.openxmlformats.org/officeDocument/2006/relationships/notesSlide" Target="../notesSlides/notesSlide66.xml"/><Relationship Id="rId7" Type="http://schemas.openxmlformats.org/officeDocument/2006/relationships/image" Target="../media/image141.jpeg"/><Relationship Id="rId2" Type="http://schemas.openxmlformats.org/officeDocument/2006/relationships/slideLayout" Target="../slideLayouts/slideLayout46.xml"/><Relationship Id="rId1" Type="http://schemas.openxmlformats.org/officeDocument/2006/relationships/tags" Target="../tags/tag87.xml"/><Relationship Id="rId6" Type="http://schemas.openxmlformats.org/officeDocument/2006/relationships/image" Target="../media/image140.jpeg"/><Relationship Id="rId5" Type="http://schemas.openxmlformats.org/officeDocument/2006/relationships/image" Target="../media/image139.png"/><Relationship Id="rId10" Type="http://schemas.openxmlformats.org/officeDocument/2006/relationships/image" Target="../media/image144.png"/><Relationship Id="rId4" Type="http://schemas.openxmlformats.org/officeDocument/2006/relationships/image" Target="../media/image134.jpeg"/><Relationship Id="rId9" Type="http://schemas.openxmlformats.org/officeDocument/2006/relationships/image" Target="../media/image143.png"/></Relationships>
</file>

<file path=ppt/slides/_rels/slide85.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notesSlide" Target="../notesSlides/notesSlide67.xml"/><Relationship Id="rId7" Type="http://schemas.openxmlformats.org/officeDocument/2006/relationships/image" Target="../media/image148.png"/><Relationship Id="rId2" Type="http://schemas.openxmlformats.org/officeDocument/2006/relationships/slideLayout" Target="../slideLayouts/slideLayout46.xml"/><Relationship Id="rId1" Type="http://schemas.openxmlformats.org/officeDocument/2006/relationships/tags" Target="../tags/tag88.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 Id="rId9" Type="http://schemas.openxmlformats.org/officeDocument/2006/relationships/image" Target="../media/image139.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0.xml"/><Relationship Id="rId1" Type="http://schemas.openxmlformats.org/officeDocument/2006/relationships/tags" Target="../tags/tag89.xml"/><Relationship Id="rId4" Type="http://schemas.openxmlformats.org/officeDocument/2006/relationships/image" Target="../media/image129.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43.xml"/><Relationship Id="rId1" Type="http://schemas.openxmlformats.org/officeDocument/2006/relationships/tags" Target="../tags/tag91.xml"/><Relationship Id="rId6" Type="http://schemas.openxmlformats.org/officeDocument/2006/relationships/image" Target="../media/image139.png"/><Relationship Id="rId5" Type="http://schemas.openxmlformats.org/officeDocument/2006/relationships/image" Target="../media/image151.png"/><Relationship Id="rId4" Type="http://schemas.openxmlformats.org/officeDocument/2006/relationships/image" Target="../media/image150.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0.xml"/><Relationship Id="rId1" Type="http://schemas.openxmlformats.org/officeDocument/2006/relationships/tags" Target="../tags/tag92.xml"/><Relationship Id="rId4" Type="http://schemas.openxmlformats.org/officeDocument/2006/relationships/image" Target="../media/image129.pn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43.xml"/><Relationship Id="rId1" Type="http://schemas.openxmlformats.org/officeDocument/2006/relationships/tags" Target="../tags/tag94.xml"/><Relationship Id="rId6" Type="http://schemas.openxmlformats.org/officeDocument/2006/relationships/image" Target="../media/image154.jpg"/><Relationship Id="rId5" Type="http://schemas.openxmlformats.org/officeDocument/2006/relationships/image" Target="../media/image153.jpg"/><Relationship Id="rId4" Type="http://schemas.openxmlformats.org/officeDocument/2006/relationships/image" Target="../media/image152.jp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47.xml"/><Relationship Id="rId1" Type="http://schemas.openxmlformats.org/officeDocument/2006/relationships/tags" Target="../tags/tag95.xml"/><Relationship Id="rId4" Type="http://schemas.openxmlformats.org/officeDocument/2006/relationships/image" Target="../media/image152.jp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47.xml"/><Relationship Id="rId1" Type="http://schemas.openxmlformats.org/officeDocument/2006/relationships/tags" Target="../tags/tag96.xml"/><Relationship Id="rId4" Type="http://schemas.openxmlformats.org/officeDocument/2006/relationships/image" Target="../media/image153.jp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47.xml"/><Relationship Id="rId1" Type="http://schemas.openxmlformats.org/officeDocument/2006/relationships/tags" Target="../tags/tag97.xml"/><Relationship Id="rId4" Type="http://schemas.openxmlformats.org/officeDocument/2006/relationships/image" Target="../media/image154.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0.xml"/><Relationship Id="rId1" Type="http://schemas.openxmlformats.org/officeDocument/2006/relationships/tags" Target="../tags/tag98.xml"/></Relationships>
</file>

<file path=ppt/slides/_rels/slide9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78.xml"/><Relationship Id="rId1" Type="http://schemas.openxmlformats.org/officeDocument/2006/relationships/slideLayout" Target="../slideLayouts/slideLayout4.xml"/><Relationship Id="rId5" Type="http://schemas.openxmlformats.org/officeDocument/2006/relationships/hyperlink" Target="https://pt.wikipedia.org/wiki/Distopia" TargetMode="External"/><Relationship Id="rId4" Type="http://schemas.openxmlformats.org/officeDocument/2006/relationships/hyperlink" Target="https://www.economist.com/leaders/2025/07/03/china-is-building-an-entire-empire-on-data?utm_medium=cpc.adword.pd&amp;utm_source=google&amp;ppccampaignID=19495686130&amp;ppcadID=&amp;utm_campaign=a.22brand_pmax&amp;utm_content=conversion.direct-response.anonymous&amp;gclsrc=aw.ds&amp;gad_source=1&amp;gad_campaignid=19495464887&amp;gbraid=0AAAAADBuq3IlYlppy1SscO1ZGeLH0qQFf&amp;gclid=Cj0KCQjwhO3DBhDkARIsANxrhToSyokrZDcZRJOcbQWgOAB-oE4BuXWRn_-YzytEU7cqMEZPV3_y0d4aAo4WEALw_wcB" TargetMode="Externa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0.xml"/><Relationship Id="rId1" Type="http://schemas.openxmlformats.org/officeDocument/2006/relationships/tags" Target="../tags/tag99.xml"/><Relationship Id="rId4" Type="http://schemas.openxmlformats.org/officeDocument/2006/relationships/image" Target="../media/image1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FFD5B1B3-2D0D-77A5-4696-B2307210A9C3}"/>
              </a:ext>
            </a:extLst>
          </p:cNvPr>
          <p:cNvSpPr>
            <a:spLocks noGrp="1"/>
          </p:cNvSpPr>
          <p:nvPr>
            <p:ph type="ctrTitle"/>
          </p:nvPr>
        </p:nvSpPr>
        <p:spPr/>
        <p:txBody>
          <a:bodyPr/>
          <a:lstStyle/>
          <a:p>
            <a:r>
              <a:rPr lang="pt-BR"/>
              <a:t>Engenharia </a:t>
            </a:r>
            <a:r>
              <a:rPr lang="pt-BR" dirty="0"/>
              <a:t>de dados em nuvem</a:t>
            </a:r>
          </a:p>
        </p:txBody>
      </p:sp>
      <p:sp>
        <p:nvSpPr>
          <p:cNvPr id="7" name="Espaço Reservado para Texto 6">
            <a:extLst>
              <a:ext uri="{FF2B5EF4-FFF2-40B4-BE49-F238E27FC236}">
                <a16:creationId xmlns:a16="http://schemas.microsoft.com/office/drawing/2014/main" id="{A76E1393-AB3F-4959-51B9-F22004FBD143}"/>
              </a:ext>
            </a:extLst>
          </p:cNvPr>
          <p:cNvSpPr>
            <a:spLocks noGrp="1"/>
          </p:cNvSpPr>
          <p:nvPr>
            <p:ph type="subTitle" idx="1"/>
          </p:nvPr>
        </p:nvSpPr>
        <p:spPr/>
        <p:txBody>
          <a:bodyPr>
            <a:normAutofit fontScale="92500" lnSpcReduction="20000"/>
          </a:bodyPr>
          <a:lstStyle/>
          <a:p>
            <a:r>
              <a:rPr lang="pt-BR"/>
              <a:t>Aula 2</a:t>
            </a:r>
          </a:p>
          <a:p>
            <a:r>
              <a:rPr lang="pt-BR"/>
              <a:t>Serviços de nuvem. Organizações data-driven, pipeline de dados. Formatação do problema de negócio a ser resolvido.</a:t>
            </a:r>
          </a:p>
        </p:txBody>
      </p:sp>
    </p:spTree>
    <p:extLst>
      <p:ext uri="{BB962C8B-B14F-4D97-AF65-F5344CB8AC3E}">
        <p14:creationId xmlns:p14="http://schemas.microsoft.com/office/powerpoint/2010/main" val="4166726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D815DB-1FC3-F168-42C1-3C9D693D4368}"/>
              </a:ext>
            </a:extLst>
          </p:cNvPr>
          <p:cNvSpPr>
            <a:spLocks noGrp="1"/>
          </p:cNvSpPr>
          <p:nvPr>
            <p:ph type="title"/>
          </p:nvPr>
        </p:nvSpPr>
        <p:spPr/>
        <p:txBody>
          <a:bodyPr/>
          <a:lstStyle/>
          <a:p>
            <a:r>
              <a:rPr lang="pt-BR"/>
              <a:t>Conteúdo</a:t>
            </a:r>
          </a:p>
        </p:txBody>
      </p:sp>
      <p:sp>
        <p:nvSpPr>
          <p:cNvPr id="3" name="Espaço Reservado para Texto 2">
            <a:extLst>
              <a:ext uri="{FF2B5EF4-FFF2-40B4-BE49-F238E27FC236}">
                <a16:creationId xmlns:a16="http://schemas.microsoft.com/office/drawing/2014/main" id="{445354C8-D61E-FB6A-027F-748D4241AC0C}"/>
              </a:ext>
            </a:extLst>
          </p:cNvPr>
          <p:cNvSpPr>
            <a:spLocks noGrp="1"/>
          </p:cNvSpPr>
          <p:nvPr>
            <p:ph type="body" sz="quarter" idx="10"/>
          </p:nvPr>
        </p:nvSpPr>
        <p:spPr/>
        <p:txBody>
          <a:bodyPr/>
          <a:lstStyle/>
          <a:p>
            <a:r>
              <a:rPr lang="pt-BR"/>
              <a:t>01</a:t>
            </a:r>
          </a:p>
        </p:txBody>
      </p:sp>
      <p:sp>
        <p:nvSpPr>
          <p:cNvPr id="5" name="Espaço Reservado para Texto 4">
            <a:extLst>
              <a:ext uri="{FF2B5EF4-FFF2-40B4-BE49-F238E27FC236}">
                <a16:creationId xmlns:a16="http://schemas.microsoft.com/office/drawing/2014/main" id="{31E62855-0AD3-5089-A45D-0492F85F5301}"/>
              </a:ext>
            </a:extLst>
          </p:cNvPr>
          <p:cNvSpPr>
            <a:spLocks noGrp="1"/>
          </p:cNvSpPr>
          <p:nvPr>
            <p:ph type="body" sz="quarter" idx="12"/>
          </p:nvPr>
        </p:nvSpPr>
        <p:spPr/>
        <p:txBody>
          <a:bodyPr/>
          <a:lstStyle/>
          <a:p>
            <a:r>
              <a:rPr lang="pt-BR"/>
              <a:t>02</a:t>
            </a:r>
          </a:p>
        </p:txBody>
      </p:sp>
      <p:sp>
        <p:nvSpPr>
          <p:cNvPr id="6" name="Espaço Reservado para Texto 5">
            <a:extLst>
              <a:ext uri="{FF2B5EF4-FFF2-40B4-BE49-F238E27FC236}">
                <a16:creationId xmlns:a16="http://schemas.microsoft.com/office/drawing/2014/main" id="{06A6FD8F-5B0F-033A-F503-E9BD9B504FC2}"/>
              </a:ext>
            </a:extLst>
          </p:cNvPr>
          <p:cNvSpPr>
            <a:spLocks noGrp="1"/>
          </p:cNvSpPr>
          <p:nvPr>
            <p:ph type="body" sz="quarter" idx="13"/>
          </p:nvPr>
        </p:nvSpPr>
        <p:spPr/>
        <p:txBody>
          <a:bodyPr/>
          <a:lstStyle/>
          <a:p>
            <a:r>
              <a:rPr lang="pt-BR"/>
              <a:t>03</a:t>
            </a:r>
          </a:p>
        </p:txBody>
      </p:sp>
      <p:sp>
        <p:nvSpPr>
          <p:cNvPr id="7" name="Espaço Reservado para Texto 6">
            <a:extLst>
              <a:ext uri="{FF2B5EF4-FFF2-40B4-BE49-F238E27FC236}">
                <a16:creationId xmlns:a16="http://schemas.microsoft.com/office/drawing/2014/main" id="{27AFEBEB-4D86-3D0E-1379-57EDE45BA6B3}"/>
              </a:ext>
            </a:extLst>
          </p:cNvPr>
          <p:cNvSpPr>
            <a:spLocks noGrp="1"/>
          </p:cNvSpPr>
          <p:nvPr>
            <p:ph type="body" sz="quarter" idx="14"/>
          </p:nvPr>
        </p:nvSpPr>
        <p:spPr/>
        <p:txBody>
          <a:bodyPr/>
          <a:lstStyle/>
          <a:p>
            <a:r>
              <a:rPr lang="pt-BR"/>
              <a:t>04</a:t>
            </a:r>
          </a:p>
        </p:txBody>
      </p:sp>
      <p:sp>
        <p:nvSpPr>
          <p:cNvPr id="8" name="Espaço Reservado para Texto 7">
            <a:extLst>
              <a:ext uri="{FF2B5EF4-FFF2-40B4-BE49-F238E27FC236}">
                <a16:creationId xmlns:a16="http://schemas.microsoft.com/office/drawing/2014/main" id="{22D97E43-DD8E-B777-361C-37E340C1DF7D}"/>
              </a:ext>
            </a:extLst>
          </p:cNvPr>
          <p:cNvSpPr>
            <a:spLocks noGrp="1"/>
          </p:cNvSpPr>
          <p:nvPr>
            <p:ph type="body" sz="quarter" idx="15"/>
          </p:nvPr>
        </p:nvSpPr>
        <p:spPr/>
        <p:txBody>
          <a:bodyPr/>
          <a:lstStyle/>
          <a:p>
            <a:r>
              <a:rPr lang="pt-BR" dirty="0"/>
              <a:t>05</a:t>
            </a:r>
          </a:p>
        </p:txBody>
      </p:sp>
      <p:sp>
        <p:nvSpPr>
          <p:cNvPr id="9" name="Espaço Reservado para Texto 8">
            <a:extLst>
              <a:ext uri="{FF2B5EF4-FFF2-40B4-BE49-F238E27FC236}">
                <a16:creationId xmlns:a16="http://schemas.microsoft.com/office/drawing/2014/main" id="{8176DA84-92B9-5CF8-D221-C4A021C53A92}"/>
              </a:ext>
            </a:extLst>
          </p:cNvPr>
          <p:cNvSpPr>
            <a:spLocks noGrp="1"/>
          </p:cNvSpPr>
          <p:nvPr>
            <p:ph type="body" sz="quarter" idx="21"/>
          </p:nvPr>
        </p:nvSpPr>
        <p:spPr/>
        <p:txBody>
          <a:bodyPr/>
          <a:lstStyle/>
          <a:p>
            <a:r>
              <a:rPr lang="pt-BR" dirty="0">
                <a:solidFill>
                  <a:schemeClr val="bg2">
                    <a:lumMod val="25000"/>
                  </a:schemeClr>
                </a:solidFill>
              </a:rPr>
              <a:t>Serviços de nuvem</a:t>
            </a:r>
          </a:p>
        </p:txBody>
      </p:sp>
      <p:sp>
        <p:nvSpPr>
          <p:cNvPr id="10" name="Espaço Reservado para Texto 9">
            <a:extLst>
              <a:ext uri="{FF2B5EF4-FFF2-40B4-BE49-F238E27FC236}">
                <a16:creationId xmlns:a16="http://schemas.microsoft.com/office/drawing/2014/main" id="{BE9C49C1-2C7C-32D6-8D35-507F5A41DC34}"/>
              </a:ext>
            </a:extLst>
          </p:cNvPr>
          <p:cNvSpPr>
            <a:spLocks noGrp="1"/>
          </p:cNvSpPr>
          <p:nvPr>
            <p:ph type="body" sz="quarter" idx="22"/>
          </p:nvPr>
        </p:nvSpPr>
        <p:spPr>
          <a:xfrm>
            <a:off x="1789043" y="1913828"/>
            <a:ext cx="1848317" cy="609774"/>
          </a:xfrm>
        </p:spPr>
        <p:txBody>
          <a:bodyPr/>
          <a:lstStyle/>
          <a:p>
            <a:r>
              <a:rPr lang="pt-BR" dirty="0">
                <a:solidFill>
                  <a:schemeClr val="bg2">
                    <a:lumMod val="25000"/>
                  </a:schemeClr>
                </a:solidFill>
              </a:rPr>
              <a:t>Capacidade de processamento</a:t>
            </a:r>
          </a:p>
        </p:txBody>
      </p:sp>
      <p:sp>
        <p:nvSpPr>
          <p:cNvPr id="11" name="Espaço Reservado para Texto 10">
            <a:extLst>
              <a:ext uri="{FF2B5EF4-FFF2-40B4-BE49-F238E27FC236}">
                <a16:creationId xmlns:a16="http://schemas.microsoft.com/office/drawing/2014/main" id="{35E6205D-DBE5-441B-B25B-D25930CD4C11}"/>
              </a:ext>
            </a:extLst>
          </p:cNvPr>
          <p:cNvSpPr>
            <a:spLocks noGrp="1"/>
          </p:cNvSpPr>
          <p:nvPr>
            <p:ph type="body" sz="quarter" idx="23"/>
          </p:nvPr>
        </p:nvSpPr>
        <p:spPr>
          <a:xfrm>
            <a:off x="3747052" y="2107096"/>
            <a:ext cx="1573455" cy="416506"/>
          </a:xfrm>
        </p:spPr>
        <p:txBody>
          <a:bodyPr/>
          <a:lstStyle/>
          <a:p>
            <a:r>
              <a:rPr lang="pt-BR" dirty="0">
                <a:solidFill>
                  <a:schemeClr val="bg2">
                    <a:lumMod val="25000"/>
                  </a:schemeClr>
                </a:solidFill>
              </a:rPr>
              <a:t>Armazenamento</a:t>
            </a:r>
          </a:p>
        </p:txBody>
      </p:sp>
      <p:sp>
        <p:nvSpPr>
          <p:cNvPr id="12" name="Espaço Reservado para Texto 11">
            <a:extLst>
              <a:ext uri="{FF2B5EF4-FFF2-40B4-BE49-F238E27FC236}">
                <a16:creationId xmlns:a16="http://schemas.microsoft.com/office/drawing/2014/main" id="{D9505F5F-D85A-13ED-DE4E-58F924800FCC}"/>
              </a:ext>
            </a:extLst>
          </p:cNvPr>
          <p:cNvSpPr>
            <a:spLocks noGrp="1"/>
          </p:cNvSpPr>
          <p:nvPr>
            <p:ph type="body" sz="quarter" idx="24"/>
          </p:nvPr>
        </p:nvSpPr>
        <p:spPr/>
        <p:txBody>
          <a:bodyPr/>
          <a:lstStyle/>
          <a:p>
            <a:r>
              <a:rPr lang="pt-BR" dirty="0">
                <a:solidFill>
                  <a:schemeClr val="bg2">
                    <a:lumMod val="25000"/>
                  </a:schemeClr>
                </a:solidFill>
              </a:rPr>
              <a:t>Calculadora</a:t>
            </a:r>
          </a:p>
        </p:txBody>
      </p:sp>
      <p:sp>
        <p:nvSpPr>
          <p:cNvPr id="13" name="Espaço Reservado para Texto 12">
            <a:extLst>
              <a:ext uri="{FF2B5EF4-FFF2-40B4-BE49-F238E27FC236}">
                <a16:creationId xmlns:a16="http://schemas.microsoft.com/office/drawing/2014/main" id="{F6A48243-6FB0-F99B-13D2-8F9FBC8A1991}"/>
              </a:ext>
            </a:extLst>
          </p:cNvPr>
          <p:cNvSpPr>
            <a:spLocks noGrp="1"/>
          </p:cNvSpPr>
          <p:nvPr>
            <p:ph type="body" sz="quarter" idx="25"/>
          </p:nvPr>
        </p:nvSpPr>
        <p:spPr>
          <a:xfrm>
            <a:off x="7003653" y="2107096"/>
            <a:ext cx="1683147" cy="416506"/>
          </a:xfrm>
        </p:spPr>
        <p:txBody>
          <a:bodyPr/>
          <a:lstStyle/>
          <a:p>
            <a:r>
              <a:rPr lang="pt-BR" dirty="0">
                <a:solidFill>
                  <a:schemeClr val="bg2">
                    <a:lumMod val="25000"/>
                  </a:schemeClr>
                </a:solidFill>
              </a:rPr>
              <a:t>Responsabilidade</a:t>
            </a:r>
          </a:p>
        </p:txBody>
      </p:sp>
      <p:sp>
        <p:nvSpPr>
          <p:cNvPr id="14" name="Espaço Reservado para Texto 13">
            <a:extLst>
              <a:ext uri="{FF2B5EF4-FFF2-40B4-BE49-F238E27FC236}">
                <a16:creationId xmlns:a16="http://schemas.microsoft.com/office/drawing/2014/main" id="{F331CBFF-864F-2ED0-3402-04578A5F054A}"/>
              </a:ext>
            </a:extLst>
          </p:cNvPr>
          <p:cNvSpPr>
            <a:spLocks noGrp="1"/>
          </p:cNvSpPr>
          <p:nvPr>
            <p:ph type="body" sz="quarter" idx="31"/>
          </p:nvPr>
        </p:nvSpPr>
        <p:spPr/>
        <p:txBody>
          <a:bodyPr/>
          <a:lstStyle/>
          <a:p>
            <a:r>
              <a:rPr lang="pt-BR" dirty="0"/>
              <a:t>06</a:t>
            </a:r>
          </a:p>
        </p:txBody>
      </p:sp>
      <p:sp>
        <p:nvSpPr>
          <p:cNvPr id="15" name="Espaço Reservado para Texto 14">
            <a:extLst>
              <a:ext uri="{FF2B5EF4-FFF2-40B4-BE49-F238E27FC236}">
                <a16:creationId xmlns:a16="http://schemas.microsoft.com/office/drawing/2014/main" id="{0E84DB15-CCD4-437D-75A7-438B91D4B1C6}"/>
              </a:ext>
            </a:extLst>
          </p:cNvPr>
          <p:cNvSpPr>
            <a:spLocks noGrp="1"/>
          </p:cNvSpPr>
          <p:nvPr>
            <p:ph type="body" sz="quarter" idx="32"/>
          </p:nvPr>
        </p:nvSpPr>
        <p:spPr/>
        <p:txBody>
          <a:bodyPr/>
          <a:lstStyle/>
          <a:p>
            <a:r>
              <a:rPr lang="pt-BR"/>
              <a:t>07</a:t>
            </a:r>
          </a:p>
        </p:txBody>
      </p:sp>
      <p:sp>
        <p:nvSpPr>
          <p:cNvPr id="16" name="Espaço Reservado para Texto 15">
            <a:extLst>
              <a:ext uri="{FF2B5EF4-FFF2-40B4-BE49-F238E27FC236}">
                <a16:creationId xmlns:a16="http://schemas.microsoft.com/office/drawing/2014/main" id="{59D1DA32-7E99-7C25-471B-A3189C9C2981}"/>
              </a:ext>
            </a:extLst>
          </p:cNvPr>
          <p:cNvSpPr>
            <a:spLocks noGrp="1"/>
          </p:cNvSpPr>
          <p:nvPr>
            <p:ph type="body" sz="quarter" idx="33"/>
          </p:nvPr>
        </p:nvSpPr>
        <p:spPr/>
        <p:txBody>
          <a:bodyPr/>
          <a:lstStyle/>
          <a:p>
            <a:r>
              <a:rPr lang="pt-BR"/>
              <a:t>08</a:t>
            </a:r>
          </a:p>
        </p:txBody>
      </p:sp>
      <p:sp>
        <p:nvSpPr>
          <p:cNvPr id="17" name="Espaço Reservado para Texto 16">
            <a:extLst>
              <a:ext uri="{FF2B5EF4-FFF2-40B4-BE49-F238E27FC236}">
                <a16:creationId xmlns:a16="http://schemas.microsoft.com/office/drawing/2014/main" id="{7F3577E8-C7F7-1AF8-F137-41BA0B4AB5A9}"/>
              </a:ext>
            </a:extLst>
          </p:cNvPr>
          <p:cNvSpPr>
            <a:spLocks noGrp="1"/>
          </p:cNvSpPr>
          <p:nvPr>
            <p:ph type="body" sz="quarter" idx="34"/>
          </p:nvPr>
        </p:nvSpPr>
        <p:spPr/>
        <p:txBody>
          <a:bodyPr/>
          <a:lstStyle/>
          <a:p>
            <a:endParaRPr lang="pt-BR"/>
          </a:p>
        </p:txBody>
      </p:sp>
      <p:sp>
        <p:nvSpPr>
          <p:cNvPr id="18" name="Espaço Reservado para Texto 17">
            <a:extLst>
              <a:ext uri="{FF2B5EF4-FFF2-40B4-BE49-F238E27FC236}">
                <a16:creationId xmlns:a16="http://schemas.microsoft.com/office/drawing/2014/main" id="{E637A62B-A3A7-5B7B-F709-CF86F1184472}"/>
              </a:ext>
            </a:extLst>
          </p:cNvPr>
          <p:cNvSpPr>
            <a:spLocks noGrp="1"/>
          </p:cNvSpPr>
          <p:nvPr>
            <p:ph type="body" sz="quarter" idx="35"/>
          </p:nvPr>
        </p:nvSpPr>
        <p:spPr/>
        <p:txBody>
          <a:bodyPr/>
          <a:lstStyle/>
          <a:p>
            <a:endParaRPr lang="pt-BR"/>
          </a:p>
        </p:txBody>
      </p:sp>
      <p:sp>
        <p:nvSpPr>
          <p:cNvPr id="19" name="Espaço Reservado para Texto 18">
            <a:extLst>
              <a:ext uri="{FF2B5EF4-FFF2-40B4-BE49-F238E27FC236}">
                <a16:creationId xmlns:a16="http://schemas.microsoft.com/office/drawing/2014/main" id="{6294CC85-3253-1827-E671-FB124E13684C}"/>
              </a:ext>
            </a:extLst>
          </p:cNvPr>
          <p:cNvSpPr>
            <a:spLocks noGrp="1"/>
          </p:cNvSpPr>
          <p:nvPr>
            <p:ph type="body" sz="quarter" idx="36"/>
          </p:nvPr>
        </p:nvSpPr>
        <p:spPr/>
        <p:txBody>
          <a:bodyPr/>
          <a:lstStyle/>
          <a:p>
            <a:r>
              <a:rPr lang="pt-BR" dirty="0">
                <a:solidFill>
                  <a:schemeClr val="bg2">
                    <a:lumMod val="25000"/>
                  </a:schemeClr>
                </a:solidFill>
              </a:rPr>
              <a:t>Segurança (IAM)</a:t>
            </a:r>
          </a:p>
        </p:txBody>
      </p:sp>
      <p:sp>
        <p:nvSpPr>
          <p:cNvPr id="20" name="Espaço Reservado para Texto 19">
            <a:extLst>
              <a:ext uri="{FF2B5EF4-FFF2-40B4-BE49-F238E27FC236}">
                <a16:creationId xmlns:a16="http://schemas.microsoft.com/office/drawing/2014/main" id="{6D51A4B0-3258-B7AD-4215-21CC20A13641}"/>
              </a:ext>
            </a:extLst>
          </p:cNvPr>
          <p:cNvSpPr>
            <a:spLocks noGrp="1"/>
          </p:cNvSpPr>
          <p:nvPr>
            <p:ph type="body" sz="quarter" idx="37"/>
          </p:nvPr>
        </p:nvSpPr>
        <p:spPr/>
        <p:txBody>
          <a:bodyPr/>
          <a:lstStyle/>
          <a:p>
            <a:r>
              <a:rPr lang="pt-BR">
                <a:solidFill>
                  <a:schemeClr val="bg2">
                    <a:lumMod val="25000"/>
                  </a:schemeClr>
                </a:solidFill>
              </a:rPr>
              <a:t>Organizações data-driven</a:t>
            </a:r>
          </a:p>
        </p:txBody>
      </p:sp>
      <p:sp>
        <p:nvSpPr>
          <p:cNvPr id="21" name="Espaço Reservado para Texto 20">
            <a:extLst>
              <a:ext uri="{FF2B5EF4-FFF2-40B4-BE49-F238E27FC236}">
                <a16:creationId xmlns:a16="http://schemas.microsoft.com/office/drawing/2014/main" id="{C92D6254-8853-635D-87E1-777AC5D6367F}"/>
              </a:ext>
            </a:extLst>
          </p:cNvPr>
          <p:cNvSpPr>
            <a:spLocks noGrp="1"/>
          </p:cNvSpPr>
          <p:nvPr>
            <p:ph type="body" sz="quarter" idx="38"/>
          </p:nvPr>
        </p:nvSpPr>
        <p:spPr/>
        <p:txBody>
          <a:bodyPr/>
          <a:lstStyle/>
          <a:p>
            <a:r>
              <a:rPr lang="pt-BR">
                <a:solidFill>
                  <a:schemeClr val="bg2">
                    <a:lumMod val="25000"/>
                  </a:schemeClr>
                </a:solidFill>
              </a:rPr>
              <a:t>Lab</a:t>
            </a:r>
          </a:p>
        </p:txBody>
      </p:sp>
      <p:sp>
        <p:nvSpPr>
          <p:cNvPr id="22" name="Espaço Reservado para Texto 21">
            <a:extLst>
              <a:ext uri="{FF2B5EF4-FFF2-40B4-BE49-F238E27FC236}">
                <a16:creationId xmlns:a16="http://schemas.microsoft.com/office/drawing/2014/main" id="{7ECF2C34-4EAF-6546-77A5-928650A056EB}"/>
              </a:ext>
            </a:extLst>
          </p:cNvPr>
          <p:cNvSpPr>
            <a:spLocks noGrp="1"/>
          </p:cNvSpPr>
          <p:nvPr>
            <p:ph type="body" sz="quarter" idx="39"/>
          </p:nvPr>
        </p:nvSpPr>
        <p:spPr/>
        <p:txBody>
          <a:bodyPr/>
          <a:lstStyle/>
          <a:p>
            <a:endParaRPr lang="pt-BR">
              <a:solidFill>
                <a:schemeClr val="bg2">
                  <a:lumMod val="25000"/>
                </a:schemeClr>
              </a:solidFill>
            </a:endParaRPr>
          </a:p>
        </p:txBody>
      </p:sp>
      <p:sp>
        <p:nvSpPr>
          <p:cNvPr id="23" name="Espaço Reservado para Texto 22">
            <a:extLst>
              <a:ext uri="{FF2B5EF4-FFF2-40B4-BE49-F238E27FC236}">
                <a16:creationId xmlns:a16="http://schemas.microsoft.com/office/drawing/2014/main" id="{DF838EF9-A0BC-2E37-BEA4-B747967BA642}"/>
              </a:ext>
            </a:extLst>
          </p:cNvPr>
          <p:cNvSpPr>
            <a:spLocks noGrp="1"/>
          </p:cNvSpPr>
          <p:nvPr>
            <p:ph type="body" sz="quarter" idx="40"/>
          </p:nvPr>
        </p:nvSpPr>
        <p:spPr/>
        <p:txBody>
          <a:bodyPr/>
          <a:lstStyle/>
          <a:p>
            <a:endParaRPr lang="pt-BR">
              <a:solidFill>
                <a:schemeClr val="bg2">
                  <a:lumMod val="25000"/>
                </a:schemeClr>
              </a:solidFill>
            </a:endParaRPr>
          </a:p>
        </p:txBody>
      </p:sp>
    </p:spTree>
    <p:extLst>
      <p:ext uri="{BB962C8B-B14F-4D97-AF65-F5344CB8AC3E}">
        <p14:creationId xmlns:p14="http://schemas.microsoft.com/office/powerpoint/2010/main" val="2342472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7C044745-4DE4-BDEC-21AC-9778809A4092}"/>
              </a:ext>
            </a:extLst>
          </p:cNvPr>
          <p:cNvSpPr>
            <a:spLocks noGrp="1"/>
          </p:cNvSpPr>
          <p:nvPr>
            <p:ph type="body" sz="quarter" idx="15"/>
          </p:nvPr>
        </p:nvSpPr>
        <p:spPr/>
        <p:txBody>
          <a:bodyPr/>
          <a:lstStyle/>
          <a:p>
            <a:r>
              <a:rPr lang="pt-BR"/>
              <a:t>Serviços de nuvem</a:t>
            </a:r>
          </a:p>
        </p:txBody>
      </p:sp>
      <p:sp>
        <p:nvSpPr>
          <p:cNvPr id="5" name="Espaço Reservado para Texto 4">
            <a:extLst>
              <a:ext uri="{FF2B5EF4-FFF2-40B4-BE49-F238E27FC236}">
                <a16:creationId xmlns:a16="http://schemas.microsoft.com/office/drawing/2014/main" id="{3851CB2B-5E47-F3A8-FB23-98759A5BC7D9}"/>
              </a:ext>
            </a:extLst>
          </p:cNvPr>
          <p:cNvSpPr>
            <a:spLocks noGrp="1"/>
          </p:cNvSpPr>
          <p:nvPr>
            <p:ph type="body" sz="quarter" idx="16"/>
          </p:nvPr>
        </p:nvSpPr>
        <p:spPr/>
        <p:txBody>
          <a:bodyPr>
            <a:normAutofit fontScale="92500" lnSpcReduction="10000"/>
          </a:bodyPr>
          <a:lstStyle/>
          <a:p>
            <a:pPr marL="0" indent="0">
              <a:buNone/>
            </a:pPr>
            <a:r>
              <a:rPr lang="pt-BR"/>
              <a:t>01</a:t>
            </a:r>
          </a:p>
        </p:txBody>
      </p:sp>
    </p:spTree>
    <p:extLst>
      <p:ext uri="{BB962C8B-B14F-4D97-AF65-F5344CB8AC3E}">
        <p14:creationId xmlns:p14="http://schemas.microsoft.com/office/powerpoint/2010/main" val="1113052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2C4B9-29DC-444F-B0C6-CF540AD690CE}"/>
              </a:ext>
            </a:extLst>
          </p:cNvPr>
          <p:cNvSpPr>
            <a:spLocks noGrp="1"/>
          </p:cNvSpPr>
          <p:nvPr>
            <p:ph type="title"/>
          </p:nvPr>
        </p:nvSpPr>
        <p:spPr/>
        <p:txBody>
          <a:bodyPr rtlCol="0"/>
          <a:lstStyle/>
          <a:p>
            <a:pPr rtl="0"/>
            <a:r>
              <a:rPr lang="pt-BR" sz="3000"/>
              <a:t>Documentação da AWS</a:t>
            </a:r>
          </a:p>
        </p:txBody>
      </p:sp>
      <p:sp>
        <p:nvSpPr>
          <p:cNvPr id="4" name="Footer Placeholder 3">
            <a:extLst>
              <a:ext uri="{FF2B5EF4-FFF2-40B4-BE49-F238E27FC236}">
                <a16:creationId xmlns:a16="http://schemas.microsoft.com/office/drawing/2014/main" id="{0627EEB9-D6E6-5348-9635-0CB574F9081F}"/>
              </a:ext>
              <a:ext uri="{C183D7F6-B498-43B3-948B-1728B52AA6E4}">
                <adec:decorative xmlns:adec="http://schemas.microsoft.com/office/drawing/2017/decorative" val="1"/>
              </a:ext>
            </a:extLst>
          </p:cNvPr>
          <p:cNvSpPr>
            <a:spLocks noGrp="1"/>
          </p:cNvSpPr>
          <p:nvPr>
            <p:ph type="ftr" sz="quarter" idx="3"/>
          </p:nvPr>
        </p:nvSpPr>
        <p:spPr>
          <a:xfrm>
            <a:off x="314325" y="5624513"/>
            <a:ext cx="3808640" cy="273844"/>
          </a:xfrm>
        </p:spPr>
        <p:txBody>
          <a:bodyPr rtlCol="0"/>
          <a:lstStyle/>
          <a:p>
            <a:pPr rtl="0"/>
            <a:r>
              <a:rPr lang="pt-BR" dirty="0"/>
              <a:t>© 2019 </a:t>
            </a:r>
            <a:r>
              <a:rPr lang="pt-BR" dirty="0" err="1"/>
              <a:t>Amazon</a:t>
            </a:r>
            <a:r>
              <a:rPr lang="pt-BR" dirty="0"/>
              <a:t> Web Services, Inc. ou suas afiliadas. Todos os direitos reservados.</a:t>
            </a:r>
          </a:p>
        </p:txBody>
      </p:sp>
    </p:spTree>
    <p:custDataLst>
      <p:tags r:id="rId1"/>
    </p:custDataLst>
    <p:extLst>
      <p:ext uri="{BB962C8B-B14F-4D97-AF65-F5344CB8AC3E}">
        <p14:creationId xmlns:p14="http://schemas.microsoft.com/office/powerpoint/2010/main" val="1996390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3CFC4-3759-A945-9438-27E8043A96FD}"/>
              </a:ext>
            </a:extLst>
          </p:cNvPr>
          <p:cNvSpPr>
            <a:spLocks noGrp="1"/>
          </p:cNvSpPr>
          <p:nvPr>
            <p:ph type="title"/>
          </p:nvPr>
        </p:nvSpPr>
        <p:spPr/>
        <p:txBody>
          <a:bodyPr rtlCol="0"/>
          <a:lstStyle/>
          <a:p>
            <a:pPr rtl="0"/>
            <a:r>
              <a:rPr lang="pt-BR"/>
              <a:t>Documentação da AWS</a:t>
            </a:r>
          </a:p>
        </p:txBody>
      </p:sp>
      <p:sp>
        <p:nvSpPr>
          <p:cNvPr id="3" name="Content Placeholder 2">
            <a:extLst>
              <a:ext uri="{FF2B5EF4-FFF2-40B4-BE49-F238E27FC236}">
                <a16:creationId xmlns:a16="http://schemas.microsoft.com/office/drawing/2014/main" id="{C5E14C46-C35D-BC4B-B325-911FB462DD38}"/>
              </a:ext>
            </a:extLst>
          </p:cNvPr>
          <p:cNvSpPr>
            <a:spLocks noGrp="1"/>
          </p:cNvSpPr>
          <p:nvPr>
            <p:ph idx="1"/>
          </p:nvPr>
        </p:nvSpPr>
        <p:spPr/>
        <p:txBody>
          <a:bodyPr rtlCol="0">
            <a:normAutofit/>
          </a:bodyPr>
          <a:lstStyle/>
          <a:p>
            <a:pPr rtl="0"/>
            <a:r>
              <a:rPr lang="pt-BR" dirty="0"/>
              <a:t>Encontre guias do usuário, guias do desenvolvedor, referências de API, tutoriais e muito mais.</a:t>
            </a:r>
          </a:p>
          <a:p>
            <a:pPr lvl="1" rtl="0"/>
            <a:r>
              <a:rPr lang="pt-BR" dirty="0">
                <a:hlinkClick r:id="rId4"/>
              </a:rPr>
              <a:t>https://docs.aws.amazon.com/</a:t>
            </a:r>
            <a:endParaRPr lang="en-US" dirty="0"/>
          </a:p>
          <a:p>
            <a:pPr lvl="1" rtl="0"/>
            <a:endParaRPr lang="en-US" dirty="0"/>
          </a:p>
          <a:p>
            <a:pPr rtl="0"/>
            <a:r>
              <a:rPr lang="pt-BR" dirty="0"/>
              <a:t>Também há </a:t>
            </a:r>
            <a:r>
              <a:rPr lang="pt-BR" b="1" i="1" dirty="0"/>
              <a:t>artigos técnicos</a:t>
            </a:r>
            <a:r>
              <a:rPr lang="pt-BR" dirty="0"/>
              <a:t> disponíveis em </a:t>
            </a:r>
            <a:r>
              <a:rPr lang="pt-BR" sz="1800" dirty="0">
                <a:hlinkClick r:id="rId5"/>
              </a:rPr>
              <a:t>https://aws.amazon.com/whitepapers/</a:t>
            </a:r>
            <a:r>
              <a:rPr lang="pt-BR" sz="1800" dirty="0"/>
              <a:t>, </a:t>
            </a:r>
            <a:r>
              <a:rPr lang="pt-BR" dirty="0"/>
              <a:t>inclusive estes, que são recomendados para o exame AWS </a:t>
            </a:r>
            <a:r>
              <a:rPr lang="pt-BR" dirty="0" err="1"/>
              <a:t>Cloud</a:t>
            </a:r>
            <a:r>
              <a:rPr lang="pt-BR" dirty="0"/>
              <a:t> </a:t>
            </a:r>
            <a:r>
              <a:rPr lang="pt-BR" dirty="0" err="1"/>
              <a:t>Practitioner</a:t>
            </a:r>
            <a:r>
              <a:rPr lang="pt-BR" dirty="0"/>
              <a:t>:</a:t>
            </a:r>
          </a:p>
          <a:p>
            <a:pPr lvl="1" rtl="0"/>
            <a:r>
              <a:rPr lang="pt-BR" dirty="0">
                <a:hlinkClick r:id="rId6"/>
              </a:rPr>
              <a:t>Visão geral da </a:t>
            </a:r>
            <a:r>
              <a:rPr lang="pt-BR" dirty="0" err="1">
                <a:hlinkClick r:id="rId6"/>
              </a:rPr>
              <a:t>Amazon</a:t>
            </a:r>
            <a:r>
              <a:rPr lang="pt-BR" dirty="0">
                <a:hlinkClick r:id="rId6"/>
              </a:rPr>
              <a:t> Web Services</a:t>
            </a:r>
            <a:endParaRPr lang="en-US" dirty="0"/>
          </a:p>
          <a:p>
            <a:pPr lvl="1" rtl="0"/>
            <a:r>
              <a:rPr lang="pt-BR" dirty="0">
                <a:hlinkClick r:id="rId7"/>
              </a:rPr>
              <a:t>Arquitetura da nuvem: melhores práticas da AWS</a:t>
            </a:r>
            <a:endParaRPr lang="en-US" dirty="0"/>
          </a:p>
          <a:p>
            <a:pPr lvl="1" rtl="0"/>
            <a:r>
              <a:rPr lang="pt-BR" dirty="0">
                <a:hlinkClick r:id="rId8"/>
              </a:rPr>
              <a:t>Como funciona a definição de preço da AWS</a:t>
            </a:r>
            <a:endParaRPr lang="en-US" dirty="0"/>
          </a:p>
          <a:p>
            <a:pPr lvl="1" rtl="0"/>
            <a:r>
              <a:rPr lang="pt-BR" dirty="0">
                <a:hlinkClick r:id="rId9"/>
              </a:rPr>
              <a:t>Custo total da (não) propriedade de aplicativos da web na nuvem</a:t>
            </a:r>
            <a:endParaRPr lang="en-US" dirty="0"/>
          </a:p>
          <a:p>
            <a:pPr lvl="1" rtl="0"/>
            <a:endParaRPr lang="en-US" dirty="0"/>
          </a:p>
          <a:p>
            <a:pPr lvl="1" rtl="0"/>
            <a:endParaRPr lang="en-US" dirty="0"/>
          </a:p>
          <a:p>
            <a:pPr rtl="0"/>
            <a:endParaRPr lang="en-US" dirty="0"/>
          </a:p>
        </p:txBody>
      </p:sp>
      <p:sp>
        <p:nvSpPr>
          <p:cNvPr id="5" name="Footer Placeholder 4">
            <a:extLst>
              <a:ext uri="{FF2B5EF4-FFF2-40B4-BE49-F238E27FC236}">
                <a16:creationId xmlns:a16="http://schemas.microsoft.com/office/drawing/2014/main" id="{BB0AFCCB-D414-3F4E-A2F9-506A929AC5A6}"/>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rtl="0">
              <a:defRPr lang="pt-BR"/>
            </a:defPPr>
            <a:lvl1pPr marL="0" algn="l"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t-BR"/>
              <a:t>© 2019 Amazon Web Services, Inc. or its Affiliates. All rights reserved.</a:t>
            </a:r>
          </a:p>
        </p:txBody>
      </p:sp>
      <p:sp>
        <p:nvSpPr>
          <p:cNvPr id="4" name="Slide Number Placeholder 3">
            <a:extLst>
              <a:ext uri="{FF2B5EF4-FFF2-40B4-BE49-F238E27FC236}">
                <a16:creationId xmlns:a16="http://schemas.microsoft.com/office/drawing/2014/main" id="{231FDB33-FCB7-6F41-BEDD-4B1CE457F232}"/>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rtl="0">
              <a:defRPr lang="pt-BR"/>
            </a:defPPr>
            <a:lvl1pPr marL="0" algn="r"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B6A95138-A96E-2F42-A959-2EFD44FE4AB7}" type="slidenum">
              <a:rPr lang="en-US" smtClean="0"/>
              <a:pPr rtl="0"/>
              <a:t>5</a:t>
            </a:fld>
            <a:endParaRPr lang="en-US" dirty="0"/>
          </a:p>
        </p:txBody>
      </p:sp>
    </p:spTree>
    <p:custDataLst>
      <p:tags r:id="rId1"/>
    </p:custDataLst>
    <p:extLst>
      <p:ext uri="{BB962C8B-B14F-4D97-AF65-F5344CB8AC3E}">
        <p14:creationId xmlns:p14="http://schemas.microsoft.com/office/powerpoint/2010/main" val="334258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A71A48D-231F-2340-8DC3-BBBFA8B4CB70}"/>
              </a:ext>
              <a:ext uri="{C183D7F6-B498-43B3-948B-1728B52AA6E4}">
                <adec:decorative xmlns:adec="http://schemas.microsoft.com/office/drawing/2017/decorative" val="1"/>
              </a:ext>
            </a:extLst>
          </p:cNvPr>
          <p:cNvSpPr>
            <a:spLocks noGrp="1"/>
          </p:cNvSpPr>
          <p:nvPr>
            <p:ph type="ftr" sz="quarter" idx="11"/>
          </p:nvPr>
        </p:nvSpPr>
        <p:spPr>
          <a:xfrm>
            <a:off x="5290458" y="5624513"/>
            <a:ext cx="3539218" cy="273844"/>
          </a:xfrm>
        </p:spPr>
        <p:txBody>
          <a:bodyPr rtlCol="0"/>
          <a:lstStyle/>
          <a:p>
            <a:pPr rtl="0"/>
            <a:r>
              <a:rPr lang="pt-BR" dirty="0"/>
              <a:t>© 2019 </a:t>
            </a:r>
            <a:r>
              <a:rPr lang="pt-BR" dirty="0" err="1"/>
              <a:t>Amazon</a:t>
            </a:r>
            <a:r>
              <a:rPr lang="pt-BR" dirty="0"/>
              <a:t> Web Services, Inc. ou suas afiliadas. Todos os direitos reservados.</a:t>
            </a:r>
          </a:p>
        </p:txBody>
      </p:sp>
      <p:sp>
        <p:nvSpPr>
          <p:cNvPr id="5" name="Title 4">
            <a:extLst>
              <a:ext uri="{FF2B5EF4-FFF2-40B4-BE49-F238E27FC236}">
                <a16:creationId xmlns:a16="http://schemas.microsoft.com/office/drawing/2014/main" id="{96A3EEC8-CD9A-8041-A18E-1F8BBA4BD146}"/>
              </a:ext>
            </a:extLst>
          </p:cNvPr>
          <p:cNvSpPr>
            <a:spLocks noGrp="1"/>
          </p:cNvSpPr>
          <p:nvPr>
            <p:ph type="title"/>
          </p:nvPr>
        </p:nvSpPr>
        <p:spPr>
          <a:xfrm>
            <a:off x="314326" y="613915"/>
            <a:ext cx="3323346" cy="1520694"/>
          </a:xfrm>
        </p:spPr>
        <p:txBody>
          <a:bodyPr rtlCol="0">
            <a:normAutofit fontScale="90000"/>
          </a:bodyPr>
          <a:lstStyle/>
          <a:p>
            <a:pPr rtl="0"/>
            <a:r>
              <a:rPr lang="pt-BR"/>
              <a:t>Atividade – Busca na documentação da AWS, GCP, Azure e Oracle</a:t>
            </a:r>
          </a:p>
        </p:txBody>
      </p:sp>
      <p:sp>
        <p:nvSpPr>
          <p:cNvPr id="2" name="Slide Number Placeholder 1">
            <a:extLst>
              <a:ext uri="{FF2B5EF4-FFF2-40B4-BE49-F238E27FC236}">
                <a16:creationId xmlns:a16="http://schemas.microsoft.com/office/drawing/2014/main" id="{22173A57-D572-394C-A053-0852287D5407}"/>
              </a:ext>
              <a:ext uri="{C183D7F6-B498-43B3-948B-1728B52AA6E4}">
                <adec:decorative xmlns:adec="http://schemas.microsoft.com/office/drawing/2017/decorative" val="1"/>
              </a:ext>
            </a:extLst>
          </p:cNvPr>
          <p:cNvSpPr>
            <a:spLocks noGrp="1"/>
          </p:cNvSpPr>
          <p:nvPr>
            <p:ph type="sldNum" sz="quarter" idx="10"/>
          </p:nvPr>
        </p:nvSpPr>
        <p:spPr/>
        <p:txBody>
          <a:bodyPr rtlCol="0"/>
          <a:lstStyle/>
          <a:p>
            <a:pPr rtl="0"/>
            <a:fld id="{B6A95138-A96E-2F42-A959-2EFD44FE4AB7}" type="slidenum">
              <a:rPr lang="en-US" smtClean="0"/>
              <a:pPr rtl="0"/>
              <a:t>6</a:t>
            </a:fld>
            <a:endParaRPr lang="en-US" dirty="0"/>
          </a:p>
        </p:txBody>
      </p:sp>
      <p:sp>
        <p:nvSpPr>
          <p:cNvPr id="7" name="Content Placeholder 6">
            <a:extLst>
              <a:ext uri="{FF2B5EF4-FFF2-40B4-BE49-F238E27FC236}">
                <a16:creationId xmlns:a16="http://schemas.microsoft.com/office/drawing/2014/main" id="{EE5A659A-27E0-0D48-BFDC-3F59E142DCE2}"/>
              </a:ext>
            </a:extLst>
          </p:cNvPr>
          <p:cNvSpPr>
            <a:spLocks noGrp="1"/>
          </p:cNvSpPr>
          <p:nvPr>
            <p:ph idx="16"/>
          </p:nvPr>
        </p:nvSpPr>
        <p:spPr/>
        <p:txBody>
          <a:bodyPr rtlCol="0"/>
          <a:lstStyle/>
          <a:p>
            <a:pPr rtl="0"/>
            <a:r>
              <a:rPr lang="pt-BR" dirty="0"/>
              <a:t>Navegar pelo site de documentação da AWS</a:t>
            </a:r>
          </a:p>
          <a:p>
            <a:pPr rtl="0"/>
            <a:r>
              <a:rPr lang="pt-BR" dirty="0"/>
              <a:t>Comece pela página principal em </a:t>
            </a:r>
            <a:br>
              <a:rPr lang="en-US" dirty="0"/>
            </a:br>
            <a:r>
              <a:rPr lang="pt-BR" dirty="0">
                <a:hlinkClick r:id="rId4"/>
              </a:rPr>
              <a:t>https://docs.aws.amazon.com</a:t>
            </a:r>
            <a:endParaRPr lang="en-US" dirty="0"/>
          </a:p>
          <a:p>
            <a:pPr rtl="0"/>
            <a:r>
              <a:rPr lang="pt-BR" dirty="0"/>
              <a:t>Cinco perguntas de desafio para a classe aparecem nos slides a seguir</a:t>
            </a:r>
          </a:p>
        </p:txBody>
      </p:sp>
      <p:pic>
        <p:nvPicPr>
          <p:cNvPr id="3" name="Graphic 2" descr="Puzzle pieces">
            <a:extLst>
              <a:ext uri="{FF2B5EF4-FFF2-40B4-BE49-F238E27FC236}">
                <a16:creationId xmlns:a16="http://schemas.microsoft.com/office/drawing/2014/main" id="{040F697A-347E-6345-BD5C-FA0AF36CF3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62042" y="4207769"/>
            <a:ext cx="1280599" cy="1280599"/>
          </a:xfrm>
          <a:prstGeom prst="rect">
            <a:avLst/>
          </a:prstGeom>
        </p:spPr>
      </p:pic>
      <p:sp>
        <p:nvSpPr>
          <p:cNvPr id="6" name="CaixaDeTexto 5">
            <a:extLst>
              <a:ext uri="{FF2B5EF4-FFF2-40B4-BE49-F238E27FC236}">
                <a16:creationId xmlns:a16="http://schemas.microsoft.com/office/drawing/2014/main" id="{D2A2B5FB-268C-CB78-C483-FF04A0B57E46}"/>
              </a:ext>
            </a:extLst>
          </p:cNvPr>
          <p:cNvSpPr txBox="1"/>
          <p:nvPr/>
        </p:nvSpPr>
        <p:spPr>
          <a:xfrm>
            <a:off x="197700" y="2616206"/>
            <a:ext cx="3323346" cy="369332"/>
          </a:xfrm>
          <a:prstGeom prst="rect">
            <a:avLst/>
          </a:prstGeom>
          <a:noFill/>
        </p:spPr>
        <p:txBody>
          <a:bodyPr wrap="none" rtlCol="0">
            <a:spAutoFit/>
          </a:bodyPr>
          <a:lstStyle/>
          <a:p>
            <a:r>
              <a:rPr lang="pt-BR">
                <a:solidFill>
                  <a:schemeClr val="bg1">
                    <a:lumMod val="85000"/>
                  </a:schemeClr>
                </a:solidFill>
                <a:hlinkClick r:id="rId7">
                  <a:extLst>
                    <a:ext uri="{A12FA001-AC4F-418D-AE19-62706E023703}">
                      <ahyp:hlinkClr xmlns:ahyp="http://schemas.microsoft.com/office/drawing/2018/hyperlinkcolor" val="tx"/>
                    </a:ext>
                  </a:extLst>
                </a:hlinkClick>
              </a:rPr>
              <a:t>https://cloud.google.com/docs</a:t>
            </a:r>
            <a:endParaRPr lang="pt-BR">
              <a:solidFill>
                <a:schemeClr val="bg1">
                  <a:lumMod val="85000"/>
                </a:schemeClr>
              </a:solidFill>
            </a:endParaRPr>
          </a:p>
        </p:txBody>
      </p:sp>
      <p:sp>
        <p:nvSpPr>
          <p:cNvPr id="8" name="CaixaDeTexto 7">
            <a:extLst>
              <a:ext uri="{FF2B5EF4-FFF2-40B4-BE49-F238E27FC236}">
                <a16:creationId xmlns:a16="http://schemas.microsoft.com/office/drawing/2014/main" id="{6F2DB439-C893-A3D5-CEEE-B0EF577389DF}"/>
              </a:ext>
            </a:extLst>
          </p:cNvPr>
          <p:cNvSpPr txBox="1"/>
          <p:nvPr/>
        </p:nvSpPr>
        <p:spPr>
          <a:xfrm>
            <a:off x="197700" y="3634133"/>
            <a:ext cx="2938625" cy="369332"/>
          </a:xfrm>
          <a:prstGeom prst="rect">
            <a:avLst/>
          </a:prstGeom>
          <a:noFill/>
        </p:spPr>
        <p:txBody>
          <a:bodyPr wrap="none" rtlCol="0">
            <a:spAutoFit/>
          </a:bodyPr>
          <a:lstStyle/>
          <a:p>
            <a:r>
              <a:rPr lang="pt-BR">
                <a:solidFill>
                  <a:schemeClr val="bg1">
                    <a:lumMod val="85000"/>
                  </a:schemeClr>
                </a:solidFill>
                <a:hlinkClick r:id="rId8">
                  <a:extLst>
                    <a:ext uri="{A12FA001-AC4F-418D-AE19-62706E023703}">
                      <ahyp:hlinkClr xmlns:ahyp="http://schemas.microsoft.com/office/drawing/2018/hyperlinkcolor" val="tx"/>
                    </a:ext>
                  </a:extLst>
                </a:hlinkClick>
              </a:rPr>
              <a:t>https://learn.microsoft.com</a:t>
            </a:r>
            <a:endParaRPr lang="pt-BR">
              <a:solidFill>
                <a:schemeClr val="bg1">
                  <a:lumMod val="85000"/>
                </a:schemeClr>
              </a:solidFill>
            </a:endParaRPr>
          </a:p>
        </p:txBody>
      </p:sp>
      <p:pic>
        <p:nvPicPr>
          <p:cNvPr id="10" name="Imagem 9">
            <a:extLst>
              <a:ext uri="{FF2B5EF4-FFF2-40B4-BE49-F238E27FC236}">
                <a16:creationId xmlns:a16="http://schemas.microsoft.com/office/drawing/2014/main" id="{A7AA48F7-93C2-7E26-680C-D0823176E4C3}"/>
              </a:ext>
            </a:extLst>
          </p:cNvPr>
          <p:cNvPicPr>
            <a:picLocks noChangeAspect="1"/>
          </p:cNvPicPr>
          <p:nvPr/>
        </p:nvPicPr>
        <p:blipFill>
          <a:blip r:embed="rId9"/>
          <a:stretch>
            <a:fillRect/>
          </a:stretch>
        </p:blipFill>
        <p:spPr>
          <a:xfrm>
            <a:off x="303987" y="2277421"/>
            <a:ext cx="1954530" cy="338785"/>
          </a:xfrm>
          <a:prstGeom prst="rect">
            <a:avLst/>
          </a:prstGeom>
        </p:spPr>
      </p:pic>
      <p:pic>
        <p:nvPicPr>
          <p:cNvPr id="1032" name="Picture 8" descr="Microsoft Azure Logo PNG Vector">
            <a:extLst>
              <a:ext uri="{FF2B5EF4-FFF2-40B4-BE49-F238E27FC236}">
                <a16:creationId xmlns:a16="http://schemas.microsoft.com/office/drawing/2014/main" id="{F3C6F989-69BE-B9BD-8C04-85D87C69467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3987" y="3117931"/>
            <a:ext cx="1640204" cy="475659"/>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m 11">
            <a:extLst>
              <a:ext uri="{FF2B5EF4-FFF2-40B4-BE49-F238E27FC236}">
                <a16:creationId xmlns:a16="http://schemas.microsoft.com/office/drawing/2014/main" id="{18A89069-5FA7-991C-312F-24537D0818E9}"/>
              </a:ext>
            </a:extLst>
          </p:cNvPr>
          <p:cNvPicPr>
            <a:picLocks noChangeAspect="1"/>
          </p:cNvPicPr>
          <p:nvPr/>
        </p:nvPicPr>
        <p:blipFill>
          <a:blip r:embed="rId11"/>
          <a:stretch>
            <a:fillRect/>
          </a:stretch>
        </p:blipFill>
        <p:spPr>
          <a:xfrm>
            <a:off x="303987" y="4386776"/>
            <a:ext cx="2857500" cy="628650"/>
          </a:xfrm>
          <a:prstGeom prst="rect">
            <a:avLst/>
          </a:prstGeom>
        </p:spPr>
      </p:pic>
      <p:sp>
        <p:nvSpPr>
          <p:cNvPr id="13" name="CaixaDeTexto 12">
            <a:extLst>
              <a:ext uri="{FF2B5EF4-FFF2-40B4-BE49-F238E27FC236}">
                <a16:creationId xmlns:a16="http://schemas.microsoft.com/office/drawing/2014/main" id="{D989F49D-0596-1E87-C493-A5FC3E2B4815}"/>
              </a:ext>
            </a:extLst>
          </p:cNvPr>
          <p:cNvSpPr txBox="1"/>
          <p:nvPr/>
        </p:nvSpPr>
        <p:spPr>
          <a:xfrm>
            <a:off x="197700" y="5214071"/>
            <a:ext cx="3439972" cy="369332"/>
          </a:xfrm>
          <a:prstGeom prst="rect">
            <a:avLst/>
          </a:prstGeom>
          <a:noFill/>
        </p:spPr>
        <p:txBody>
          <a:bodyPr wrap="square" rtlCol="0">
            <a:spAutoFit/>
          </a:bodyPr>
          <a:lstStyle/>
          <a:p>
            <a:r>
              <a:rPr lang="pt-BR">
                <a:solidFill>
                  <a:schemeClr val="bg1">
                    <a:lumMod val="85000"/>
                  </a:schemeClr>
                </a:solidFill>
                <a:hlinkClick r:id="rId12">
                  <a:extLst>
                    <a:ext uri="{A12FA001-AC4F-418D-AE19-62706E023703}">
                      <ahyp:hlinkClr xmlns:ahyp="http://schemas.microsoft.com/office/drawing/2018/hyperlinkcolor" val="tx"/>
                    </a:ext>
                  </a:extLst>
                </a:hlinkClick>
              </a:rPr>
              <a:t>https://docs.oracle.com/cloud</a:t>
            </a:r>
            <a:endParaRPr lang="pt-BR">
              <a:solidFill>
                <a:schemeClr val="bg1">
                  <a:lumMod val="85000"/>
                </a:schemeClr>
              </a:solidFill>
            </a:endParaRPr>
          </a:p>
        </p:txBody>
      </p:sp>
    </p:spTree>
    <p:custDataLst>
      <p:tags r:id="rId1"/>
    </p:custDataLst>
    <p:extLst>
      <p:ext uri="{BB962C8B-B14F-4D97-AF65-F5344CB8AC3E}">
        <p14:creationId xmlns:p14="http://schemas.microsoft.com/office/powerpoint/2010/main" val="3684105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B7E447-96C7-DC42-9DCE-2681CED8E96E}"/>
              </a:ext>
              <a:ext uri="{C183D7F6-B498-43B3-948B-1728B52AA6E4}">
                <adec:decorative xmlns:adec="http://schemas.microsoft.com/office/drawing/2017/decorative" val="1"/>
              </a:ext>
            </a:extLst>
          </p:cNvPr>
          <p:cNvSpPr>
            <a:spLocks noGrp="1"/>
          </p:cNvSpPr>
          <p:nvPr>
            <p:ph type="ftr" sz="quarter" idx="11"/>
          </p:nvPr>
        </p:nvSpPr>
        <p:spPr>
          <a:xfrm>
            <a:off x="5151664" y="5624513"/>
            <a:ext cx="3678011" cy="273844"/>
          </a:xfrm>
        </p:spPr>
        <p:txBody>
          <a:bodyPr rtlCol="0"/>
          <a:lstStyle/>
          <a:p>
            <a:pPr rtl="0"/>
            <a:r>
              <a:rPr lang="pt-BR" dirty="0"/>
              <a:t>© 2019 </a:t>
            </a:r>
            <a:r>
              <a:rPr lang="pt-BR" dirty="0" err="1"/>
              <a:t>Amazon</a:t>
            </a:r>
            <a:r>
              <a:rPr lang="pt-BR" dirty="0"/>
              <a:t> Web Services, Inc. ou suas afiliadas. Todos os direitos reservados.</a:t>
            </a:r>
          </a:p>
        </p:txBody>
      </p:sp>
      <p:sp>
        <p:nvSpPr>
          <p:cNvPr id="3" name="Title 2">
            <a:extLst>
              <a:ext uri="{FF2B5EF4-FFF2-40B4-BE49-F238E27FC236}">
                <a16:creationId xmlns:a16="http://schemas.microsoft.com/office/drawing/2014/main" id="{9ADCCAFF-22C8-1E4E-B603-9EA9C8881777}"/>
              </a:ext>
            </a:extLst>
          </p:cNvPr>
          <p:cNvSpPr>
            <a:spLocks noGrp="1"/>
          </p:cNvSpPr>
          <p:nvPr>
            <p:ph type="title"/>
          </p:nvPr>
        </p:nvSpPr>
        <p:spPr/>
        <p:txBody>
          <a:bodyPr rtlCol="0">
            <a:noAutofit/>
          </a:bodyPr>
          <a:lstStyle/>
          <a:p>
            <a:pPr rtl="0"/>
            <a:r>
              <a:rPr lang="pt-BR" sz="2400"/>
              <a:t>Busca na documentação da AWS – Pergunta 1</a:t>
            </a:r>
          </a:p>
        </p:txBody>
      </p:sp>
      <p:sp>
        <p:nvSpPr>
          <p:cNvPr id="4" name="Slide Number Placeholder 3">
            <a:extLst>
              <a:ext uri="{FF2B5EF4-FFF2-40B4-BE49-F238E27FC236}">
                <a16:creationId xmlns:a16="http://schemas.microsoft.com/office/drawing/2014/main" id="{F51E0C5A-C283-C044-8FCE-42353CDC4A54}"/>
              </a:ext>
              <a:ext uri="{C183D7F6-B498-43B3-948B-1728B52AA6E4}">
                <adec:decorative xmlns:adec="http://schemas.microsoft.com/office/drawing/2017/decorative" val="1"/>
              </a:ext>
            </a:extLst>
          </p:cNvPr>
          <p:cNvSpPr>
            <a:spLocks noGrp="1"/>
          </p:cNvSpPr>
          <p:nvPr>
            <p:ph type="sldNum" sz="quarter" idx="10"/>
          </p:nvPr>
        </p:nvSpPr>
        <p:spPr/>
        <p:txBody>
          <a:bodyPr rtlCol="0"/>
          <a:lstStyle/>
          <a:p>
            <a:pPr rtl="0"/>
            <a:fld id="{B6A95138-A96E-2F42-A959-2EFD44FE4AB7}" type="slidenum">
              <a:rPr lang="en-US" smtClean="0"/>
              <a:pPr rtl="0"/>
              <a:t>7</a:t>
            </a:fld>
            <a:endParaRPr lang="en-US" dirty="0"/>
          </a:p>
        </p:txBody>
      </p:sp>
      <p:sp>
        <p:nvSpPr>
          <p:cNvPr id="5" name="Content Placeholder 4">
            <a:extLst>
              <a:ext uri="{FF2B5EF4-FFF2-40B4-BE49-F238E27FC236}">
                <a16:creationId xmlns:a16="http://schemas.microsoft.com/office/drawing/2014/main" id="{CAC94306-489A-5148-8C94-981C692EF8B3}"/>
              </a:ext>
            </a:extLst>
          </p:cNvPr>
          <p:cNvSpPr>
            <a:spLocks noGrp="1"/>
          </p:cNvSpPr>
          <p:nvPr>
            <p:ph idx="16"/>
          </p:nvPr>
        </p:nvSpPr>
        <p:spPr/>
        <p:txBody>
          <a:bodyPr rtlCol="0"/>
          <a:lstStyle/>
          <a:p>
            <a:pPr rtl="0"/>
            <a:r>
              <a:rPr lang="pt-BR" dirty="0"/>
              <a:t>Pergunta 1: Que guias e referências existem para o serviço </a:t>
            </a:r>
            <a:r>
              <a:rPr lang="pt-BR" dirty="0" err="1"/>
              <a:t>Amazon</a:t>
            </a:r>
            <a:r>
              <a:rPr lang="pt-BR" dirty="0"/>
              <a:t> EC2?</a:t>
            </a:r>
          </a:p>
          <a:p>
            <a:pPr rtl="0"/>
            <a:endParaRPr lang="en-US" sz="825" dirty="0"/>
          </a:p>
          <a:p>
            <a:pPr rtl="0"/>
            <a:r>
              <a:rPr lang="pt-BR" dirty="0">
                <a:hlinkClick r:id="rId4"/>
              </a:rPr>
              <a:t>Resposta</a:t>
            </a:r>
            <a:r>
              <a:rPr lang="pt-BR" dirty="0"/>
              <a:t>: </a:t>
            </a:r>
          </a:p>
          <a:p>
            <a:pPr lvl="1" rtl="0"/>
            <a:r>
              <a:rPr lang="pt-BR" dirty="0"/>
              <a:t>Guias do usuário para Linux e Windows</a:t>
            </a:r>
          </a:p>
          <a:p>
            <a:pPr lvl="1" rtl="0"/>
            <a:r>
              <a:rPr lang="pt-BR" dirty="0"/>
              <a:t>Referência da API</a:t>
            </a:r>
          </a:p>
          <a:p>
            <a:pPr lvl="1" rtl="0"/>
            <a:r>
              <a:rPr lang="pt-BR" dirty="0"/>
              <a:t>Referência da CLI da AWS</a:t>
            </a:r>
          </a:p>
          <a:p>
            <a:pPr lvl="1" rtl="0"/>
            <a:r>
              <a:rPr lang="pt-BR" dirty="0"/>
              <a:t>Referência do EC2 </a:t>
            </a:r>
            <a:r>
              <a:rPr lang="pt-BR" dirty="0" err="1"/>
              <a:t>Instance</a:t>
            </a:r>
            <a:r>
              <a:rPr lang="pt-BR" dirty="0"/>
              <a:t> Connect</a:t>
            </a:r>
          </a:p>
          <a:p>
            <a:pPr lvl="1" rtl="0"/>
            <a:r>
              <a:rPr lang="pt-BR" dirty="0"/>
              <a:t>Guia do usuário do Auto </a:t>
            </a:r>
            <a:r>
              <a:rPr lang="pt-BR" dirty="0" err="1"/>
              <a:t>Scaling</a:t>
            </a:r>
            <a:endParaRPr lang="pt-BR" dirty="0"/>
          </a:p>
          <a:p>
            <a:pPr lvl="1" rtl="0"/>
            <a:r>
              <a:rPr lang="pt-BR" dirty="0"/>
              <a:t>Guia do usuário do VM </a:t>
            </a:r>
            <a:r>
              <a:rPr lang="pt-BR" dirty="0" err="1"/>
              <a:t>Import</a:t>
            </a:r>
            <a:r>
              <a:rPr lang="pt-BR" dirty="0"/>
              <a:t>/</a:t>
            </a:r>
            <a:r>
              <a:rPr lang="pt-BR" dirty="0" err="1"/>
              <a:t>Export</a:t>
            </a:r>
            <a:endParaRPr lang="pt-BR" dirty="0"/>
          </a:p>
          <a:p>
            <a:pPr lvl="1" rtl="0"/>
            <a:endParaRPr lang="en-US" dirty="0"/>
          </a:p>
        </p:txBody>
      </p:sp>
    </p:spTree>
    <p:custDataLst>
      <p:tags r:id="rId1"/>
    </p:custDataLst>
    <p:extLst>
      <p:ext uri="{BB962C8B-B14F-4D97-AF65-F5344CB8AC3E}">
        <p14:creationId xmlns:p14="http://schemas.microsoft.com/office/powerpoint/2010/main" val="1240265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B7E447-96C7-DC42-9DCE-2681CED8E96E}"/>
              </a:ext>
              <a:ext uri="{C183D7F6-B498-43B3-948B-1728B52AA6E4}">
                <adec:decorative xmlns:adec="http://schemas.microsoft.com/office/drawing/2017/decorative" val="1"/>
              </a:ext>
            </a:extLst>
          </p:cNvPr>
          <p:cNvSpPr>
            <a:spLocks noGrp="1"/>
          </p:cNvSpPr>
          <p:nvPr>
            <p:ph type="ftr" sz="quarter" idx="11"/>
          </p:nvPr>
        </p:nvSpPr>
        <p:spPr>
          <a:xfrm>
            <a:off x="4285856" y="6265069"/>
            <a:ext cx="4061732" cy="273844"/>
          </a:xfrm>
        </p:spPr>
        <p:txBody>
          <a:bodyPr rtlCol="0"/>
          <a:lstStyle/>
          <a:p>
            <a:pPr rtl="0"/>
            <a:r>
              <a:rPr lang="pt-BR" dirty="0"/>
              <a:t>© 2019 </a:t>
            </a:r>
            <a:r>
              <a:rPr lang="pt-BR" dirty="0" err="1"/>
              <a:t>Amazon</a:t>
            </a:r>
            <a:r>
              <a:rPr lang="pt-BR" dirty="0"/>
              <a:t> Web Services, Inc. ou suas afiliadas. Todos os direitos reservados.</a:t>
            </a:r>
          </a:p>
        </p:txBody>
      </p:sp>
      <p:sp>
        <p:nvSpPr>
          <p:cNvPr id="3" name="Title 2">
            <a:extLst>
              <a:ext uri="{FF2B5EF4-FFF2-40B4-BE49-F238E27FC236}">
                <a16:creationId xmlns:a16="http://schemas.microsoft.com/office/drawing/2014/main" id="{9ADCCAFF-22C8-1E4E-B603-9EA9C8881777}"/>
              </a:ext>
            </a:extLst>
          </p:cNvPr>
          <p:cNvSpPr>
            <a:spLocks noGrp="1"/>
          </p:cNvSpPr>
          <p:nvPr>
            <p:ph type="title"/>
          </p:nvPr>
        </p:nvSpPr>
        <p:spPr/>
        <p:txBody>
          <a:bodyPr rtlCol="0">
            <a:noAutofit/>
          </a:bodyPr>
          <a:lstStyle/>
          <a:p>
            <a:pPr rtl="0"/>
            <a:r>
              <a:rPr lang="pt-BR" sz="2400"/>
              <a:t>Busca na documentação da AWS – Pergunta 2</a:t>
            </a:r>
          </a:p>
        </p:txBody>
      </p:sp>
      <p:sp>
        <p:nvSpPr>
          <p:cNvPr id="4" name="Slide Number Placeholder 3">
            <a:extLst>
              <a:ext uri="{FF2B5EF4-FFF2-40B4-BE49-F238E27FC236}">
                <a16:creationId xmlns:a16="http://schemas.microsoft.com/office/drawing/2014/main" id="{F51E0C5A-C283-C044-8FCE-42353CDC4A54}"/>
              </a:ext>
              <a:ext uri="{C183D7F6-B498-43B3-948B-1728B52AA6E4}">
                <adec:decorative xmlns:adec="http://schemas.microsoft.com/office/drawing/2017/decorative" val="1"/>
              </a:ext>
            </a:extLst>
          </p:cNvPr>
          <p:cNvSpPr>
            <a:spLocks noGrp="1"/>
          </p:cNvSpPr>
          <p:nvPr>
            <p:ph type="sldNum" sz="quarter" idx="10"/>
          </p:nvPr>
        </p:nvSpPr>
        <p:spPr/>
        <p:txBody>
          <a:bodyPr rtlCol="0"/>
          <a:lstStyle/>
          <a:p>
            <a:pPr rtl="0"/>
            <a:fld id="{B6A95138-A96E-2F42-A959-2EFD44FE4AB7}" type="slidenum">
              <a:rPr lang="en-US" smtClean="0"/>
              <a:pPr rtl="0"/>
              <a:t>8</a:t>
            </a:fld>
            <a:endParaRPr lang="en-US" dirty="0"/>
          </a:p>
        </p:txBody>
      </p:sp>
      <p:sp>
        <p:nvSpPr>
          <p:cNvPr id="5" name="Content Placeholder 4">
            <a:extLst>
              <a:ext uri="{FF2B5EF4-FFF2-40B4-BE49-F238E27FC236}">
                <a16:creationId xmlns:a16="http://schemas.microsoft.com/office/drawing/2014/main" id="{CAC94306-489A-5148-8C94-981C692EF8B3}"/>
              </a:ext>
            </a:extLst>
          </p:cNvPr>
          <p:cNvSpPr>
            <a:spLocks noGrp="1"/>
          </p:cNvSpPr>
          <p:nvPr>
            <p:ph idx="16"/>
          </p:nvPr>
        </p:nvSpPr>
        <p:spPr/>
        <p:txBody>
          <a:bodyPr rtlCol="0"/>
          <a:lstStyle/>
          <a:p>
            <a:pPr rtl="0"/>
            <a:r>
              <a:rPr lang="pt-BR" dirty="0"/>
              <a:t>Pergunta 2: Você consegue encontrar a documentação que descreve como criar um </a:t>
            </a:r>
            <a:r>
              <a:rPr lang="pt-BR" dirty="0" err="1"/>
              <a:t>bucket</a:t>
            </a:r>
            <a:r>
              <a:rPr lang="pt-BR" dirty="0"/>
              <a:t> do </a:t>
            </a:r>
            <a:r>
              <a:rPr lang="pt-BR" dirty="0" err="1"/>
              <a:t>Amazon</a:t>
            </a:r>
            <a:r>
              <a:rPr lang="pt-BR" dirty="0"/>
              <a:t> S3?</a:t>
            </a:r>
          </a:p>
          <a:p>
            <a:pPr rtl="0"/>
            <a:endParaRPr lang="en-US" dirty="0"/>
          </a:p>
          <a:p>
            <a:pPr rtl="0"/>
            <a:r>
              <a:rPr lang="pt-BR" dirty="0">
                <a:hlinkClick r:id="rId4"/>
              </a:rPr>
              <a:t>Resposta</a:t>
            </a:r>
            <a:r>
              <a:rPr lang="pt-BR" dirty="0"/>
              <a:t>: </a:t>
            </a:r>
          </a:p>
          <a:p>
            <a:pPr lvl="1" rtl="0"/>
            <a:r>
              <a:rPr lang="pt-BR" dirty="0"/>
              <a:t>Em </a:t>
            </a:r>
            <a:r>
              <a:rPr lang="pt-BR" dirty="0">
                <a:hlinkClick r:id="rId5"/>
              </a:rPr>
              <a:t>https://docs.aws.amazon.com/</a:t>
            </a:r>
            <a:r>
              <a:rPr lang="pt-BR" dirty="0"/>
              <a:t>, clique em </a:t>
            </a:r>
            <a:r>
              <a:rPr lang="pt-BR" b="1" dirty="0"/>
              <a:t>S3</a:t>
            </a:r>
          </a:p>
          <a:p>
            <a:pPr lvl="1" rtl="0"/>
            <a:r>
              <a:rPr lang="pt-BR" dirty="0"/>
              <a:t>Clique no </a:t>
            </a:r>
            <a:r>
              <a:rPr lang="pt-BR" b="1" dirty="0"/>
              <a:t>Guia de conceitos básicos</a:t>
            </a:r>
          </a:p>
          <a:p>
            <a:pPr lvl="1" rtl="0"/>
            <a:r>
              <a:rPr lang="pt-BR" dirty="0"/>
              <a:t>Clique em </a:t>
            </a:r>
            <a:r>
              <a:rPr lang="pt-BR" b="1" dirty="0" err="1"/>
              <a:t>Create</a:t>
            </a:r>
            <a:r>
              <a:rPr lang="pt-BR" b="1" dirty="0"/>
              <a:t> a </a:t>
            </a:r>
            <a:r>
              <a:rPr lang="pt-BR" b="1" dirty="0" err="1"/>
              <a:t>Bucket</a:t>
            </a:r>
            <a:r>
              <a:rPr lang="pt-BR" b="1" dirty="0"/>
              <a:t> (Criar </a:t>
            </a:r>
            <a:r>
              <a:rPr lang="pt-BR" b="1" dirty="0" err="1"/>
              <a:t>bucket</a:t>
            </a:r>
            <a:r>
              <a:rPr lang="pt-BR" b="1" dirty="0"/>
              <a:t>)</a:t>
            </a:r>
            <a:endParaRPr lang="en-US" b="1" dirty="0"/>
          </a:p>
        </p:txBody>
      </p:sp>
    </p:spTree>
    <p:custDataLst>
      <p:tags r:id="rId1"/>
    </p:custDataLst>
    <p:extLst>
      <p:ext uri="{BB962C8B-B14F-4D97-AF65-F5344CB8AC3E}">
        <p14:creationId xmlns:p14="http://schemas.microsoft.com/office/powerpoint/2010/main" val="2463591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B7E447-96C7-DC42-9DCE-2681CED8E96E}"/>
              </a:ext>
              <a:ext uri="{C183D7F6-B498-43B3-948B-1728B52AA6E4}">
                <adec:decorative xmlns:adec="http://schemas.microsoft.com/office/drawing/2017/decorative" val="1"/>
              </a:ext>
            </a:extLst>
          </p:cNvPr>
          <p:cNvSpPr>
            <a:spLocks noGrp="1"/>
          </p:cNvSpPr>
          <p:nvPr>
            <p:ph type="ftr" sz="quarter" idx="11"/>
          </p:nvPr>
        </p:nvSpPr>
        <p:spPr>
          <a:xfrm>
            <a:off x="4480419" y="6265069"/>
            <a:ext cx="3424918" cy="273844"/>
          </a:xfrm>
        </p:spPr>
        <p:txBody>
          <a:bodyPr rtlCol="0"/>
          <a:lstStyle/>
          <a:p>
            <a:pPr rtl="0"/>
            <a:r>
              <a:rPr lang="pt-BR" dirty="0"/>
              <a:t>© 2019 </a:t>
            </a:r>
            <a:r>
              <a:rPr lang="pt-BR" dirty="0" err="1"/>
              <a:t>Amazon</a:t>
            </a:r>
            <a:r>
              <a:rPr lang="pt-BR" dirty="0"/>
              <a:t> Web Services, Inc. ou suas afiliadas. Todos os direitos reservados.</a:t>
            </a:r>
          </a:p>
        </p:txBody>
      </p:sp>
      <p:sp>
        <p:nvSpPr>
          <p:cNvPr id="3" name="Title 2">
            <a:extLst>
              <a:ext uri="{FF2B5EF4-FFF2-40B4-BE49-F238E27FC236}">
                <a16:creationId xmlns:a16="http://schemas.microsoft.com/office/drawing/2014/main" id="{9ADCCAFF-22C8-1E4E-B603-9EA9C8881777}"/>
              </a:ext>
            </a:extLst>
          </p:cNvPr>
          <p:cNvSpPr>
            <a:spLocks noGrp="1"/>
          </p:cNvSpPr>
          <p:nvPr>
            <p:ph type="title"/>
          </p:nvPr>
        </p:nvSpPr>
        <p:spPr/>
        <p:txBody>
          <a:bodyPr rtlCol="0">
            <a:noAutofit/>
          </a:bodyPr>
          <a:lstStyle/>
          <a:p>
            <a:pPr rtl="0"/>
            <a:r>
              <a:rPr lang="pt-BR" sz="2400"/>
              <a:t>Busca na documentação da AWS – Pergunta 3</a:t>
            </a:r>
          </a:p>
        </p:txBody>
      </p:sp>
      <p:sp>
        <p:nvSpPr>
          <p:cNvPr id="4" name="Slide Number Placeholder 3">
            <a:extLst>
              <a:ext uri="{FF2B5EF4-FFF2-40B4-BE49-F238E27FC236}">
                <a16:creationId xmlns:a16="http://schemas.microsoft.com/office/drawing/2014/main" id="{F51E0C5A-C283-C044-8FCE-42353CDC4A54}"/>
              </a:ext>
              <a:ext uri="{C183D7F6-B498-43B3-948B-1728B52AA6E4}">
                <adec:decorative xmlns:adec="http://schemas.microsoft.com/office/drawing/2017/decorative" val="1"/>
              </a:ext>
            </a:extLst>
          </p:cNvPr>
          <p:cNvSpPr>
            <a:spLocks noGrp="1"/>
          </p:cNvSpPr>
          <p:nvPr>
            <p:ph type="sldNum" sz="quarter" idx="10"/>
          </p:nvPr>
        </p:nvSpPr>
        <p:spPr/>
        <p:txBody>
          <a:bodyPr rtlCol="0"/>
          <a:lstStyle/>
          <a:p>
            <a:pPr rtl="0"/>
            <a:fld id="{B6A95138-A96E-2F42-A959-2EFD44FE4AB7}" type="slidenum">
              <a:rPr lang="en-US" smtClean="0"/>
              <a:pPr rtl="0"/>
              <a:t>9</a:t>
            </a:fld>
            <a:endParaRPr lang="en-US" dirty="0"/>
          </a:p>
        </p:txBody>
      </p:sp>
      <p:sp>
        <p:nvSpPr>
          <p:cNvPr id="5" name="Content Placeholder 4">
            <a:extLst>
              <a:ext uri="{FF2B5EF4-FFF2-40B4-BE49-F238E27FC236}">
                <a16:creationId xmlns:a16="http://schemas.microsoft.com/office/drawing/2014/main" id="{CAC94306-489A-5148-8C94-981C692EF8B3}"/>
              </a:ext>
            </a:extLst>
          </p:cNvPr>
          <p:cNvSpPr>
            <a:spLocks noGrp="1"/>
          </p:cNvSpPr>
          <p:nvPr>
            <p:ph idx="16"/>
          </p:nvPr>
        </p:nvSpPr>
        <p:spPr/>
        <p:txBody>
          <a:bodyPr rtlCol="0"/>
          <a:lstStyle/>
          <a:p>
            <a:pPr rtl="0"/>
            <a:r>
              <a:rPr lang="pt-BR" dirty="0"/>
              <a:t>Pergunta 3: Você consegue encontrar um resumo de uma frase do serviço AWS Cloud9?</a:t>
            </a:r>
          </a:p>
          <a:p>
            <a:pPr rtl="0"/>
            <a:endParaRPr lang="en-US" dirty="0"/>
          </a:p>
          <a:p>
            <a:pPr rtl="0">
              <a:lnSpc>
                <a:spcPct val="100000"/>
              </a:lnSpc>
            </a:pPr>
            <a:r>
              <a:rPr lang="pt-BR" dirty="0">
                <a:hlinkClick r:id="rId4"/>
              </a:rPr>
              <a:t>Resposta</a:t>
            </a:r>
            <a:r>
              <a:rPr lang="pt-BR" dirty="0"/>
              <a:t>:</a:t>
            </a:r>
            <a:endParaRPr lang="en-US" dirty="0"/>
          </a:p>
          <a:p>
            <a:pPr lvl="1" rtl="0">
              <a:lnSpc>
                <a:spcPct val="100000"/>
              </a:lnSpc>
            </a:pPr>
            <a:r>
              <a:rPr lang="pt-BR" dirty="0"/>
              <a:t>O AWS Cloud9 é um </a:t>
            </a:r>
            <a:r>
              <a:rPr lang="pt-BR" dirty="0" err="1"/>
              <a:t>Integrated</a:t>
            </a:r>
            <a:r>
              <a:rPr lang="pt-BR" dirty="0"/>
              <a:t> </a:t>
            </a:r>
            <a:r>
              <a:rPr lang="pt-BR" dirty="0" err="1"/>
              <a:t>Development</a:t>
            </a:r>
            <a:r>
              <a:rPr lang="pt-BR" dirty="0"/>
              <a:t> </a:t>
            </a:r>
            <a:r>
              <a:rPr lang="pt-BR" dirty="0" err="1"/>
              <a:t>Environment</a:t>
            </a:r>
            <a:r>
              <a:rPr lang="pt-BR" dirty="0"/>
              <a:t> (IDE – Ambiente de desenvolvimento integrado) baseado em nuvem usado para escrever, executar e depurar código.</a:t>
            </a:r>
          </a:p>
          <a:p>
            <a:pPr lvl="1" rtl="0"/>
            <a:endParaRPr lang="en-US" b="1" dirty="0"/>
          </a:p>
        </p:txBody>
      </p:sp>
    </p:spTree>
    <p:custDataLst>
      <p:tags r:id="rId1"/>
    </p:custDataLst>
    <p:extLst>
      <p:ext uri="{BB962C8B-B14F-4D97-AF65-F5344CB8AC3E}">
        <p14:creationId xmlns:p14="http://schemas.microsoft.com/office/powerpoint/2010/main" val="50973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B7E447-96C7-DC42-9DCE-2681CED8E96E}"/>
              </a:ext>
              <a:ext uri="{C183D7F6-B498-43B3-948B-1728B52AA6E4}">
                <adec:decorative xmlns:adec="http://schemas.microsoft.com/office/drawing/2017/decorative" val="1"/>
              </a:ext>
            </a:extLst>
          </p:cNvPr>
          <p:cNvSpPr>
            <a:spLocks noGrp="1"/>
          </p:cNvSpPr>
          <p:nvPr>
            <p:ph type="ftr" sz="quarter" idx="11"/>
          </p:nvPr>
        </p:nvSpPr>
        <p:spPr>
          <a:xfrm>
            <a:off x="4650526" y="6356351"/>
            <a:ext cx="3596368" cy="273844"/>
          </a:xfrm>
        </p:spPr>
        <p:txBody>
          <a:bodyPr rtlCol="0"/>
          <a:lstStyle/>
          <a:p>
            <a:pPr rtl="0"/>
            <a:r>
              <a:rPr lang="pt-BR" dirty="0"/>
              <a:t>© 2019 </a:t>
            </a:r>
            <a:r>
              <a:rPr lang="pt-BR" dirty="0" err="1"/>
              <a:t>Amazon</a:t>
            </a:r>
            <a:r>
              <a:rPr lang="pt-BR" dirty="0"/>
              <a:t> Web Services, Inc. ou suas afiliadas. Todos os direitos reservados.</a:t>
            </a:r>
          </a:p>
        </p:txBody>
      </p:sp>
      <p:sp>
        <p:nvSpPr>
          <p:cNvPr id="3" name="Title 2">
            <a:extLst>
              <a:ext uri="{FF2B5EF4-FFF2-40B4-BE49-F238E27FC236}">
                <a16:creationId xmlns:a16="http://schemas.microsoft.com/office/drawing/2014/main" id="{9ADCCAFF-22C8-1E4E-B603-9EA9C8881777}"/>
              </a:ext>
            </a:extLst>
          </p:cNvPr>
          <p:cNvSpPr>
            <a:spLocks noGrp="1"/>
          </p:cNvSpPr>
          <p:nvPr>
            <p:ph type="title"/>
          </p:nvPr>
        </p:nvSpPr>
        <p:spPr/>
        <p:txBody>
          <a:bodyPr rtlCol="0">
            <a:noAutofit/>
          </a:bodyPr>
          <a:lstStyle/>
          <a:p>
            <a:pPr rtl="0"/>
            <a:r>
              <a:rPr lang="pt-BR" sz="2400"/>
              <a:t>Busca na documentação da AWS – Pergunta 4</a:t>
            </a:r>
          </a:p>
        </p:txBody>
      </p:sp>
      <p:sp>
        <p:nvSpPr>
          <p:cNvPr id="4" name="Slide Number Placeholder 3">
            <a:extLst>
              <a:ext uri="{FF2B5EF4-FFF2-40B4-BE49-F238E27FC236}">
                <a16:creationId xmlns:a16="http://schemas.microsoft.com/office/drawing/2014/main" id="{F51E0C5A-C283-C044-8FCE-42353CDC4A54}"/>
              </a:ext>
              <a:ext uri="{C183D7F6-B498-43B3-948B-1728B52AA6E4}">
                <adec:decorative xmlns:adec="http://schemas.microsoft.com/office/drawing/2017/decorative" val="1"/>
              </a:ext>
            </a:extLst>
          </p:cNvPr>
          <p:cNvSpPr>
            <a:spLocks noGrp="1"/>
          </p:cNvSpPr>
          <p:nvPr>
            <p:ph type="sldNum" sz="quarter" idx="10"/>
          </p:nvPr>
        </p:nvSpPr>
        <p:spPr/>
        <p:txBody>
          <a:bodyPr rtlCol="0"/>
          <a:lstStyle/>
          <a:p>
            <a:pPr rtl="0"/>
            <a:fld id="{B6A95138-A96E-2F42-A959-2EFD44FE4AB7}" type="slidenum">
              <a:rPr lang="en-US" smtClean="0"/>
              <a:pPr rtl="0"/>
              <a:t>10</a:t>
            </a:fld>
            <a:endParaRPr lang="en-US" dirty="0"/>
          </a:p>
        </p:txBody>
      </p:sp>
      <p:sp>
        <p:nvSpPr>
          <p:cNvPr id="5" name="Content Placeholder 4">
            <a:extLst>
              <a:ext uri="{FF2B5EF4-FFF2-40B4-BE49-F238E27FC236}">
                <a16:creationId xmlns:a16="http://schemas.microsoft.com/office/drawing/2014/main" id="{CAC94306-489A-5148-8C94-981C692EF8B3}"/>
              </a:ext>
            </a:extLst>
          </p:cNvPr>
          <p:cNvSpPr>
            <a:spLocks noGrp="1"/>
          </p:cNvSpPr>
          <p:nvPr>
            <p:ph idx="16"/>
          </p:nvPr>
        </p:nvSpPr>
        <p:spPr/>
        <p:txBody>
          <a:bodyPr rtlCol="0"/>
          <a:lstStyle/>
          <a:p>
            <a:pPr rtl="0">
              <a:lnSpc>
                <a:spcPct val="100000"/>
              </a:lnSpc>
            </a:pPr>
            <a:r>
              <a:rPr lang="pt-BR" sz="1800" dirty="0"/>
              <a:t>Pergunta 4: Que linguagens de programação são compatíveis com a API de serviço do AWS Lambda?</a:t>
            </a:r>
          </a:p>
          <a:p>
            <a:pPr rtl="0">
              <a:lnSpc>
                <a:spcPct val="100000"/>
              </a:lnSpc>
            </a:pPr>
            <a:endParaRPr lang="en-US" sz="1800" dirty="0"/>
          </a:p>
          <a:p>
            <a:pPr rtl="0">
              <a:lnSpc>
                <a:spcPct val="100000"/>
              </a:lnSpc>
            </a:pPr>
            <a:r>
              <a:rPr lang="pt-BR" sz="1800" dirty="0">
                <a:hlinkClick r:id="rId4"/>
              </a:rPr>
              <a:t>Resposta</a:t>
            </a:r>
            <a:r>
              <a:rPr lang="pt-BR" sz="1800" dirty="0"/>
              <a:t>:</a:t>
            </a:r>
            <a:endParaRPr lang="en-US" sz="1800" dirty="0"/>
          </a:p>
          <a:p>
            <a:pPr lvl="1" rtl="0">
              <a:lnSpc>
                <a:spcPct val="100000"/>
              </a:lnSpc>
            </a:pPr>
            <a:r>
              <a:rPr lang="pt-BR" dirty="0"/>
              <a:t>Na página principal da documentação da AWS, clique no link </a:t>
            </a:r>
            <a:r>
              <a:rPr lang="pt-BR" b="1" dirty="0"/>
              <a:t>AWS Lambda</a:t>
            </a:r>
          </a:p>
          <a:p>
            <a:pPr lvl="1" rtl="0">
              <a:lnSpc>
                <a:spcPct val="100000"/>
              </a:lnSpc>
            </a:pPr>
            <a:r>
              <a:rPr lang="pt-BR" dirty="0"/>
              <a:t>Clique no link </a:t>
            </a:r>
            <a:r>
              <a:rPr lang="pt-BR" b="1" dirty="0"/>
              <a:t>API </a:t>
            </a:r>
            <a:r>
              <a:rPr lang="pt-BR" b="1" dirty="0" err="1"/>
              <a:t>Reference</a:t>
            </a:r>
            <a:r>
              <a:rPr lang="pt-BR" b="1" dirty="0"/>
              <a:t> (Referência de API)</a:t>
            </a:r>
          </a:p>
          <a:p>
            <a:pPr lvl="1" rtl="0">
              <a:lnSpc>
                <a:spcPct val="100000"/>
              </a:lnSpc>
            </a:pPr>
            <a:r>
              <a:rPr lang="pt-BR" dirty="0"/>
              <a:t>Clique em </a:t>
            </a:r>
            <a:r>
              <a:rPr lang="pt-BR" b="1" dirty="0" err="1"/>
              <a:t>Getting</a:t>
            </a:r>
            <a:r>
              <a:rPr lang="pt-BR" b="1" dirty="0"/>
              <a:t> </a:t>
            </a:r>
            <a:r>
              <a:rPr lang="pt-BR" b="1" dirty="0" err="1"/>
              <a:t>Started</a:t>
            </a:r>
            <a:r>
              <a:rPr lang="pt-BR" b="1" dirty="0"/>
              <a:t> (Conceitos básicos) </a:t>
            </a:r>
            <a:r>
              <a:rPr lang="pt-BR" dirty="0"/>
              <a:t>&gt; </a:t>
            </a:r>
            <a:r>
              <a:rPr lang="pt-BR" b="1" dirty="0"/>
              <a:t>Tools (Ferramentas)</a:t>
            </a:r>
            <a:r>
              <a:rPr lang="pt-BR" dirty="0"/>
              <a:t> para encontrar uma tabela com uma lista das seguintes linguagens: </a:t>
            </a:r>
            <a:r>
              <a:rPr lang="pt-BR" b="1" dirty="0">
                <a:solidFill>
                  <a:schemeClr val="accent5"/>
                </a:solidFill>
              </a:rPr>
              <a:t>Node.js</a:t>
            </a:r>
            <a:r>
              <a:rPr lang="pt-BR" dirty="0"/>
              <a:t>,</a:t>
            </a:r>
            <a:r>
              <a:rPr lang="pt-BR" dirty="0">
                <a:solidFill>
                  <a:schemeClr val="accent6"/>
                </a:solidFill>
              </a:rPr>
              <a:t> </a:t>
            </a:r>
            <a:r>
              <a:rPr lang="pt-BR" b="1" dirty="0">
                <a:solidFill>
                  <a:schemeClr val="accent5"/>
                </a:solidFill>
              </a:rPr>
              <a:t>Java</a:t>
            </a:r>
            <a:r>
              <a:rPr lang="pt-BR" dirty="0"/>
              <a:t>,</a:t>
            </a:r>
            <a:r>
              <a:rPr lang="pt-BR" dirty="0">
                <a:solidFill>
                  <a:schemeClr val="accent6"/>
                </a:solidFill>
              </a:rPr>
              <a:t> </a:t>
            </a:r>
            <a:r>
              <a:rPr lang="pt-BR" b="1" dirty="0">
                <a:solidFill>
                  <a:schemeClr val="accent5"/>
                </a:solidFill>
              </a:rPr>
              <a:t>C#</a:t>
            </a:r>
            <a:r>
              <a:rPr lang="pt-BR" dirty="0"/>
              <a:t>,</a:t>
            </a:r>
            <a:r>
              <a:rPr lang="pt-BR" dirty="0">
                <a:solidFill>
                  <a:schemeClr val="accent6"/>
                </a:solidFill>
              </a:rPr>
              <a:t> </a:t>
            </a:r>
            <a:r>
              <a:rPr lang="pt-BR" b="1" dirty="0">
                <a:solidFill>
                  <a:schemeClr val="accent5"/>
                </a:solidFill>
              </a:rPr>
              <a:t>Python</a:t>
            </a:r>
            <a:r>
              <a:rPr lang="pt-BR" dirty="0"/>
              <a:t>,</a:t>
            </a:r>
            <a:r>
              <a:rPr lang="pt-BR" dirty="0">
                <a:solidFill>
                  <a:schemeClr val="accent6"/>
                </a:solidFill>
              </a:rPr>
              <a:t> </a:t>
            </a:r>
            <a:r>
              <a:rPr lang="pt-BR" b="1" dirty="0" err="1">
                <a:solidFill>
                  <a:schemeClr val="accent5"/>
                </a:solidFill>
              </a:rPr>
              <a:t>Ruby</a:t>
            </a:r>
            <a:r>
              <a:rPr lang="pt-BR" dirty="0"/>
              <a:t>,</a:t>
            </a:r>
            <a:r>
              <a:rPr lang="pt-BR" dirty="0">
                <a:solidFill>
                  <a:schemeClr val="accent6"/>
                </a:solidFill>
              </a:rPr>
              <a:t> </a:t>
            </a:r>
            <a:r>
              <a:rPr lang="pt-BR" b="1" dirty="0">
                <a:solidFill>
                  <a:schemeClr val="accent5"/>
                </a:solidFill>
              </a:rPr>
              <a:t>Go</a:t>
            </a:r>
            <a:r>
              <a:rPr lang="pt-BR" dirty="0"/>
              <a:t>,</a:t>
            </a:r>
            <a:r>
              <a:rPr lang="pt-BR" dirty="0">
                <a:solidFill>
                  <a:schemeClr val="accent6"/>
                </a:solidFill>
              </a:rPr>
              <a:t> </a:t>
            </a:r>
            <a:r>
              <a:rPr lang="pt-BR" dirty="0"/>
              <a:t>e </a:t>
            </a:r>
            <a:r>
              <a:rPr lang="pt-BR" b="1" dirty="0" err="1">
                <a:solidFill>
                  <a:schemeClr val="accent5"/>
                </a:solidFill>
              </a:rPr>
              <a:t>PowerShell</a:t>
            </a:r>
            <a:endParaRPr lang="pt-BR" b="1" dirty="0">
              <a:solidFill>
                <a:schemeClr val="accent5"/>
              </a:solidFill>
            </a:endParaRPr>
          </a:p>
        </p:txBody>
      </p:sp>
    </p:spTree>
    <p:custDataLst>
      <p:tags r:id="rId1"/>
    </p:custDataLst>
    <p:extLst>
      <p:ext uri="{BB962C8B-B14F-4D97-AF65-F5344CB8AC3E}">
        <p14:creationId xmlns:p14="http://schemas.microsoft.com/office/powerpoint/2010/main" val="3779461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B7E447-96C7-DC42-9DCE-2681CED8E96E}"/>
              </a:ext>
              <a:ext uri="{C183D7F6-B498-43B3-948B-1728B52AA6E4}">
                <adec:decorative xmlns:adec="http://schemas.microsoft.com/office/drawing/2017/decorative" val="1"/>
              </a:ext>
            </a:extLst>
          </p:cNvPr>
          <p:cNvSpPr>
            <a:spLocks noGrp="1"/>
          </p:cNvSpPr>
          <p:nvPr>
            <p:ph type="ftr" sz="quarter" idx="11"/>
          </p:nvPr>
        </p:nvSpPr>
        <p:spPr>
          <a:xfrm>
            <a:off x="5339443" y="5624513"/>
            <a:ext cx="3490232" cy="273844"/>
          </a:xfrm>
        </p:spPr>
        <p:txBody>
          <a:bodyPr rtlCol="0"/>
          <a:lstStyle/>
          <a:p>
            <a:pPr rtl="0"/>
            <a:r>
              <a:rPr lang="pt-BR" dirty="0"/>
              <a:t>© 2019 </a:t>
            </a:r>
            <a:r>
              <a:rPr lang="pt-BR" dirty="0" err="1"/>
              <a:t>Amazon</a:t>
            </a:r>
            <a:r>
              <a:rPr lang="pt-BR" dirty="0"/>
              <a:t> Web Services, Inc. ou suas afiliadas. Todos os direitos reservados.</a:t>
            </a:r>
          </a:p>
        </p:txBody>
      </p:sp>
      <p:sp>
        <p:nvSpPr>
          <p:cNvPr id="3" name="Title 2">
            <a:extLst>
              <a:ext uri="{FF2B5EF4-FFF2-40B4-BE49-F238E27FC236}">
                <a16:creationId xmlns:a16="http://schemas.microsoft.com/office/drawing/2014/main" id="{9ADCCAFF-22C8-1E4E-B603-9EA9C8881777}"/>
              </a:ext>
            </a:extLst>
          </p:cNvPr>
          <p:cNvSpPr>
            <a:spLocks noGrp="1"/>
          </p:cNvSpPr>
          <p:nvPr>
            <p:ph type="title"/>
          </p:nvPr>
        </p:nvSpPr>
        <p:spPr/>
        <p:txBody>
          <a:bodyPr rtlCol="0">
            <a:noAutofit/>
          </a:bodyPr>
          <a:lstStyle/>
          <a:p>
            <a:pPr rtl="0"/>
            <a:r>
              <a:rPr lang="pt-BR" sz="2400"/>
              <a:t>Busca na documentação da AWS – Pergunta 5</a:t>
            </a:r>
          </a:p>
        </p:txBody>
      </p:sp>
      <p:sp>
        <p:nvSpPr>
          <p:cNvPr id="4" name="Slide Number Placeholder 3">
            <a:extLst>
              <a:ext uri="{FF2B5EF4-FFF2-40B4-BE49-F238E27FC236}">
                <a16:creationId xmlns:a16="http://schemas.microsoft.com/office/drawing/2014/main" id="{F51E0C5A-C283-C044-8FCE-42353CDC4A54}"/>
              </a:ext>
              <a:ext uri="{C183D7F6-B498-43B3-948B-1728B52AA6E4}">
                <adec:decorative xmlns:adec="http://schemas.microsoft.com/office/drawing/2017/decorative" val="1"/>
              </a:ext>
            </a:extLst>
          </p:cNvPr>
          <p:cNvSpPr>
            <a:spLocks noGrp="1"/>
          </p:cNvSpPr>
          <p:nvPr>
            <p:ph type="sldNum" sz="quarter" idx="10"/>
          </p:nvPr>
        </p:nvSpPr>
        <p:spPr/>
        <p:txBody>
          <a:bodyPr rtlCol="0"/>
          <a:lstStyle/>
          <a:p>
            <a:pPr rtl="0"/>
            <a:fld id="{B6A95138-A96E-2F42-A959-2EFD44FE4AB7}" type="slidenum">
              <a:rPr lang="en-US" smtClean="0"/>
              <a:pPr rtl="0"/>
              <a:t>11</a:t>
            </a:fld>
            <a:endParaRPr lang="en-US" dirty="0"/>
          </a:p>
        </p:txBody>
      </p:sp>
      <p:sp>
        <p:nvSpPr>
          <p:cNvPr id="5" name="Content Placeholder 4">
            <a:extLst>
              <a:ext uri="{FF2B5EF4-FFF2-40B4-BE49-F238E27FC236}">
                <a16:creationId xmlns:a16="http://schemas.microsoft.com/office/drawing/2014/main" id="{CAC94306-489A-5148-8C94-981C692EF8B3}"/>
              </a:ext>
            </a:extLst>
          </p:cNvPr>
          <p:cNvSpPr>
            <a:spLocks noGrp="1"/>
          </p:cNvSpPr>
          <p:nvPr>
            <p:ph idx="16"/>
          </p:nvPr>
        </p:nvSpPr>
        <p:spPr/>
        <p:txBody>
          <a:bodyPr rtlCol="0"/>
          <a:lstStyle/>
          <a:p>
            <a:pPr rtl="0"/>
            <a:r>
              <a:rPr lang="pt-BR" sz="1800" dirty="0"/>
              <a:t>Pergunta 5: Encontre o tutorial que descreve como executar um aplicativo </a:t>
            </a:r>
            <a:r>
              <a:rPr lang="pt-BR" sz="1800" dirty="0" err="1"/>
              <a:t>Hello</a:t>
            </a:r>
            <a:r>
              <a:rPr lang="pt-BR" sz="1800" dirty="0"/>
              <a:t> World sem servidor e, em seguida, percorra as etapas documentadas. Quais dois serviços da AWS o tutorial instrui você a usar?</a:t>
            </a:r>
          </a:p>
          <a:p>
            <a:pPr rtl="0"/>
            <a:endParaRPr lang="en-US" sz="788" dirty="0"/>
          </a:p>
          <a:p>
            <a:pPr rtl="0"/>
            <a:r>
              <a:rPr lang="pt-BR" dirty="0">
                <a:hlinkClick r:id="rId4"/>
              </a:rPr>
              <a:t>Resposta</a:t>
            </a:r>
            <a:r>
              <a:rPr lang="pt-BR" dirty="0"/>
              <a:t>:</a:t>
            </a:r>
            <a:endParaRPr lang="en-US" dirty="0"/>
          </a:p>
          <a:p>
            <a:pPr lvl="1" rtl="0"/>
            <a:r>
              <a:rPr lang="pt-BR" dirty="0"/>
              <a:t>Na página principal da documentação da AWS, clique em </a:t>
            </a:r>
            <a:r>
              <a:rPr lang="pt-BR" b="1" dirty="0" err="1"/>
              <a:t>Tutorials</a:t>
            </a:r>
            <a:r>
              <a:rPr lang="pt-BR" b="1" dirty="0"/>
              <a:t> </a:t>
            </a:r>
            <a:r>
              <a:rPr lang="pt-BR" b="1" dirty="0" err="1"/>
              <a:t>and</a:t>
            </a:r>
            <a:r>
              <a:rPr lang="pt-BR" b="1" dirty="0"/>
              <a:t> </a:t>
            </a:r>
            <a:r>
              <a:rPr lang="pt-BR" b="1" dirty="0" err="1"/>
              <a:t>Projects</a:t>
            </a:r>
            <a:r>
              <a:rPr lang="pt-BR" b="1" dirty="0"/>
              <a:t> (Tutoriais e projetos)</a:t>
            </a:r>
          </a:p>
          <a:p>
            <a:pPr lvl="1" rtl="0"/>
            <a:r>
              <a:rPr lang="pt-BR" dirty="0"/>
              <a:t>Na área </a:t>
            </a:r>
            <a:r>
              <a:rPr lang="pt-BR" b="1" dirty="0"/>
              <a:t>Websites &amp; Web </a:t>
            </a:r>
            <a:r>
              <a:rPr lang="pt-BR" b="1" dirty="0" err="1"/>
              <a:t>Apps</a:t>
            </a:r>
            <a:r>
              <a:rPr lang="pt-BR" b="1" dirty="0"/>
              <a:t> (Sites e aplicativos WEB), </a:t>
            </a:r>
            <a:r>
              <a:rPr lang="pt-BR" dirty="0"/>
              <a:t>clique no tutorial.</a:t>
            </a:r>
          </a:p>
          <a:p>
            <a:pPr lvl="1" rtl="0"/>
            <a:r>
              <a:rPr lang="pt-BR" dirty="0"/>
              <a:t>O tutorial indica usar o </a:t>
            </a:r>
            <a:r>
              <a:rPr lang="pt-BR" b="1" dirty="0">
                <a:solidFill>
                  <a:schemeClr val="accent5"/>
                </a:solidFill>
              </a:rPr>
              <a:t>AWS Lambda</a:t>
            </a:r>
            <a:r>
              <a:rPr lang="pt-BR" b="1" dirty="0"/>
              <a:t> </a:t>
            </a:r>
            <a:r>
              <a:rPr lang="pt-BR" dirty="0"/>
              <a:t>e o</a:t>
            </a:r>
            <a:r>
              <a:rPr lang="pt-BR" b="1" dirty="0">
                <a:solidFill>
                  <a:schemeClr val="accent5"/>
                </a:solidFill>
              </a:rPr>
              <a:t> </a:t>
            </a:r>
            <a:r>
              <a:rPr lang="pt-BR" b="1" dirty="0" err="1">
                <a:solidFill>
                  <a:schemeClr val="accent5"/>
                </a:solidFill>
              </a:rPr>
              <a:t>Amazon</a:t>
            </a:r>
            <a:r>
              <a:rPr lang="pt-BR" b="1" dirty="0">
                <a:solidFill>
                  <a:schemeClr val="accent5"/>
                </a:solidFill>
              </a:rPr>
              <a:t> </a:t>
            </a:r>
            <a:r>
              <a:rPr lang="pt-BR" b="1" dirty="0" err="1">
                <a:solidFill>
                  <a:schemeClr val="accent5"/>
                </a:solidFill>
              </a:rPr>
              <a:t>CloudWatch</a:t>
            </a:r>
            <a:r>
              <a:rPr lang="pt-BR" dirty="0"/>
              <a:t>.</a:t>
            </a:r>
            <a:endParaRPr lang="en-US" dirty="0"/>
          </a:p>
        </p:txBody>
      </p:sp>
    </p:spTree>
    <p:custDataLst>
      <p:tags r:id="rId1"/>
    </p:custDataLst>
    <p:extLst>
      <p:ext uri="{BB962C8B-B14F-4D97-AF65-F5344CB8AC3E}">
        <p14:creationId xmlns:p14="http://schemas.microsoft.com/office/powerpoint/2010/main" val="3581782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179EA-DD20-D84F-A9E6-EAE1B9D86203}"/>
              </a:ext>
            </a:extLst>
          </p:cNvPr>
          <p:cNvSpPr>
            <a:spLocks noGrp="1"/>
          </p:cNvSpPr>
          <p:nvPr>
            <p:ph type="title"/>
          </p:nvPr>
        </p:nvSpPr>
        <p:spPr/>
        <p:txBody>
          <a:bodyPr rtlCol="0"/>
          <a:lstStyle/>
          <a:p>
            <a:pPr rtl="0"/>
            <a:r>
              <a:rPr lang="pt-BR"/>
              <a:t>Infraestrutura global da AWS</a:t>
            </a:r>
          </a:p>
        </p:txBody>
      </p:sp>
      <p:sp>
        <p:nvSpPr>
          <p:cNvPr id="3" name="Content Placeholder 2">
            <a:extLst>
              <a:ext uri="{FF2B5EF4-FFF2-40B4-BE49-F238E27FC236}">
                <a16:creationId xmlns:a16="http://schemas.microsoft.com/office/drawing/2014/main" id="{CD187013-BE72-8142-9E68-CB78B2916219}"/>
              </a:ext>
            </a:extLst>
          </p:cNvPr>
          <p:cNvSpPr>
            <a:spLocks noGrp="1"/>
          </p:cNvSpPr>
          <p:nvPr>
            <p:ph idx="1"/>
          </p:nvPr>
        </p:nvSpPr>
        <p:spPr>
          <a:xfrm>
            <a:off x="410944" y="1244906"/>
            <a:ext cx="8199293" cy="1736346"/>
          </a:xfrm>
        </p:spPr>
        <p:txBody>
          <a:bodyPr rtlCol="0">
            <a:normAutofit/>
          </a:bodyPr>
          <a:lstStyle/>
          <a:p>
            <a:pPr rtl="0"/>
            <a:r>
              <a:rPr lang="pt-BR" sz="1600" dirty="0"/>
              <a:t>A </a:t>
            </a:r>
            <a:r>
              <a:rPr lang="pt-BR" sz="1600" b="1" dirty="0">
                <a:solidFill>
                  <a:schemeClr val="accent5"/>
                </a:solidFill>
              </a:rPr>
              <a:t>infraestrutura global da AWS </a:t>
            </a:r>
            <a:r>
              <a:rPr lang="pt-BR" sz="1600" dirty="0"/>
              <a:t>foi</a:t>
            </a:r>
            <a:r>
              <a:rPr lang="pt-BR" sz="1600" dirty="0">
                <a:solidFill>
                  <a:schemeClr val="accent5"/>
                </a:solidFill>
              </a:rPr>
              <a:t> </a:t>
            </a:r>
            <a:r>
              <a:rPr lang="pt-BR" sz="1600" dirty="0"/>
              <a:t>projetada e criada para oferecer um ambiente de computação em nuvem </a:t>
            </a:r>
            <a:r>
              <a:rPr lang="pt-BR" sz="1600" b="1" dirty="0">
                <a:solidFill>
                  <a:schemeClr val="accent5"/>
                </a:solidFill>
              </a:rPr>
              <a:t>flexível</a:t>
            </a:r>
            <a:r>
              <a:rPr lang="pt-BR" sz="1600" dirty="0"/>
              <a:t>, </a:t>
            </a:r>
            <a:r>
              <a:rPr lang="pt-BR" sz="1600" b="1" dirty="0">
                <a:solidFill>
                  <a:schemeClr val="accent5"/>
                </a:solidFill>
              </a:rPr>
              <a:t>confiável</a:t>
            </a:r>
            <a:r>
              <a:rPr lang="pt-BR" sz="1600" dirty="0"/>
              <a:t>, </a:t>
            </a:r>
            <a:r>
              <a:rPr lang="pt-BR" sz="1600" b="1" dirty="0">
                <a:solidFill>
                  <a:schemeClr val="accent5"/>
                </a:solidFill>
              </a:rPr>
              <a:t>escalável</a:t>
            </a:r>
            <a:r>
              <a:rPr lang="pt-BR" sz="1600" dirty="0"/>
              <a:t>, e </a:t>
            </a:r>
            <a:r>
              <a:rPr lang="pt-BR" sz="1600" b="1" dirty="0">
                <a:solidFill>
                  <a:schemeClr val="accent5"/>
                </a:solidFill>
              </a:rPr>
              <a:t>seguro</a:t>
            </a:r>
            <a:r>
              <a:rPr lang="pt-BR" sz="1600" dirty="0"/>
              <a:t> com </a:t>
            </a:r>
            <a:r>
              <a:rPr lang="pt-BR" sz="1600" b="1" dirty="0">
                <a:solidFill>
                  <a:schemeClr val="accent5"/>
                </a:solidFill>
              </a:rPr>
              <a:t>desempenho de rede global</a:t>
            </a:r>
            <a:r>
              <a:rPr lang="pt-BR" sz="1600" dirty="0"/>
              <a:t>. </a:t>
            </a:r>
          </a:p>
          <a:p>
            <a:pPr rtl="0"/>
            <a:r>
              <a:rPr lang="pt-BR" sz="1600" dirty="0"/>
              <a:t>Este mapa de </a:t>
            </a:r>
            <a:r>
              <a:rPr lang="pt-BR" sz="1600" dirty="0">
                <a:hlinkClick r:id="rId4"/>
              </a:rPr>
              <a:t>https://infrastructure.aws </a:t>
            </a:r>
            <a:r>
              <a:rPr lang="pt-BR" sz="1600" dirty="0"/>
              <a:t>mostra as </a:t>
            </a:r>
            <a:r>
              <a:rPr lang="pt-BR" sz="1600" b="1" dirty="0">
                <a:solidFill>
                  <a:schemeClr val="accent5"/>
                </a:solidFill>
              </a:rPr>
              <a:t>regiões atuais da AWS</a:t>
            </a:r>
            <a:r>
              <a:rPr lang="pt-BR" sz="1600" dirty="0">
                <a:solidFill>
                  <a:schemeClr val="accent5"/>
                </a:solidFill>
              </a:rPr>
              <a:t> </a:t>
            </a:r>
            <a:r>
              <a:rPr lang="pt-BR" sz="1600" dirty="0"/>
              <a:t>e outras que serão disponibilizados em breve.</a:t>
            </a:r>
          </a:p>
        </p:txBody>
      </p:sp>
      <p:sp>
        <p:nvSpPr>
          <p:cNvPr id="5" name="Footer Placeholder 4">
            <a:extLst>
              <a:ext uri="{FF2B5EF4-FFF2-40B4-BE49-F238E27FC236}">
                <a16:creationId xmlns:a16="http://schemas.microsoft.com/office/drawing/2014/main" id="{14F5941D-FA69-9F48-B1E0-AC4A63BD62BD}"/>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endParaRPr lang="pt-BR" dirty="0"/>
          </a:p>
        </p:txBody>
      </p:sp>
      <p:sp>
        <p:nvSpPr>
          <p:cNvPr id="4" name="Slide Number Placeholder 3">
            <a:extLst>
              <a:ext uri="{FF2B5EF4-FFF2-40B4-BE49-F238E27FC236}">
                <a16:creationId xmlns:a16="http://schemas.microsoft.com/office/drawing/2014/main" id="{2B80DE76-7311-A941-BEEE-39BD4F088999}"/>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12</a:t>
            </a:fld>
            <a:endParaRPr lang="en-US" dirty="0"/>
          </a:p>
        </p:txBody>
      </p:sp>
      <p:pic>
        <p:nvPicPr>
          <p:cNvPr id="7" name="Picture 6" descr="The picture shows a map of the world with every region labeled.">
            <a:extLst>
              <a:ext uri="{FF2B5EF4-FFF2-40B4-BE49-F238E27FC236}">
                <a16:creationId xmlns:a16="http://schemas.microsoft.com/office/drawing/2014/main" id="{7F2330C1-A07F-5F4D-BCA9-BB6C7E1B87DA}"/>
              </a:ext>
            </a:extLst>
          </p:cNvPr>
          <p:cNvPicPr>
            <a:picLocks noChangeAspect="1"/>
          </p:cNvPicPr>
          <p:nvPr/>
        </p:nvPicPr>
        <p:blipFill rotWithShape="1">
          <a:blip r:embed="rId5"/>
          <a:srcRect t="11396" b="7290"/>
          <a:stretch/>
        </p:blipFill>
        <p:spPr>
          <a:xfrm>
            <a:off x="311611" y="3251270"/>
            <a:ext cx="8397960" cy="2835061"/>
          </a:xfrm>
          <a:prstGeom prst="rect">
            <a:avLst/>
          </a:prstGeom>
        </p:spPr>
      </p:pic>
    </p:spTree>
    <p:custDataLst>
      <p:tags r:id="rId1"/>
    </p:custDataLst>
    <p:extLst>
      <p:ext uri="{BB962C8B-B14F-4D97-AF65-F5344CB8AC3E}">
        <p14:creationId xmlns:p14="http://schemas.microsoft.com/office/powerpoint/2010/main" val="990329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rtl="0"/>
            <a:r>
              <a:rPr lang="pt-BR"/>
              <a:t>Seleção de uma região</a:t>
            </a:r>
          </a:p>
        </p:txBody>
      </p:sp>
      <p:sp>
        <p:nvSpPr>
          <p:cNvPr id="24" name="Footer Placeholder 1">
            <a:extLst>
              <a:ext uri="{FF2B5EF4-FFF2-40B4-BE49-F238E27FC236}">
                <a16:creationId xmlns:a16="http://schemas.microsoft.com/office/drawing/2014/main" id="{A593EC2F-C2FB-A24B-8088-4525B6FC20A8}"/>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endParaRPr lang="pt-BR" dirty="0"/>
          </a:p>
        </p:txBody>
      </p:sp>
      <p:sp>
        <p:nvSpPr>
          <p:cNvPr id="23" name="Slide Number Placeholder 2">
            <a:extLst>
              <a:ext uri="{FF2B5EF4-FFF2-40B4-BE49-F238E27FC236}">
                <a16:creationId xmlns:a16="http://schemas.microsoft.com/office/drawing/2014/main" id="{A8E0C7F1-1667-8748-9454-97D42B539905}"/>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13</a:t>
            </a:fld>
            <a:endParaRPr lang="en-US" dirty="0"/>
          </a:p>
        </p:txBody>
      </p:sp>
      <p:sp>
        <p:nvSpPr>
          <p:cNvPr id="63" name="TextBox 18"/>
          <p:cNvSpPr txBox="1"/>
          <p:nvPr/>
        </p:nvSpPr>
        <p:spPr>
          <a:xfrm>
            <a:off x="744707" y="2993269"/>
            <a:ext cx="3588287" cy="178510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8">
              <a:lnSpc>
                <a:spcPct val="150000"/>
              </a:lnSpc>
              <a:defRPr/>
            </a:pPr>
            <a:r>
              <a:rPr lang="pt-BR" sz="2000">
                <a:solidFill>
                  <a:sysClr val="windowText" lastClr="000000">
                    <a:lumMod val="65000"/>
                    <a:lumOff val="35000"/>
                  </a:sysClr>
                </a:solidFill>
                <a:latin typeface="Amazon Ember Light" charset="0"/>
                <a:ea typeface="Amazon Ember Light" charset="0"/>
                <a:cs typeface="Amazon Ember Light" charset="0"/>
              </a:rPr>
              <a:t>Determine a região certa para serviços, aplicativos e dados com base nesses fatores</a:t>
            </a:r>
          </a:p>
          <a:p>
            <a:pPr defTabSz="914378">
              <a:defRPr/>
            </a:pPr>
            <a:endParaRPr lang="en-US" sz="2000" dirty="0">
              <a:solidFill>
                <a:sysClr val="windowText" lastClr="000000">
                  <a:lumMod val="65000"/>
                  <a:lumOff val="35000"/>
                </a:sysClr>
              </a:solidFill>
              <a:latin typeface="Amazon Ember Light" charset="0"/>
              <a:ea typeface="Amazon Ember Light" charset="0"/>
              <a:cs typeface="Amazon Ember Light" charset="0"/>
            </a:endParaRPr>
          </a:p>
        </p:txBody>
      </p:sp>
      <p:sp>
        <p:nvSpPr>
          <p:cNvPr id="69" name="Parallelogram 68">
            <a:extLst>
              <a:ext uri="{C183D7F6-B498-43B3-948B-1728B52AA6E4}">
                <adec:decorative xmlns:adec="http://schemas.microsoft.com/office/drawing/2017/decorative" val="1"/>
              </a:ext>
            </a:extLst>
          </p:cNvPr>
          <p:cNvSpPr/>
          <p:nvPr/>
        </p:nvSpPr>
        <p:spPr>
          <a:xfrm>
            <a:off x="4914871" y="3793774"/>
            <a:ext cx="2579077" cy="104756"/>
          </a:xfrm>
          <a:prstGeom prst="parallelogram">
            <a:avLst>
              <a:gd name="adj" fmla="val 222143"/>
            </a:avLst>
          </a:prstGeom>
          <a:solidFill>
            <a:schemeClr val="accent3">
              <a:lumMod val="75000"/>
            </a:schemeClr>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8">
              <a:defRPr/>
            </a:pPr>
            <a:endParaRPr lang="en-US" dirty="0">
              <a:solidFill>
                <a:sysClr val="window" lastClr="FFFFFF"/>
              </a:solidFill>
              <a:latin typeface="Amazon Ember Light" charset="0"/>
              <a:ea typeface="Amazon Ember Light" charset="0"/>
              <a:cs typeface="Amazon Ember Light" charset="0"/>
            </a:endParaRPr>
          </a:p>
        </p:txBody>
      </p:sp>
      <p:sp>
        <p:nvSpPr>
          <p:cNvPr id="64" name="Rectangle 63">
            <a:extLst>
              <a:ext uri="{C183D7F6-B498-43B3-948B-1728B52AA6E4}">
                <adec:decorative xmlns:adec="http://schemas.microsoft.com/office/drawing/2017/decorative" val="1"/>
              </a:ext>
            </a:extLst>
          </p:cNvPr>
          <p:cNvSpPr/>
          <p:nvPr/>
        </p:nvSpPr>
        <p:spPr>
          <a:xfrm>
            <a:off x="4579621" y="2927415"/>
            <a:ext cx="2991462" cy="867507"/>
          </a:xfrm>
          <a:prstGeom prst="rect">
            <a:avLst/>
          </a:prstGeom>
          <a:solidFill>
            <a:schemeClr val="accent3"/>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8">
              <a:defRPr/>
            </a:pPr>
            <a:endParaRPr lang="en-US" dirty="0">
              <a:solidFill>
                <a:sysClr val="window" lastClr="FFFFFF"/>
              </a:solidFill>
              <a:latin typeface="Amazon Ember Light" charset="0"/>
              <a:ea typeface="Amazon Ember Light" charset="0"/>
              <a:cs typeface="Amazon Ember Light" charset="0"/>
            </a:endParaRPr>
          </a:p>
        </p:txBody>
      </p:sp>
      <p:sp>
        <p:nvSpPr>
          <p:cNvPr id="65" name="Rectangle 64">
            <a:extLst>
              <a:ext uri="{C183D7F6-B498-43B3-948B-1728B52AA6E4}">
                <adec:decorative xmlns:adec="http://schemas.microsoft.com/office/drawing/2017/decorative" val="1"/>
              </a:ext>
            </a:extLst>
          </p:cNvPr>
          <p:cNvSpPr/>
          <p:nvPr/>
        </p:nvSpPr>
        <p:spPr>
          <a:xfrm>
            <a:off x="371781" y="1954305"/>
            <a:ext cx="6786510" cy="855785"/>
          </a:xfrm>
          <a:prstGeom prst="rect">
            <a:avLst/>
          </a:prstGeom>
          <a:solidFill>
            <a:schemeClr val="accent5"/>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8">
              <a:defRPr/>
            </a:pPr>
            <a:endParaRPr lang="en-US" dirty="0">
              <a:solidFill>
                <a:sysClr val="window" lastClr="FFFFFF"/>
              </a:solidFill>
              <a:latin typeface="Amazon Ember Light" charset="0"/>
              <a:ea typeface="Amazon Ember Light" charset="0"/>
              <a:cs typeface="Amazon Ember Light" charset="0"/>
            </a:endParaRPr>
          </a:p>
        </p:txBody>
      </p:sp>
      <p:sp>
        <p:nvSpPr>
          <p:cNvPr id="66" name="Rectangle 65">
            <a:extLst>
              <a:ext uri="{C183D7F6-B498-43B3-948B-1728B52AA6E4}">
                <adec:decorative xmlns:adec="http://schemas.microsoft.com/office/drawing/2017/decorative" val="1"/>
              </a:ext>
            </a:extLst>
          </p:cNvPr>
          <p:cNvSpPr/>
          <p:nvPr/>
        </p:nvSpPr>
        <p:spPr>
          <a:xfrm>
            <a:off x="4902445" y="3900991"/>
            <a:ext cx="2989385" cy="855785"/>
          </a:xfrm>
          <a:prstGeom prst="rect">
            <a:avLst/>
          </a:prstGeom>
          <a:solidFill>
            <a:schemeClr val="accent6"/>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8">
              <a:defRPr/>
            </a:pPr>
            <a:endParaRPr lang="en-US" dirty="0">
              <a:solidFill>
                <a:sysClr val="window" lastClr="FFFFFF"/>
              </a:solidFill>
              <a:latin typeface="Amazon Ember Light" charset="0"/>
              <a:ea typeface="Amazon Ember Light" charset="0"/>
              <a:cs typeface="Amazon Ember Light" charset="0"/>
            </a:endParaRPr>
          </a:p>
        </p:txBody>
      </p:sp>
      <p:sp>
        <p:nvSpPr>
          <p:cNvPr id="67" name="Rectangle 66">
            <a:extLst>
              <a:ext uri="{C183D7F6-B498-43B3-948B-1728B52AA6E4}">
                <adec:decorative xmlns:adec="http://schemas.microsoft.com/office/drawing/2017/decorative" val="1"/>
              </a:ext>
            </a:extLst>
          </p:cNvPr>
          <p:cNvSpPr/>
          <p:nvPr/>
        </p:nvSpPr>
        <p:spPr>
          <a:xfrm>
            <a:off x="5314464" y="4875409"/>
            <a:ext cx="3423139" cy="855785"/>
          </a:xfrm>
          <a:prstGeom prst="rect">
            <a:avLst/>
          </a:prstGeom>
          <a:solidFill>
            <a:schemeClr val="accent1"/>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8">
              <a:defRPr/>
            </a:pPr>
            <a:endParaRPr lang="en-US" dirty="0">
              <a:solidFill>
                <a:sysClr val="window" lastClr="FFFFFF"/>
              </a:solidFill>
              <a:latin typeface="Amazon Ember Light" charset="0"/>
              <a:ea typeface="Amazon Ember Light" charset="0"/>
              <a:cs typeface="Amazon Ember Light" charset="0"/>
            </a:endParaRPr>
          </a:p>
        </p:txBody>
      </p:sp>
      <p:sp>
        <p:nvSpPr>
          <p:cNvPr id="70" name="Parallelogram 69">
            <a:extLst>
              <a:ext uri="{C183D7F6-B498-43B3-948B-1728B52AA6E4}">
                <adec:decorative xmlns:adec="http://schemas.microsoft.com/office/drawing/2017/decorative" val="1"/>
              </a:ext>
            </a:extLst>
          </p:cNvPr>
          <p:cNvSpPr/>
          <p:nvPr/>
        </p:nvSpPr>
        <p:spPr>
          <a:xfrm>
            <a:off x="4581412" y="2808526"/>
            <a:ext cx="2576879" cy="124301"/>
          </a:xfrm>
          <a:prstGeom prst="parallelogram">
            <a:avLst>
              <a:gd name="adj" fmla="val 222143"/>
            </a:avLst>
          </a:prstGeom>
          <a:solidFill>
            <a:schemeClr val="accent5">
              <a:lumMod val="75000"/>
            </a:schemeClr>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8">
              <a:defRPr/>
            </a:pPr>
            <a:endParaRPr lang="en-US" dirty="0">
              <a:solidFill>
                <a:sysClr val="window" lastClr="FFFFFF"/>
              </a:solidFill>
              <a:latin typeface="Amazon Ember Light" charset="0"/>
              <a:ea typeface="Amazon Ember Light" charset="0"/>
              <a:cs typeface="Amazon Ember Light" charset="0"/>
            </a:endParaRPr>
          </a:p>
        </p:txBody>
      </p:sp>
      <p:sp>
        <p:nvSpPr>
          <p:cNvPr id="71" name="Parallelogram 70">
            <a:extLst>
              <a:ext uri="{C183D7F6-B498-43B3-948B-1728B52AA6E4}">
                <adec:decorative xmlns:adec="http://schemas.microsoft.com/office/drawing/2017/decorative" val="1"/>
              </a:ext>
            </a:extLst>
          </p:cNvPr>
          <p:cNvSpPr/>
          <p:nvPr/>
        </p:nvSpPr>
        <p:spPr>
          <a:xfrm>
            <a:off x="5316234" y="4755626"/>
            <a:ext cx="2579077" cy="119781"/>
          </a:xfrm>
          <a:prstGeom prst="parallelogram">
            <a:avLst>
              <a:gd name="adj" fmla="val 222143"/>
            </a:avLst>
          </a:prstGeom>
          <a:solidFill>
            <a:schemeClr val="accent6">
              <a:lumMod val="75000"/>
            </a:schemeClr>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8">
              <a:defRPr/>
            </a:pPr>
            <a:endParaRPr lang="en-US" dirty="0">
              <a:solidFill>
                <a:sysClr val="window" lastClr="FFFFFF"/>
              </a:solidFill>
              <a:latin typeface="Amazon Ember Light" charset="0"/>
              <a:ea typeface="Amazon Ember Light" charset="0"/>
              <a:cs typeface="Amazon Ember Light" charset="0"/>
            </a:endParaRPr>
          </a:p>
        </p:txBody>
      </p:sp>
      <p:sp>
        <p:nvSpPr>
          <p:cNvPr id="72" name="Oval 71">
            <a:extLst>
              <a:ext uri="{C183D7F6-B498-43B3-948B-1728B52AA6E4}">
                <adec:decorative xmlns:adec="http://schemas.microsoft.com/office/drawing/2017/decorative" val="1"/>
              </a:ext>
            </a:extLst>
          </p:cNvPr>
          <p:cNvSpPr/>
          <p:nvPr/>
        </p:nvSpPr>
        <p:spPr>
          <a:xfrm>
            <a:off x="4675357" y="3087763"/>
            <a:ext cx="548640" cy="548640"/>
          </a:xfrm>
          <a:prstGeom prst="ellipse">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8">
              <a:defRPr/>
            </a:pPr>
            <a:endParaRPr lang="en-US" dirty="0">
              <a:solidFill>
                <a:sysClr val="window" lastClr="FFFFFF"/>
              </a:solidFill>
              <a:latin typeface="Amazon Ember Light" charset="0"/>
              <a:ea typeface="Amazon Ember Light" charset="0"/>
              <a:cs typeface="Amazon Ember Light" charset="0"/>
            </a:endParaRPr>
          </a:p>
        </p:txBody>
      </p:sp>
      <p:sp>
        <p:nvSpPr>
          <p:cNvPr id="73" name="Oval 72">
            <a:extLst>
              <a:ext uri="{C183D7F6-B498-43B3-948B-1728B52AA6E4}">
                <adec:decorative xmlns:adec="http://schemas.microsoft.com/office/drawing/2017/decorative" val="1"/>
              </a:ext>
            </a:extLst>
          </p:cNvPr>
          <p:cNvSpPr/>
          <p:nvPr/>
        </p:nvSpPr>
        <p:spPr>
          <a:xfrm>
            <a:off x="4351109" y="2100451"/>
            <a:ext cx="548640" cy="548640"/>
          </a:xfrm>
          <a:prstGeom prst="ellipse">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8">
              <a:defRPr/>
            </a:pPr>
            <a:endParaRPr lang="en-US" dirty="0">
              <a:solidFill>
                <a:sysClr val="window" lastClr="FFFFFF"/>
              </a:solidFill>
              <a:latin typeface="Amazon Ember Light" charset="0"/>
              <a:ea typeface="Amazon Ember Light" charset="0"/>
              <a:cs typeface="Amazon Ember Light" charset="0"/>
            </a:endParaRPr>
          </a:p>
        </p:txBody>
      </p:sp>
      <p:sp>
        <p:nvSpPr>
          <p:cNvPr id="74" name="Oval 73">
            <a:extLst>
              <a:ext uri="{C183D7F6-B498-43B3-948B-1728B52AA6E4}">
                <adec:decorative xmlns:adec="http://schemas.microsoft.com/office/drawing/2017/decorative" val="1"/>
              </a:ext>
            </a:extLst>
          </p:cNvPr>
          <p:cNvSpPr/>
          <p:nvPr/>
        </p:nvSpPr>
        <p:spPr>
          <a:xfrm>
            <a:off x="5041913" y="4048701"/>
            <a:ext cx="548640" cy="548640"/>
          </a:xfrm>
          <a:prstGeom prst="ellipse">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8">
              <a:defRPr/>
            </a:pPr>
            <a:endParaRPr lang="en-US" dirty="0">
              <a:solidFill>
                <a:sysClr val="window" lastClr="FFFFFF"/>
              </a:solidFill>
              <a:latin typeface="Amazon Ember Light" charset="0"/>
              <a:ea typeface="Amazon Ember Light" charset="0"/>
              <a:cs typeface="Amazon Ember Light" charset="0"/>
            </a:endParaRPr>
          </a:p>
        </p:txBody>
      </p:sp>
      <p:sp>
        <p:nvSpPr>
          <p:cNvPr id="75" name="Oval 74">
            <a:extLst>
              <a:ext uri="{C183D7F6-B498-43B3-948B-1728B52AA6E4}">
                <adec:decorative xmlns:adec="http://schemas.microsoft.com/office/drawing/2017/decorative" val="1"/>
              </a:ext>
            </a:extLst>
          </p:cNvPr>
          <p:cNvSpPr/>
          <p:nvPr/>
        </p:nvSpPr>
        <p:spPr>
          <a:xfrm>
            <a:off x="5463346" y="5028980"/>
            <a:ext cx="548640" cy="548640"/>
          </a:xfrm>
          <a:prstGeom prst="ellipse">
            <a:avLst/>
          </a:prstGeom>
          <a:solidFill>
            <a:sysClr val="window" lastClr="FFFFFF"/>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378">
              <a:defRPr/>
            </a:pPr>
            <a:endParaRPr lang="en-US" dirty="0">
              <a:solidFill>
                <a:sysClr val="window" lastClr="FFFFFF"/>
              </a:solidFill>
              <a:latin typeface="Amazon Ember Light" charset="0"/>
              <a:ea typeface="Amazon Ember Light" charset="0"/>
              <a:cs typeface="Amazon Ember Light" charset="0"/>
            </a:endParaRPr>
          </a:p>
        </p:txBody>
      </p:sp>
      <p:sp>
        <p:nvSpPr>
          <p:cNvPr id="77" name="Rectangle 76"/>
          <p:cNvSpPr/>
          <p:nvPr/>
        </p:nvSpPr>
        <p:spPr>
          <a:xfrm>
            <a:off x="4973253" y="2091843"/>
            <a:ext cx="2330517" cy="584775"/>
          </a:xfrm>
          <a:prstGeom prst="rect">
            <a:avLst/>
          </a:prstGeom>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8">
              <a:defRPr/>
            </a:pPr>
            <a:r>
              <a:rPr lang="pt-BR" sz="1600" dirty="0">
                <a:solidFill>
                  <a:sysClr val="window" lastClr="FFFFFF"/>
                </a:solidFill>
                <a:latin typeface="Amazon Ember Light" charset="0"/>
                <a:ea typeface="Amazon Ember Light" charset="0"/>
                <a:cs typeface="Amazon Ember Light" charset="0"/>
              </a:rPr>
              <a:t>Governança de dados, requisitos legais</a:t>
            </a:r>
          </a:p>
        </p:txBody>
      </p:sp>
      <p:sp>
        <p:nvSpPr>
          <p:cNvPr id="76" name="Rectangle 75"/>
          <p:cNvSpPr/>
          <p:nvPr/>
        </p:nvSpPr>
        <p:spPr>
          <a:xfrm>
            <a:off x="5382439" y="3074087"/>
            <a:ext cx="2188644" cy="584775"/>
          </a:xfrm>
          <a:prstGeom prst="rect">
            <a:avLst/>
          </a:prstGeom>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8">
              <a:defRPr/>
            </a:pPr>
            <a:r>
              <a:rPr lang="pt-BR" sz="1600">
                <a:solidFill>
                  <a:sysClr val="window" lastClr="FFFFFF"/>
                </a:solidFill>
                <a:latin typeface="Amazon Ember Light" charset="0"/>
                <a:ea typeface="Amazon Ember Light" charset="0"/>
                <a:cs typeface="Amazon Ember Light" charset="0"/>
              </a:rPr>
              <a:t>Proximidade com os clientes (latência)</a:t>
            </a:r>
          </a:p>
        </p:txBody>
      </p:sp>
      <p:sp>
        <p:nvSpPr>
          <p:cNvPr id="78" name="Rectangle 77"/>
          <p:cNvSpPr/>
          <p:nvPr/>
        </p:nvSpPr>
        <p:spPr>
          <a:xfrm>
            <a:off x="5730022" y="4030633"/>
            <a:ext cx="2109741" cy="584775"/>
          </a:xfrm>
          <a:prstGeom prst="rect">
            <a:avLst/>
          </a:prstGeom>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8">
              <a:defRPr/>
            </a:pPr>
            <a:r>
              <a:rPr lang="pt-BR" sz="1600">
                <a:solidFill>
                  <a:sysClr val="window" lastClr="FFFFFF"/>
                </a:solidFill>
                <a:latin typeface="Amazon Ember Light" charset="0"/>
                <a:ea typeface="Amazon Ember Light" charset="0"/>
                <a:cs typeface="Amazon Ember Light" charset="0"/>
              </a:rPr>
              <a:t>Serviços disponíveis na região</a:t>
            </a:r>
          </a:p>
        </p:txBody>
      </p:sp>
      <p:sp>
        <p:nvSpPr>
          <p:cNvPr id="79" name="Rectangle 78"/>
          <p:cNvSpPr/>
          <p:nvPr/>
        </p:nvSpPr>
        <p:spPr>
          <a:xfrm>
            <a:off x="6160869" y="5127430"/>
            <a:ext cx="2465598" cy="338554"/>
          </a:xfrm>
          <a:prstGeom prst="rect">
            <a:avLst/>
          </a:prstGeom>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8">
              <a:defRPr/>
            </a:pPr>
            <a:r>
              <a:rPr lang="pt-BR" sz="1600">
                <a:solidFill>
                  <a:sysClr val="window" lastClr="FFFFFF"/>
                </a:solidFill>
                <a:latin typeface="Amazon Ember Light" charset="0"/>
                <a:ea typeface="Amazon Ember Light" charset="0"/>
                <a:cs typeface="Amazon Ember Light" charset="0"/>
              </a:rPr>
              <a:t>Custos (variam por região)</a:t>
            </a:r>
          </a:p>
        </p:txBody>
      </p:sp>
      <p:sp>
        <p:nvSpPr>
          <p:cNvPr id="92" name="Freeform 91">
            <a:extLst>
              <a:ext uri="{C183D7F6-B498-43B3-948B-1728B52AA6E4}">
                <adec:decorative xmlns:adec="http://schemas.microsoft.com/office/drawing/2017/decorative" val="1"/>
              </a:ext>
            </a:extLst>
          </p:cNvPr>
          <p:cNvSpPr>
            <a:spLocks noEditPoints="1"/>
          </p:cNvSpPr>
          <p:nvPr/>
        </p:nvSpPr>
        <p:spPr bwMode="auto">
          <a:xfrm>
            <a:off x="5157100" y="4154156"/>
            <a:ext cx="314727" cy="334464"/>
          </a:xfrm>
          <a:custGeom>
            <a:avLst/>
            <a:gdLst>
              <a:gd name="T0" fmla="*/ 2696 w 2974"/>
              <a:gd name="T1" fmla="*/ 2647 h 3175"/>
              <a:gd name="T2" fmla="*/ 2653 w 2974"/>
              <a:gd name="T3" fmla="*/ 2702 h 3175"/>
              <a:gd name="T4" fmla="*/ 2653 w 2974"/>
              <a:gd name="T5" fmla="*/ 2768 h 3175"/>
              <a:gd name="T6" fmla="*/ 2696 w 2974"/>
              <a:gd name="T7" fmla="*/ 2823 h 3175"/>
              <a:gd name="T8" fmla="*/ 2761 w 2974"/>
              <a:gd name="T9" fmla="*/ 2837 h 3175"/>
              <a:gd name="T10" fmla="*/ 2822 w 2974"/>
              <a:gd name="T11" fmla="*/ 2808 h 3175"/>
              <a:gd name="T12" fmla="*/ 2852 w 2974"/>
              <a:gd name="T13" fmla="*/ 2746 h 3175"/>
              <a:gd name="T14" fmla="*/ 2836 w 2974"/>
              <a:gd name="T15" fmla="*/ 2680 h 3175"/>
              <a:gd name="T16" fmla="*/ 2783 w 2974"/>
              <a:gd name="T17" fmla="*/ 2637 h 3175"/>
              <a:gd name="T18" fmla="*/ 541 w 2974"/>
              <a:gd name="T19" fmla="*/ 0 h 3175"/>
              <a:gd name="T20" fmla="*/ 1190 w 2974"/>
              <a:gd name="T21" fmla="*/ 816 h 3175"/>
              <a:gd name="T22" fmla="*/ 2426 w 2974"/>
              <a:gd name="T23" fmla="*/ 379 h 3175"/>
              <a:gd name="T24" fmla="*/ 2762 w 2974"/>
              <a:gd name="T25" fmla="*/ 718 h 3175"/>
              <a:gd name="T26" fmla="*/ 2912 w 2974"/>
              <a:gd name="T27" fmla="*/ 2566 h 3175"/>
              <a:gd name="T28" fmla="*/ 2948 w 2974"/>
              <a:gd name="T29" fmla="*/ 2621 h 3175"/>
              <a:gd name="T30" fmla="*/ 2974 w 2974"/>
              <a:gd name="T31" fmla="*/ 2715 h 3175"/>
              <a:gd name="T32" fmla="*/ 2960 w 2974"/>
              <a:gd name="T33" fmla="*/ 2810 h 3175"/>
              <a:gd name="T34" fmla="*/ 2907 w 2974"/>
              <a:gd name="T35" fmla="*/ 2894 h 3175"/>
              <a:gd name="T36" fmla="*/ 2824 w 2974"/>
              <a:gd name="T37" fmla="*/ 2949 h 3175"/>
              <a:gd name="T38" fmla="*/ 2730 w 2974"/>
              <a:gd name="T39" fmla="*/ 2962 h 3175"/>
              <a:gd name="T40" fmla="*/ 2637 w 2974"/>
              <a:gd name="T41" fmla="*/ 2936 h 3175"/>
              <a:gd name="T42" fmla="*/ 2582 w 2974"/>
              <a:gd name="T43" fmla="*/ 2898 h 3175"/>
              <a:gd name="T44" fmla="*/ 1459 w 2974"/>
              <a:gd name="T45" fmla="*/ 2121 h 3175"/>
              <a:gd name="T46" fmla="*/ 1211 w 2974"/>
              <a:gd name="T47" fmla="*/ 2271 h 3175"/>
              <a:gd name="T48" fmla="*/ 1157 w 2974"/>
              <a:gd name="T49" fmla="*/ 2357 h 3175"/>
              <a:gd name="T50" fmla="*/ 1075 w 2974"/>
              <a:gd name="T51" fmla="*/ 2460 h 3175"/>
              <a:gd name="T52" fmla="*/ 974 w 2974"/>
              <a:gd name="T53" fmla="*/ 2572 h 3175"/>
              <a:gd name="T54" fmla="*/ 864 w 2974"/>
              <a:gd name="T55" fmla="*/ 2683 h 3175"/>
              <a:gd name="T56" fmla="*/ 754 w 2974"/>
              <a:gd name="T57" fmla="*/ 2786 h 3175"/>
              <a:gd name="T58" fmla="*/ 651 w 2974"/>
              <a:gd name="T59" fmla="*/ 2868 h 3175"/>
              <a:gd name="T60" fmla="*/ 566 w 2974"/>
              <a:gd name="T61" fmla="*/ 2923 h 3175"/>
              <a:gd name="T62" fmla="*/ 418 w 2974"/>
              <a:gd name="T63" fmla="*/ 3175 h 3175"/>
              <a:gd name="T64" fmla="*/ 238 w 2974"/>
              <a:gd name="T65" fmla="*/ 2625 h 3175"/>
              <a:gd name="T66" fmla="*/ 280 w 2974"/>
              <a:gd name="T67" fmla="*/ 2546 h 3175"/>
              <a:gd name="T68" fmla="*/ 355 w 2974"/>
              <a:gd name="T69" fmla="*/ 2448 h 3175"/>
              <a:gd name="T70" fmla="*/ 450 w 2974"/>
              <a:gd name="T71" fmla="*/ 2338 h 3175"/>
              <a:gd name="T72" fmla="*/ 558 w 2974"/>
              <a:gd name="T73" fmla="*/ 2225 h 3175"/>
              <a:gd name="T74" fmla="*/ 669 w 2974"/>
              <a:gd name="T75" fmla="*/ 2119 h 3175"/>
              <a:gd name="T76" fmla="*/ 775 w 2974"/>
              <a:gd name="T77" fmla="*/ 2029 h 3175"/>
              <a:gd name="T78" fmla="*/ 867 w 2974"/>
              <a:gd name="T79" fmla="*/ 1964 h 3175"/>
              <a:gd name="T80" fmla="*/ 859 w 2974"/>
              <a:gd name="T81" fmla="*/ 1882 h 3175"/>
              <a:gd name="T82" fmla="*/ 1339 w 2974"/>
              <a:gd name="T83" fmla="*/ 1635 h 3175"/>
              <a:gd name="T84" fmla="*/ 240 w 2974"/>
              <a:gd name="T85" fmla="*/ 1135 h 3175"/>
              <a:gd name="T86" fmla="*/ 480 w 2974"/>
              <a:gd name="T87" fmla="*/ 759 h 3175"/>
              <a:gd name="T88" fmla="*/ 541 w 2974"/>
              <a:gd name="T89" fmla="*/ 0 h 3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74" h="3175">
                <a:moveTo>
                  <a:pt x="2738" y="2632"/>
                </a:moveTo>
                <a:lnTo>
                  <a:pt x="2716" y="2637"/>
                </a:lnTo>
                <a:lnTo>
                  <a:pt x="2696" y="2647"/>
                </a:lnTo>
                <a:lnTo>
                  <a:pt x="2676" y="2662"/>
                </a:lnTo>
                <a:lnTo>
                  <a:pt x="2662" y="2680"/>
                </a:lnTo>
                <a:lnTo>
                  <a:pt x="2653" y="2702"/>
                </a:lnTo>
                <a:lnTo>
                  <a:pt x="2648" y="2724"/>
                </a:lnTo>
                <a:lnTo>
                  <a:pt x="2649" y="2746"/>
                </a:lnTo>
                <a:lnTo>
                  <a:pt x="2653" y="2768"/>
                </a:lnTo>
                <a:lnTo>
                  <a:pt x="2663" y="2789"/>
                </a:lnTo>
                <a:lnTo>
                  <a:pt x="2677" y="2808"/>
                </a:lnTo>
                <a:lnTo>
                  <a:pt x="2696" y="2823"/>
                </a:lnTo>
                <a:lnTo>
                  <a:pt x="2717" y="2833"/>
                </a:lnTo>
                <a:lnTo>
                  <a:pt x="2738" y="2837"/>
                </a:lnTo>
                <a:lnTo>
                  <a:pt x="2761" y="2837"/>
                </a:lnTo>
                <a:lnTo>
                  <a:pt x="2783" y="2832"/>
                </a:lnTo>
                <a:lnTo>
                  <a:pt x="2804" y="2823"/>
                </a:lnTo>
                <a:lnTo>
                  <a:pt x="2822" y="2808"/>
                </a:lnTo>
                <a:lnTo>
                  <a:pt x="2836" y="2789"/>
                </a:lnTo>
                <a:lnTo>
                  <a:pt x="2846" y="2768"/>
                </a:lnTo>
                <a:lnTo>
                  <a:pt x="2852" y="2746"/>
                </a:lnTo>
                <a:lnTo>
                  <a:pt x="2852" y="2724"/>
                </a:lnTo>
                <a:lnTo>
                  <a:pt x="2846" y="2701"/>
                </a:lnTo>
                <a:lnTo>
                  <a:pt x="2836" y="2680"/>
                </a:lnTo>
                <a:lnTo>
                  <a:pt x="2822" y="2662"/>
                </a:lnTo>
                <a:lnTo>
                  <a:pt x="2804" y="2647"/>
                </a:lnTo>
                <a:lnTo>
                  <a:pt x="2783" y="2637"/>
                </a:lnTo>
                <a:lnTo>
                  <a:pt x="2761" y="2632"/>
                </a:lnTo>
                <a:lnTo>
                  <a:pt x="2738" y="2632"/>
                </a:lnTo>
                <a:close/>
                <a:moveTo>
                  <a:pt x="541" y="0"/>
                </a:moveTo>
                <a:lnTo>
                  <a:pt x="541" y="0"/>
                </a:lnTo>
                <a:lnTo>
                  <a:pt x="1188" y="175"/>
                </a:lnTo>
                <a:lnTo>
                  <a:pt x="1190" y="816"/>
                </a:lnTo>
                <a:lnTo>
                  <a:pt x="1667" y="1301"/>
                </a:lnTo>
                <a:lnTo>
                  <a:pt x="2149" y="815"/>
                </a:lnTo>
                <a:lnTo>
                  <a:pt x="2426" y="379"/>
                </a:lnTo>
                <a:lnTo>
                  <a:pt x="2734" y="205"/>
                </a:lnTo>
                <a:lnTo>
                  <a:pt x="2933" y="407"/>
                </a:lnTo>
                <a:lnTo>
                  <a:pt x="2762" y="718"/>
                </a:lnTo>
                <a:lnTo>
                  <a:pt x="2331" y="999"/>
                </a:lnTo>
                <a:lnTo>
                  <a:pt x="1850" y="1487"/>
                </a:lnTo>
                <a:lnTo>
                  <a:pt x="2912" y="2566"/>
                </a:lnTo>
                <a:lnTo>
                  <a:pt x="2910" y="2567"/>
                </a:lnTo>
                <a:lnTo>
                  <a:pt x="2931" y="2593"/>
                </a:lnTo>
                <a:lnTo>
                  <a:pt x="2948" y="2621"/>
                </a:lnTo>
                <a:lnTo>
                  <a:pt x="2962" y="2651"/>
                </a:lnTo>
                <a:lnTo>
                  <a:pt x="2970" y="2683"/>
                </a:lnTo>
                <a:lnTo>
                  <a:pt x="2974" y="2715"/>
                </a:lnTo>
                <a:lnTo>
                  <a:pt x="2974" y="2747"/>
                </a:lnTo>
                <a:lnTo>
                  <a:pt x="2969" y="2779"/>
                </a:lnTo>
                <a:lnTo>
                  <a:pt x="2960" y="2810"/>
                </a:lnTo>
                <a:lnTo>
                  <a:pt x="2946" y="2840"/>
                </a:lnTo>
                <a:lnTo>
                  <a:pt x="2929" y="2868"/>
                </a:lnTo>
                <a:lnTo>
                  <a:pt x="2907" y="2894"/>
                </a:lnTo>
                <a:lnTo>
                  <a:pt x="2881" y="2917"/>
                </a:lnTo>
                <a:lnTo>
                  <a:pt x="2854" y="2935"/>
                </a:lnTo>
                <a:lnTo>
                  <a:pt x="2824" y="2949"/>
                </a:lnTo>
                <a:lnTo>
                  <a:pt x="2793" y="2957"/>
                </a:lnTo>
                <a:lnTo>
                  <a:pt x="2762" y="2962"/>
                </a:lnTo>
                <a:lnTo>
                  <a:pt x="2730" y="2962"/>
                </a:lnTo>
                <a:lnTo>
                  <a:pt x="2699" y="2958"/>
                </a:lnTo>
                <a:lnTo>
                  <a:pt x="2668" y="2949"/>
                </a:lnTo>
                <a:lnTo>
                  <a:pt x="2637" y="2936"/>
                </a:lnTo>
                <a:lnTo>
                  <a:pt x="2610" y="2918"/>
                </a:lnTo>
                <a:lnTo>
                  <a:pt x="2584" y="2896"/>
                </a:lnTo>
                <a:lnTo>
                  <a:pt x="2582" y="2898"/>
                </a:lnTo>
                <a:lnTo>
                  <a:pt x="1521" y="1820"/>
                </a:lnTo>
                <a:lnTo>
                  <a:pt x="1342" y="2001"/>
                </a:lnTo>
                <a:lnTo>
                  <a:pt x="1459" y="2121"/>
                </a:lnTo>
                <a:lnTo>
                  <a:pt x="1277" y="2305"/>
                </a:lnTo>
                <a:lnTo>
                  <a:pt x="1221" y="2248"/>
                </a:lnTo>
                <a:lnTo>
                  <a:pt x="1211" y="2271"/>
                </a:lnTo>
                <a:lnTo>
                  <a:pt x="1196" y="2297"/>
                </a:lnTo>
                <a:lnTo>
                  <a:pt x="1178" y="2325"/>
                </a:lnTo>
                <a:lnTo>
                  <a:pt x="1157" y="2357"/>
                </a:lnTo>
                <a:lnTo>
                  <a:pt x="1132" y="2390"/>
                </a:lnTo>
                <a:lnTo>
                  <a:pt x="1105" y="2424"/>
                </a:lnTo>
                <a:lnTo>
                  <a:pt x="1075" y="2460"/>
                </a:lnTo>
                <a:lnTo>
                  <a:pt x="1042" y="2498"/>
                </a:lnTo>
                <a:lnTo>
                  <a:pt x="1010" y="2535"/>
                </a:lnTo>
                <a:lnTo>
                  <a:pt x="974" y="2572"/>
                </a:lnTo>
                <a:lnTo>
                  <a:pt x="938" y="2610"/>
                </a:lnTo>
                <a:lnTo>
                  <a:pt x="902" y="2647"/>
                </a:lnTo>
                <a:lnTo>
                  <a:pt x="864" y="2683"/>
                </a:lnTo>
                <a:lnTo>
                  <a:pt x="827" y="2720"/>
                </a:lnTo>
                <a:lnTo>
                  <a:pt x="789" y="2754"/>
                </a:lnTo>
                <a:lnTo>
                  <a:pt x="754" y="2786"/>
                </a:lnTo>
                <a:lnTo>
                  <a:pt x="718" y="2816"/>
                </a:lnTo>
                <a:lnTo>
                  <a:pt x="683" y="2843"/>
                </a:lnTo>
                <a:lnTo>
                  <a:pt x="651" y="2868"/>
                </a:lnTo>
                <a:lnTo>
                  <a:pt x="620" y="2890"/>
                </a:lnTo>
                <a:lnTo>
                  <a:pt x="592" y="2908"/>
                </a:lnTo>
                <a:lnTo>
                  <a:pt x="566" y="2923"/>
                </a:lnTo>
                <a:lnTo>
                  <a:pt x="543" y="2933"/>
                </a:lnTo>
                <a:lnTo>
                  <a:pt x="600" y="2990"/>
                </a:lnTo>
                <a:lnTo>
                  <a:pt x="418" y="3175"/>
                </a:lnTo>
                <a:lnTo>
                  <a:pt x="0" y="2752"/>
                </a:lnTo>
                <a:lnTo>
                  <a:pt x="182" y="2568"/>
                </a:lnTo>
                <a:lnTo>
                  <a:pt x="238" y="2625"/>
                </a:lnTo>
                <a:lnTo>
                  <a:pt x="248" y="2601"/>
                </a:lnTo>
                <a:lnTo>
                  <a:pt x="263" y="2575"/>
                </a:lnTo>
                <a:lnTo>
                  <a:pt x="280" y="2546"/>
                </a:lnTo>
                <a:lnTo>
                  <a:pt x="303" y="2515"/>
                </a:lnTo>
                <a:lnTo>
                  <a:pt x="327" y="2482"/>
                </a:lnTo>
                <a:lnTo>
                  <a:pt x="355" y="2448"/>
                </a:lnTo>
                <a:lnTo>
                  <a:pt x="384" y="2412"/>
                </a:lnTo>
                <a:lnTo>
                  <a:pt x="416" y="2375"/>
                </a:lnTo>
                <a:lnTo>
                  <a:pt x="450" y="2338"/>
                </a:lnTo>
                <a:lnTo>
                  <a:pt x="484" y="2299"/>
                </a:lnTo>
                <a:lnTo>
                  <a:pt x="521" y="2262"/>
                </a:lnTo>
                <a:lnTo>
                  <a:pt x="558" y="2225"/>
                </a:lnTo>
                <a:lnTo>
                  <a:pt x="595" y="2188"/>
                </a:lnTo>
                <a:lnTo>
                  <a:pt x="632" y="2153"/>
                </a:lnTo>
                <a:lnTo>
                  <a:pt x="669" y="2119"/>
                </a:lnTo>
                <a:lnTo>
                  <a:pt x="706" y="2087"/>
                </a:lnTo>
                <a:lnTo>
                  <a:pt x="740" y="2057"/>
                </a:lnTo>
                <a:lnTo>
                  <a:pt x="775" y="2029"/>
                </a:lnTo>
                <a:lnTo>
                  <a:pt x="808" y="2004"/>
                </a:lnTo>
                <a:lnTo>
                  <a:pt x="838" y="1983"/>
                </a:lnTo>
                <a:lnTo>
                  <a:pt x="867" y="1964"/>
                </a:lnTo>
                <a:lnTo>
                  <a:pt x="892" y="1950"/>
                </a:lnTo>
                <a:lnTo>
                  <a:pt x="916" y="1939"/>
                </a:lnTo>
                <a:lnTo>
                  <a:pt x="859" y="1882"/>
                </a:lnTo>
                <a:lnTo>
                  <a:pt x="1041" y="1698"/>
                </a:lnTo>
                <a:lnTo>
                  <a:pt x="1159" y="1817"/>
                </a:lnTo>
                <a:lnTo>
                  <a:pt x="1339" y="1635"/>
                </a:lnTo>
                <a:lnTo>
                  <a:pt x="853" y="1140"/>
                </a:lnTo>
                <a:lnTo>
                  <a:pt x="857" y="1136"/>
                </a:lnTo>
                <a:lnTo>
                  <a:pt x="240" y="1135"/>
                </a:lnTo>
                <a:lnTo>
                  <a:pt x="66" y="480"/>
                </a:lnTo>
                <a:lnTo>
                  <a:pt x="136" y="411"/>
                </a:lnTo>
                <a:lnTo>
                  <a:pt x="480" y="759"/>
                </a:lnTo>
                <a:lnTo>
                  <a:pt x="816" y="418"/>
                </a:lnTo>
                <a:lnTo>
                  <a:pt x="471" y="70"/>
                </a:lnTo>
                <a:lnTo>
                  <a:pt x="541" y="0"/>
                </a:lnTo>
                <a:close/>
              </a:path>
            </a:pathLst>
          </a:custGeom>
          <a:solidFill>
            <a:schemeClr val="accent6"/>
          </a:solidFill>
          <a:ln w="0">
            <a:noFill/>
            <a:prstDash val="solid"/>
            <a:round/>
            <a:headEnd/>
            <a:tailEnd/>
          </a:ln>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8">
              <a:defRPr/>
            </a:pPr>
            <a:endParaRPr lang="en-US" dirty="0">
              <a:latin typeface="Amazon Ember Light" charset="0"/>
              <a:ea typeface="Amazon Ember Light" charset="0"/>
              <a:cs typeface="Amazon Ember Light" charset="0"/>
            </a:endParaRPr>
          </a:p>
        </p:txBody>
      </p:sp>
      <p:sp>
        <p:nvSpPr>
          <p:cNvPr id="93" name="Freeform 92">
            <a:extLst>
              <a:ext uri="{C183D7F6-B498-43B3-948B-1728B52AA6E4}">
                <adec:decorative xmlns:adec="http://schemas.microsoft.com/office/drawing/2017/decorative" val="1"/>
              </a:ext>
            </a:extLst>
          </p:cNvPr>
          <p:cNvSpPr>
            <a:spLocks noEditPoints="1"/>
          </p:cNvSpPr>
          <p:nvPr/>
        </p:nvSpPr>
        <p:spPr bwMode="auto">
          <a:xfrm>
            <a:off x="4478031" y="2197936"/>
            <a:ext cx="297852" cy="338838"/>
          </a:xfrm>
          <a:custGeom>
            <a:avLst/>
            <a:gdLst>
              <a:gd name="T0" fmla="*/ 1320 w 2705"/>
              <a:gd name="T1" fmla="*/ 1965 h 3516"/>
              <a:gd name="T2" fmla="*/ 1206 w 2705"/>
              <a:gd name="T3" fmla="*/ 1996 h 3516"/>
              <a:gd name="T4" fmla="*/ 1115 w 2705"/>
              <a:gd name="T5" fmla="*/ 2071 h 3516"/>
              <a:gd name="T6" fmla="*/ 1061 w 2705"/>
              <a:gd name="T7" fmla="*/ 2177 h 3516"/>
              <a:gd name="T8" fmla="*/ 1051 w 2705"/>
              <a:gd name="T9" fmla="*/ 2298 h 3516"/>
              <a:gd name="T10" fmla="*/ 1089 w 2705"/>
              <a:gd name="T11" fmla="*/ 2406 h 3516"/>
              <a:gd name="T12" fmla="*/ 1135 w 2705"/>
              <a:gd name="T13" fmla="*/ 2952 h 3516"/>
              <a:gd name="T14" fmla="*/ 1157 w 2705"/>
              <a:gd name="T15" fmla="*/ 3016 h 3516"/>
              <a:gd name="T16" fmla="*/ 1214 w 2705"/>
              <a:gd name="T17" fmla="*/ 3052 h 3516"/>
              <a:gd name="T18" fmla="*/ 1490 w 2705"/>
              <a:gd name="T19" fmla="*/ 3052 h 3516"/>
              <a:gd name="T20" fmla="*/ 1547 w 2705"/>
              <a:gd name="T21" fmla="*/ 3016 h 3516"/>
              <a:gd name="T22" fmla="*/ 1570 w 2705"/>
              <a:gd name="T23" fmla="*/ 2952 h 3516"/>
              <a:gd name="T24" fmla="*/ 1616 w 2705"/>
              <a:gd name="T25" fmla="*/ 2406 h 3516"/>
              <a:gd name="T26" fmla="*/ 1653 w 2705"/>
              <a:gd name="T27" fmla="*/ 2298 h 3516"/>
              <a:gd name="T28" fmla="*/ 1643 w 2705"/>
              <a:gd name="T29" fmla="*/ 2177 h 3516"/>
              <a:gd name="T30" fmla="*/ 1590 w 2705"/>
              <a:gd name="T31" fmla="*/ 2071 h 3516"/>
              <a:gd name="T32" fmla="*/ 1499 w 2705"/>
              <a:gd name="T33" fmla="*/ 1996 h 3516"/>
              <a:gd name="T34" fmla="*/ 1384 w 2705"/>
              <a:gd name="T35" fmla="*/ 1965 h 3516"/>
              <a:gd name="T36" fmla="*/ 1352 w 2705"/>
              <a:gd name="T37" fmla="*/ 454 h 3516"/>
              <a:gd name="T38" fmla="*/ 1163 w 2705"/>
              <a:gd name="T39" fmla="*/ 484 h 3516"/>
              <a:gd name="T40" fmla="*/ 995 w 2705"/>
              <a:gd name="T41" fmla="*/ 565 h 3516"/>
              <a:gd name="T42" fmla="*/ 859 w 2705"/>
              <a:gd name="T43" fmla="*/ 690 h 3516"/>
              <a:gd name="T44" fmla="*/ 762 w 2705"/>
              <a:gd name="T45" fmla="*/ 850 h 3516"/>
              <a:gd name="T46" fmla="*/ 715 w 2705"/>
              <a:gd name="T47" fmla="*/ 1034 h 3516"/>
              <a:gd name="T48" fmla="*/ 1993 w 2705"/>
              <a:gd name="T49" fmla="*/ 1420 h 3516"/>
              <a:gd name="T50" fmla="*/ 1979 w 2705"/>
              <a:gd name="T51" fmla="*/ 971 h 3516"/>
              <a:gd name="T52" fmla="*/ 1914 w 2705"/>
              <a:gd name="T53" fmla="*/ 793 h 3516"/>
              <a:gd name="T54" fmla="*/ 1804 w 2705"/>
              <a:gd name="T55" fmla="*/ 644 h 3516"/>
              <a:gd name="T56" fmla="*/ 1657 w 2705"/>
              <a:gd name="T57" fmla="*/ 533 h 3516"/>
              <a:gd name="T58" fmla="*/ 1481 w 2705"/>
              <a:gd name="T59" fmla="*/ 468 h 3516"/>
              <a:gd name="T60" fmla="*/ 1351 w 2705"/>
              <a:gd name="T61" fmla="*/ 0 h 3516"/>
              <a:gd name="T62" fmla="*/ 1384 w 2705"/>
              <a:gd name="T63" fmla="*/ 0 h 3516"/>
              <a:gd name="T64" fmla="*/ 1628 w 2705"/>
              <a:gd name="T65" fmla="*/ 34 h 3516"/>
              <a:gd name="T66" fmla="*/ 1852 w 2705"/>
              <a:gd name="T67" fmla="*/ 119 h 3516"/>
              <a:gd name="T68" fmla="*/ 2048 w 2705"/>
              <a:gd name="T69" fmla="*/ 251 h 3516"/>
              <a:gd name="T70" fmla="*/ 2212 w 2705"/>
              <a:gd name="T71" fmla="*/ 422 h 3516"/>
              <a:gd name="T72" fmla="*/ 2337 w 2705"/>
              <a:gd name="T73" fmla="*/ 624 h 3516"/>
              <a:gd name="T74" fmla="*/ 2417 w 2705"/>
              <a:gd name="T75" fmla="*/ 853 h 3516"/>
              <a:gd name="T76" fmla="*/ 2444 w 2705"/>
              <a:gd name="T77" fmla="*/ 1100 h 3516"/>
              <a:gd name="T78" fmla="*/ 2544 w 2705"/>
              <a:gd name="T79" fmla="*/ 1423 h 3516"/>
              <a:gd name="T80" fmla="*/ 2625 w 2705"/>
              <a:gd name="T81" fmla="*/ 1467 h 3516"/>
              <a:gd name="T82" fmla="*/ 2683 w 2705"/>
              <a:gd name="T83" fmla="*/ 1551 h 3516"/>
              <a:gd name="T84" fmla="*/ 2705 w 2705"/>
              <a:gd name="T85" fmla="*/ 1664 h 3516"/>
              <a:gd name="T86" fmla="*/ 2695 w 2705"/>
              <a:gd name="T87" fmla="*/ 3349 h 3516"/>
              <a:gd name="T88" fmla="*/ 2648 w 2705"/>
              <a:gd name="T89" fmla="*/ 3444 h 3516"/>
              <a:gd name="T90" fmla="*/ 2573 w 2705"/>
              <a:gd name="T91" fmla="*/ 3504 h 3516"/>
              <a:gd name="T92" fmla="*/ 192 w 2705"/>
              <a:gd name="T93" fmla="*/ 3516 h 3516"/>
              <a:gd name="T94" fmla="*/ 104 w 2705"/>
              <a:gd name="T95" fmla="*/ 3489 h 3516"/>
              <a:gd name="T96" fmla="*/ 37 w 2705"/>
              <a:gd name="T97" fmla="*/ 3416 h 3516"/>
              <a:gd name="T98" fmla="*/ 2 w 2705"/>
              <a:gd name="T99" fmla="*/ 3311 h 3516"/>
              <a:gd name="T100" fmla="*/ 2 w 2705"/>
              <a:gd name="T101" fmla="*/ 1624 h 3516"/>
              <a:gd name="T102" fmla="*/ 37 w 2705"/>
              <a:gd name="T103" fmla="*/ 1520 h 3516"/>
              <a:gd name="T104" fmla="*/ 104 w 2705"/>
              <a:gd name="T105" fmla="*/ 1448 h 3516"/>
              <a:gd name="T106" fmla="*/ 192 w 2705"/>
              <a:gd name="T107" fmla="*/ 1420 h 3516"/>
              <a:gd name="T108" fmla="*/ 263 w 2705"/>
              <a:gd name="T109" fmla="*/ 1015 h 3516"/>
              <a:gd name="T110" fmla="*/ 309 w 2705"/>
              <a:gd name="T111" fmla="*/ 774 h 3516"/>
              <a:gd name="T112" fmla="*/ 405 w 2705"/>
              <a:gd name="T113" fmla="*/ 553 h 3516"/>
              <a:gd name="T114" fmla="*/ 543 w 2705"/>
              <a:gd name="T115" fmla="*/ 361 h 3516"/>
              <a:gd name="T116" fmla="*/ 718 w 2705"/>
              <a:gd name="T117" fmla="*/ 203 h 3516"/>
              <a:gd name="T118" fmla="*/ 924 w 2705"/>
              <a:gd name="T119" fmla="*/ 86 h 3516"/>
              <a:gd name="T120" fmla="*/ 1155 w 2705"/>
              <a:gd name="T121" fmla="*/ 16 h 3516"/>
              <a:gd name="T122" fmla="*/ 1335 w 2705"/>
              <a:gd name="T123" fmla="*/ 0 h 3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05" h="3516">
                <a:moveTo>
                  <a:pt x="1352" y="1965"/>
                </a:moveTo>
                <a:lnTo>
                  <a:pt x="1335" y="1965"/>
                </a:lnTo>
                <a:lnTo>
                  <a:pt x="1320" y="1965"/>
                </a:lnTo>
                <a:lnTo>
                  <a:pt x="1279" y="1970"/>
                </a:lnTo>
                <a:lnTo>
                  <a:pt x="1241" y="1980"/>
                </a:lnTo>
                <a:lnTo>
                  <a:pt x="1206" y="1996"/>
                </a:lnTo>
                <a:lnTo>
                  <a:pt x="1171" y="2017"/>
                </a:lnTo>
                <a:lnTo>
                  <a:pt x="1141" y="2042"/>
                </a:lnTo>
                <a:lnTo>
                  <a:pt x="1115" y="2071"/>
                </a:lnTo>
                <a:lnTo>
                  <a:pt x="1092" y="2103"/>
                </a:lnTo>
                <a:lnTo>
                  <a:pt x="1074" y="2139"/>
                </a:lnTo>
                <a:lnTo>
                  <a:pt x="1061" y="2177"/>
                </a:lnTo>
                <a:lnTo>
                  <a:pt x="1052" y="2217"/>
                </a:lnTo>
                <a:lnTo>
                  <a:pt x="1049" y="2258"/>
                </a:lnTo>
                <a:lnTo>
                  <a:pt x="1051" y="2298"/>
                </a:lnTo>
                <a:lnTo>
                  <a:pt x="1060" y="2337"/>
                </a:lnTo>
                <a:lnTo>
                  <a:pt x="1072" y="2373"/>
                </a:lnTo>
                <a:lnTo>
                  <a:pt x="1089" y="2406"/>
                </a:lnTo>
                <a:lnTo>
                  <a:pt x="1109" y="2438"/>
                </a:lnTo>
                <a:lnTo>
                  <a:pt x="1135" y="2466"/>
                </a:lnTo>
                <a:lnTo>
                  <a:pt x="1135" y="2952"/>
                </a:lnTo>
                <a:lnTo>
                  <a:pt x="1137" y="2975"/>
                </a:lnTo>
                <a:lnTo>
                  <a:pt x="1146" y="2997"/>
                </a:lnTo>
                <a:lnTo>
                  <a:pt x="1157" y="3016"/>
                </a:lnTo>
                <a:lnTo>
                  <a:pt x="1173" y="3032"/>
                </a:lnTo>
                <a:lnTo>
                  <a:pt x="1193" y="3044"/>
                </a:lnTo>
                <a:lnTo>
                  <a:pt x="1214" y="3052"/>
                </a:lnTo>
                <a:lnTo>
                  <a:pt x="1238" y="3054"/>
                </a:lnTo>
                <a:lnTo>
                  <a:pt x="1467" y="3054"/>
                </a:lnTo>
                <a:lnTo>
                  <a:pt x="1490" y="3052"/>
                </a:lnTo>
                <a:lnTo>
                  <a:pt x="1512" y="3044"/>
                </a:lnTo>
                <a:lnTo>
                  <a:pt x="1531" y="3032"/>
                </a:lnTo>
                <a:lnTo>
                  <a:pt x="1547" y="3016"/>
                </a:lnTo>
                <a:lnTo>
                  <a:pt x="1559" y="2997"/>
                </a:lnTo>
                <a:lnTo>
                  <a:pt x="1566" y="2975"/>
                </a:lnTo>
                <a:lnTo>
                  <a:pt x="1570" y="2952"/>
                </a:lnTo>
                <a:lnTo>
                  <a:pt x="1570" y="2466"/>
                </a:lnTo>
                <a:lnTo>
                  <a:pt x="1594" y="2438"/>
                </a:lnTo>
                <a:lnTo>
                  <a:pt x="1616" y="2406"/>
                </a:lnTo>
                <a:lnTo>
                  <a:pt x="1633" y="2373"/>
                </a:lnTo>
                <a:lnTo>
                  <a:pt x="1645" y="2337"/>
                </a:lnTo>
                <a:lnTo>
                  <a:pt x="1653" y="2298"/>
                </a:lnTo>
                <a:lnTo>
                  <a:pt x="1655" y="2258"/>
                </a:lnTo>
                <a:lnTo>
                  <a:pt x="1652" y="2217"/>
                </a:lnTo>
                <a:lnTo>
                  <a:pt x="1643" y="2177"/>
                </a:lnTo>
                <a:lnTo>
                  <a:pt x="1631" y="2139"/>
                </a:lnTo>
                <a:lnTo>
                  <a:pt x="1612" y="2103"/>
                </a:lnTo>
                <a:lnTo>
                  <a:pt x="1590" y="2071"/>
                </a:lnTo>
                <a:lnTo>
                  <a:pt x="1563" y="2042"/>
                </a:lnTo>
                <a:lnTo>
                  <a:pt x="1533" y="2017"/>
                </a:lnTo>
                <a:lnTo>
                  <a:pt x="1499" y="1996"/>
                </a:lnTo>
                <a:lnTo>
                  <a:pt x="1464" y="1980"/>
                </a:lnTo>
                <a:lnTo>
                  <a:pt x="1425" y="1970"/>
                </a:lnTo>
                <a:lnTo>
                  <a:pt x="1384" y="1965"/>
                </a:lnTo>
                <a:lnTo>
                  <a:pt x="1369" y="1965"/>
                </a:lnTo>
                <a:lnTo>
                  <a:pt x="1352" y="1965"/>
                </a:lnTo>
                <a:close/>
                <a:moveTo>
                  <a:pt x="1352" y="454"/>
                </a:moveTo>
                <a:lnTo>
                  <a:pt x="1287" y="458"/>
                </a:lnTo>
                <a:lnTo>
                  <a:pt x="1224" y="468"/>
                </a:lnTo>
                <a:lnTo>
                  <a:pt x="1163" y="484"/>
                </a:lnTo>
                <a:lnTo>
                  <a:pt x="1104" y="505"/>
                </a:lnTo>
                <a:lnTo>
                  <a:pt x="1047" y="533"/>
                </a:lnTo>
                <a:lnTo>
                  <a:pt x="995" y="565"/>
                </a:lnTo>
                <a:lnTo>
                  <a:pt x="945" y="603"/>
                </a:lnTo>
                <a:lnTo>
                  <a:pt x="900" y="644"/>
                </a:lnTo>
                <a:lnTo>
                  <a:pt x="859" y="690"/>
                </a:lnTo>
                <a:lnTo>
                  <a:pt x="822" y="741"/>
                </a:lnTo>
                <a:lnTo>
                  <a:pt x="790" y="793"/>
                </a:lnTo>
                <a:lnTo>
                  <a:pt x="762" y="850"/>
                </a:lnTo>
                <a:lnTo>
                  <a:pt x="741" y="909"/>
                </a:lnTo>
                <a:lnTo>
                  <a:pt x="725" y="971"/>
                </a:lnTo>
                <a:lnTo>
                  <a:pt x="715" y="1034"/>
                </a:lnTo>
                <a:lnTo>
                  <a:pt x="712" y="1100"/>
                </a:lnTo>
                <a:lnTo>
                  <a:pt x="712" y="1420"/>
                </a:lnTo>
                <a:lnTo>
                  <a:pt x="1993" y="1420"/>
                </a:lnTo>
                <a:lnTo>
                  <a:pt x="1993" y="1100"/>
                </a:lnTo>
                <a:lnTo>
                  <a:pt x="1989" y="1034"/>
                </a:lnTo>
                <a:lnTo>
                  <a:pt x="1979" y="971"/>
                </a:lnTo>
                <a:lnTo>
                  <a:pt x="1964" y="909"/>
                </a:lnTo>
                <a:lnTo>
                  <a:pt x="1942" y="850"/>
                </a:lnTo>
                <a:lnTo>
                  <a:pt x="1914" y="793"/>
                </a:lnTo>
                <a:lnTo>
                  <a:pt x="1882" y="741"/>
                </a:lnTo>
                <a:lnTo>
                  <a:pt x="1846" y="690"/>
                </a:lnTo>
                <a:lnTo>
                  <a:pt x="1804" y="644"/>
                </a:lnTo>
                <a:lnTo>
                  <a:pt x="1759" y="603"/>
                </a:lnTo>
                <a:lnTo>
                  <a:pt x="1710" y="565"/>
                </a:lnTo>
                <a:lnTo>
                  <a:pt x="1657" y="533"/>
                </a:lnTo>
                <a:lnTo>
                  <a:pt x="1601" y="505"/>
                </a:lnTo>
                <a:lnTo>
                  <a:pt x="1542" y="484"/>
                </a:lnTo>
                <a:lnTo>
                  <a:pt x="1481" y="468"/>
                </a:lnTo>
                <a:lnTo>
                  <a:pt x="1418" y="458"/>
                </a:lnTo>
                <a:lnTo>
                  <a:pt x="1352" y="454"/>
                </a:lnTo>
                <a:close/>
                <a:moveTo>
                  <a:pt x="1351" y="0"/>
                </a:moveTo>
                <a:lnTo>
                  <a:pt x="1353" y="0"/>
                </a:lnTo>
                <a:lnTo>
                  <a:pt x="1369" y="0"/>
                </a:lnTo>
                <a:lnTo>
                  <a:pt x="1384" y="0"/>
                </a:lnTo>
                <a:lnTo>
                  <a:pt x="1468" y="6"/>
                </a:lnTo>
                <a:lnTo>
                  <a:pt x="1549" y="16"/>
                </a:lnTo>
                <a:lnTo>
                  <a:pt x="1628" y="34"/>
                </a:lnTo>
                <a:lnTo>
                  <a:pt x="1706" y="57"/>
                </a:lnTo>
                <a:lnTo>
                  <a:pt x="1781" y="86"/>
                </a:lnTo>
                <a:lnTo>
                  <a:pt x="1852" y="119"/>
                </a:lnTo>
                <a:lnTo>
                  <a:pt x="1921" y="159"/>
                </a:lnTo>
                <a:lnTo>
                  <a:pt x="1986" y="203"/>
                </a:lnTo>
                <a:lnTo>
                  <a:pt x="2048" y="251"/>
                </a:lnTo>
                <a:lnTo>
                  <a:pt x="2107" y="304"/>
                </a:lnTo>
                <a:lnTo>
                  <a:pt x="2162" y="361"/>
                </a:lnTo>
                <a:lnTo>
                  <a:pt x="2212" y="422"/>
                </a:lnTo>
                <a:lnTo>
                  <a:pt x="2258" y="486"/>
                </a:lnTo>
                <a:lnTo>
                  <a:pt x="2300" y="553"/>
                </a:lnTo>
                <a:lnTo>
                  <a:pt x="2337" y="624"/>
                </a:lnTo>
                <a:lnTo>
                  <a:pt x="2368" y="698"/>
                </a:lnTo>
                <a:lnTo>
                  <a:pt x="2395" y="774"/>
                </a:lnTo>
                <a:lnTo>
                  <a:pt x="2417" y="853"/>
                </a:lnTo>
                <a:lnTo>
                  <a:pt x="2432" y="933"/>
                </a:lnTo>
                <a:lnTo>
                  <a:pt x="2441" y="1015"/>
                </a:lnTo>
                <a:lnTo>
                  <a:pt x="2444" y="1100"/>
                </a:lnTo>
                <a:lnTo>
                  <a:pt x="2444" y="1420"/>
                </a:lnTo>
                <a:lnTo>
                  <a:pt x="2513" y="1420"/>
                </a:lnTo>
                <a:lnTo>
                  <a:pt x="2544" y="1423"/>
                </a:lnTo>
                <a:lnTo>
                  <a:pt x="2573" y="1433"/>
                </a:lnTo>
                <a:lnTo>
                  <a:pt x="2601" y="1448"/>
                </a:lnTo>
                <a:lnTo>
                  <a:pt x="2625" y="1467"/>
                </a:lnTo>
                <a:lnTo>
                  <a:pt x="2648" y="1492"/>
                </a:lnTo>
                <a:lnTo>
                  <a:pt x="2667" y="1520"/>
                </a:lnTo>
                <a:lnTo>
                  <a:pt x="2683" y="1551"/>
                </a:lnTo>
                <a:lnTo>
                  <a:pt x="2695" y="1587"/>
                </a:lnTo>
                <a:lnTo>
                  <a:pt x="2702" y="1624"/>
                </a:lnTo>
                <a:lnTo>
                  <a:pt x="2705" y="1664"/>
                </a:lnTo>
                <a:lnTo>
                  <a:pt x="2705" y="3271"/>
                </a:lnTo>
                <a:lnTo>
                  <a:pt x="2702" y="3311"/>
                </a:lnTo>
                <a:lnTo>
                  <a:pt x="2695" y="3349"/>
                </a:lnTo>
                <a:lnTo>
                  <a:pt x="2683" y="3384"/>
                </a:lnTo>
                <a:lnTo>
                  <a:pt x="2667" y="3416"/>
                </a:lnTo>
                <a:lnTo>
                  <a:pt x="2648" y="3444"/>
                </a:lnTo>
                <a:lnTo>
                  <a:pt x="2625" y="3468"/>
                </a:lnTo>
                <a:lnTo>
                  <a:pt x="2601" y="3489"/>
                </a:lnTo>
                <a:lnTo>
                  <a:pt x="2573" y="3504"/>
                </a:lnTo>
                <a:lnTo>
                  <a:pt x="2544" y="3513"/>
                </a:lnTo>
                <a:lnTo>
                  <a:pt x="2513" y="3516"/>
                </a:lnTo>
                <a:lnTo>
                  <a:pt x="192" y="3516"/>
                </a:lnTo>
                <a:lnTo>
                  <a:pt x="161" y="3513"/>
                </a:lnTo>
                <a:lnTo>
                  <a:pt x="132" y="3504"/>
                </a:lnTo>
                <a:lnTo>
                  <a:pt x="104" y="3489"/>
                </a:lnTo>
                <a:lnTo>
                  <a:pt x="78" y="3468"/>
                </a:lnTo>
                <a:lnTo>
                  <a:pt x="57" y="3444"/>
                </a:lnTo>
                <a:lnTo>
                  <a:pt x="37" y="3416"/>
                </a:lnTo>
                <a:lnTo>
                  <a:pt x="21" y="3384"/>
                </a:lnTo>
                <a:lnTo>
                  <a:pt x="10" y="3349"/>
                </a:lnTo>
                <a:lnTo>
                  <a:pt x="2" y="3311"/>
                </a:lnTo>
                <a:lnTo>
                  <a:pt x="0" y="3271"/>
                </a:lnTo>
                <a:lnTo>
                  <a:pt x="0" y="1664"/>
                </a:lnTo>
                <a:lnTo>
                  <a:pt x="2" y="1624"/>
                </a:lnTo>
                <a:lnTo>
                  <a:pt x="10" y="1587"/>
                </a:lnTo>
                <a:lnTo>
                  <a:pt x="21" y="1551"/>
                </a:lnTo>
                <a:lnTo>
                  <a:pt x="37" y="1520"/>
                </a:lnTo>
                <a:lnTo>
                  <a:pt x="57" y="1492"/>
                </a:lnTo>
                <a:lnTo>
                  <a:pt x="78" y="1467"/>
                </a:lnTo>
                <a:lnTo>
                  <a:pt x="104" y="1448"/>
                </a:lnTo>
                <a:lnTo>
                  <a:pt x="132" y="1433"/>
                </a:lnTo>
                <a:lnTo>
                  <a:pt x="161" y="1423"/>
                </a:lnTo>
                <a:lnTo>
                  <a:pt x="192" y="1420"/>
                </a:lnTo>
                <a:lnTo>
                  <a:pt x="260" y="1420"/>
                </a:lnTo>
                <a:lnTo>
                  <a:pt x="260" y="1100"/>
                </a:lnTo>
                <a:lnTo>
                  <a:pt x="263" y="1015"/>
                </a:lnTo>
                <a:lnTo>
                  <a:pt x="273" y="933"/>
                </a:lnTo>
                <a:lnTo>
                  <a:pt x="288" y="853"/>
                </a:lnTo>
                <a:lnTo>
                  <a:pt x="309" y="774"/>
                </a:lnTo>
                <a:lnTo>
                  <a:pt x="336" y="698"/>
                </a:lnTo>
                <a:lnTo>
                  <a:pt x="367" y="624"/>
                </a:lnTo>
                <a:lnTo>
                  <a:pt x="405" y="553"/>
                </a:lnTo>
                <a:lnTo>
                  <a:pt x="446" y="486"/>
                </a:lnTo>
                <a:lnTo>
                  <a:pt x="492" y="422"/>
                </a:lnTo>
                <a:lnTo>
                  <a:pt x="543" y="361"/>
                </a:lnTo>
                <a:lnTo>
                  <a:pt x="597" y="304"/>
                </a:lnTo>
                <a:lnTo>
                  <a:pt x="656" y="251"/>
                </a:lnTo>
                <a:lnTo>
                  <a:pt x="718" y="203"/>
                </a:lnTo>
                <a:lnTo>
                  <a:pt x="784" y="159"/>
                </a:lnTo>
                <a:lnTo>
                  <a:pt x="852" y="119"/>
                </a:lnTo>
                <a:lnTo>
                  <a:pt x="924" y="86"/>
                </a:lnTo>
                <a:lnTo>
                  <a:pt x="999" y="57"/>
                </a:lnTo>
                <a:lnTo>
                  <a:pt x="1076" y="34"/>
                </a:lnTo>
                <a:lnTo>
                  <a:pt x="1155" y="16"/>
                </a:lnTo>
                <a:lnTo>
                  <a:pt x="1237" y="6"/>
                </a:lnTo>
                <a:lnTo>
                  <a:pt x="1320" y="0"/>
                </a:lnTo>
                <a:lnTo>
                  <a:pt x="1335" y="0"/>
                </a:lnTo>
                <a:lnTo>
                  <a:pt x="1351" y="0"/>
                </a:lnTo>
                <a:close/>
              </a:path>
            </a:pathLst>
          </a:custGeom>
          <a:solidFill>
            <a:schemeClr val="accent5"/>
          </a:solidFill>
          <a:ln w="0">
            <a:noFill/>
            <a:prstDash val="solid"/>
            <a:round/>
            <a:headEnd/>
            <a:tailEnd/>
          </a:ln>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8">
              <a:defRPr/>
            </a:pPr>
            <a:endParaRPr lang="en-US" dirty="0">
              <a:latin typeface="Amazon Ember Light" charset="0"/>
              <a:ea typeface="Amazon Ember Light" charset="0"/>
              <a:cs typeface="Amazon Ember Light" charset="0"/>
            </a:endParaRPr>
          </a:p>
        </p:txBody>
      </p:sp>
      <p:sp>
        <p:nvSpPr>
          <p:cNvPr id="94" name="Freeform 93">
            <a:extLst>
              <a:ext uri="{C183D7F6-B498-43B3-948B-1728B52AA6E4}">
                <adec:decorative xmlns:adec="http://schemas.microsoft.com/office/drawing/2017/decorative" val="1"/>
              </a:ext>
            </a:extLst>
          </p:cNvPr>
          <p:cNvSpPr>
            <a:spLocks noEditPoints="1"/>
          </p:cNvSpPr>
          <p:nvPr/>
        </p:nvSpPr>
        <p:spPr bwMode="auto">
          <a:xfrm>
            <a:off x="4824838" y="3169603"/>
            <a:ext cx="256032" cy="383132"/>
          </a:xfrm>
          <a:custGeom>
            <a:avLst/>
            <a:gdLst>
              <a:gd name="T0" fmla="*/ 952 w 2029"/>
              <a:gd name="T1" fmla="*/ 605 h 3349"/>
              <a:gd name="T2" fmla="*/ 875 w 2029"/>
              <a:gd name="T3" fmla="*/ 629 h 3349"/>
              <a:gd name="T4" fmla="*/ 808 w 2029"/>
              <a:gd name="T5" fmla="*/ 671 h 3349"/>
              <a:gd name="T6" fmla="*/ 756 w 2029"/>
              <a:gd name="T7" fmla="*/ 729 h 3349"/>
              <a:gd name="T8" fmla="*/ 723 w 2029"/>
              <a:gd name="T9" fmla="*/ 801 h 3349"/>
              <a:gd name="T10" fmla="*/ 711 w 2029"/>
              <a:gd name="T11" fmla="*/ 882 h 3349"/>
              <a:gd name="T12" fmla="*/ 723 w 2029"/>
              <a:gd name="T13" fmla="*/ 963 h 3349"/>
              <a:gd name="T14" fmla="*/ 756 w 2029"/>
              <a:gd name="T15" fmla="*/ 1034 h 3349"/>
              <a:gd name="T16" fmla="*/ 808 w 2029"/>
              <a:gd name="T17" fmla="*/ 1094 h 3349"/>
              <a:gd name="T18" fmla="*/ 875 w 2029"/>
              <a:gd name="T19" fmla="*/ 1136 h 3349"/>
              <a:gd name="T20" fmla="*/ 952 w 2029"/>
              <a:gd name="T21" fmla="*/ 1159 h 3349"/>
              <a:gd name="T22" fmla="*/ 1036 w 2029"/>
              <a:gd name="T23" fmla="*/ 1159 h 3349"/>
              <a:gd name="T24" fmla="*/ 1114 w 2029"/>
              <a:gd name="T25" fmla="*/ 1136 h 3349"/>
              <a:gd name="T26" fmla="*/ 1180 w 2029"/>
              <a:gd name="T27" fmla="*/ 1094 h 3349"/>
              <a:gd name="T28" fmla="*/ 1232 w 2029"/>
              <a:gd name="T29" fmla="*/ 1034 h 3349"/>
              <a:gd name="T30" fmla="*/ 1266 w 2029"/>
              <a:gd name="T31" fmla="*/ 963 h 3349"/>
              <a:gd name="T32" fmla="*/ 1277 w 2029"/>
              <a:gd name="T33" fmla="*/ 882 h 3349"/>
              <a:gd name="T34" fmla="*/ 1266 w 2029"/>
              <a:gd name="T35" fmla="*/ 801 h 3349"/>
              <a:gd name="T36" fmla="*/ 1232 w 2029"/>
              <a:gd name="T37" fmla="*/ 729 h 3349"/>
              <a:gd name="T38" fmla="*/ 1180 w 2029"/>
              <a:gd name="T39" fmla="*/ 671 h 3349"/>
              <a:gd name="T40" fmla="*/ 1114 w 2029"/>
              <a:gd name="T41" fmla="*/ 629 h 3349"/>
              <a:gd name="T42" fmla="*/ 1036 w 2029"/>
              <a:gd name="T43" fmla="*/ 605 h 3349"/>
              <a:gd name="T44" fmla="*/ 933 w 2029"/>
              <a:gd name="T45" fmla="*/ 0 h 3349"/>
              <a:gd name="T46" fmla="*/ 1043 w 2029"/>
              <a:gd name="T47" fmla="*/ 481 h 3349"/>
              <a:gd name="T48" fmla="*/ 1138 w 2029"/>
              <a:gd name="T49" fmla="*/ 506 h 3349"/>
              <a:gd name="T50" fmla="*/ 1224 w 2029"/>
              <a:gd name="T51" fmla="*/ 551 h 3349"/>
              <a:gd name="T52" fmla="*/ 1296 w 2029"/>
              <a:gd name="T53" fmla="*/ 615 h 3349"/>
              <a:gd name="T54" fmla="*/ 1350 w 2029"/>
              <a:gd name="T55" fmla="*/ 692 h 3349"/>
              <a:gd name="T56" fmla="*/ 1385 w 2029"/>
              <a:gd name="T57" fmla="*/ 782 h 3349"/>
              <a:gd name="T58" fmla="*/ 1397 w 2029"/>
              <a:gd name="T59" fmla="*/ 882 h 3349"/>
              <a:gd name="T60" fmla="*/ 1389 w 2029"/>
              <a:gd name="T61" fmla="*/ 967 h 3349"/>
              <a:gd name="T62" fmla="*/ 1362 w 2029"/>
              <a:gd name="T63" fmla="*/ 1045 h 3349"/>
              <a:gd name="T64" fmla="*/ 1785 w 2029"/>
              <a:gd name="T65" fmla="*/ 1611 h 3349"/>
              <a:gd name="T66" fmla="*/ 1873 w 2029"/>
              <a:gd name="T67" fmla="*/ 1470 h 3349"/>
              <a:gd name="T68" fmla="*/ 1785 w 2029"/>
              <a:gd name="T69" fmla="*/ 1838 h 3349"/>
              <a:gd name="T70" fmla="*/ 1605 w 2029"/>
              <a:gd name="T71" fmla="*/ 1698 h 3349"/>
              <a:gd name="T72" fmla="*/ 1909 w 2029"/>
              <a:gd name="T73" fmla="*/ 2816 h 3349"/>
              <a:gd name="T74" fmla="*/ 1758 w 2029"/>
              <a:gd name="T75" fmla="*/ 2878 h 3349"/>
              <a:gd name="T76" fmla="*/ 1015 w 2029"/>
              <a:gd name="T77" fmla="*/ 1310 h 3349"/>
              <a:gd name="T78" fmla="*/ 272 w 2029"/>
              <a:gd name="T79" fmla="*/ 2878 h 3349"/>
              <a:gd name="T80" fmla="*/ 121 w 2029"/>
              <a:gd name="T81" fmla="*/ 2816 h 3349"/>
              <a:gd name="T82" fmla="*/ 425 w 2029"/>
              <a:gd name="T83" fmla="*/ 1698 h 3349"/>
              <a:gd name="T84" fmla="*/ 237 w 2029"/>
              <a:gd name="T85" fmla="*/ 1838 h 3349"/>
              <a:gd name="T86" fmla="*/ 148 w 2029"/>
              <a:gd name="T87" fmla="*/ 1470 h 3349"/>
              <a:gd name="T88" fmla="*/ 237 w 2029"/>
              <a:gd name="T89" fmla="*/ 1611 h 3349"/>
              <a:gd name="T90" fmla="*/ 646 w 2029"/>
              <a:gd name="T91" fmla="*/ 1103 h 3349"/>
              <a:gd name="T92" fmla="*/ 603 w 2029"/>
              <a:gd name="T93" fmla="*/ 1022 h 3349"/>
              <a:gd name="T94" fmla="*/ 581 w 2029"/>
              <a:gd name="T95" fmla="*/ 931 h 3349"/>
              <a:gd name="T96" fmla="*/ 581 w 2029"/>
              <a:gd name="T97" fmla="*/ 831 h 3349"/>
              <a:gd name="T98" fmla="*/ 605 w 2029"/>
              <a:gd name="T99" fmla="*/ 736 h 3349"/>
              <a:gd name="T100" fmla="*/ 651 w 2029"/>
              <a:gd name="T101" fmla="*/ 652 h 3349"/>
              <a:gd name="T102" fmla="*/ 714 w 2029"/>
              <a:gd name="T103" fmla="*/ 581 h 3349"/>
              <a:gd name="T104" fmla="*/ 792 w 2029"/>
              <a:gd name="T105" fmla="*/ 526 h 3349"/>
              <a:gd name="T106" fmla="*/ 883 w 2029"/>
              <a:gd name="T107" fmla="*/ 491 h 3349"/>
              <a:gd name="T108" fmla="*/ 933 w 2029"/>
              <a:gd name="T109" fmla="*/ 0 h 3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029" h="3349">
                <a:moveTo>
                  <a:pt x="995" y="602"/>
                </a:moveTo>
                <a:lnTo>
                  <a:pt x="952" y="605"/>
                </a:lnTo>
                <a:lnTo>
                  <a:pt x="912" y="614"/>
                </a:lnTo>
                <a:lnTo>
                  <a:pt x="875" y="629"/>
                </a:lnTo>
                <a:lnTo>
                  <a:pt x="839" y="648"/>
                </a:lnTo>
                <a:lnTo>
                  <a:pt x="808" y="671"/>
                </a:lnTo>
                <a:lnTo>
                  <a:pt x="781" y="699"/>
                </a:lnTo>
                <a:lnTo>
                  <a:pt x="756" y="729"/>
                </a:lnTo>
                <a:lnTo>
                  <a:pt x="737" y="764"/>
                </a:lnTo>
                <a:lnTo>
                  <a:pt x="723" y="801"/>
                </a:lnTo>
                <a:lnTo>
                  <a:pt x="713" y="841"/>
                </a:lnTo>
                <a:lnTo>
                  <a:pt x="711" y="882"/>
                </a:lnTo>
                <a:lnTo>
                  <a:pt x="713" y="923"/>
                </a:lnTo>
                <a:lnTo>
                  <a:pt x="723" y="963"/>
                </a:lnTo>
                <a:lnTo>
                  <a:pt x="737" y="1000"/>
                </a:lnTo>
                <a:lnTo>
                  <a:pt x="756" y="1034"/>
                </a:lnTo>
                <a:lnTo>
                  <a:pt x="781" y="1066"/>
                </a:lnTo>
                <a:lnTo>
                  <a:pt x="808" y="1094"/>
                </a:lnTo>
                <a:lnTo>
                  <a:pt x="839" y="1117"/>
                </a:lnTo>
                <a:lnTo>
                  <a:pt x="875" y="1136"/>
                </a:lnTo>
                <a:lnTo>
                  <a:pt x="912" y="1150"/>
                </a:lnTo>
                <a:lnTo>
                  <a:pt x="952" y="1159"/>
                </a:lnTo>
                <a:lnTo>
                  <a:pt x="995" y="1163"/>
                </a:lnTo>
                <a:lnTo>
                  <a:pt x="1036" y="1159"/>
                </a:lnTo>
                <a:lnTo>
                  <a:pt x="1076" y="1150"/>
                </a:lnTo>
                <a:lnTo>
                  <a:pt x="1114" y="1136"/>
                </a:lnTo>
                <a:lnTo>
                  <a:pt x="1149" y="1117"/>
                </a:lnTo>
                <a:lnTo>
                  <a:pt x="1180" y="1094"/>
                </a:lnTo>
                <a:lnTo>
                  <a:pt x="1208" y="1066"/>
                </a:lnTo>
                <a:lnTo>
                  <a:pt x="1232" y="1034"/>
                </a:lnTo>
                <a:lnTo>
                  <a:pt x="1252" y="1000"/>
                </a:lnTo>
                <a:lnTo>
                  <a:pt x="1266" y="963"/>
                </a:lnTo>
                <a:lnTo>
                  <a:pt x="1274" y="923"/>
                </a:lnTo>
                <a:lnTo>
                  <a:pt x="1277" y="882"/>
                </a:lnTo>
                <a:lnTo>
                  <a:pt x="1274" y="841"/>
                </a:lnTo>
                <a:lnTo>
                  <a:pt x="1266" y="801"/>
                </a:lnTo>
                <a:lnTo>
                  <a:pt x="1252" y="764"/>
                </a:lnTo>
                <a:lnTo>
                  <a:pt x="1232" y="729"/>
                </a:lnTo>
                <a:lnTo>
                  <a:pt x="1208" y="699"/>
                </a:lnTo>
                <a:lnTo>
                  <a:pt x="1180" y="671"/>
                </a:lnTo>
                <a:lnTo>
                  <a:pt x="1149" y="648"/>
                </a:lnTo>
                <a:lnTo>
                  <a:pt x="1114" y="629"/>
                </a:lnTo>
                <a:lnTo>
                  <a:pt x="1076" y="614"/>
                </a:lnTo>
                <a:lnTo>
                  <a:pt x="1036" y="605"/>
                </a:lnTo>
                <a:lnTo>
                  <a:pt x="995" y="602"/>
                </a:lnTo>
                <a:close/>
                <a:moveTo>
                  <a:pt x="933" y="0"/>
                </a:moveTo>
                <a:lnTo>
                  <a:pt x="1043" y="0"/>
                </a:lnTo>
                <a:lnTo>
                  <a:pt x="1043" y="481"/>
                </a:lnTo>
                <a:lnTo>
                  <a:pt x="1092" y="491"/>
                </a:lnTo>
                <a:lnTo>
                  <a:pt x="1138" y="506"/>
                </a:lnTo>
                <a:lnTo>
                  <a:pt x="1182" y="526"/>
                </a:lnTo>
                <a:lnTo>
                  <a:pt x="1224" y="551"/>
                </a:lnTo>
                <a:lnTo>
                  <a:pt x="1261" y="581"/>
                </a:lnTo>
                <a:lnTo>
                  <a:pt x="1296" y="615"/>
                </a:lnTo>
                <a:lnTo>
                  <a:pt x="1324" y="652"/>
                </a:lnTo>
                <a:lnTo>
                  <a:pt x="1350" y="692"/>
                </a:lnTo>
                <a:lnTo>
                  <a:pt x="1371" y="736"/>
                </a:lnTo>
                <a:lnTo>
                  <a:pt x="1385" y="782"/>
                </a:lnTo>
                <a:lnTo>
                  <a:pt x="1394" y="831"/>
                </a:lnTo>
                <a:lnTo>
                  <a:pt x="1397" y="882"/>
                </a:lnTo>
                <a:lnTo>
                  <a:pt x="1395" y="924"/>
                </a:lnTo>
                <a:lnTo>
                  <a:pt x="1389" y="967"/>
                </a:lnTo>
                <a:lnTo>
                  <a:pt x="1377" y="1006"/>
                </a:lnTo>
                <a:lnTo>
                  <a:pt x="1362" y="1045"/>
                </a:lnTo>
                <a:lnTo>
                  <a:pt x="1573" y="1611"/>
                </a:lnTo>
                <a:lnTo>
                  <a:pt x="1785" y="1611"/>
                </a:lnTo>
                <a:lnTo>
                  <a:pt x="1785" y="1470"/>
                </a:lnTo>
                <a:lnTo>
                  <a:pt x="1873" y="1470"/>
                </a:lnTo>
                <a:lnTo>
                  <a:pt x="1873" y="1838"/>
                </a:lnTo>
                <a:lnTo>
                  <a:pt x="1785" y="1838"/>
                </a:lnTo>
                <a:lnTo>
                  <a:pt x="1785" y="1698"/>
                </a:lnTo>
                <a:lnTo>
                  <a:pt x="1605" y="1698"/>
                </a:lnTo>
                <a:lnTo>
                  <a:pt x="1929" y="2571"/>
                </a:lnTo>
                <a:lnTo>
                  <a:pt x="1909" y="2816"/>
                </a:lnTo>
                <a:lnTo>
                  <a:pt x="2029" y="3349"/>
                </a:lnTo>
                <a:lnTo>
                  <a:pt x="1758" y="2878"/>
                </a:lnTo>
                <a:lnTo>
                  <a:pt x="1563" y="2697"/>
                </a:lnTo>
                <a:lnTo>
                  <a:pt x="1015" y="1310"/>
                </a:lnTo>
                <a:lnTo>
                  <a:pt x="467" y="2697"/>
                </a:lnTo>
                <a:lnTo>
                  <a:pt x="272" y="2878"/>
                </a:lnTo>
                <a:lnTo>
                  <a:pt x="0" y="3349"/>
                </a:lnTo>
                <a:lnTo>
                  <a:pt x="121" y="2816"/>
                </a:lnTo>
                <a:lnTo>
                  <a:pt x="100" y="2571"/>
                </a:lnTo>
                <a:lnTo>
                  <a:pt x="425" y="1698"/>
                </a:lnTo>
                <a:lnTo>
                  <a:pt x="237" y="1698"/>
                </a:lnTo>
                <a:lnTo>
                  <a:pt x="237" y="1838"/>
                </a:lnTo>
                <a:lnTo>
                  <a:pt x="148" y="1838"/>
                </a:lnTo>
                <a:lnTo>
                  <a:pt x="148" y="1470"/>
                </a:lnTo>
                <a:lnTo>
                  <a:pt x="237" y="1470"/>
                </a:lnTo>
                <a:lnTo>
                  <a:pt x="237" y="1611"/>
                </a:lnTo>
                <a:lnTo>
                  <a:pt x="457" y="1611"/>
                </a:lnTo>
                <a:lnTo>
                  <a:pt x="646" y="1103"/>
                </a:lnTo>
                <a:lnTo>
                  <a:pt x="622" y="1064"/>
                </a:lnTo>
                <a:lnTo>
                  <a:pt x="603" y="1022"/>
                </a:lnTo>
                <a:lnTo>
                  <a:pt x="590" y="977"/>
                </a:lnTo>
                <a:lnTo>
                  <a:pt x="581" y="931"/>
                </a:lnTo>
                <a:lnTo>
                  <a:pt x="578" y="882"/>
                </a:lnTo>
                <a:lnTo>
                  <a:pt x="581" y="831"/>
                </a:lnTo>
                <a:lnTo>
                  <a:pt x="590" y="782"/>
                </a:lnTo>
                <a:lnTo>
                  <a:pt x="605" y="736"/>
                </a:lnTo>
                <a:lnTo>
                  <a:pt x="625" y="692"/>
                </a:lnTo>
                <a:lnTo>
                  <a:pt x="651" y="652"/>
                </a:lnTo>
                <a:lnTo>
                  <a:pt x="680" y="615"/>
                </a:lnTo>
                <a:lnTo>
                  <a:pt x="714" y="581"/>
                </a:lnTo>
                <a:lnTo>
                  <a:pt x="752" y="551"/>
                </a:lnTo>
                <a:lnTo>
                  <a:pt x="792" y="526"/>
                </a:lnTo>
                <a:lnTo>
                  <a:pt x="837" y="506"/>
                </a:lnTo>
                <a:lnTo>
                  <a:pt x="883" y="491"/>
                </a:lnTo>
                <a:lnTo>
                  <a:pt x="933" y="481"/>
                </a:lnTo>
                <a:lnTo>
                  <a:pt x="933" y="0"/>
                </a:lnTo>
                <a:close/>
              </a:path>
            </a:pathLst>
          </a:custGeom>
          <a:solidFill>
            <a:schemeClr val="accent3">
              <a:lumMod val="75000"/>
            </a:schemeClr>
          </a:solidFill>
          <a:ln w="0">
            <a:noFill/>
            <a:prstDash val="solid"/>
            <a:round/>
            <a:headEnd/>
            <a:tailEnd/>
          </a:ln>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8">
              <a:defRPr/>
            </a:pPr>
            <a:endParaRPr lang="en-US" dirty="0">
              <a:latin typeface="Amazon Ember Light" charset="0"/>
              <a:ea typeface="Amazon Ember Light" charset="0"/>
              <a:cs typeface="Amazon Ember Light" charset="0"/>
            </a:endParaRPr>
          </a:p>
        </p:txBody>
      </p:sp>
      <p:sp>
        <p:nvSpPr>
          <p:cNvPr id="95" name="Freeform 94">
            <a:extLst>
              <a:ext uri="{C183D7F6-B498-43B3-948B-1728B52AA6E4}">
                <adec:decorative xmlns:adec="http://schemas.microsoft.com/office/drawing/2017/decorative" val="1"/>
              </a:ext>
            </a:extLst>
          </p:cNvPr>
          <p:cNvSpPr>
            <a:spLocks noEditPoints="1"/>
          </p:cNvSpPr>
          <p:nvPr/>
        </p:nvSpPr>
        <p:spPr bwMode="auto">
          <a:xfrm>
            <a:off x="5550742" y="5101808"/>
            <a:ext cx="373850" cy="383725"/>
          </a:xfrm>
          <a:custGeom>
            <a:avLst/>
            <a:gdLst>
              <a:gd name="T0" fmla="*/ 2406 w 3180"/>
              <a:gd name="T1" fmla="*/ 1358 h 3260"/>
              <a:gd name="T2" fmla="*/ 2504 w 3180"/>
              <a:gd name="T3" fmla="*/ 1507 h 3260"/>
              <a:gd name="T4" fmla="*/ 2654 w 3180"/>
              <a:gd name="T5" fmla="*/ 1408 h 3260"/>
              <a:gd name="T6" fmla="*/ 2555 w 3180"/>
              <a:gd name="T7" fmla="*/ 1259 h 3260"/>
              <a:gd name="T8" fmla="*/ 2770 w 3180"/>
              <a:gd name="T9" fmla="*/ 565 h 3260"/>
              <a:gd name="T10" fmla="*/ 2754 w 3180"/>
              <a:gd name="T11" fmla="*/ 758 h 3260"/>
              <a:gd name="T12" fmla="*/ 2622 w 3180"/>
              <a:gd name="T13" fmla="*/ 955 h 3260"/>
              <a:gd name="T14" fmla="*/ 2986 w 3180"/>
              <a:gd name="T15" fmla="*/ 1513 h 3260"/>
              <a:gd name="T16" fmla="*/ 3103 w 3180"/>
              <a:gd name="T17" fmla="*/ 1857 h 3260"/>
              <a:gd name="T18" fmla="*/ 3180 w 3180"/>
              <a:gd name="T19" fmla="*/ 1873 h 3260"/>
              <a:gd name="T20" fmla="*/ 3043 w 3180"/>
              <a:gd name="T21" fmla="*/ 2392 h 3260"/>
              <a:gd name="T22" fmla="*/ 2730 w 3180"/>
              <a:gd name="T23" fmla="*/ 2607 h 3260"/>
              <a:gd name="T24" fmla="*/ 2477 w 3180"/>
              <a:gd name="T25" fmla="*/ 2882 h 3260"/>
              <a:gd name="T26" fmla="*/ 2508 w 3180"/>
              <a:gd name="T27" fmla="*/ 3060 h 3260"/>
              <a:gd name="T28" fmla="*/ 2118 w 3180"/>
              <a:gd name="T29" fmla="*/ 3117 h 3260"/>
              <a:gd name="T30" fmla="*/ 2022 w 3180"/>
              <a:gd name="T31" fmla="*/ 3060 h 3260"/>
              <a:gd name="T32" fmla="*/ 1953 w 3180"/>
              <a:gd name="T33" fmla="*/ 3189 h 3260"/>
              <a:gd name="T34" fmla="*/ 1668 w 3180"/>
              <a:gd name="T35" fmla="*/ 3257 h 3260"/>
              <a:gd name="T36" fmla="*/ 1621 w 3180"/>
              <a:gd name="T37" fmla="*/ 3155 h 3260"/>
              <a:gd name="T38" fmla="*/ 1208 w 3180"/>
              <a:gd name="T39" fmla="*/ 3149 h 3260"/>
              <a:gd name="T40" fmla="*/ 930 w 3180"/>
              <a:gd name="T41" fmla="*/ 3112 h 3260"/>
              <a:gd name="T42" fmla="*/ 917 w 3180"/>
              <a:gd name="T43" fmla="*/ 3211 h 3260"/>
              <a:gd name="T44" fmla="*/ 551 w 3180"/>
              <a:gd name="T45" fmla="*/ 3206 h 3260"/>
              <a:gd name="T46" fmla="*/ 535 w 3180"/>
              <a:gd name="T47" fmla="*/ 2998 h 3260"/>
              <a:gd name="T48" fmla="*/ 404 w 3180"/>
              <a:gd name="T49" fmla="*/ 2796 h 3260"/>
              <a:gd name="T50" fmla="*/ 70 w 3180"/>
              <a:gd name="T51" fmla="*/ 2369 h 3260"/>
              <a:gd name="T52" fmla="*/ 3 w 3180"/>
              <a:gd name="T53" fmla="*/ 1798 h 3260"/>
              <a:gd name="T54" fmla="*/ 221 w 3180"/>
              <a:gd name="T55" fmla="*/ 1191 h 3260"/>
              <a:gd name="T56" fmla="*/ 650 w 3180"/>
              <a:gd name="T57" fmla="*/ 934 h 3260"/>
              <a:gd name="T58" fmla="*/ 863 w 3180"/>
              <a:gd name="T59" fmla="*/ 1110 h 3260"/>
              <a:gd name="T60" fmla="*/ 735 w 3180"/>
              <a:gd name="T61" fmla="*/ 1163 h 3260"/>
              <a:gd name="T62" fmla="*/ 744 w 3180"/>
              <a:gd name="T63" fmla="*/ 1311 h 3260"/>
              <a:gd name="T64" fmla="*/ 1090 w 3180"/>
              <a:gd name="T65" fmla="*/ 1254 h 3260"/>
              <a:gd name="T66" fmla="*/ 1413 w 3180"/>
              <a:gd name="T67" fmla="*/ 1229 h 3260"/>
              <a:gd name="T68" fmla="*/ 1541 w 3180"/>
              <a:gd name="T69" fmla="*/ 1194 h 3260"/>
              <a:gd name="T70" fmla="*/ 1506 w 3180"/>
              <a:gd name="T71" fmla="*/ 1039 h 3260"/>
              <a:gd name="T72" fmla="*/ 1580 w 3180"/>
              <a:gd name="T73" fmla="*/ 837 h 3260"/>
              <a:gd name="T74" fmla="*/ 1830 w 3180"/>
              <a:gd name="T75" fmla="*/ 659 h 3260"/>
              <a:gd name="T76" fmla="*/ 2014 w 3180"/>
              <a:gd name="T77" fmla="*/ 703 h 3260"/>
              <a:gd name="T78" fmla="*/ 2125 w 3180"/>
              <a:gd name="T79" fmla="*/ 659 h 3260"/>
              <a:gd name="T80" fmla="*/ 2406 w 3180"/>
              <a:gd name="T81" fmla="*/ 560 h 3260"/>
              <a:gd name="T82" fmla="*/ 1131 w 3180"/>
              <a:gd name="T83" fmla="*/ 202 h 3260"/>
              <a:gd name="T84" fmla="*/ 894 w 3180"/>
              <a:gd name="T85" fmla="*/ 332 h 3260"/>
              <a:gd name="T86" fmla="*/ 1020 w 3180"/>
              <a:gd name="T87" fmla="*/ 271 h 3260"/>
              <a:gd name="T88" fmla="*/ 995 w 3180"/>
              <a:gd name="T89" fmla="*/ 125 h 3260"/>
              <a:gd name="T90" fmla="*/ 719 w 3180"/>
              <a:gd name="T91" fmla="*/ 370 h 3260"/>
              <a:gd name="T92" fmla="*/ 765 w 3180"/>
              <a:gd name="T93" fmla="*/ 746 h 3260"/>
              <a:gd name="T94" fmla="*/ 1094 w 3180"/>
              <a:gd name="T95" fmla="*/ 919 h 3260"/>
              <a:gd name="T96" fmla="*/ 1423 w 3180"/>
              <a:gd name="T97" fmla="*/ 746 h 3260"/>
              <a:gd name="T98" fmla="*/ 1468 w 3180"/>
              <a:gd name="T99" fmla="*/ 370 h 3260"/>
              <a:gd name="T100" fmla="*/ 1192 w 3180"/>
              <a:gd name="T101" fmla="*/ 125 h 3260"/>
              <a:gd name="T102" fmla="*/ 1352 w 3180"/>
              <a:gd name="T103" fmla="*/ 71 h 3260"/>
              <a:gd name="T104" fmla="*/ 1595 w 3180"/>
              <a:gd name="T105" fmla="*/ 406 h 3260"/>
              <a:gd name="T106" fmla="*/ 1508 w 3180"/>
              <a:gd name="T107" fmla="*/ 820 h 3260"/>
              <a:gd name="T108" fmla="*/ 1150 w 3180"/>
              <a:gd name="T109" fmla="*/ 1028 h 3260"/>
              <a:gd name="T110" fmla="*/ 750 w 3180"/>
              <a:gd name="T111" fmla="*/ 899 h 3260"/>
              <a:gd name="T112" fmla="*/ 581 w 3180"/>
              <a:gd name="T113" fmla="*/ 516 h 3260"/>
              <a:gd name="T114" fmla="*/ 750 w 3180"/>
              <a:gd name="T115" fmla="*/ 133 h 3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180" h="3260">
                <a:moveTo>
                  <a:pt x="2530" y="1257"/>
                </a:moveTo>
                <a:lnTo>
                  <a:pt x="2504" y="1259"/>
                </a:lnTo>
                <a:lnTo>
                  <a:pt x="2480" y="1266"/>
                </a:lnTo>
                <a:lnTo>
                  <a:pt x="2458" y="1278"/>
                </a:lnTo>
                <a:lnTo>
                  <a:pt x="2440" y="1293"/>
                </a:lnTo>
                <a:lnTo>
                  <a:pt x="2425" y="1312"/>
                </a:lnTo>
                <a:lnTo>
                  <a:pt x="2413" y="1334"/>
                </a:lnTo>
                <a:lnTo>
                  <a:pt x="2406" y="1358"/>
                </a:lnTo>
                <a:lnTo>
                  <a:pt x="2403" y="1383"/>
                </a:lnTo>
                <a:lnTo>
                  <a:pt x="2406" y="1409"/>
                </a:lnTo>
                <a:lnTo>
                  <a:pt x="2413" y="1433"/>
                </a:lnTo>
                <a:lnTo>
                  <a:pt x="2425" y="1454"/>
                </a:lnTo>
                <a:lnTo>
                  <a:pt x="2440" y="1473"/>
                </a:lnTo>
                <a:lnTo>
                  <a:pt x="2458" y="1488"/>
                </a:lnTo>
                <a:lnTo>
                  <a:pt x="2480" y="1500"/>
                </a:lnTo>
                <a:lnTo>
                  <a:pt x="2504" y="1507"/>
                </a:lnTo>
                <a:lnTo>
                  <a:pt x="2530" y="1511"/>
                </a:lnTo>
                <a:lnTo>
                  <a:pt x="2555" y="1507"/>
                </a:lnTo>
                <a:lnTo>
                  <a:pt x="2579" y="1500"/>
                </a:lnTo>
                <a:lnTo>
                  <a:pt x="2600" y="1488"/>
                </a:lnTo>
                <a:lnTo>
                  <a:pt x="2618" y="1473"/>
                </a:lnTo>
                <a:lnTo>
                  <a:pt x="2634" y="1454"/>
                </a:lnTo>
                <a:lnTo>
                  <a:pt x="2645" y="1433"/>
                </a:lnTo>
                <a:lnTo>
                  <a:pt x="2654" y="1408"/>
                </a:lnTo>
                <a:lnTo>
                  <a:pt x="2656" y="1383"/>
                </a:lnTo>
                <a:lnTo>
                  <a:pt x="2654" y="1358"/>
                </a:lnTo>
                <a:lnTo>
                  <a:pt x="2645" y="1334"/>
                </a:lnTo>
                <a:lnTo>
                  <a:pt x="2634" y="1312"/>
                </a:lnTo>
                <a:lnTo>
                  <a:pt x="2618" y="1293"/>
                </a:lnTo>
                <a:lnTo>
                  <a:pt x="2600" y="1278"/>
                </a:lnTo>
                <a:lnTo>
                  <a:pt x="2579" y="1266"/>
                </a:lnTo>
                <a:lnTo>
                  <a:pt x="2555" y="1259"/>
                </a:lnTo>
                <a:lnTo>
                  <a:pt x="2530" y="1257"/>
                </a:lnTo>
                <a:close/>
                <a:moveTo>
                  <a:pt x="2647" y="514"/>
                </a:moveTo>
                <a:lnTo>
                  <a:pt x="2675" y="514"/>
                </a:lnTo>
                <a:lnTo>
                  <a:pt x="2698" y="517"/>
                </a:lnTo>
                <a:lnTo>
                  <a:pt x="2718" y="523"/>
                </a:lnTo>
                <a:lnTo>
                  <a:pt x="2740" y="534"/>
                </a:lnTo>
                <a:lnTo>
                  <a:pt x="2757" y="548"/>
                </a:lnTo>
                <a:lnTo>
                  <a:pt x="2770" y="565"/>
                </a:lnTo>
                <a:lnTo>
                  <a:pt x="2779" y="584"/>
                </a:lnTo>
                <a:lnTo>
                  <a:pt x="2784" y="605"/>
                </a:lnTo>
                <a:lnTo>
                  <a:pt x="2786" y="628"/>
                </a:lnTo>
                <a:lnTo>
                  <a:pt x="2785" y="652"/>
                </a:lnTo>
                <a:lnTo>
                  <a:pt x="2781" y="678"/>
                </a:lnTo>
                <a:lnTo>
                  <a:pt x="2774" y="704"/>
                </a:lnTo>
                <a:lnTo>
                  <a:pt x="2765" y="731"/>
                </a:lnTo>
                <a:lnTo>
                  <a:pt x="2754" y="758"/>
                </a:lnTo>
                <a:lnTo>
                  <a:pt x="2741" y="786"/>
                </a:lnTo>
                <a:lnTo>
                  <a:pt x="2727" y="813"/>
                </a:lnTo>
                <a:lnTo>
                  <a:pt x="2711" y="839"/>
                </a:lnTo>
                <a:lnTo>
                  <a:pt x="2694" y="866"/>
                </a:lnTo>
                <a:lnTo>
                  <a:pt x="2677" y="890"/>
                </a:lnTo>
                <a:lnTo>
                  <a:pt x="2659" y="913"/>
                </a:lnTo>
                <a:lnTo>
                  <a:pt x="2640" y="934"/>
                </a:lnTo>
                <a:lnTo>
                  <a:pt x="2622" y="955"/>
                </a:lnTo>
                <a:lnTo>
                  <a:pt x="2685" y="1015"/>
                </a:lnTo>
                <a:lnTo>
                  <a:pt x="2742" y="1078"/>
                </a:lnTo>
                <a:lnTo>
                  <a:pt x="2795" y="1145"/>
                </a:lnTo>
                <a:lnTo>
                  <a:pt x="2845" y="1213"/>
                </a:lnTo>
                <a:lnTo>
                  <a:pt x="2888" y="1285"/>
                </a:lnTo>
                <a:lnTo>
                  <a:pt x="2926" y="1359"/>
                </a:lnTo>
                <a:lnTo>
                  <a:pt x="2958" y="1435"/>
                </a:lnTo>
                <a:lnTo>
                  <a:pt x="2986" y="1513"/>
                </a:lnTo>
                <a:lnTo>
                  <a:pt x="3008" y="1592"/>
                </a:lnTo>
                <a:lnTo>
                  <a:pt x="3023" y="1674"/>
                </a:lnTo>
                <a:lnTo>
                  <a:pt x="3032" y="1757"/>
                </a:lnTo>
                <a:lnTo>
                  <a:pt x="3045" y="1788"/>
                </a:lnTo>
                <a:lnTo>
                  <a:pt x="3059" y="1811"/>
                </a:lnTo>
                <a:lnTo>
                  <a:pt x="3073" y="1831"/>
                </a:lnTo>
                <a:lnTo>
                  <a:pt x="3088" y="1846"/>
                </a:lnTo>
                <a:lnTo>
                  <a:pt x="3103" y="1857"/>
                </a:lnTo>
                <a:lnTo>
                  <a:pt x="3118" y="1865"/>
                </a:lnTo>
                <a:lnTo>
                  <a:pt x="3133" y="1870"/>
                </a:lnTo>
                <a:lnTo>
                  <a:pt x="3146" y="1873"/>
                </a:lnTo>
                <a:lnTo>
                  <a:pt x="3157" y="1874"/>
                </a:lnTo>
                <a:lnTo>
                  <a:pt x="3167" y="1875"/>
                </a:lnTo>
                <a:lnTo>
                  <a:pt x="3174" y="1874"/>
                </a:lnTo>
                <a:lnTo>
                  <a:pt x="3179" y="1873"/>
                </a:lnTo>
                <a:lnTo>
                  <a:pt x="3180" y="1873"/>
                </a:lnTo>
                <a:lnTo>
                  <a:pt x="3180" y="2376"/>
                </a:lnTo>
                <a:lnTo>
                  <a:pt x="3177" y="2375"/>
                </a:lnTo>
                <a:lnTo>
                  <a:pt x="3167" y="2375"/>
                </a:lnTo>
                <a:lnTo>
                  <a:pt x="3151" y="2376"/>
                </a:lnTo>
                <a:lnTo>
                  <a:pt x="3131" y="2377"/>
                </a:lnTo>
                <a:lnTo>
                  <a:pt x="3104" y="2380"/>
                </a:lnTo>
                <a:lnTo>
                  <a:pt x="3075" y="2385"/>
                </a:lnTo>
                <a:lnTo>
                  <a:pt x="3043" y="2392"/>
                </a:lnTo>
                <a:lnTo>
                  <a:pt x="3008" y="2402"/>
                </a:lnTo>
                <a:lnTo>
                  <a:pt x="2971" y="2415"/>
                </a:lnTo>
                <a:lnTo>
                  <a:pt x="2933" y="2431"/>
                </a:lnTo>
                <a:lnTo>
                  <a:pt x="2894" y="2453"/>
                </a:lnTo>
                <a:lnTo>
                  <a:pt x="2856" y="2478"/>
                </a:lnTo>
                <a:lnTo>
                  <a:pt x="2818" y="2509"/>
                </a:lnTo>
                <a:lnTo>
                  <a:pt x="2781" y="2546"/>
                </a:lnTo>
                <a:lnTo>
                  <a:pt x="2730" y="2607"/>
                </a:lnTo>
                <a:lnTo>
                  <a:pt x="2675" y="2666"/>
                </a:lnTo>
                <a:lnTo>
                  <a:pt x="2614" y="2723"/>
                </a:lnTo>
                <a:lnTo>
                  <a:pt x="2552" y="2776"/>
                </a:lnTo>
                <a:lnTo>
                  <a:pt x="2484" y="2827"/>
                </a:lnTo>
                <a:lnTo>
                  <a:pt x="2480" y="2835"/>
                </a:lnTo>
                <a:lnTo>
                  <a:pt x="2477" y="2847"/>
                </a:lnTo>
                <a:lnTo>
                  <a:pt x="2476" y="2863"/>
                </a:lnTo>
                <a:lnTo>
                  <a:pt x="2477" y="2882"/>
                </a:lnTo>
                <a:lnTo>
                  <a:pt x="2479" y="2904"/>
                </a:lnTo>
                <a:lnTo>
                  <a:pt x="2481" y="2926"/>
                </a:lnTo>
                <a:lnTo>
                  <a:pt x="2485" y="2950"/>
                </a:lnTo>
                <a:lnTo>
                  <a:pt x="2490" y="2973"/>
                </a:lnTo>
                <a:lnTo>
                  <a:pt x="2495" y="2998"/>
                </a:lnTo>
                <a:lnTo>
                  <a:pt x="2499" y="3020"/>
                </a:lnTo>
                <a:lnTo>
                  <a:pt x="2504" y="3041"/>
                </a:lnTo>
                <a:lnTo>
                  <a:pt x="2508" y="3060"/>
                </a:lnTo>
                <a:lnTo>
                  <a:pt x="2512" y="3075"/>
                </a:lnTo>
                <a:lnTo>
                  <a:pt x="2515" y="3088"/>
                </a:lnTo>
                <a:lnTo>
                  <a:pt x="2517" y="3096"/>
                </a:lnTo>
                <a:lnTo>
                  <a:pt x="2517" y="3098"/>
                </a:lnTo>
                <a:lnTo>
                  <a:pt x="2119" y="3136"/>
                </a:lnTo>
                <a:lnTo>
                  <a:pt x="2119" y="3134"/>
                </a:lnTo>
                <a:lnTo>
                  <a:pt x="2119" y="3127"/>
                </a:lnTo>
                <a:lnTo>
                  <a:pt x="2118" y="3117"/>
                </a:lnTo>
                <a:lnTo>
                  <a:pt x="2117" y="3105"/>
                </a:lnTo>
                <a:lnTo>
                  <a:pt x="2114" y="3091"/>
                </a:lnTo>
                <a:lnTo>
                  <a:pt x="2111" y="3076"/>
                </a:lnTo>
                <a:lnTo>
                  <a:pt x="2107" y="3063"/>
                </a:lnTo>
                <a:lnTo>
                  <a:pt x="2101" y="3052"/>
                </a:lnTo>
                <a:lnTo>
                  <a:pt x="2094" y="3043"/>
                </a:lnTo>
                <a:lnTo>
                  <a:pt x="2084" y="3038"/>
                </a:lnTo>
                <a:lnTo>
                  <a:pt x="2022" y="3060"/>
                </a:lnTo>
                <a:lnTo>
                  <a:pt x="2015" y="3067"/>
                </a:lnTo>
                <a:lnTo>
                  <a:pt x="2005" y="3079"/>
                </a:lnTo>
                <a:lnTo>
                  <a:pt x="1996" y="3095"/>
                </a:lnTo>
                <a:lnTo>
                  <a:pt x="1987" y="3111"/>
                </a:lnTo>
                <a:lnTo>
                  <a:pt x="1978" y="3130"/>
                </a:lnTo>
                <a:lnTo>
                  <a:pt x="1970" y="3149"/>
                </a:lnTo>
                <a:lnTo>
                  <a:pt x="1961" y="3169"/>
                </a:lnTo>
                <a:lnTo>
                  <a:pt x="1953" y="3189"/>
                </a:lnTo>
                <a:lnTo>
                  <a:pt x="1946" y="3208"/>
                </a:lnTo>
                <a:lnTo>
                  <a:pt x="1940" y="3224"/>
                </a:lnTo>
                <a:lnTo>
                  <a:pt x="1935" y="3238"/>
                </a:lnTo>
                <a:lnTo>
                  <a:pt x="1931" y="3249"/>
                </a:lnTo>
                <a:lnTo>
                  <a:pt x="1928" y="3256"/>
                </a:lnTo>
                <a:lnTo>
                  <a:pt x="1927" y="3258"/>
                </a:lnTo>
                <a:lnTo>
                  <a:pt x="1669" y="3260"/>
                </a:lnTo>
                <a:lnTo>
                  <a:pt x="1668" y="3257"/>
                </a:lnTo>
                <a:lnTo>
                  <a:pt x="1665" y="3250"/>
                </a:lnTo>
                <a:lnTo>
                  <a:pt x="1661" y="3239"/>
                </a:lnTo>
                <a:lnTo>
                  <a:pt x="1656" y="3225"/>
                </a:lnTo>
                <a:lnTo>
                  <a:pt x="1649" y="3210"/>
                </a:lnTo>
                <a:lnTo>
                  <a:pt x="1643" y="3195"/>
                </a:lnTo>
                <a:lnTo>
                  <a:pt x="1635" y="3180"/>
                </a:lnTo>
                <a:lnTo>
                  <a:pt x="1628" y="3166"/>
                </a:lnTo>
                <a:lnTo>
                  <a:pt x="1621" y="3155"/>
                </a:lnTo>
                <a:lnTo>
                  <a:pt x="1615" y="3148"/>
                </a:lnTo>
                <a:lnTo>
                  <a:pt x="1610" y="3146"/>
                </a:lnTo>
                <a:lnTo>
                  <a:pt x="1514" y="3153"/>
                </a:lnTo>
                <a:lnTo>
                  <a:pt x="1418" y="3155"/>
                </a:lnTo>
                <a:lnTo>
                  <a:pt x="1359" y="3155"/>
                </a:lnTo>
                <a:lnTo>
                  <a:pt x="1305" y="3154"/>
                </a:lnTo>
                <a:lnTo>
                  <a:pt x="1255" y="3152"/>
                </a:lnTo>
                <a:lnTo>
                  <a:pt x="1208" y="3149"/>
                </a:lnTo>
                <a:lnTo>
                  <a:pt x="1161" y="3144"/>
                </a:lnTo>
                <a:lnTo>
                  <a:pt x="1115" y="3137"/>
                </a:lnTo>
                <a:lnTo>
                  <a:pt x="1069" y="3129"/>
                </a:lnTo>
                <a:lnTo>
                  <a:pt x="1020" y="3118"/>
                </a:lnTo>
                <a:lnTo>
                  <a:pt x="970" y="3104"/>
                </a:lnTo>
                <a:lnTo>
                  <a:pt x="953" y="3103"/>
                </a:lnTo>
                <a:lnTo>
                  <a:pt x="940" y="3106"/>
                </a:lnTo>
                <a:lnTo>
                  <a:pt x="930" y="3112"/>
                </a:lnTo>
                <a:lnTo>
                  <a:pt x="922" y="3120"/>
                </a:lnTo>
                <a:lnTo>
                  <a:pt x="917" y="3130"/>
                </a:lnTo>
                <a:lnTo>
                  <a:pt x="913" y="3143"/>
                </a:lnTo>
                <a:lnTo>
                  <a:pt x="912" y="3156"/>
                </a:lnTo>
                <a:lnTo>
                  <a:pt x="912" y="3170"/>
                </a:lnTo>
                <a:lnTo>
                  <a:pt x="913" y="3185"/>
                </a:lnTo>
                <a:lnTo>
                  <a:pt x="915" y="3198"/>
                </a:lnTo>
                <a:lnTo>
                  <a:pt x="917" y="3211"/>
                </a:lnTo>
                <a:lnTo>
                  <a:pt x="920" y="3223"/>
                </a:lnTo>
                <a:lnTo>
                  <a:pt x="922" y="3233"/>
                </a:lnTo>
                <a:lnTo>
                  <a:pt x="924" y="3241"/>
                </a:lnTo>
                <a:lnTo>
                  <a:pt x="926" y="3246"/>
                </a:lnTo>
                <a:lnTo>
                  <a:pt x="927" y="3247"/>
                </a:lnTo>
                <a:lnTo>
                  <a:pt x="551" y="3219"/>
                </a:lnTo>
                <a:lnTo>
                  <a:pt x="551" y="3216"/>
                </a:lnTo>
                <a:lnTo>
                  <a:pt x="551" y="3206"/>
                </a:lnTo>
                <a:lnTo>
                  <a:pt x="551" y="3191"/>
                </a:lnTo>
                <a:lnTo>
                  <a:pt x="550" y="3171"/>
                </a:lnTo>
                <a:lnTo>
                  <a:pt x="549" y="3147"/>
                </a:lnTo>
                <a:lnTo>
                  <a:pt x="547" y="3121"/>
                </a:lnTo>
                <a:lnTo>
                  <a:pt x="545" y="3092"/>
                </a:lnTo>
                <a:lnTo>
                  <a:pt x="543" y="3060"/>
                </a:lnTo>
                <a:lnTo>
                  <a:pt x="539" y="3029"/>
                </a:lnTo>
                <a:lnTo>
                  <a:pt x="535" y="2998"/>
                </a:lnTo>
                <a:lnTo>
                  <a:pt x="529" y="2967"/>
                </a:lnTo>
                <a:lnTo>
                  <a:pt x="523" y="2938"/>
                </a:lnTo>
                <a:lnTo>
                  <a:pt x="515" y="2911"/>
                </a:lnTo>
                <a:lnTo>
                  <a:pt x="506" y="2887"/>
                </a:lnTo>
                <a:lnTo>
                  <a:pt x="496" y="2867"/>
                </a:lnTo>
                <a:lnTo>
                  <a:pt x="484" y="2852"/>
                </a:lnTo>
                <a:lnTo>
                  <a:pt x="470" y="2842"/>
                </a:lnTo>
                <a:lnTo>
                  <a:pt x="404" y="2796"/>
                </a:lnTo>
                <a:lnTo>
                  <a:pt x="343" y="2749"/>
                </a:lnTo>
                <a:lnTo>
                  <a:pt x="289" y="2700"/>
                </a:lnTo>
                <a:lnTo>
                  <a:pt x="239" y="2650"/>
                </a:lnTo>
                <a:lnTo>
                  <a:pt x="196" y="2597"/>
                </a:lnTo>
                <a:lnTo>
                  <a:pt x="158" y="2544"/>
                </a:lnTo>
                <a:lnTo>
                  <a:pt x="124" y="2487"/>
                </a:lnTo>
                <a:lnTo>
                  <a:pt x="96" y="2429"/>
                </a:lnTo>
                <a:lnTo>
                  <a:pt x="70" y="2369"/>
                </a:lnTo>
                <a:lnTo>
                  <a:pt x="50" y="2306"/>
                </a:lnTo>
                <a:lnTo>
                  <a:pt x="34" y="2241"/>
                </a:lnTo>
                <a:lnTo>
                  <a:pt x="21" y="2175"/>
                </a:lnTo>
                <a:lnTo>
                  <a:pt x="11" y="2105"/>
                </a:lnTo>
                <a:lnTo>
                  <a:pt x="5" y="2033"/>
                </a:lnTo>
                <a:lnTo>
                  <a:pt x="1" y="1959"/>
                </a:lnTo>
                <a:lnTo>
                  <a:pt x="0" y="1882"/>
                </a:lnTo>
                <a:lnTo>
                  <a:pt x="3" y="1798"/>
                </a:lnTo>
                <a:lnTo>
                  <a:pt x="11" y="1715"/>
                </a:lnTo>
                <a:lnTo>
                  <a:pt x="26" y="1634"/>
                </a:lnTo>
                <a:lnTo>
                  <a:pt x="45" y="1554"/>
                </a:lnTo>
                <a:lnTo>
                  <a:pt x="70" y="1477"/>
                </a:lnTo>
                <a:lnTo>
                  <a:pt x="101" y="1401"/>
                </a:lnTo>
                <a:lnTo>
                  <a:pt x="136" y="1329"/>
                </a:lnTo>
                <a:lnTo>
                  <a:pt x="176" y="1259"/>
                </a:lnTo>
                <a:lnTo>
                  <a:pt x="221" y="1191"/>
                </a:lnTo>
                <a:lnTo>
                  <a:pt x="271" y="1126"/>
                </a:lnTo>
                <a:lnTo>
                  <a:pt x="325" y="1065"/>
                </a:lnTo>
                <a:lnTo>
                  <a:pt x="384" y="1007"/>
                </a:lnTo>
                <a:lnTo>
                  <a:pt x="447" y="951"/>
                </a:lnTo>
                <a:lnTo>
                  <a:pt x="514" y="900"/>
                </a:lnTo>
                <a:lnTo>
                  <a:pt x="585" y="852"/>
                </a:lnTo>
                <a:lnTo>
                  <a:pt x="616" y="895"/>
                </a:lnTo>
                <a:lnTo>
                  <a:pt x="650" y="934"/>
                </a:lnTo>
                <a:lnTo>
                  <a:pt x="687" y="970"/>
                </a:lnTo>
                <a:lnTo>
                  <a:pt x="728" y="1003"/>
                </a:lnTo>
                <a:lnTo>
                  <a:pt x="771" y="1031"/>
                </a:lnTo>
                <a:lnTo>
                  <a:pt x="817" y="1057"/>
                </a:lnTo>
                <a:lnTo>
                  <a:pt x="865" y="1078"/>
                </a:lnTo>
                <a:lnTo>
                  <a:pt x="916" y="1095"/>
                </a:lnTo>
                <a:lnTo>
                  <a:pt x="888" y="1103"/>
                </a:lnTo>
                <a:lnTo>
                  <a:pt x="863" y="1110"/>
                </a:lnTo>
                <a:lnTo>
                  <a:pt x="843" y="1117"/>
                </a:lnTo>
                <a:lnTo>
                  <a:pt x="827" y="1123"/>
                </a:lnTo>
                <a:lnTo>
                  <a:pt x="815" y="1127"/>
                </a:lnTo>
                <a:lnTo>
                  <a:pt x="808" y="1130"/>
                </a:lnTo>
                <a:lnTo>
                  <a:pt x="805" y="1131"/>
                </a:lnTo>
                <a:lnTo>
                  <a:pt x="776" y="1141"/>
                </a:lnTo>
                <a:lnTo>
                  <a:pt x="753" y="1151"/>
                </a:lnTo>
                <a:lnTo>
                  <a:pt x="735" y="1163"/>
                </a:lnTo>
                <a:lnTo>
                  <a:pt x="721" y="1176"/>
                </a:lnTo>
                <a:lnTo>
                  <a:pt x="713" y="1192"/>
                </a:lnTo>
                <a:lnTo>
                  <a:pt x="708" y="1210"/>
                </a:lnTo>
                <a:lnTo>
                  <a:pt x="707" y="1233"/>
                </a:lnTo>
                <a:lnTo>
                  <a:pt x="709" y="1256"/>
                </a:lnTo>
                <a:lnTo>
                  <a:pt x="717" y="1277"/>
                </a:lnTo>
                <a:lnTo>
                  <a:pt x="729" y="1296"/>
                </a:lnTo>
                <a:lnTo>
                  <a:pt x="744" y="1311"/>
                </a:lnTo>
                <a:lnTo>
                  <a:pt x="762" y="1323"/>
                </a:lnTo>
                <a:lnTo>
                  <a:pt x="782" y="1332"/>
                </a:lnTo>
                <a:lnTo>
                  <a:pt x="805" y="1334"/>
                </a:lnTo>
                <a:lnTo>
                  <a:pt x="864" y="1312"/>
                </a:lnTo>
                <a:lnTo>
                  <a:pt x="923" y="1293"/>
                </a:lnTo>
                <a:lnTo>
                  <a:pt x="980" y="1277"/>
                </a:lnTo>
                <a:lnTo>
                  <a:pt x="1036" y="1264"/>
                </a:lnTo>
                <a:lnTo>
                  <a:pt x="1090" y="1254"/>
                </a:lnTo>
                <a:lnTo>
                  <a:pt x="1142" y="1245"/>
                </a:lnTo>
                <a:lnTo>
                  <a:pt x="1191" y="1239"/>
                </a:lnTo>
                <a:lnTo>
                  <a:pt x="1238" y="1235"/>
                </a:lnTo>
                <a:lnTo>
                  <a:pt x="1281" y="1232"/>
                </a:lnTo>
                <a:lnTo>
                  <a:pt x="1320" y="1229"/>
                </a:lnTo>
                <a:lnTo>
                  <a:pt x="1355" y="1228"/>
                </a:lnTo>
                <a:lnTo>
                  <a:pt x="1387" y="1228"/>
                </a:lnTo>
                <a:lnTo>
                  <a:pt x="1413" y="1229"/>
                </a:lnTo>
                <a:lnTo>
                  <a:pt x="1434" y="1230"/>
                </a:lnTo>
                <a:lnTo>
                  <a:pt x="1449" y="1232"/>
                </a:lnTo>
                <a:lnTo>
                  <a:pt x="1459" y="1233"/>
                </a:lnTo>
                <a:lnTo>
                  <a:pt x="1462" y="1233"/>
                </a:lnTo>
                <a:lnTo>
                  <a:pt x="1485" y="1229"/>
                </a:lnTo>
                <a:lnTo>
                  <a:pt x="1506" y="1222"/>
                </a:lnTo>
                <a:lnTo>
                  <a:pt x="1526" y="1210"/>
                </a:lnTo>
                <a:lnTo>
                  <a:pt x="1541" y="1194"/>
                </a:lnTo>
                <a:lnTo>
                  <a:pt x="1553" y="1176"/>
                </a:lnTo>
                <a:lnTo>
                  <a:pt x="1561" y="1155"/>
                </a:lnTo>
                <a:lnTo>
                  <a:pt x="1563" y="1131"/>
                </a:lnTo>
                <a:lnTo>
                  <a:pt x="1561" y="1108"/>
                </a:lnTo>
                <a:lnTo>
                  <a:pt x="1553" y="1086"/>
                </a:lnTo>
                <a:lnTo>
                  <a:pt x="1541" y="1068"/>
                </a:lnTo>
                <a:lnTo>
                  <a:pt x="1526" y="1052"/>
                </a:lnTo>
                <a:lnTo>
                  <a:pt x="1506" y="1039"/>
                </a:lnTo>
                <a:lnTo>
                  <a:pt x="1485" y="1032"/>
                </a:lnTo>
                <a:lnTo>
                  <a:pt x="1462" y="1029"/>
                </a:lnTo>
                <a:lnTo>
                  <a:pt x="1390" y="1028"/>
                </a:lnTo>
                <a:lnTo>
                  <a:pt x="1435" y="997"/>
                </a:lnTo>
                <a:lnTo>
                  <a:pt x="1476" y="963"/>
                </a:lnTo>
                <a:lnTo>
                  <a:pt x="1514" y="924"/>
                </a:lnTo>
                <a:lnTo>
                  <a:pt x="1549" y="883"/>
                </a:lnTo>
                <a:lnTo>
                  <a:pt x="1580" y="837"/>
                </a:lnTo>
                <a:lnTo>
                  <a:pt x="1607" y="790"/>
                </a:lnTo>
                <a:lnTo>
                  <a:pt x="1629" y="740"/>
                </a:lnTo>
                <a:lnTo>
                  <a:pt x="1646" y="688"/>
                </a:lnTo>
                <a:lnTo>
                  <a:pt x="1659" y="633"/>
                </a:lnTo>
                <a:lnTo>
                  <a:pt x="1706" y="638"/>
                </a:lnTo>
                <a:lnTo>
                  <a:pt x="1750" y="645"/>
                </a:lnTo>
                <a:lnTo>
                  <a:pt x="1791" y="652"/>
                </a:lnTo>
                <a:lnTo>
                  <a:pt x="1830" y="659"/>
                </a:lnTo>
                <a:lnTo>
                  <a:pt x="1867" y="666"/>
                </a:lnTo>
                <a:lnTo>
                  <a:pt x="1899" y="673"/>
                </a:lnTo>
                <a:lnTo>
                  <a:pt x="1929" y="681"/>
                </a:lnTo>
                <a:lnTo>
                  <a:pt x="1954" y="687"/>
                </a:lnTo>
                <a:lnTo>
                  <a:pt x="1976" y="693"/>
                </a:lnTo>
                <a:lnTo>
                  <a:pt x="1993" y="698"/>
                </a:lnTo>
                <a:lnTo>
                  <a:pt x="2007" y="701"/>
                </a:lnTo>
                <a:lnTo>
                  <a:pt x="2014" y="703"/>
                </a:lnTo>
                <a:lnTo>
                  <a:pt x="2017" y="704"/>
                </a:lnTo>
                <a:lnTo>
                  <a:pt x="2020" y="703"/>
                </a:lnTo>
                <a:lnTo>
                  <a:pt x="2027" y="700"/>
                </a:lnTo>
                <a:lnTo>
                  <a:pt x="2039" y="695"/>
                </a:lnTo>
                <a:lnTo>
                  <a:pt x="2055" y="688"/>
                </a:lnTo>
                <a:lnTo>
                  <a:pt x="2075" y="680"/>
                </a:lnTo>
                <a:lnTo>
                  <a:pt x="2098" y="669"/>
                </a:lnTo>
                <a:lnTo>
                  <a:pt x="2125" y="659"/>
                </a:lnTo>
                <a:lnTo>
                  <a:pt x="2154" y="647"/>
                </a:lnTo>
                <a:lnTo>
                  <a:pt x="2187" y="635"/>
                </a:lnTo>
                <a:lnTo>
                  <a:pt x="2220" y="623"/>
                </a:lnTo>
                <a:lnTo>
                  <a:pt x="2255" y="610"/>
                </a:lnTo>
                <a:lnTo>
                  <a:pt x="2291" y="598"/>
                </a:lnTo>
                <a:lnTo>
                  <a:pt x="2330" y="585"/>
                </a:lnTo>
                <a:lnTo>
                  <a:pt x="2368" y="572"/>
                </a:lnTo>
                <a:lnTo>
                  <a:pt x="2406" y="560"/>
                </a:lnTo>
                <a:lnTo>
                  <a:pt x="2443" y="550"/>
                </a:lnTo>
                <a:lnTo>
                  <a:pt x="2481" y="540"/>
                </a:lnTo>
                <a:lnTo>
                  <a:pt x="2518" y="531"/>
                </a:lnTo>
                <a:lnTo>
                  <a:pt x="2553" y="524"/>
                </a:lnTo>
                <a:lnTo>
                  <a:pt x="2587" y="519"/>
                </a:lnTo>
                <a:lnTo>
                  <a:pt x="2618" y="515"/>
                </a:lnTo>
                <a:lnTo>
                  <a:pt x="2647" y="514"/>
                </a:lnTo>
                <a:close/>
                <a:moveTo>
                  <a:pt x="1131" y="202"/>
                </a:moveTo>
                <a:lnTo>
                  <a:pt x="1210" y="796"/>
                </a:lnTo>
                <a:lnTo>
                  <a:pt x="1086" y="813"/>
                </a:lnTo>
                <a:lnTo>
                  <a:pt x="1033" y="413"/>
                </a:lnTo>
                <a:lnTo>
                  <a:pt x="1005" y="423"/>
                </a:lnTo>
                <a:lnTo>
                  <a:pt x="973" y="432"/>
                </a:lnTo>
                <a:lnTo>
                  <a:pt x="936" y="438"/>
                </a:lnTo>
                <a:lnTo>
                  <a:pt x="909" y="441"/>
                </a:lnTo>
                <a:lnTo>
                  <a:pt x="894" y="332"/>
                </a:lnTo>
                <a:lnTo>
                  <a:pt x="922" y="328"/>
                </a:lnTo>
                <a:lnTo>
                  <a:pt x="947" y="324"/>
                </a:lnTo>
                <a:lnTo>
                  <a:pt x="967" y="318"/>
                </a:lnTo>
                <a:lnTo>
                  <a:pt x="984" y="310"/>
                </a:lnTo>
                <a:lnTo>
                  <a:pt x="997" y="301"/>
                </a:lnTo>
                <a:lnTo>
                  <a:pt x="1007" y="291"/>
                </a:lnTo>
                <a:lnTo>
                  <a:pt x="1015" y="281"/>
                </a:lnTo>
                <a:lnTo>
                  <a:pt x="1020" y="271"/>
                </a:lnTo>
                <a:lnTo>
                  <a:pt x="1024" y="260"/>
                </a:lnTo>
                <a:lnTo>
                  <a:pt x="1026" y="250"/>
                </a:lnTo>
                <a:lnTo>
                  <a:pt x="1027" y="240"/>
                </a:lnTo>
                <a:lnTo>
                  <a:pt x="1028" y="217"/>
                </a:lnTo>
                <a:lnTo>
                  <a:pt x="1131" y="202"/>
                </a:lnTo>
                <a:close/>
                <a:moveTo>
                  <a:pt x="1094" y="112"/>
                </a:moveTo>
                <a:lnTo>
                  <a:pt x="1044" y="115"/>
                </a:lnTo>
                <a:lnTo>
                  <a:pt x="995" y="125"/>
                </a:lnTo>
                <a:lnTo>
                  <a:pt x="949" y="140"/>
                </a:lnTo>
                <a:lnTo>
                  <a:pt x="906" y="160"/>
                </a:lnTo>
                <a:lnTo>
                  <a:pt x="864" y="185"/>
                </a:lnTo>
                <a:lnTo>
                  <a:pt x="827" y="215"/>
                </a:lnTo>
                <a:lnTo>
                  <a:pt x="794" y="248"/>
                </a:lnTo>
                <a:lnTo>
                  <a:pt x="765" y="285"/>
                </a:lnTo>
                <a:lnTo>
                  <a:pt x="740" y="327"/>
                </a:lnTo>
                <a:lnTo>
                  <a:pt x="719" y="370"/>
                </a:lnTo>
                <a:lnTo>
                  <a:pt x="704" y="417"/>
                </a:lnTo>
                <a:lnTo>
                  <a:pt x="695" y="465"/>
                </a:lnTo>
                <a:lnTo>
                  <a:pt x="692" y="516"/>
                </a:lnTo>
                <a:lnTo>
                  <a:pt x="695" y="566"/>
                </a:lnTo>
                <a:lnTo>
                  <a:pt x="704" y="615"/>
                </a:lnTo>
                <a:lnTo>
                  <a:pt x="719" y="661"/>
                </a:lnTo>
                <a:lnTo>
                  <a:pt x="740" y="706"/>
                </a:lnTo>
                <a:lnTo>
                  <a:pt x="765" y="746"/>
                </a:lnTo>
                <a:lnTo>
                  <a:pt x="794" y="784"/>
                </a:lnTo>
                <a:lnTo>
                  <a:pt x="827" y="817"/>
                </a:lnTo>
                <a:lnTo>
                  <a:pt x="864" y="847"/>
                </a:lnTo>
                <a:lnTo>
                  <a:pt x="906" y="872"/>
                </a:lnTo>
                <a:lnTo>
                  <a:pt x="949" y="892"/>
                </a:lnTo>
                <a:lnTo>
                  <a:pt x="995" y="907"/>
                </a:lnTo>
                <a:lnTo>
                  <a:pt x="1044" y="916"/>
                </a:lnTo>
                <a:lnTo>
                  <a:pt x="1094" y="919"/>
                </a:lnTo>
                <a:lnTo>
                  <a:pt x="1144" y="916"/>
                </a:lnTo>
                <a:lnTo>
                  <a:pt x="1192" y="907"/>
                </a:lnTo>
                <a:lnTo>
                  <a:pt x="1239" y="892"/>
                </a:lnTo>
                <a:lnTo>
                  <a:pt x="1282" y="872"/>
                </a:lnTo>
                <a:lnTo>
                  <a:pt x="1323" y="847"/>
                </a:lnTo>
                <a:lnTo>
                  <a:pt x="1360" y="817"/>
                </a:lnTo>
                <a:lnTo>
                  <a:pt x="1394" y="784"/>
                </a:lnTo>
                <a:lnTo>
                  <a:pt x="1423" y="746"/>
                </a:lnTo>
                <a:lnTo>
                  <a:pt x="1448" y="706"/>
                </a:lnTo>
                <a:lnTo>
                  <a:pt x="1468" y="661"/>
                </a:lnTo>
                <a:lnTo>
                  <a:pt x="1483" y="615"/>
                </a:lnTo>
                <a:lnTo>
                  <a:pt x="1492" y="566"/>
                </a:lnTo>
                <a:lnTo>
                  <a:pt x="1495" y="516"/>
                </a:lnTo>
                <a:lnTo>
                  <a:pt x="1492" y="465"/>
                </a:lnTo>
                <a:lnTo>
                  <a:pt x="1483" y="417"/>
                </a:lnTo>
                <a:lnTo>
                  <a:pt x="1468" y="370"/>
                </a:lnTo>
                <a:lnTo>
                  <a:pt x="1448" y="327"/>
                </a:lnTo>
                <a:lnTo>
                  <a:pt x="1423" y="285"/>
                </a:lnTo>
                <a:lnTo>
                  <a:pt x="1394" y="248"/>
                </a:lnTo>
                <a:lnTo>
                  <a:pt x="1360" y="215"/>
                </a:lnTo>
                <a:lnTo>
                  <a:pt x="1323" y="185"/>
                </a:lnTo>
                <a:lnTo>
                  <a:pt x="1282" y="160"/>
                </a:lnTo>
                <a:lnTo>
                  <a:pt x="1239" y="140"/>
                </a:lnTo>
                <a:lnTo>
                  <a:pt x="1192" y="125"/>
                </a:lnTo>
                <a:lnTo>
                  <a:pt x="1144" y="115"/>
                </a:lnTo>
                <a:lnTo>
                  <a:pt x="1094" y="112"/>
                </a:lnTo>
                <a:close/>
                <a:moveTo>
                  <a:pt x="1094" y="0"/>
                </a:moveTo>
                <a:lnTo>
                  <a:pt x="1150" y="3"/>
                </a:lnTo>
                <a:lnTo>
                  <a:pt x="1203" y="12"/>
                </a:lnTo>
                <a:lnTo>
                  <a:pt x="1256" y="27"/>
                </a:lnTo>
                <a:lnTo>
                  <a:pt x="1306" y="46"/>
                </a:lnTo>
                <a:lnTo>
                  <a:pt x="1352" y="71"/>
                </a:lnTo>
                <a:lnTo>
                  <a:pt x="1397" y="99"/>
                </a:lnTo>
                <a:lnTo>
                  <a:pt x="1438" y="133"/>
                </a:lnTo>
                <a:lnTo>
                  <a:pt x="1475" y="170"/>
                </a:lnTo>
                <a:lnTo>
                  <a:pt x="1508" y="211"/>
                </a:lnTo>
                <a:lnTo>
                  <a:pt x="1537" y="256"/>
                </a:lnTo>
                <a:lnTo>
                  <a:pt x="1562" y="303"/>
                </a:lnTo>
                <a:lnTo>
                  <a:pt x="1581" y="353"/>
                </a:lnTo>
                <a:lnTo>
                  <a:pt x="1595" y="406"/>
                </a:lnTo>
                <a:lnTo>
                  <a:pt x="1604" y="460"/>
                </a:lnTo>
                <a:lnTo>
                  <a:pt x="1607" y="516"/>
                </a:lnTo>
                <a:lnTo>
                  <a:pt x="1604" y="572"/>
                </a:lnTo>
                <a:lnTo>
                  <a:pt x="1595" y="626"/>
                </a:lnTo>
                <a:lnTo>
                  <a:pt x="1581" y="679"/>
                </a:lnTo>
                <a:lnTo>
                  <a:pt x="1562" y="729"/>
                </a:lnTo>
                <a:lnTo>
                  <a:pt x="1537" y="777"/>
                </a:lnTo>
                <a:lnTo>
                  <a:pt x="1508" y="820"/>
                </a:lnTo>
                <a:lnTo>
                  <a:pt x="1475" y="862"/>
                </a:lnTo>
                <a:lnTo>
                  <a:pt x="1438" y="899"/>
                </a:lnTo>
                <a:lnTo>
                  <a:pt x="1397" y="932"/>
                </a:lnTo>
                <a:lnTo>
                  <a:pt x="1352" y="962"/>
                </a:lnTo>
                <a:lnTo>
                  <a:pt x="1306" y="986"/>
                </a:lnTo>
                <a:lnTo>
                  <a:pt x="1256" y="1005"/>
                </a:lnTo>
                <a:lnTo>
                  <a:pt x="1203" y="1020"/>
                </a:lnTo>
                <a:lnTo>
                  <a:pt x="1150" y="1028"/>
                </a:lnTo>
                <a:lnTo>
                  <a:pt x="1094" y="1031"/>
                </a:lnTo>
                <a:lnTo>
                  <a:pt x="1038" y="1028"/>
                </a:lnTo>
                <a:lnTo>
                  <a:pt x="984" y="1020"/>
                </a:lnTo>
                <a:lnTo>
                  <a:pt x="932" y="1005"/>
                </a:lnTo>
                <a:lnTo>
                  <a:pt x="882" y="986"/>
                </a:lnTo>
                <a:lnTo>
                  <a:pt x="835" y="962"/>
                </a:lnTo>
                <a:lnTo>
                  <a:pt x="791" y="932"/>
                </a:lnTo>
                <a:lnTo>
                  <a:pt x="750" y="899"/>
                </a:lnTo>
                <a:lnTo>
                  <a:pt x="712" y="862"/>
                </a:lnTo>
                <a:lnTo>
                  <a:pt x="679" y="820"/>
                </a:lnTo>
                <a:lnTo>
                  <a:pt x="651" y="777"/>
                </a:lnTo>
                <a:lnTo>
                  <a:pt x="626" y="729"/>
                </a:lnTo>
                <a:lnTo>
                  <a:pt x="607" y="679"/>
                </a:lnTo>
                <a:lnTo>
                  <a:pt x="593" y="626"/>
                </a:lnTo>
                <a:lnTo>
                  <a:pt x="584" y="572"/>
                </a:lnTo>
                <a:lnTo>
                  <a:pt x="581" y="516"/>
                </a:lnTo>
                <a:lnTo>
                  <a:pt x="584" y="460"/>
                </a:lnTo>
                <a:lnTo>
                  <a:pt x="593" y="406"/>
                </a:lnTo>
                <a:lnTo>
                  <a:pt x="607" y="353"/>
                </a:lnTo>
                <a:lnTo>
                  <a:pt x="626" y="303"/>
                </a:lnTo>
                <a:lnTo>
                  <a:pt x="651" y="256"/>
                </a:lnTo>
                <a:lnTo>
                  <a:pt x="679" y="211"/>
                </a:lnTo>
                <a:lnTo>
                  <a:pt x="712" y="170"/>
                </a:lnTo>
                <a:lnTo>
                  <a:pt x="750" y="133"/>
                </a:lnTo>
                <a:lnTo>
                  <a:pt x="791" y="99"/>
                </a:lnTo>
                <a:lnTo>
                  <a:pt x="835" y="71"/>
                </a:lnTo>
                <a:lnTo>
                  <a:pt x="882" y="46"/>
                </a:lnTo>
                <a:lnTo>
                  <a:pt x="932" y="27"/>
                </a:lnTo>
                <a:lnTo>
                  <a:pt x="984" y="12"/>
                </a:lnTo>
                <a:lnTo>
                  <a:pt x="1038" y="3"/>
                </a:lnTo>
                <a:lnTo>
                  <a:pt x="1094" y="0"/>
                </a:lnTo>
                <a:close/>
              </a:path>
            </a:pathLst>
          </a:custGeom>
          <a:solidFill>
            <a:schemeClr val="accent1"/>
          </a:solidFill>
          <a:ln w="0">
            <a:noFill/>
            <a:prstDash val="solid"/>
            <a:round/>
            <a:headEnd/>
            <a:tailEnd/>
          </a:ln>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78">
              <a:defRPr/>
            </a:pPr>
            <a:endParaRPr lang="en-US" dirty="0">
              <a:latin typeface="Amazon Ember Light" charset="0"/>
              <a:ea typeface="Amazon Ember Light" charset="0"/>
              <a:cs typeface="Amazon Ember Light" charset="0"/>
            </a:endParaRPr>
          </a:p>
        </p:txBody>
      </p:sp>
      <p:sp>
        <p:nvSpPr>
          <p:cNvPr id="4" name="CaixaDeTexto 3">
            <a:extLst>
              <a:ext uri="{FF2B5EF4-FFF2-40B4-BE49-F238E27FC236}">
                <a16:creationId xmlns:a16="http://schemas.microsoft.com/office/drawing/2014/main" id="{BFAEE401-DC1A-DFD7-E5D6-511A8A8D5221}"/>
              </a:ext>
            </a:extLst>
          </p:cNvPr>
          <p:cNvSpPr txBox="1"/>
          <p:nvPr/>
        </p:nvSpPr>
        <p:spPr>
          <a:xfrm>
            <a:off x="673756" y="4913070"/>
            <a:ext cx="3951674" cy="1323439"/>
          </a:xfrm>
          <a:prstGeom prst="rect">
            <a:avLst/>
          </a:prstGeom>
          <a:noFill/>
        </p:spPr>
        <p:txBody>
          <a:bodyPr wrap="square">
            <a:spAutoFit/>
          </a:bodyPr>
          <a:lstStyle/>
          <a:p>
            <a:r>
              <a:rPr lang="pt-BR" sz="1600" dirty="0">
                <a:latin typeface="Amazon Ember" panose="020B0603020204020204" pitchFamily="34" charset="0"/>
                <a:ea typeface="Amazon Ember" panose="020B0603020204020204" pitchFamily="34" charset="0"/>
                <a:cs typeface="Amazon Ember" panose="020B0603020204020204" pitchFamily="34" charset="0"/>
              </a:rPr>
              <a:t>O </a:t>
            </a:r>
            <a:r>
              <a:rPr lang="pt-BR" sz="1600" dirty="0" err="1">
                <a:latin typeface="Amazon Ember" panose="020B0603020204020204" pitchFamily="34" charset="0"/>
                <a:ea typeface="Amazon Ember" panose="020B0603020204020204" pitchFamily="34" charset="0"/>
                <a:cs typeface="Amazon Ember" panose="020B0603020204020204" pitchFamily="34" charset="0"/>
              </a:rPr>
              <a:t>CloudPing</a:t>
            </a:r>
            <a:r>
              <a:rPr lang="pt-BR" sz="1600" dirty="0">
                <a:latin typeface="Amazon Ember" panose="020B0603020204020204" pitchFamily="34" charset="0"/>
                <a:ea typeface="Amazon Ember" panose="020B0603020204020204" pitchFamily="34" charset="0"/>
                <a:cs typeface="Amazon Ember" panose="020B0603020204020204" pitchFamily="34" charset="0"/>
              </a:rPr>
              <a:t> é um site que você pode usar para testar a latência entre sua localização e todas as regiões da AWS. Para saber mais sobre o </a:t>
            </a:r>
            <a:r>
              <a:rPr lang="pt-BR" sz="1600" dirty="0" err="1">
                <a:latin typeface="Amazon Ember" panose="020B0603020204020204" pitchFamily="34" charset="0"/>
                <a:ea typeface="Amazon Ember" panose="020B0603020204020204" pitchFamily="34" charset="0"/>
                <a:cs typeface="Amazon Ember" panose="020B0603020204020204" pitchFamily="34" charset="0"/>
              </a:rPr>
              <a:t>CloudPing</a:t>
            </a:r>
            <a:r>
              <a:rPr lang="pt-BR" sz="1600" dirty="0">
                <a:latin typeface="Amazon Ember" panose="020B0603020204020204" pitchFamily="34" charset="0"/>
                <a:ea typeface="Amazon Ember" panose="020B0603020204020204" pitchFamily="34" charset="0"/>
                <a:cs typeface="Amazon Ember" panose="020B0603020204020204" pitchFamily="34" charset="0"/>
              </a:rPr>
              <a:t>, consulte: </a:t>
            </a:r>
            <a:r>
              <a:rPr lang="pt-BR" sz="1600" dirty="0">
                <a:latin typeface="Amazon Ember" panose="020B0603020204020204" pitchFamily="34" charset="0"/>
                <a:ea typeface="Amazon Ember" panose="020B0603020204020204" pitchFamily="34" charset="0"/>
                <a:cs typeface="Amazon Ember" panose="020B0603020204020204" pitchFamily="34" charset="0"/>
                <a:hlinkClick r:id="rId4"/>
              </a:rPr>
              <a:t>http://www.cloudping.info/</a:t>
            </a:r>
            <a:endParaRPr lang="pt-BR" sz="1600" dirty="0"/>
          </a:p>
        </p:txBody>
      </p:sp>
    </p:spTree>
    <p:custDataLst>
      <p:tags r:id="rId1"/>
    </p:custDataLst>
    <p:extLst>
      <p:ext uri="{BB962C8B-B14F-4D97-AF65-F5344CB8AC3E}">
        <p14:creationId xmlns:p14="http://schemas.microsoft.com/office/powerpoint/2010/main" val="3928944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9A2DEA87-2D40-138D-643A-E51403151D23}"/>
              </a:ext>
            </a:extLst>
          </p:cNvPr>
          <p:cNvSpPr>
            <a:spLocks noGrp="1"/>
          </p:cNvSpPr>
          <p:nvPr>
            <p:ph type="title"/>
          </p:nvPr>
        </p:nvSpPr>
        <p:spPr>
          <a:xfrm>
            <a:off x="457200" y="514267"/>
            <a:ext cx="3689927" cy="450850"/>
          </a:xfrm>
        </p:spPr>
        <p:txBody>
          <a:bodyPr>
            <a:normAutofit fontScale="90000"/>
          </a:bodyPr>
          <a:lstStyle/>
          <a:p>
            <a:r>
              <a:rPr lang="pt-BR"/>
              <a:t>AWS Well-Architected</a:t>
            </a:r>
          </a:p>
        </p:txBody>
      </p:sp>
      <p:sp>
        <p:nvSpPr>
          <p:cNvPr id="8" name="Espaço Reservado para Texto 7">
            <a:extLst>
              <a:ext uri="{FF2B5EF4-FFF2-40B4-BE49-F238E27FC236}">
                <a16:creationId xmlns:a16="http://schemas.microsoft.com/office/drawing/2014/main" id="{DC6C8B54-D6A3-C95C-AE3A-36C406CB756A}"/>
              </a:ext>
            </a:extLst>
          </p:cNvPr>
          <p:cNvSpPr>
            <a:spLocks noGrp="1"/>
          </p:cNvSpPr>
          <p:nvPr>
            <p:ph type="body" sz="quarter" idx="10"/>
          </p:nvPr>
        </p:nvSpPr>
        <p:spPr/>
        <p:txBody>
          <a:bodyPr/>
          <a:lstStyle/>
          <a:p>
            <a:endParaRPr lang="pt-BR"/>
          </a:p>
        </p:txBody>
      </p:sp>
      <p:pic>
        <p:nvPicPr>
          <p:cNvPr id="6" name="Picture 8">
            <a:extLst>
              <a:ext uri="{FF2B5EF4-FFF2-40B4-BE49-F238E27FC236}">
                <a16:creationId xmlns:a16="http://schemas.microsoft.com/office/drawing/2014/main" id="{C67ED0F3-B747-5E64-3C0C-258E7809238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50305" y="953572"/>
            <a:ext cx="7736495" cy="5218628"/>
          </a:xfrm>
          <a:prstGeom prst="rect">
            <a:avLst/>
          </a:prstGeom>
        </p:spPr>
      </p:pic>
      <p:sp>
        <p:nvSpPr>
          <p:cNvPr id="9" name="TextBox 2">
            <a:extLst>
              <a:ext uri="{FF2B5EF4-FFF2-40B4-BE49-F238E27FC236}">
                <a16:creationId xmlns:a16="http://schemas.microsoft.com/office/drawing/2014/main" id="{8C00A7CF-E517-E5DB-7EC3-81BD0428A24D}"/>
              </a:ext>
            </a:extLst>
          </p:cNvPr>
          <p:cNvSpPr txBox="1"/>
          <p:nvPr/>
        </p:nvSpPr>
        <p:spPr>
          <a:xfrm>
            <a:off x="1044690" y="4395533"/>
            <a:ext cx="1200649" cy="548640"/>
          </a:xfrm>
          <a:prstGeom prst="rect">
            <a:avLst/>
          </a:prstGeom>
          <a:noFill/>
        </p:spPr>
        <p:txBody>
          <a:bodyPr wrap="none" lIns="0" tIns="0" rIns="0" bIns="0" rtlCol="0" anchor="ctr" anchorCtr="1">
            <a:noAutofit/>
          </a:bodyPr>
          <a:lstStyle/>
          <a:p>
            <a:pPr algn="ctr" rtl="0">
              <a:lnSpc>
                <a:spcPct val="90000"/>
              </a:lnSpc>
              <a:spcAft>
                <a:spcPts val="1800"/>
              </a:spcAft>
            </a:pPr>
            <a:r>
              <a:rPr lang="pt-br" sz="1400" b="1">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Excelência</a:t>
            </a:r>
            <a:br>
              <a:rPr lang="en-US" sz="1400" b="1" dirty="0">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br>
            <a:r>
              <a:rPr lang="pt-br" sz="1400" b="1">
                <a:solidFill>
                  <a:srgbClr val="000000"/>
                </a:solidFill>
                <a:latin typeface="Amazon Ember Light" panose="020B0403020204020204" pitchFamily="34" charset="0"/>
                <a:ea typeface="Amazon Ember Light" panose="020B0403020204020204" pitchFamily="34" charset="0"/>
                <a:cs typeface="Amazon Ember Light" panose="020B0403020204020204" pitchFamily="34" charset="0"/>
              </a:rPr>
              <a:t>operacional</a:t>
            </a:r>
            <a:endParaRPr lang="en-US" sz="1400" b="1" dirty="0">
              <a:solidFill>
                <a:srgbClr val="000000"/>
              </a:solidFill>
              <a:latin typeface="Amazon Ember Light" panose="020B0403020204020204"/>
              <a:ea typeface="Amazon Ember Light" panose="020B0403020204020204" pitchFamily="34" charset="0"/>
              <a:cs typeface="Amazon Ember Light" panose="020B0403020204020204" pitchFamily="34" charset="0"/>
            </a:endParaRPr>
          </a:p>
        </p:txBody>
      </p:sp>
      <p:sp>
        <p:nvSpPr>
          <p:cNvPr id="10" name="TextBox 3">
            <a:extLst>
              <a:ext uri="{FF2B5EF4-FFF2-40B4-BE49-F238E27FC236}">
                <a16:creationId xmlns:a16="http://schemas.microsoft.com/office/drawing/2014/main" id="{64060909-986B-DC7F-9B95-796F81AB35AF}"/>
              </a:ext>
            </a:extLst>
          </p:cNvPr>
          <p:cNvSpPr txBox="1"/>
          <p:nvPr/>
        </p:nvSpPr>
        <p:spPr>
          <a:xfrm>
            <a:off x="2468361" y="4392787"/>
            <a:ext cx="807913" cy="548640"/>
          </a:xfrm>
          <a:prstGeom prst="rect">
            <a:avLst/>
          </a:prstGeom>
          <a:noFill/>
        </p:spPr>
        <p:txBody>
          <a:bodyPr wrap="none" lIns="0" tIns="0" rIns="0" bIns="0" rtlCol="0" anchor="ctr" anchorCtr="1">
            <a:noAutofit/>
          </a:bodyPr>
          <a:lstStyle>
            <a:defPPr>
              <a:defRPr lang="en-US"/>
            </a:defPPr>
            <a:lvl1pPr algn="ctr">
              <a:lnSpc>
                <a:spcPct val="90000"/>
              </a:lnSpc>
              <a:spcAft>
                <a:spcPts val="1800"/>
              </a:spcAft>
              <a:defRPr sz="1800" b="1">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rtl="0"/>
            <a:r>
              <a:rPr lang="pt-br" sz="1400">
                <a:solidFill>
                  <a:srgbClr val="000000"/>
                </a:solidFill>
              </a:rPr>
              <a:t>Segurança</a:t>
            </a:r>
            <a:endParaRPr lang="en-US" sz="1400" dirty="0">
              <a:solidFill>
                <a:srgbClr val="000000"/>
              </a:solidFill>
              <a:latin typeface="Amazon Ember Light" panose="020B0403020204020204"/>
            </a:endParaRPr>
          </a:p>
        </p:txBody>
      </p:sp>
      <p:sp>
        <p:nvSpPr>
          <p:cNvPr id="11" name="TextBox 5">
            <a:extLst>
              <a:ext uri="{FF2B5EF4-FFF2-40B4-BE49-F238E27FC236}">
                <a16:creationId xmlns:a16="http://schemas.microsoft.com/office/drawing/2014/main" id="{67516B34-1458-C072-8E0B-26654CF31BB6}"/>
              </a:ext>
            </a:extLst>
          </p:cNvPr>
          <p:cNvSpPr txBox="1"/>
          <p:nvPr/>
        </p:nvSpPr>
        <p:spPr>
          <a:xfrm>
            <a:off x="3657580" y="4392787"/>
            <a:ext cx="971420" cy="548640"/>
          </a:xfrm>
          <a:prstGeom prst="rect">
            <a:avLst/>
          </a:prstGeom>
          <a:noFill/>
        </p:spPr>
        <p:txBody>
          <a:bodyPr wrap="none" lIns="0" tIns="0" rIns="0" bIns="0" rtlCol="0" anchor="ctr" anchorCtr="1">
            <a:noAutofit/>
          </a:bodyPr>
          <a:lstStyle>
            <a:defPPr>
              <a:defRPr lang="en-US"/>
            </a:defPPr>
            <a:lvl1pPr algn="ctr">
              <a:lnSpc>
                <a:spcPct val="90000"/>
              </a:lnSpc>
              <a:spcAft>
                <a:spcPts val="1800"/>
              </a:spcAft>
              <a:defRPr sz="1800" b="1">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rtl="0"/>
            <a:r>
              <a:rPr lang="pt-br" sz="1400">
                <a:solidFill>
                  <a:srgbClr val="000000"/>
                </a:solidFill>
              </a:rPr>
              <a:t>Confiabilidade</a:t>
            </a:r>
            <a:endParaRPr lang="en-US" sz="1400" dirty="0">
              <a:solidFill>
                <a:srgbClr val="000000"/>
              </a:solidFill>
              <a:latin typeface="Amazon Ember Light" panose="020B0403020204020204"/>
            </a:endParaRPr>
          </a:p>
        </p:txBody>
      </p:sp>
      <p:sp>
        <p:nvSpPr>
          <p:cNvPr id="12" name="TextBox 6">
            <a:extLst>
              <a:ext uri="{FF2B5EF4-FFF2-40B4-BE49-F238E27FC236}">
                <a16:creationId xmlns:a16="http://schemas.microsoft.com/office/drawing/2014/main" id="{EAB17977-6953-4BB2-C0BD-3EADACED93B9}"/>
              </a:ext>
            </a:extLst>
          </p:cNvPr>
          <p:cNvSpPr txBox="1"/>
          <p:nvPr/>
        </p:nvSpPr>
        <p:spPr>
          <a:xfrm>
            <a:off x="4773718" y="4395533"/>
            <a:ext cx="1303241" cy="548640"/>
          </a:xfrm>
          <a:prstGeom prst="rect">
            <a:avLst/>
          </a:prstGeom>
          <a:noFill/>
        </p:spPr>
        <p:txBody>
          <a:bodyPr wrap="none" lIns="0" tIns="0" rIns="0" bIns="0" rtlCol="0" anchor="ctr" anchorCtr="1">
            <a:noAutofit/>
          </a:bodyPr>
          <a:lstStyle>
            <a:defPPr>
              <a:defRPr lang="en-US"/>
            </a:defPPr>
            <a:lvl1pPr algn="ctr">
              <a:lnSpc>
                <a:spcPct val="90000"/>
              </a:lnSpc>
              <a:spcAft>
                <a:spcPts val="1800"/>
              </a:spcAft>
              <a:defRPr sz="1800" b="1">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rtl="0"/>
            <a:r>
              <a:rPr lang="pt-br" sz="1400">
                <a:solidFill>
                  <a:srgbClr val="000000"/>
                </a:solidFill>
              </a:rPr>
              <a:t>Eficiência de</a:t>
            </a:r>
            <a:br>
              <a:rPr lang="pt-br" sz="1400">
                <a:solidFill>
                  <a:srgbClr val="000000"/>
                </a:solidFill>
              </a:rPr>
            </a:br>
            <a:r>
              <a:rPr lang="pt-br" sz="1400">
                <a:solidFill>
                  <a:srgbClr val="000000"/>
                </a:solidFill>
              </a:rPr>
              <a:t>desempenho</a:t>
            </a:r>
            <a:endParaRPr lang="en-US" sz="1400" dirty="0">
              <a:solidFill>
                <a:srgbClr val="000000"/>
              </a:solidFill>
              <a:latin typeface="Amazon Ember Light" panose="020B0403020204020204"/>
            </a:endParaRPr>
          </a:p>
        </p:txBody>
      </p:sp>
      <p:sp>
        <p:nvSpPr>
          <p:cNvPr id="13" name="TextBox 7">
            <a:extLst>
              <a:ext uri="{FF2B5EF4-FFF2-40B4-BE49-F238E27FC236}">
                <a16:creationId xmlns:a16="http://schemas.microsoft.com/office/drawing/2014/main" id="{F9C5951C-A4BA-2876-D265-F90EA3F5B9A5}"/>
              </a:ext>
            </a:extLst>
          </p:cNvPr>
          <p:cNvSpPr txBox="1"/>
          <p:nvPr/>
        </p:nvSpPr>
        <p:spPr>
          <a:xfrm>
            <a:off x="5986404" y="4392787"/>
            <a:ext cx="1320874" cy="548640"/>
          </a:xfrm>
          <a:prstGeom prst="rect">
            <a:avLst/>
          </a:prstGeom>
          <a:noFill/>
        </p:spPr>
        <p:txBody>
          <a:bodyPr wrap="none" lIns="0" tIns="0" rIns="0" bIns="0" rtlCol="0" anchor="ctr" anchorCtr="1">
            <a:noAutofit/>
          </a:bodyPr>
          <a:lstStyle>
            <a:defPPr>
              <a:defRPr lang="en-US"/>
            </a:defPPr>
            <a:lvl1pPr algn="ctr">
              <a:lnSpc>
                <a:spcPct val="90000"/>
              </a:lnSpc>
              <a:spcAft>
                <a:spcPts val="1800"/>
              </a:spcAft>
              <a:defRPr sz="1800" b="1">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rtl="0"/>
            <a:r>
              <a:rPr lang="pt-br" sz="1400">
                <a:solidFill>
                  <a:srgbClr val="000000"/>
                </a:solidFill>
              </a:rPr>
              <a:t>Otimização</a:t>
            </a:r>
            <a:br>
              <a:rPr lang="en-US" sz="1400" dirty="0">
                <a:solidFill>
                  <a:srgbClr val="000000"/>
                </a:solidFill>
              </a:rPr>
            </a:br>
            <a:r>
              <a:rPr lang="pt-br" sz="1400">
                <a:solidFill>
                  <a:srgbClr val="000000"/>
                </a:solidFill>
              </a:rPr>
              <a:t>de custos</a:t>
            </a:r>
            <a:endParaRPr lang="en-US" sz="1400" dirty="0">
              <a:solidFill>
                <a:srgbClr val="000000"/>
              </a:solidFill>
              <a:latin typeface="Amazon Ember Light" panose="020B0403020204020204"/>
            </a:endParaRPr>
          </a:p>
        </p:txBody>
      </p:sp>
      <p:sp>
        <p:nvSpPr>
          <p:cNvPr id="14" name="TextBox 9">
            <a:extLst>
              <a:ext uri="{FF2B5EF4-FFF2-40B4-BE49-F238E27FC236}">
                <a16:creationId xmlns:a16="http://schemas.microsoft.com/office/drawing/2014/main" id="{BABC63A6-A2CF-C7AA-840C-F04BEDD57A53}"/>
              </a:ext>
            </a:extLst>
          </p:cNvPr>
          <p:cNvSpPr txBox="1"/>
          <p:nvPr/>
        </p:nvSpPr>
        <p:spPr>
          <a:xfrm>
            <a:off x="7284464" y="4392787"/>
            <a:ext cx="1320874" cy="548640"/>
          </a:xfrm>
          <a:prstGeom prst="rect">
            <a:avLst/>
          </a:prstGeom>
          <a:noFill/>
        </p:spPr>
        <p:txBody>
          <a:bodyPr wrap="none" lIns="0" tIns="0" rIns="0" bIns="0" rtlCol="0" anchor="ctr" anchorCtr="1">
            <a:noAutofit/>
          </a:bodyPr>
          <a:lstStyle>
            <a:defPPr>
              <a:defRPr lang="en-US"/>
            </a:defPPr>
            <a:lvl1pPr algn="ctr">
              <a:lnSpc>
                <a:spcPct val="90000"/>
              </a:lnSpc>
              <a:spcAft>
                <a:spcPts val="1800"/>
              </a:spcAft>
              <a:defRPr sz="1800" b="1">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rtl="0"/>
            <a:r>
              <a:rPr lang="pt-br" sz="1400">
                <a:solidFill>
                  <a:srgbClr val="000000"/>
                </a:solidFill>
              </a:rPr>
              <a:t>Sustentabilidade</a:t>
            </a:r>
            <a:endParaRPr lang="en-US" sz="1400" dirty="0">
              <a:solidFill>
                <a:srgbClr val="000000"/>
              </a:solidFill>
              <a:latin typeface="Amazon Ember Light" panose="020B0403020204020204"/>
            </a:endParaRPr>
          </a:p>
        </p:txBody>
      </p:sp>
      <p:sp>
        <p:nvSpPr>
          <p:cNvPr id="15" name="CaixaDeTexto 14">
            <a:extLst>
              <a:ext uri="{FF2B5EF4-FFF2-40B4-BE49-F238E27FC236}">
                <a16:creationId xmlns:a16="http://schemas.microsoft.com/office/drawing/2014/main" id="{0C886722-A811-F2F3-3E45-95713AAA5478}"/>
              </a:ext>
            </a:extLst>
          </p:cNvPr>
          <p:cNvSpPr txBox="1"/>
          <p:nvPr/>
        </p:nvSpPr>
        <p:spPr>
          <a:xfrm>
            <a:off x="4143290" y="564733"/>
            <a:ext cx="4815742" cy="307777"/>
          </a:xfrm>
          <a:prstGeom prst="rect">
            <a:avLst/>
          </a:prstGeom>
          <a:noFill/>
        </p:spPr>
        <p:txBody>
          <a:bodyPr wrap="none" rtlCol="0">
            <a:spAutoFit/>
          </a:bodyPr>
          <a:lstStyle/>
          <a:p>
            <a:r>
              <a:rPr lang="pt-BR" sz="1400" dirty="0">
                <a:hlinkClick r:id="rId3"/>
              </a:rPr>
              <a:t>https://aws.amazon.com/pt/architecture/well-architected/</a:t>
            </a:r>
            <a:endParaRPr lang="pt-BR" sz="1400" dirty="0"/>
          </a:p>
        </p:txBody>
      </p:sp>
    </p:spTree>
    <p:extLst>
      <p:ext uri="{BB962C8B-B14F-4D97-AF65-F5344CB8AC3E}">
        <p14:creationId xmlns:p14="http://schemas.microsoft.com/office/powerpoint/2010/main" val="3200391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41D15ADB-957B-DA95-CDA6-D58C2C86A8E0}"/>
              </a:ext>
            </a:extLst>
          </p:cNvPr>
          <p:cNvSpPr>
            <a:spLocks noGrp="1"/>
          </p:cNvSpPr>
          <p:nvPr>
            <p:ph type="body" sz="quarter" idx="15"/>
          </p:nvPr>
        </p:nvSpPr>
        <p:spPr/>
        <p:txBody>
          <a:bodyPr/>
          <a:lstStyle/>
          <a:p>
            <a:r>
              <a:rPr lang="pt-BR"/>
              <a:t>Capacidade de processamento</a:t>
            </a:r>
          </a:p>
        </p:txBody>
      </p:sp>
      <p:sp>
        <p:nvSpPr>
          <p:cNvPr id="5" name="Espaço Reservado para Texto 4">
            <a:extLst>
              <a:ext uri="{FF2B5EF4-FFF2-40B4-BE49-F238E27FC236}">
                <a16:creationId xmlns:a16="http://schemas.microsoft.com/office/drawing/2014/main" id="{81D4C6C4-35D2-D321-2503-79C10AFD3AD2}"/>
              </a:ext>
            </a:extLst>
          </p:cNvPr>
          <p:cNvSpPr>
            <a:spLocks noGrp="1"/>
          </p:cNvSpPr>
          <p:nvPr>
            <p:ph type="body" sz="quarter" idx="16"/>
          </p:nvPr>
        </p:nvSpPr>
        <p:spPr/>
        <p:txBody>
          <a:bodyPr>
            <a:normAutofit fontScale="92500" lnSpcReduction="10000"/>
          </a:bodyPr>
          <a:lstStyle/>
          <a:p>
            <a:pPr marL="0" indent="0">
              <a:buNone/>
            </a:pPr>
            <a:r>
              <a:rPr lang="pt-BR"/>
              <a:t>02</a:t>
            </a:r>
          </a:p>
        </p:txBody>
      </p:sp>
    </p:spTree>
    <p:extLst>
      <p:ext uri="{BB962C8B-B14F-4D97-AF65-F5344CB8AC3E}">
        <p14:creationId xmlns:p14="http://schemas.microsoft.com/office/powerpoint/2010/main" val="630445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pt-BR"/>
              <a:t>Visão geral do Amazon EC2</a:t>
            </a:r>
          </a:p>
        </p:txBody>
      </p:sp>
      <p:sp>
        <p:nvSpPr>
          <p:cNvPr id="3" name="Content Placeholder 2"/>
          <p:cNvSpPr>
            <a:spLocks noGrp="1"/>
          </p:cNvSpPr>
          <p:nvPr>
            <p:ph idx="1"/>
          </p:nvPr>
        </p:nvSpPr>
        <p:spPr>
          <a:xfrm>
            <a:off x="2926657" y="2003381"/>
            <a:ext cx="5903018" cy="3486591"/>
          </a:xfrm>
        </p:spPr>
        <p:txBody>
          <a:bodyPr rtlCol="0">
            <a:normAutofit fontScale="92500" lnSpcReduction="10000"/>
          </a:bodyPr>
          <a:lstStyle/>
          <a:p>
            <a:pPr rtl="0"/>
            <a:r>
              <a:rPr lang="pt-BR" sz="1800" b="1" dirty="0" err="1">
                <a:solidFill>
                  <a:schemeClr val="accent5"/>
                </a:solidFill>
              </a:rPr>
              <a:t>Amazon</a:t>
            </a:r>
            <a:r>
              <a:rPr lang="pt-BR" sz="1800" b="1" dirty="0">
                <a:solidFill>
                  <a:schemeClr val="accent5"/>
                </a:solidFill>
              </a:rPr>
              <a:t> </a:t>
            </a:r>
            <a:r>
              <a:rPr lang="pt-BR" sz="1800" b="1" dirty="0" err="1">
                <a:solidFill>
                  <a:schemeClr val="accent5"/>
                </a:solidFill>
              </a:rPr>
              <a:t>Elastic</a:t>
            </a:r>
            <a:r>
              <a:rPr lang="pt-BR" sz="1800" b="1" dirty="0">
                <a:solidFill>
                  <a:schemeClr val="accent5"/>
                </a:solidFill>
              </a:rPr>
              <a:t> Compute </a:t>
            </a:r>
            <a:r>
              <a:rPr lang="pt-BR" sz="1800" b="1" dirty="0" err="1">
                <a:solidFill>
                  <a:schemeClr val="accent5"/>
                </a:solidFill>
              </a:rPr>
              <a:t>Cloud</a:t>
            </a:r>
            <a:r>
              <a:rPr lang="pt-BR" sz="1800" b="1" dirty="0">
                <a:solidFill>
                  <a:schemeClr val="accent5"/>
                </a:solidFill>
              </a:rPr>
              <a:t> (</a:t>
            </a:r>
            <a:r>
              <a:rPr lang="pt-BR" sz="1800" b="1" dirty="0" err="1">
                <a:solidFill>
                  <a:schemeClr val="accent5"/>
                </a:solidFill>
              </a:rPr>
              <a:t>Amazon</a:t>
            </a:r>
            <a:r>
              <a:rPr lang="pt-BR" sz="1800" b="1" dirty="0">
                <a:solidFill>
                  <a:schemeClr val="accent5"/>
                </a:solidFill>
              </a:rPr>
              <a:t> EC2)  </a:t>
            </a:r>
          </a:p>
          <a:p>
            <a:pPr lvl="1" rtl="0"/>
            <a:r>
              <a:rPr lang="pt-BR" sz="1500" dirty="0"/>
              <a:t>Fornece </a:t>
            </a:r>
            <a:r>
              <a:rPr lang="pt-BR" sz="1500">
                <a:solidFill>
                  <a:schemeClr val="accent6"/>
                </a:solidFill>
              </a:rPr>
              <a:t>máquinas virtuais </a:t>
            </a:r>
            <a:r>
              <a:rPr lang="pt-BR" sz="1500"/>
              <a:t>chamadas </a:t>
            </a:r>
            <a:r>
              <a:rPr lang="pt-BR" sz="1500" dirty="0"/>
              <a:t>de </a:t>
            </a:r>
            <a:r>
              <a:rPr lang="pt-BR" sz="1500" dirty="0">
                <a:solidFill>
                  <a:schemeClr val="accent6"/>
                </a:solidFill>
              </a:rPr>
              <a:t>instâncias </a:t>
            </a:r>
            <a:r>
              <a:rPr lang="pt-BR" sz="1500">
                <a:solidFill>
                  <a:schemeClr val="accent6"/>
                </a:solidFill>
              </a:rPr>
              <a:t>do EC2 </a:t>
            </a:r>
            <a:br>
              <a:rPr lang="pt-BR" sz="1500">
                <a:solidFill>
                  <a:schemeClr val="accent6"/>
                </a:solidFill>
              </a:rPr>
            </a:br>
            <a:r>
              <a:rPr lang="pt-BR" sz="1500"/>
              <a:t>na </a:t>
            </a:r>
            <a:r>
              <a:rPr lang="pt-BR" sz="1500" dirty="0"/>
              <a:t>nuvem.</a:t>
            </a:r>
          </a:p>
          <a:p>
            <a:pPr lvl="1" rtl="0"/>
            <a:r>
              <a:rPr lang="pt-BR" sz="1500" dirty="0"/>
              <a:t>Fornece controle total sobre o sistema operacional convidado (Windows ou Linux) em cada instância.</a:t>
            </a:r>
          </a:p>
          <a:p>
            <a:pPr rtl="0"/>
            <a:r>
              <a:rPr lang="pt-BR" sz="1800" dirty="0"/>
              <a:t>Você pode executar instâncias de qualquer tamanho em uma zona de disponibilidade em qualquer lugar do mundo.</a:t>
            </a:r>
          </a:p>
          <a:p>
            <a:pPr lvl="1" rtl="0"/>
            <a:r>
              <a:rPr lang="pt-BR" sz="1500" dirty="0"/>
              <a:t>Execute instâncias a partir de </a:t>
            </a:r>
            <a:r>
              <a:rPr lang="pt-BR" sz="1500" b="1" dirty="0">
                <a:solidFill>
                  <a:schemeClr val="accent5"/>
                </a:solidFill>
              </a:rPr>
              <a:t>Imagens de máquina </a:t>
            </a:r>
            <a:br>
              <a:rPr lang="pt-BR" sz="1500" b="1" dirty="0">
                <a:solidFill>
                  <a:schemeClr val="accent5"/>
                </a:solidFill>
              </a:rPr>
            </a:br>
            <a:r>
              <a:rPr lang="pt-BR" sz="1500" b="1" dirty="0">
                <a:solidFill>
                  <a:schemeClr val="accent5"/>
                </a:solidFill>
              </a:rPr>
              <a:t>da </a:t>
            </a:r>
            <a:r>
              <a:rPr lang="pt-BR" sz="1500" b="1" dirty="0" err="1">
                <a:solidFill>
                  <a:schemeClr val="accent5"/>
                </a:solidFill>
              </a:rPr>
              <a:t>Amazon</a:t>
            </a:r>
            <a:r>
              <a:rPr lang="pt-BR" sz="1500" b="1" dirty="0">
                <a:solidFill>
                  <a:schemeClr val="accent5"/>
                </a:solidFill>
              </a:rPr>
              <a:t> (</a:t>
            </a:r>
            <a:r>
              <a:rPr lang="pt-BR" sz="1500" b="1" dirty="0" err="1">
                <a:solidFill>
                  <a:schemeClr val="accent5"/>
                </a:solidFill>
              </a:rPr>
              <a:t>AMIs</a:t>
            </a:r>
            <a:r>
              <a:rPr lang="pt-BR" sz="1500" dirty="0"/>
              <a:t>).</a:t>
            </a:r>
          </a:p>
          <a:p>
            <a:pPr lvl="1" rtl="0"/>
            <a:r>
              <a:rPr lang="pt-BR" sz="1500" dirty="0"/>
              <a:t>Execute instâncias com apenas alguns cliques ou uma linha </a:t>
            </a:r>
            <a:br>
              <a:rPr lang="pt-BR" sz="1500" dirty="0"/>
            </a:br>
            <a:r>
              <a:rPr lang="pt-BR" sz="1500" dirty="0"/>
              <a:t>de código, e elas estarão prontas em minutos.</a:t>
            </a:r>
            <a:endParaRPr lang="en-US" dirty="0"/>
          </a:p>
          <a:p>
            <a:pPr rtl="0"/>
            <a:r>
              <a:rPr lang="pt-BR" sz="1800" dirty="0"/>
              <a:t>Você pode controlar o tráfego de e para instâncias.</a:t>
            </a:r>
          </a:p>
        </p:txBody>
      </p:sp>
      <p:sp>
        <p:nvSpPr>
          <p:cNvPr id="4" name="Footer Placeholder 3">
            <a:extLst>
              <a:ext uri="{FF2B5EF4-FFF2-40B4-BE49-F238E27FC236}">
                <a16:creationId xmlns:a16="http://schemas.microsoft.com/office/drawing/2014/main" id="{EEFBC9E6-716C-5B4A-9AC5-064A95BB8FEE}"/>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endParaRPr lang="pt-BR" dirty="0"/>
          </a:p>
        </p:txBody>
      </p:sp>
      <p:sp>
        <p:nvSpPr>
          <p:cNvPr id="5" name="Slide Number Placeholder 4">
            <a:extLst>
              <a:ext uri="{FF2B5EF4-FFF2-40B4-BE49-F238E27FC236}">
                <a16:creationId xmlns:a16="http://schemas.microsoft.com/office/drawing/2014/main" id="{AE6E1873-DD5B-4342-878D-B9C77CC06283}"/>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16</a:t>
            </a:fld>
            <a:endParaRPr lang="en-US" dirty="0"/>
          </a:p>
        </p:txBody>
      </p:sp>
      <p:grpSp>
        <p:nvGrpSpPr>
          <p:cNvPr id="6" name="Group 5">
            <a:extLst>
              <a:ext uri="{FF2B5EF4-FFF2-40B4-BE49-F238E27FC236}">
                <a16:creationId xmlns:a16="http://schemas.microsoft.com/office/drawing/2014/main" id="{3F896863-3C86-634F-9982-88D5287C8343}"/>
              </a:ext>
              <a:ext uri="{C183D7F6-B498-43B3-948B-1728B52AA6E4}">
                <adec:decorative xmlns:adec="http://schemas.microsoft.com/office/drawing/2017/decorative" val="1"/>
              </a:ext>
            </a:extLst>
          </p:cNvPr>
          <p:cNvGrpSpPr/>
          <p:nvPr/>
        </p:nvGrpSpPr>
        <p:grpSpPr>
          <a:xfrm>
            <a:off x="507939" y="2294619"/>
            <a:ext cx="2164312" cy="3033794"/>
            <a:chOff x="677252" y="1916492"/>
            <a:chExt cx="2885749" cy="4045058"/>
          </a:xfrm>
        </p:grpSpPr>
        <p:sp>
          <p:nvSpPr>
            <p:cNvPr id="7" name="Rectangle 6">
              <a:extLst>
                <a:ext uri="{FF2B5EF4-FFF2-40B4-BE49-F238E27FC236}">
                  <a16:creationId xmlns:a16="http://schemas.microsoft.com/office/drawing/2014/main" id="{910C76DA-7886-8B47-AC0B-C0FC351B84DE}"/>
                </a:ext>
              </a:extLst>
            </p:cNvPr>
            <p:cNvSpPr/>
            <p:nvPr/>
          </p:nvSpPr>
          <p:spPr>
            <a:xfrm>
              <a:off x="677252" y="1916492"/>
              <a:ext cx="2885749" cy="4045058"/>
            </a:xfrm>
            <a:prstGeom prst="rect">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350" dirty="0"/>
            </a:p>
          </p:txBody>
        </p:sp>
        <p:pic>
          <p:nvPicPr>
            <p:cNvPr id="8" name="Graphic 7">
              <a:extLst>
                <a:ext uri="{FF2B5EF4-FFF2-40B4-BE49-F238E27FC236}">
                  <a16:creationId xmlns:a16="http://schemas.microsoft.com/office/drawing/2014/main" id="{0807008F-02FC-CA40-B191-A281976044A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56972" y="2924499"/>
              <a:ext cx="1094787" cy="1094787"/>
            </a:xfrm>
            <a:prstGeom prst="rect">
              <a:avLst/>
            </a:prstGeom>
          </p:spPr>
        </p:pic>
      </p:grpSp>
      <p:sp>
        <p:nvSpPr>
          <p:cNvPr id="9" name="TextBox 8">
            <a:extLst>
              <a:ext uri="{FF2B5EF4-FFF2-40B4-BE49-F238E27FC236}">
                <a16:creationId xmlns:a16="http://schemas.microsoft.com/office/drawing/2014/main" id="{6C4D0400-C2C5-3249-9924-6D9DAE523DB4}"/>
              </a:ext>
            </a:extLst>
          </p:cNvPr>
          <p:cNvSpPr txBox="1"/>
          <p:nvPr/>
        </p:nvSpPr>
        <p:spPr>
          <a:xfrm>
            <a:off x="906793" y="4105895"/>
            <a:ext cx="1360073" cy="692497"/>
          </a:xfrm>
          <a:prstGeom prst="rect">
            <a:avLst/>
          </a:prstGeom>
          <a:noFill/>
        </p:spPr>
        <p:txBody>
          <a:bodyPr wrap="square" rtlCol="0">
            <a:spAutoFit/>
          </a:bodyPr>
          <a:lstStyle/>
          <a:p>
            <a:pPr algn="ctr" rtl="0"/>
            <a:r>
              <a:rPr lang="pt-BR" sz="1950">
                <a:latin typeface="Amazon Ember" panose="020B0603020204020204" pitchFamily="34" charset="0"/>
                <a:ea typeface="Amazon Ember" panose="020B0603020204020204" pitchFamily="34" charset="0"/>
                <a:cs typeface="Amazon Ember" panose="020B0603020204020204" pitchFamily="34" charset="0"/>
              </a:rPr>
              <a:t>Amazon EC2</a:t>
            </a:r>
          </a:p>
        </p:txBody>
      </p:sp>
    </p:spTree>
    <p:custDataLst>
      <p:tags r:id="rId1"/>
    </p:custDataLst>
    <p:extLst>
      <p:ext uri="{BB962C8B-B14F-4D97-AF65-F5344CB8AC3E}">
        <p14:creationId xmlns:p14="http://schemas.microsoft.com/office/powerpoint/2010/main" val="1197069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1F7D59-C6D0-BD38-F31F-1C03B521B6CD}"/>
              </a:ext>
            </a:extLst>
          </p:cNvPr>
          <p:cNvSpPr>
            <a:spLocks noGrp="1"/>
          </p:cNvSpPr>
          <p:nvPr>
            <p:ph type="title"/>
          </p:nvPr>
        </p:nvSpPr>
        <p:spPr/>
        <p:txBody>
          <a:bodyPr/>
          <a:lstStyle/>
          <a:p>
            <a:r>
              <a:rPr lang="pt-BR" dirty="0"/>
              <a:t>Processamento </a:t>
            </a:r>
            <a:r>
              <a:rPr lang="pt-BR" dirty="0" err="1"/>
              <a:t>vs</a:t>
            </a:r>
            <a:r>
              <a:rPr lang="pt-BR" dirty="0"/>
              <a:t> armazenamento</a:t>
            </a:r>
          </a:p>
        </p:txBody>
      </p:sp>
      <p:sp>
        <p:nvSpPr>
          <p:cNvPr id="3" name="Espaço Reservado para Conteúdo 2">
            <a:extLst>
              <a:ext uri="{FF2B5EF4-FFF2-40B4-BE49-F238E27FC236}">
                <a16:creationId xmlns:a16="http://schemas.microsoft.com/office/drawing/2014/main" id="{3566D251-3CB1-C3B0-906B-F49083E39FBF}"/>
              </a:ext>
            </a:extLst>
          </p:cNvPr>
          <p:cNvSpPr>
            <a:spLocks noGrp="1"/>
          </p:cNvSpPr>
          <p:nvPr>
            <p:ph idx="1"/>
          </p:nvPr>
        </p:nvSpPr>
        <p:spPr>
          <a:xfrm>
            <a:off x="628650" y="1073426"/>
            <a:ext cx="7704468" cy="1443272"/>
          </a:xfrm>
        </p:spPr>
        <p:txBody>
          <a:bodyPr>
            <a:normAutofit fontScale="85000" lnSpcReduction="10000"/>
          </a:bodyPr>
          <a:lstStyle/>
          <a:p>
            <a:pPr lvl="2"/>
            <a:r>
              <a:rPr lang="pt-BR" dirty="0"/>
              <a:t>Se usarmos infraestrutura como serviço teremos um "monolito" o qual pagamos na íntegra por armazenamento e processamento. Exemplo da EC2. Quanto mais específico forem os serviços, mais conseguimos separar o custo de processamento do custo de armazenamento,</a:t>
            </a:r>
          </a:p>
          <a:p>
            <a:r>
              <a:rPr lang="pt-BR" dirty="0"/>
              <a:t>Arquiteturas de referência: </a:t>
            </a:r>
            <a:r>
              <a:rPr lang="en-US" dirty="0">
                <a:hlinkClick r:id="rId2"/>
              </a:rPr>
              <a:t>AWS Reference Architecture Diagrams (amazon.com)</a:t>
            </a:r>
            <a:r>
              <a:rPr lang="en-US" dirty="0"/>
              <a:t>.</a:t>
            </a:r>
            <a:endParaRPr lang="pt-BR" dirty="0"/>
          </a:p>
          <a:p>
            <a:pPr lvl="1"/>
            <a:r>
              <a:rPr lang="en-US" dirty="0" err="1">
                <a:solidFill>
                  <a:srgbClr val="3C3D3E"/>
                </a:solidFill>
                <a:hlinkClick r:id="rId3">
                  <a:extLst>
                    <a:ext uri="{A12FA001-AC4F-418D-AE19-62706E023703}">
                      <ahyp:hlinkClr xmlns:ahyp="http://schemas.microsoft.com/office/drawing/2018/hyperlinkcolor" val="tx"/>
                    </a:ext>
                  </a:extLst>
                </a:hlinkClick>
              </a:rPr>
              <a:t>Exemplo</a:t>
            </a:r>
            <a:r>
              <a:rPr lang="en-US" dirty="0">
                <a:solidFill>
                  <a:srgbClr val="FF0000"/>
                </a:solidFill>
                <a:hlinkClick r:id="rId3">
                  <a:extLst>
                    <a:ext uri="{A12FA001-AC4F-418D-AE19-62706E023703}">
                      <ahyp:hlinkClr xmlns:ahyp="http://schemas.microsoft.com/office/drawing/2018/hyperlinkcolor" val="tx"/>
                    </a:ext>
                  </a:extLst>
                </a:hlinkClick>
              </a:rPr>
              <a:t>: </a:t>
            </a:r>
            <a:r>
              <a:rPr lang="en-US" dirty="0">
                <a:solidFill>
                  <a:srgbClr val="3C3D3E"/>
                </a:solidFill>
                <a:hlinkClick r:id="rId3">
                  <a:extLst>
                    <a:ext uri="{A12FA001-AC4F-418D-AE19-62706E023703}">
                      <ahyp:hlinkClr xmlns:ahyp="http://schemas.microsoft.com/office/drawing/2018/hyperlinkcolor" val="tx"/>
                    </a:ext>
                  </a:extLst>
                </a:hlinkClick>
              </a:rPr>
              <a:t>Log Analytics with Open Source Patterns (awsstatic.com)</a:t>
            </a:r>
            <a:endParaRPr lang="pt-BR" dirty="0"/>
          </a:p>
          <a:p>
            <a:endParaRPr lang="pt-BR" dirty="0"/>
          </a:p>
        </p:txBody>
      </p:sp>
      <p:sp>
        <p:nvSpPr>
          <p:cNvPr id="4" name="Espaço Reservado para Texto 3">
            <a:extLst>
              <a:ext uri="{FF2B5EF4-FFF2-40B4-BE49-F238E27FC236}">
                <a16:creationId xmlns:a16="http://schemas.microsoft.com/office/drawing/2014/main" id="{FFCF4C13-F300-AECF-1B85-7509730A9124}"/>
              </a:ext>
            </a:extLst>
          </p:cNvPr>
          <p:cNvSpPr>
            <a:spLocks noGrp="1"/>
          </p:cNvSpPr>
          <p:nvPr>
            <p:ph type="body" sz="quarter" idx="10"/>
          </p:nvPr>
        </p:nvSpPr>
        <p:spPr/>
        <p:txBody>
          <a:bodyPr/>
          <a:lstStyle/>
          <a:p>
            <a:endParaRPr lang="pt-BR"/>
          </a:p>
        </p:txBody>
      </p:sp>
      <p:pic>
        <p:nvPicPr>
          <p:cNvPr id="6" name="Imagem 5">
            <a:extLst>
              <a:ext uri="{FF2B5EF4-FFF2-40B4-BE49-F238E27FC236}">
                <a16:creationId xmlns:a16="http://schemas.microsoft.com/office/drawing/2014/main" id="{D2C6F325-146F-A052-5A8F-89F50EECB28E}"/>
              </a:ext>
            </a:extLst>
          </p:cNvPr>
          <p:cNvPicPr>
            <a:picLocks noChangeAspect="1"/>
          </p:cNvPicPr>
          <p:nvPr/>
        </p:nvPicPr>
        <p:blipFill>
          <a:blip r:embed="rId4"/>
          <a:stretch>
            <a:fillRect/>
          </a:stretch>
        </p:blipFill>
        <p:spPr>
          <a:xfrm>
            <a:off x="228600" y="2643062"/>
            <a:ext cx="8686800" cy="4214938"/>
          </a:xfrm>
          <a:prstGeom prst="rect">
            <a:avLst/>
          </a:prstGeom>
        </p:spPr>
      </p:pic>
    </p:spTree>
    <p:extLst>
      <p:ext uri="{BB962C8B-B14F-4D97-AF65-F5344CB8AC3E}">
        <p14:creationId xmlns:p14="http://schemas.microsoft.com/office/powerpoint/2010/main" val="1401910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2B0A286C-F8B6-8C76-5E62-5FEC82795D46}"/>
              </a:ext>
            </a:extLst>
          </p:cNvPr>
          <p:cNvSpPr>
            <a:spLocks noGrp="1"/>
          </p:cNvSpPr>
          <p:nvPr>
            <p:ph type="body" sz="quarter" idx="15"/>
          </p:nvPr>
        </p:nvSpPr>
        <p:spPr/>
        <p:txBody>
          <a:bodyPr/>
          <a:lstStyle/>
          <a:p>
            <a:r>
              <a:rPr lang="pt-BR"/>
              <a:t>Capacidade de armazenamento</a:t>
            </a:r>
          </a:p>
        </p:txBody>
      </p:sp>
      <p:sp>
        <p:nvSpPr>
          <p:cNvPr id="5" name="Espaço Reservado para Texto 4">
            <a:extLst>
              <a:ext uri="{FF2B5EF4-FFF2-40B4-BE49-F238E27FC236}">
                <a16:creationId xmlns:a16="http://schemas.microsoft.com/office/drawing/2014/main" id="{1211E833-4227-5908-0D0D-CD1863D57AC6}"/>
              </a:ext>
            </a:extLst>
          </p:cNvPr>
          <p:cNvSpPr>
            <a:spLocks noGrp="1"/>
          </p:cNvSpPr>
          <p:nvPr>
            <p:ph type="body" sz="quarter" idx="16"/>
          </p:nvPr>
        </p:nvSpPr>
        <p:spPr/>
        <p:txBody>
          <a:bodyPr>
            <a:normAutofit fontScale="92500" lnSpcReduction="10000"/>
          </a:bodyPr>
          <a:lstStyle/>
          <a:p>
            <a:pPr marL="0" indent="0">
              <a:buNone/>
            </a:pPr>
            <a:r>
              <a:rPr lang="pt-BR"/>
              <a:t>03</a:t>
            </a:r>
          </a:p>
        </p:txBody>
      </p:sp>
    </p:spTree>
    <p:extLst>
      <p:ext uri="{BB962C8B-B14F-4D97-AF65-F5344CB8AC3E}">
        <p14:creationId xmlns:p14="http://schemas.microsoft.com/office/powerpoint/2010/main" val="522970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pt-BR">
                <a:latin typeface="+mj-lt"/>
              </a:rPr>
              <a:t>Armazenamento</a:t>
            </a:r>
          </a:p>
        </p:txBody>
      </p:sp>
      <p:sp>
        <p:nvSpPr>
          <p:cNvPr id="3" name="Footer Placeholder 2">
            <a:extLst>
              <a:ext uri="{FF2B5EF4-FFF2-40B4-BE49-F238E27FC236}">
                <a16:creationId xmlns:a16="http://schemas.microsoft.com/office/drawing/2014/main" id="{97FA7128-B684-403B-B49D-1366D28E25BE}"/>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endParaRPr lang="pt-BR" dirty="0">
              <a:latin typeface="+mj-lt"/>
            </a:endParaRP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19</a:t>
            </a:fld>
            <a:endParaRPr lang="en-US" dirty="0">
              <a:latin typeface="+mj-lt"/>
            </a:endParaRPr>
          </a:p>
        </p:txBody>
      </p:sp>
      <p:pic>
        <p:nvPicPr>
          <p:cNvPr id="6" name="Graphic 5">
            <a:extLst>
              <a:ext uri="{FF2B5EF4-FFF2-40B4-BE49-F238E27FC236}">
                <a16:creationId xmlns:a16="http://schemas.microsoft.com/office/drawing/2014/main" id="{72206458-AEBB-4C80-B3D9-09A14B171AC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685506" y="2789471"/>
            <a:ext cx="1526574" cy="1526574"/>
          </a:xfrm>
          <a:prstGeom prst="rect">
            <a:avLst/>
          </a:prstGeom>
        </p:spPr>
      </p:pic>
      <p:sp>
        <p:nvSpPr>
          <p:cNvPr id="7" name="TextBox 6">
            <a:extLst>
              <a:ext uri="{FF2B5EF4-FFF2-40B4-BE49-F238E27FC236}">
                <a16:creationId xmlns:a16="http://schemas.microsoft.com/office/drawing/2014/main" id="{F6B5E4BC-5E07-441C-90B1-7C6345044B83}"/>
              </a:ext>
            </a:extLst>
          </p:cNvPr>
          <p:cNvSpPr txBox="1"/>
          <p:nvPr/>
        </p:nvSpPr>
        <p:spPr>
          <a:xfrm>
            <a:off x="2480344" y="4565236"/>
            <a:ext cx="4025360" cy="738664"/>
          </a:xfrm>
          <a:prstGeom prst="rect">
            <a:avLst/>
          </a:prstGeom>
          <a:noFill/>
        </p:spPr>
        <p:txBody>
          <a:bodyPr wrap="square" rtlCol="0">
            <a:spAutoFit/>
          </a:bodyPr>
          <a:lstStyle/>
          <a:p>
            <a:pPr algn="ctr" rtl="0"/>
            <a:r>
              <a:rPr lang="pt-BR" sz="2100">
                <a:latin typeface="+mj-lt"/>
              </a:rPr>
              <a:t>Amazon Simple Storage Service (Amazon S3)</a:t>
            </a:r>
          </a:p>
        </p:txBody>
      </p:sp>
    </p:spTree>
    <p:custDataLst>
      <p:tags r:id="rId1"/>
    </p:custDataLst>
    <p:extLst>
      <p:ext uri="{BB962C8B-B14F-4D97-AF65-F5344CB8AC3E}">
        <p14:creationId xmlns:p14="http://schemas.microsoft.com/office/powerpoint/2010/main" val="722646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pt-BR">
                <a:latin typeface="+mj-lt"/>
              </a:rPr>
              <a:t>Visão geral do Amazon S3</a:t>
            </a:r>
          </a:p>
        </p:txBody>
      </p:sp>
      <p:sp>
        <p:nvSpPr>
          <p:cNvPr id="7" name="Slide Number Placeholder 6">
            <a:extLst>
              <a:ext uri="{C183D7F6-B498-43B3-948B-1728B52AA6E4}">
                <adec:decorative xmlns:adec="http://schemas.microsoft.com/office/drawing/2017/decorative" val="1"/>
              </a:ext>
            </a:extLst>
          </p:cNvPr>
          <p:cNvSpPr>
            <a:spLocks noGrp="1"/>
          </p:cNvSpPr>
          <p:nvPr>
            <p:ph type="sldNum" sz="quarter" idx="12"/>
          </p:nvPr>
        </p:nvSpPr>
        <p:spPr/>
        <p:txBody>
          <a:bodyPr rtlCol="0"/>
          <a:lstStyle/>
          <a:p>
            <a:pPr rtl="0"/>
            <a:fld id="{B6A95138-A96E-2F42-A959-2EFD44FE4AB7}" type="slidenum">
              <a:rPr lang="en-US" smtClean="0">
                <a:latin typeface="+mj-lt"/>
              </a:rPr>
              <a:t>20</a:t>
            </a:fld>
            <a:endParaRPr lang="en-US" dirty="0">
              <a:latin typeface="+mj-lt"/>
            </a:endParaRPr>
          </a:p>
        </p:txBody>
      </p:sp>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a:xfrm>
            <a:off x="314325" y="5624513"/>
            <a:ext cx="3952875" cy="273844"/>
          </a:xfrm>
        </p:spPr>
        <p:txBody>
          <a:bodyPr rtlCol="0"/>
          <a:lstStyle/>
          <a:p>
            <a:pPr rtl="0"/>
            <a:r>
              <a:rPr lang="pt-BR" dirty="0">
                <a:latin typeface="+mj-lt"/>
              </a:rPr>
              <a:t>© 2019 </a:t>
            </a:r>
            <a:r>
              <a:rPr lang="pt-BR" dirty="0" err="1">
                <a:latin typeface="+mj-lt"/>
              </a:rPr>
              <a:t>Amazon</a:t>
            </a:r>
            <a:r>
              <a:rPr lang="pt-BR" dirty="0">
                <a:latin typeface="+mj-lt"/>
              </a:rPr>
              <a:t> Web Services, Inc. ou suas afiliadas. Todos os direitos reservados.</a:t>
            </a:r>
          </a:p>
        </p:txBody>
      </p:sp>
      <p:grpSp>
        <p:nvGrpSpPr>
          <p:cNvPr id="10" name="Group 9">
            <a:extLst>
              <a:ext uri="{FF2B5EF4-FFF2-40B4-BE49-F238E27FC236}">
                <a16:creationId xmlns:a16="http://schemas.microsoft.com/office/drawing/2014/main" id="{8D9FA559-BA4A-4FB7-A143-BE9A5C7716B6}"/>
              </a:ext>
              <a:ext uri="{C183D7F6-B498-43B3-948B-1728B52AA6E4}">
                <adec:decorative xmlns:adec="http://schemas.microsoft.com/office/drawing/2017/decorative" val="1"/>
              </a:ext>
            </a:extLst>
          </p:cNvPr>
          <p:cNvGrpSpPr/>
          <p:nvPr/>
        </p:nvGrpSpPr>
        <p:grpSpPr>
          <a:xfrm>
            <a:off x="2" y="1812063"/>
            <a:ext cx="8557590" cy="3624641"/>
            <a:chOff x="1" y="1273084"/>
            <a:chExt cx="12191999" cy="5105400"/>
          </a:xfrm>
        </p:grpSpPr>
        <p:grpSp>
          <p:nvGrpSpPr>
            <p:cNvPr id="9" name="Group 8">
              <a:extLst>
                <a:ext uri="{FF2B5EF4-FFF2-40B4-BE49-F238E27FC236}">
                  <a16:creationId xmlns:a16="http://schemas.microsoft.com/office/drawing/2014/main" id="{B4E35822-4B86-4035-925C-F608078F6551}"/>
                </a:ext>
              </a:extLst>
            </p:cNvPr>
            <p:cNvGrpSpPr/>
            <p:nvPr/>
          </p:nvGrpSpPr>
          <p:grpSpPr>
            <a:xfrm>
              <a:off x="1" y="1273084"/>
              <a:ext cx="12191999" cy="5105400"/>
              <a:chOff x="-30967" y="1273084"/>
              <a:chExt cx="12191999" cy="5105400"/>
            </a:xfrm>
          </p:grpSpPr>
          <p:pic>
            <p:nvPicPr>
              <p:cNvPr id="5" name="Picture 4">
                <a:extLst>
                  <a:ext uri="{C183D7F6-B498-43B3-948B-1728B52AA6E4}">
                    <adec:decorative xmlns:adec="http://schemas.microsoft.com/office/drawing/2017/decorative" val="1"/>
                  </a:ext>
                </a:extLst>
              </p:cNvPr>
              <p:cNvPicPr>
                <a:picLocks noChangeAspect="1"/>
              </p:cNvPicPr>
              <p:nvPr/>
            </p:nvPicPr>
            <p:blipFill rotWithShape="1">
              <a:blip r:embed="rId4"/>
              <a:srcRect t="6889" b="11271"/>
              <a:stretch/>
            </p:blipFill>
            <p:spPr>
              <a:xfrm>
                <a:off x="-30967" y="1273084"/>
                <a:ext cx="12191999" cy="5105400"/>
              </a:xfrm>
              <a:prstGeom prst="rect">
                <a:avLst/>
              </a:prstGeom>
              <a:ln w="19050">
                <a:noFill/>
              </a:ln>
            </p:spPr>
          </p:pic>
          <p:sp>
            <p:nvSpPr>
              <p:cNvPr id="6" name="Rectangle 5">
                <a:extLst>
                  <a:ext uri="{C183D7F6-B498-43B3-948B-1728B52AA6E4}">
                    <adec:decorative xmlns:adec="http://schemas.microsoft.com/office/drawing/2017/decorative" val="1"/>
                  </a:ext>
                </a:extLst>
              </p:cNvPr>
              <p:cNvSpPr/>
              <p:nvPr/>
            </p:nvSpPr>
            <p:spPr bwMode="auto">
              <a:xfrm>
                <a:off x="-29444" y="1283544"/>
                <a:ext cx="12188952" cy="5081405"/>
              </a:xfrm>
              <a:prstGeom prst="rect">
                <a:avLst/>
              </a:prstGeom>
              <a:solidFill>
                <a:srgbClr val="FFFFFF">
                  <a:alpha val="80000"/>
                </a:srgbClr>
              </a:solidFill>
              <a:ln w="19050">
                <a:solidFill>
                  <a:schemeClr val="tx1"/>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99354" fontAlgn="base">
                  <a:lnSpc>
                    <a:spcPct val="90000"/>
                  </a:lnSpc>
                  <a:spcBef>
                    <a:spcPct val="0"/>
                  </a:spcBef>
                  <a:spcAft>
                    <a:spcPct val="0"/>
                  </a:spcAft>
                </a:pPr>
                <a:endParaRPr lang="en-US" dirty="0">
                  <a:gradFill>
                    <a:gsLst>
                      <a:gs pos="0">
                        <a:srgbClr val="FFFFFF"/>
                      </a:gs>
                      <a:gs pos="100000">
                        <a:srgbClr val="FFFFFF"/>
                      </a:gs>
                    </a:gsLst>
                    <a:lin ang="5400000" scaled="0"/>
                  </a:gradFill>
                  <a:latin typeface="+mj-lt"/>
                  <a:ea typeface="Segoe UI" pitchFamily="34" charset="0"/>
                  <a:cs typeface="Segoe UI" pitchFamily="34" charset="0"/>
                </a:endParaRPr>
              </a:p>
            </p:txBody>
          </p:sp>
        </p:grpSp>
        <p:pic>
          <p:nvPicPr>
            <p:cNvPr id="17"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187" y="1965501"/>
              <a:ext cx="760824" cy="760824"/>
            </a:xfrm>
            <a:prstGeom prst="rect">
              <a:avLst/>
            </a:prstGeom>
          </p:spPr>
        </p:pic>
        <p:pic>
          <p:nvPicPr>
            <p:cNvPr id="18"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6506" y="2202925"/>
              <a:ext cx="760824" cy="760824"/>
            </a:xfrm>
            <a:prstGeom prst="rect">
              <a:avLst/>
            </a:prstGeom>
          </p:spPr>
        </p:pic>
        <p:pic>
          <p:nvPicPr>
            <p:cNvPr id="19"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52337" y="1833233"/>
              <a:ext cx="760824" cy="760824"/>
            </a:xfrm>
            <a:prstGeom prst="rect">
              <a:avLst/>
            </a:prstGeom>
          </p:spPr>
        </p:pic>
        <p:pic>
          <p:nvPicPr>
            <p:cNvPr id="20"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15705" y="2281800"/>
              <a:ext cx="760824" cy="760824"/>
            </a:xfrm>
            <a:prstGeom prst="rect">
              <a:avLst/>
            </a:prstGeom>
          </p:spPr>
        </p:pic>
        <p:pic>
          <p:nvPicPr>
            <p:cNvPr id="21"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17770" y="5197521"/>
              <a:ext cx="760824" cy="760824"/>
            </a:xfrm>
            <a:prstGeom prst="rect">
              <a:avLst/>
            </a:prstGeom>
          </p:spPr>
        </p:pic>
        <p:pic>
          <p:nvPicPr>
            <p:cNvPr id="22"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69592" y="5473564"/>
              <a:ext cx="760824" cy="760824"/>
            </a:xfrm>
            <a:prstGeom prst="rect">
              <a:avLst/>
            </a:prstGeom>
          </p:spPr>
        </p:pic>
        <p:pic>
          <p:nvPicPr>
            <p:cNvPr id="23"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17959" y="5180274"/>
              <a:ext cx="760824" cy="760824"/>
            </a:xfrm>
            <a:prstGeom prst="rect">
              <a:avLst/>
            </a:prstGeom>
          </p:spPr>
        </p:pic>
      </p:grpSp>
      <p:sp>
        <p:nvSpPr>
          <p:cNvPr id="12" name="Rounded Rectangle 11" descr="Data is stored as objects within buckets.&#10;Unlimited storage.&#10;Designed for eleven nines of durability.&#10;Granular access to buckets and objects.&#10;"/>
          <p:cNvSpPr/>
          <p:nvPr/>
        </p:nvSpPr>
        <p:spPr bwMode="auto">
          <a:xfrm>
            <a:off x="1964087" y="2963559"/>
            <a:ext cx="4970679" cy="1722685"/>
          </a:xfrm>
          <a:prstGeom prst="roundRect">
            <a:avLst>
              <a:gd name="adj" fmla="val 9244"/>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99354" fontAlgn="base">
              <a:lnSpc>
                <a:spcPct val="90000"/>
              </a:lnSpc>
              <a:spcBef>
                <a:spcPct val="0"/>
              </a:spcBef>
              <a:spcAft>
                <a:spcPct val="0"/>
              </a:spcAft>
            </a:pPr>
            <a:endParaRPr lang="en-US" dirty="0">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13" name="Content Placeholder 3"/>
          <p:cNvSpPr txBox="1">
            <a:spLocks/>
          </p:cNvSpPr>
          <p:nvPr/>
        </p:nvSpPr>
        <p:spPr>
          <a:xfrm>
            <a:off x="2119465" y="3208225"/>
            <a:ext cx="4741822" cy="1478018"/>
          </a:xfrm>
          <a:prstGeom prst="rect">
            <a:avLst/>
          </a:prstGeom>
        </p:spPr>
        <p:txBody>
          <a:bodyPr rtlCol="0"/>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342900" indent="-342900">
              <a:lnSpc>
                <a:spcPct val="100000"/>
              </a:lnSpc>
              <a:buFont typeface="Arial" panose="020B0604020202020204" pitchFamily="34" charset="0"/>
              <a:buChar char="•"/>
            </a:pPr>
            <a:r>
              <a:rPr lang="pt-BR" sz="1350" dirty="0"/>
              <a:t>Os dados são armazenados como objetos em </a:t>
            </a:r>
            <a:r>
              <a:rPr lang="pt-BR" sz="1350" dirty="0" err="1"/>
              <a:t>buckets</a:t>
            </a:r>
            <a:endParaRPr lang="pt-BR" sz="1350" dirty="0"/>
          </a:p>
          <a:p>
            <a:pPr marL="342900" indent="-342900">
              <a:lnSpc>
                <a:spcPct val="100000"/>
              </a:lnSpc>
              <a:buFont typeface="Arial" panose="020B0604020202020204" pitchFamily="34" charset="0"/>
              <a:buChar char="•"/>
            </a:pPr>
            <a:r>
              <a:rPr lang="pt-BR" sz="1350" dirty="0"/>
              <a:t>Armazenamento praticamente ilimitado</a:t>
            </a:r>
          </a:p>
          <a:p>
            <a:pPr marL="595007" lvl="1" indent="-342900">
              <a:lnSpc>
                <a:spcPct val="100000"/>
              </a:lnSpc>
              <a:buFont typeface="Arial" panose="020B0604020202020204" pitchFamily="34" charset="0"/>
              <a:buChar char="•"/>
            </a:pPr>
            <a:r>
              <a:rPr lang="pt-BR" sz="1050" dirty="0"/>
              <a:t>Um único objeto é limitado a 5 TB</a:t>
            </a:r>
          </a:p>
          <a:p>
            <a:pPr marL="342900" indent="-342900">
              <a:lnSpc>
                <a:spcPct val="100000"/>
              </a:lnSpc>
              <a:buFont typeface="Arial" panose="020B0604020202020204" pitchFamily="34" charset="0"/>
              <a:buChar char="•"/>
            </a:pPr>
            <a:r>
              <a:rPr lang="pt-BR" sz="1350" dirty="0"/>
              <a:t>Projetado para oferecer uma disponibilidade de 11 noves, 99.999999999%</a:t>
            </a:r>
          </a:p>
          <a:p>
            <a:pPr marL="342900" indent="-342900">
              <a:lnSpc>
                <a:spcPct val="100000"/>
              </a:lnSpc>
              <a:buFont typeface="Arial" panose="020B0604020202020204" pitchFamily="34" charset="0"/>
              <a:buChar char="•"/>
            </a:pPr>
            <a:r>
              <a:rPr lang="pt-BR" sz="1350" dirty="0"/>
              <a:t>Acesso granular a </a:t>
            </a:r>
            <a:r>
              <a:rPr lang="pt-BR" sz="1350" dirty="0" err="1"/>
              <a:t>buckets</a:t>
            </a:r>
            <a:r>
              <a:rPr lang="pt-BR" sz="1350" dirty="0"/>
              <a:t> e objetos</a:t>
            </a:r>
          </a:p>
        </p:txBody>
      </p:sp>
    </p:spTree>
    <p:custDataLst>
      <p:tags r:id="rId1"/>
    </p:custDataLst>
    <p:extLst>
      <p:ext uri="{BB962C8B-B14F-4D97-AF65-F5344CB8AC3E}">
        <p14:creationId xmlns:p14="http://schemas.microsoft.com/office/powerpoint/2010/main" val="646651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wrap="square" lIns="68580" tIns="34290" rIns="68580" bIns="34290" rtlCol="0" anchor="ctr">
            <a:normAutofit fontScale="90000"/>
          </a:bodyPr>
          <a:lstStyle/>
          <a:p>
            <a:pPr rtl="0"/>
            <a:r>
              <a:rPr lang="pt-BR">
                <a:latin typeface="+mj-lt"/>
              </a:rPr>
              <a:t>URLs do bucket do Amazon S3 (dois estilos)</a:t>
            </a:r>
          </a:p>
        </p:txBody>
      </p:sp>
      <p:sp>
        <p:nvSpPr>
          <p:cNvPr id="29" name="Content Placeholder 2"/>
          <p:cNvSpPr>
            <a:spLocks noGrp="1"/>
          </p:cNvSpPr>
          <p:nvPr>
            <p:ph idx="1"/>
          </p:nvPr>
        </p:nvSpPr>
        <p:spPr>
          <a:xfrm>
            <a:off x="2023982" y="1579527"/>
            <a:ext cx="6431595" cy="1281364"/>
          </a:xfrm>
        </p:spPr>
        <p:txBody>
          <a:bodyPr rtlCol="0">
            <a:noAutofit/>
          </a:bodyPr>
          <a:lstStyle/>
          <a:p>
            <a:pPr marL="3175" lvl="1" indent="0">
              <a:spcBef>
                <a:spcPts val="900"/>
              </a:spcBef>
              <a:buNone/>
            </a:pPr>
            <a:r>
              <a:rPr lang="pt-BR" sz="2025" dirty="0">
                <a:latin typeface="+mj-lt"/>
              </a:rPr>
              <a:t>Para fazer upload dos seus dados: </a:t>
            </a:r>
          </a:p>
          <a:p>
            <a:pPr marL="574661" lvl="1" indent="-339716">
              <a:spcBef>
                <a:spcPts val="900"/>
              </a:spcBef>
              <a:buSzPct val="100000"/>
              <a:buFont typeface="+mj-lt"/>
              <a:buAutoNum type="arabicPeriod"/>
            </a:pPr>
            <a:r>
              <a:rPr lang="pt-BR" sz="2025" dirty="0">
                <a:latin typeface="+mj-lt"/>
              </a:rPr>
              <a:t>Crie um </a:t>
            </a:r>
            <a:r>
              <a:rPr lang="pt-BR" sz="2025" b="1" dirty="0" err="1">
                <a:solidFill>
                  <a:schemeClr val="accent5"/>
                </a:solidFill>
                <a:latin typeface="+mj-lt"/>
              </a:rPr>
              <a:t>bucket</a:t>
            </a:r>
            <a:r>
              <a:rPr lang="pt-BR" sz="2025" dirty="0">
                <a:latin typeface="+mj-lt"/>
              </a:rPr>
              <a:t> em uma região da AWS.</a:t>
            </a:r>
          </a:p>
          <a:p>
            <a:pPr marL="574661" lvl="1" indent="-339716">
              <a:spcBef>
                <a:spcPts val="900"/>
              </a:spcBef>
              <a:buSzPct val="100000"/>
              <a:buFont typeface="+mj-lt"/>
              <a:buAutoNum type="arabicPeriod"/>
            </a:pPr>
            <a:r>
              <a:rPr lang="pt-BR" sz="2025" dirty="0">
                <a:latin typeface="+mj-lt"/>
              </a:rPr>
              <a:t>Faça upload de quase qualquer número de </a:t>
            </a:r>
            <a:r>
              <a:rPr lang="pt-BR" sz="2025" b="1" dirty="0">
                <a:solidFill>
                  <a:schemeClr val="accent5"/>
                </a:solidFill>
                <a:latin typeface="+mj-lt"/>
              </a:rPr>
              <a:t>objetos</a:t>
            </a:r>
            <a:r>
              <a:rPr lang="pt-BR" sz="2025" dirty="0">
                <a:latin typeface="+mj-lt"/>
              </a:rPr>
              <a:t> para o </a:t>
            </a:r>
            <a:r>
              <a:rPr lang="pt-BR" sz="2025" dirty="0" err="1">
                <a:latin typeface="+mj-lt"/>
              </a:rPr>
              <a:t>bucket</a:t>
            </a:r>
            <a:r>
              <a:rPr lang="pt-BR" sz="2025" dirty="0">
                <a:latin typeface="+mj-lt"/>
              </a:rPr>
              <a:t>.</a:t>
            </a:r>
          </a:p>
        </p:txBody>
      </p:sp>
      <p:sp>
        <p:nvSpPr>
          <p:cNvPr id="3" name="Footer Placeholder 2">
            <a:extLst>
              <a:ext uri="{FF2B5EF4-FFF2-40B4-BE49-F238E27FC236}">
                <a16:creationId xmlns:a16="http://schemas.microsoft.com/office/drawing/2014/main" id="{7C359009-F066-4DB3-BEE2-71CCE56F1F54}"/>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endParaRPr lang="pt-BR" dirty="0">
              <a:latin typeface="+mj-lt"/>
            </a:endParaRP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21</a:t>
            </a:fld>
            <a:endParaRPr lang="en-US" dirty="0">
              <a:latin typeface="+mj-lt"/>
            </a:endParaRPr>
          </a:p>
        </p:txBody>
      </p:sp>
      <p:grpSp>
        <p:nvGrpSpPr>
          <p:cNvPr id="8" name="Group 7" descr="amazon s3 service, amazon s3 bucket, and bucket object.">
            <a:extLst>
              <a:ext uri="{FF2B5EF4-FFF2-40B4-BE49-F238E27FC236}">
                <a16:creationId xmlns:a16="http://schemas.microsoft.com/office/drawing/2014/main" id="{ADC9CAF9-9149-42A6-9541-4194E2387FC7}"/>
              </a:ext>
            </a:extLst>
          </p:cNvPr>
          <p:cNvGrpSpPr/>
          <p:nvPr/>
        </p:nvGrpSpPr>
        <p:grpSpPr>
          <a:xfrm>
            <a:off x="640921" y="1830709"/>
            <a:ext cx="1301090" cy="3757163"/>
            <a:chOff x="854562" y="1297945"/>
            <a:chExt cx="1734786" cy="5009550"/>
          </a:xfrm>
        </p:grpSpPr>
        <p:pic>
          <p:nvPicPr>
            <p:cNvPr id="35" name="Graphic 34" descr="s3 bucket.">
              <a:extLst>
                <a:ext uri="{FF2B5EF4-FFF2-40B4-BE49-F238E27FC236}">
                  <a16:creationId xmlns:a16="http://schemas.microsoft.com/office/drawing/2014/main" id="{3D8E4413-387B-4D9A-A617-24DE97E1E0EB}"/>
                </a:ext>
                <a:ext uri="{C183D7F6-B498-43B3-948B-1728B52AA6E4}">
                  <adec:decorative xmlns:adec="http://schemas.microsoft.com/office/drawing/2017/decorative" val="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62785" y="3013005"/>
              <a:ext cx="731520" cy="731520"/>
            </a:xfrm>
            <a:prstGeom prst="rect">
              <a:avLst/>
            </a:prstGeom>
          </p:spPr>
        </p:pic>
        <p:sp>
          <p:nvSpPr>
            <p:cNvPr id="32" name="TextBox 46"/>
            <p:cNvSpPr txBox="1">
              <a:spLocks noChangeArrowheads="1"/>
            </p:cNvSpPr>
            <p:nvPr/>
          </p:nvSpPr>
          <p:spPr bwMode="auto">
            <a:xfrm>
              <a:off x="1019413" y="1297945"/>
              <a:ext cx="143513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rtlCol="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rtl="0" eaLnBrk="1" hangingPunct="1"/>
              <a:r>
                <a:rPr lang="pt-BR" sz="1200">
                  <a:latin typeface="+mj-lt"/>
                  <a:cs typeface="Arial" charset="0"/>
                </a:rPr>
                <a:t>Amazon S3</a:t>
              </a:r>
            </a:p>
          </p:txBody>
        </p:sp>
        <p:sp>
          <p:nvSpPr>
            <p:cNvPr id="37" name="TextBox 52"/>
            <p:cNvSpPr txBox="1">
              <a:spLocks noChangeArrowheads="1"/>
            </p:cNvSpPr>
            <p:nvPr/>
          </p:nvSpPr>
          <p:spPr bwMode="auto">
            <a:xfrm>
              <a:off x="980301" y="3809807"/>
              <a:ext cx="1479497" cy="2154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rtlCol="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rtl="0" eaLnBrk="1" hangingPunct="1"/>
              <a:r>
                <a:rPr lang="pt-BR" sz="1050" i="1" dirty="0">
                  <a:latin typeface="+mj-lt"/>
                  <a:cs typeface="Arial" charset="0"/>
                </a:rPr>
                <a:t>[nome do </a:t>
              </a:r>
              <a:r>
                <a:rPr lang="pt-BR" sz="1050" i="1" dirty="0" err="1">
                  <a:latin typeface="+mj-lt"/>
                  <a:cs typeface="Arial" charset="0"/>
                </a:rPr>
                <a:t>bucket</a:t>
              </a:r>
              <a:r>
                <a:rPr lang="pt-BR" sz="1050" i="1" dirty="0">
                  <a:latin typeface="+mj-lt"/>
                  <a:cs typeface="Arial" charset="0"/>
                </a:rPr>
                <a:t>]</a:t>
              </a:r>
              <a:endParaRPr lang="en-US" sz="1350" i="1" dirty="0">
                <a:latin typeface="+mj-lt"/>
                <a:cs typeface="Arial" charset="0"/>
              </a:endParaRPr>
            </a:p>
          </p:txBody>
        </p:sp>
        <p:pic>
          <p:nvPicPr>
            <p:cNvPr id="45" name="Picture 44">
              <a:extLs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233334" y="4489737"/>
              <a:ext cx="975360" cy="975360"/>
            </a:xfrm>
            <a:prstGeom prst="rect">
              <a:avLst/>
            </a:prstGeom>
          </p:spPr>
        </p:pic>
        <p:sp>
          <p:nvSpPr>
            <p:cNvPr id="46" name="TextBox 52"/>
            <p:cNvSpPr txBox="1">
              <a:spLocks noChangeArrowheads="1"/>
            </p:cNvSpPr>
            <p:nvPr/>
          </p:nvSpPr>
          <p:spPr bwMode="auto">
            <a:xfrm>
              <a:off x="957962" y="5441050"/>
              <a:ext cx="155119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rtlCol="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rtl="0" eaLnBrk="1" hangingPunct="1"/>
              <a:r>
                <a:rPr lang="pt-BR" sz="1200" i="1">
                  <a:latin typeface="+mj-lt"/>
                  <a:cs typeface="Arial" charset="0"/>
                </a:rPr>
                <a:t>Preview2.mp4</a:t>
              </a:r>
              <a:endParaRPr lang="en-US" sz="1400" i="1" dirty="0">
                <a:latin typeface="+mj-lt"/>
                <a:cs typeface="Arial" charset="0"/>
              </a:endParaRPr>
            </a:p>
          </p:txBody>
        </p:sp>
        <p:sp>
          <p:nvSpPr>
            <p:cNvPr id="48" name="TextBox 33"/>
            <p:cNvSpPr txBox="1">
              <a:spLocks noChangeArrowheads="1"/>
            </p:cNvSpPr>
            <p:nvPr/>
          </p:nvSpPr>
          <p:spPr bwMode="auto">
            <a:xfrm>
              <a:off x="854562" y="5753498"/>
              <a:ext cx="1730974" cy="553997"/>
            </a:xfrm>
            <a:prstGeom prst="rect">
              <a:avLst/>
            </a:prstGeom>
            <a:noFill/>
            <a:ln w="9525">
              <a:noFill/>
              <a:miter lim="800000"/>
              <a:headEnd/>
              <a:tailEnd/>
            </a:ln>
          </p:spPr>
          <p:txBody>
            <a:bodyPr wrap="square" rtlCol="0">
              <a:spAutoFit/>
            </a:bodyPr>
            <a:lstStyle/>
            <a:p>
              <a:pPr algn="ctr" rtl="0"/>
              <a:r>
                <a:rPr lang="pt-BR" sz="1050" dirty="0">
                  <a:latin typeface="+mj-lt"/>
                  <a:ea typeface="Verdana" pitchFamily="34" charset="0"/>
                  <a:cs typeface="Helvetica Neue"/>
                </a:rPr>
                <a:t>Região de Tóquio (ap-northeast-1)</a:t>
              </a:r>
            </a:p>
          </p:txBody>
        </p:sp>
        <p:cxnSp>
          <p:nvCxnSpPr>
            <p:cNvPr id="14" name="Straight Connector 13">
              <a:extLst>
                <a:ext uri="{C183D7F6-B498-43B3-948B-1728B52AA6E4}">
                  <adec:decorative xmlns:adec="http://schemas.microsoft.com/office/drawing/2017/decorative" val="1"/>
                </a:ext>
              </a:extLst>
            </p:cNvPr>
            <p:cNvCxnSpPr>
              <a:cxnSpLocks/>
            </p:cNvCxnSpPr>
            <p:nvPr/>
          </p:nvCxnSpPr>
          <p:spPr>
            <a:xfrm>
              <a:off x="1729658" y="2472012"/>
              <a:ext cx="3904" cy="446749"/>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a:extLst>
                <a:ext uri="{C183D7F6-B498-43B3-948B-1728B52AA6E4}">
                  <adec:decorative xmlns:adec="http://schemas.microsoft.com/office/drawing/2017/decorative" val="1"/>
                </a:ext>
              </a:extLst>
            </p:cNvPr>
            <p:cNvCxnSpPr>
              <a:stCxn id="37" idx="2"/>
              <a:endCxn id="45" idx="0"/>
            </p:cNvCxnSpPr>
            <p:nvPr/>
          </p:nvCxnSpPr>
          <p:spPr>
            <a:xfrm>
              <a:off x="1720050" y="4025251"/>
              <a:ext cx="964" cy="464485"/>
            </a:xfrm>
            <a:prstGeom prst="line">
              <a:avLst/>
            </a:prstGeom>
            <a:ln w="28575"/>
          </p:spPr>
          <p:style>
            <a:lnRef idx="1">
              <a:schemeClr val="dk1"/>
            </a:lnRef>
            <a:fillRef idx="0">
              <a:schemeClr val="dk1"/>
            </a:fillRef>
            <a:effectRef idx="0">
              <a:schemeClr val="dk1"/>
            </a:effectRef>
            <a:fontRef idx="minor">
              <a:schemeClr val="tx1"/>
            </a:fontRef>
          </p:style>
        </p:cxnSp>
        <p:sp>
          <p:nvSpPr>
            <p:cNvPr id="47" name="Rounded Rectangle 46">
              <a:extLst>
                <a:ext uri="{C183D7F6-B498-43B3-948B-1728B52AA6E4}">
                  <adec:decorative xmlns:adec="http://schemas.microsoft.com/office/drawing/2017/decorative" val="1"/>
                </a:ext>
              </a:extLst>
            </p:cNvPr>
            <p:cNvSpPr/>
            <p:nvPr/>
          </p:nvSpPr>
          <p:spPr>
            <a:xfrm>
              <a:off x="864464" y="2716427"/>
              <a:ext cx="1724884" cy="3585468"/>
            </a:xfrm>
            <a:prstGeom prst="roundRect">
              <a:avLst>
                <a:gd name="adj" fmla="val 9818"/>
              </a:avLst>
            </a:prstGeom>
            <a:noFill/>
            <a:ln w="19050">
              <a:solidFill>
                <a:schemeClr val="tx1"/>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defRPr/>
              </a:pPr>
              <a:endParaRPr lang="en-US" dirty="0">
                <a:solidFill>
                  <a:schemeClr val="tx1"/>
                </a:solidFill>
                <a:latin typeface="+mj-lt"/>
                <a:cs typeface="Helvetica Neue"/>
              </a:endParaRPr>
            </a:p>
          </p:txBody>
        </p:sp>
        <p:pic>
          <p:nvPicPr>
            <p:cNvPr id="26" name="Graphic 25" descr="Amazon Simple Storage Service icon.">
              <a:extLst>
                <a:ext uri="{FF2B5EF4-FFF2-40B4-BE49-F238E27FC236}">
                  <a16:creationId xmlns:a16="http://schemas.microsoft.com/office/drawing/2014/main" id="{DEA7F99F-A445-43E8-BF98-9EFD8D3C324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63750" y="1630899"/>
              <a:ext cx="754380" cy="754380"/>
            </a:xfrm>
            <a:prstGeom prst="rect">
              <a:avLst/>
            </a:prstGeom>
          </p:spPr>
        </p:pic>
      </p:grpSp>
      <p:grpSp>
        <p:nvGrpSpPr>
          <p:cNvPr id="12" name="Group 11" descr="bucket path-style url endpoint.">
            <a:extLst>
              <a:ext uri="{FF2B5EF4-FFF2-40B4-BE49-F238E27FC236}">
                <a16:creationId xmlns:a16="http://schemas.microsoft.com/office/drawing/2014/main" id="{53E5C928-DE7F-49F1-95B8-75787383AD3F}"/>
              </a:ext>
            </a:extLst>
          </p:cNvPr>
          <p:cNvGrpSpPr/>
          <p:nvPr/>
        </p:nvGrpSpPr>
        <p:grpSpPr>
          <a:xfrm>
            <a:off x="2129615" y="3250128"/>
            <a:ext cx="6957029" cy="1320447"/>
            <a:chOff x="2839486" y="3190505"/>
            <a:chExt cx="9276039" cy="1760597"/>
          </a:xfrm>
        </p:grpSpPr>
        <p:sp>
          <p:nvSpPr>
            <p:cNvPr id="51" name="TextBox 52"/>
            <p:cNvSpPr txBox="1">
              <a:spLocks noChangeArrowheads="1"/>
            </p:cNvSpPr>
            <p:nvPr/>
          </p:nvSpPr>
          <p:spPr bwMode="auto">
            <a:xfrm>
              <a:off x="2839486" y="3190505"/>
              <a:ext cx="8579363"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rtlCol="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rtl="0" eaLnBrk="1" hangingPunct="1"/>
              <a:r>
                <a:rPr lang="pt-BR" sz="1800">
                  <a:latin typeface="+mj-lt"/>
                  <a:cs typeface="Arial" charset="0"/>
                </a:rPr>
                <a:t>Endpoint de URL no estilo de caminho do bucket: </a:t>
              </a:r>
              <a:endParaRPr lang="en-US" sz="1400" dirty="0">
                <a:latin typeface="+mj-lt"/>
                <a:cs typeface="Arial" charset="0"/>
              </a:endParaRPr>
            </a:p>
          </p:txBody>
        </p:sp>
        <p:sp>
          <p:nvSpPr>
            <p:cNvPr id="58" name="TextBox 52">
              <a:extLst>
                <a:ext uri="{C183D7F6-B498-43B3-948B-1728B52AA6E4}">
                  <adec:decorative xmlns:adec="http://schemas.microsoft.com/office/drawing/2017/decorative" val="1"/>
                </a:ext>
              </a:extLst>
            </p:cNvPr>
            <p:cNvSpPr txBox="1">
              <a:spLocks noChangeArrowheads="1"/>
            </p:cNvSpPr>
            <p:nvPr/>
          </p:nvSpPr>
          <p:spPr bwMode="auto">
            <a:xfrm>
              <a:off x="2839486" y="3695050"/>
              <a:ext cx="9276039" cy="2872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rtlCol="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rtl="0"/>
              <a:r>
                <a:rPr lang="pt-BR" sz="1400" b="1" i="1" dirty="0">
                  <a:latin typeface="+mj-lt"/>
                  <a:cs typeface="Arial" charset="0"/>
                  <a:hlinkClick r:id="rId9">
                    <a:extLst>
                      <a:ext uri="{A12FA001-AC4F-418D-AE19-62706E023703}">
                        <ahyp:hlinkClr xmlns:ahyp="http://schemas.microsoft.com/office/drawing/2018/hyperlinkcolor" val="tx"/>
                      </a:ext>
                    </a:extLst>
                  </a:hlinkClick>
                </a:rPr>
                <a:t>https://</a:t>
              </a:r>
              <a:r>
                <a:rPr lang="pt-BR" sz="1400" b="1" i="1" dirty="0">
                  <a:latin typeface="+mj-lt"/>
                  <a:cs typeface="Arial" charset="0"/>
                </a:rPr>
                <a:t>s3.</a:t>
              </a:r>
              <a:r>
                <a:rPr lang="pt-BR" sz="1400" b="1" i="1" dirty="0">
                  <a:solidFill>
                    <a:srgbClr val="FF9933"/>
                  </a:solidFill>
                  <a:latin typeface="+mj-lt"/>
                  <a:cs typeface="Arial" charset="0"/>
                </a:rPr>
                <a:t>ap-northeast-1</a:t>
              </a:r>
              <a:r>
                <a:rPr lang="pt-BR" sz="1400" b="1" i="1" dirty="0">
                  <a:latin typeface="+mj-lt"/>
                  <a:cs typeface="Arial" charset="0"/>
                </a:rPr>
                <a:t>.amazonaws.com/</a:t>
              </a:r>
              <a:r>
                <a:rPr lang="pt-BR" sz="1400" b="1" i="1" dirty="0">
                  <a:solidFill>
                    <a:srgbClr val="FF9933"/>
                  </a:solidFill>
                  <a:latin typeface="+mj-lt"/>
                  <a:cs typeface="Arial" charset="0"/>
                </a:rPr>
                <a:t>bucket-name</a:t>
              </a:r>
              <a:endParaRPr lang="en-US" sz="1600" b="1" i="1" dirty="0">
                <a:solidFill>
                  <a:srgbClr val="FF9933"/>
                </a:solidFill>
                <a:latin typeface="+mj-lt"/>
                <a:cs typeface="Arial" charset="0"/>
              </a:endParaRPr>
            </a:p>
          </p:txBody>
        </p:sp>
        <p:sp>
          <p:nvSpPr>
            <p:cNvPr id="59" name="TextBox 52"/>
            <p:cNvSpPr txBox="1">
              <a:spLocks noChangeArrowheads="1"/>
            </p:cNvSpPr>
            <p:nvPr/>
          </p:nvSpPr>
          <p:spPr bwMode="auto">
            <a:xfrm>
              <a:off x="3915071" y="4458659"/>
              <a:ext cx="1551200"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rtlCol="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rtl="0" eaLnBrk="1" hangingPunct="1"/>
              <a:r>
                <a:rPr lang="pt-BR" sz="1200" b="1" dirty="0">
                  <a:solidFill>
                    <a:schemeClr val="accent2"/>
                  </a:solidFill>
                  <a:latin typeface="+mj-lt"/>
                  <a:cs typeface="Arial" charset="0"/>
                </a:rPr>
                <a:t>Código da região</a:t>
              </a:r>
              <a:endParaRPr lang="en-US" sz="1400" b="1" dirty="0">
                <a:solidFill>
                  <a:schemeClr val="accent2"/>
                </a:solidFill>
                <a:latin typeface="+mj-lt"/>
                <a:cs typeface="Arial" charset="0"/>
              </a:endParaRPr>
            </a:p>
          </p:txBody>
        </p:sp>
        <p:sp>
          <p:nvSpPr>
            <p:cNvPr id="17" name="Right Brace 16">
              <a:extLst>
                <a:ext uri="{C183D7F6-B498-43B3-948B-1728B52AA6E4}">
                  <adec:decorative xmlns:adec="http://schemas.microsoft.com/office/drawing/2017/decorative" val="1"/>
                </a:ext>
              </a:extLst>
            </p:cNvPr>
            <p:cNvSpPr/>
            <p:nvPr/>
          </p:nvSpPr>
          <p:spPr>
            <a:xfrm rot="5400000">
              <a:off x="4512720" y="3375972"/>
              <a:ext cx="367701" cy="1570601"/>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rtl="0"/>
              <a:endParaRPr lang="en-US" dirty="0">
                <a:latin typeface="+mj-lt"/>
              </a:endParaRPr>
            </a:p>
          </p:txBody>
        </p:sp>
        <p:sp>
          <p:nvSpPr>
            <p:cNvPr id="62" name="TextBox 52"/>
            <p:cNvSpPr txBox="1">
              <a:spLocks noChangeArrowheads="1"/>
            </p:cNvSpPr>
            <p:nvPr/>
          </p:nvSpPr>
          <p:spPr bwMode="auto">
            <a:xfrm>
              <a:off x="7217582" y="4450560"/>
              <a:ext cx="1551200"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rtlCol="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rtl="0" eaLnBrk="1" hangingPunct="1"/>
              <a:r>
                <a:rPr lang="pt-BR" sz="1200" b="1">
                  <a:solidFill>
                    <a:schemeClr val="accent2"/>
                  </a:solidFill>
                  <a:latin typeface="+mj-lt"/>
                  <a:cs typeface="Arial" charset="0"/>
                </a:rPr>
                <a:t>Nome do bucket</a:t>
              </a:r>
              <a:endParaRPr lang="en-US" sz="1400" b="1" dirty="0">
                <a:solidFill>
                  <a:schemeClr val="accent2"/>
                </a:solidFill>
                <a:latin typeface="+mj-lt"/>
                <a:cs typeface="Arial" charset="0"/>
              </a:endParaRPr>
            </a:p>
          </p:txBody>
        </p:sp>
        <p:sp>
          <p:nvSpPr>
            <p:cNvPr id="63" name="Right Brace 62">
              <a:extLst>
                <a:ext uri="{C183D7F6-B498-43B3-948B-1728B52AA6E4}">
                  <adec:decorative xmlns:adec="http://schemas.microsoft.com/office/drawing/2017/decorative" val="1"/>
                </a:ext>
              </a:extLst>
            </p:cNvPr>
            <p:cNvSpPr/>
            <p:nvPr/>
          </p:nvSpPr>
          <p:spPr>
            <a:xfrm rot="5400000">
              <a:off x="7808516" y="3505858"/>
              <a:ext cx="369333" cy="1387233"/>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rtl="0"/>
              <a:endParaRPr lang="en-US" dirty="0">
                <a:latin typeface="+mj-lt"/>
              </a:endParaRPr>
            </a:p>
          </p:txBody>
        </p:sp>
      </p:grpSp>
      <p:grpSp>
        <p:nvGrpSpPr>
          <p:cNvPr id="11" name="Group 10" descr="bucket virtual hosted-style url endpoint.">
            <a:extLst>
              <a:ext uri="{FF2B5EF4-FFF2-40B4-BE49-F238E27FC236}">
                <a16:creationId xmlns:a16="http://schemas.microsoft.com/office/drawing/2014/main" id="{7A8719D8-3404-4086-9C95-6003183DA4EC}"/>
              </a:ext>
            </a:extLst>
          </p:cNvPr>
          <p:cNvGrpSpPr/>
          <p:nvPr/>
        </p:nvGrpSpPr>
        <p:grpSpPr>
          <a:xfrm>
            <a:off x="2088400" y="4630279"/>
            <a:ext cx="7138443" cy="1330505"/>
            <a:chOff x="2791167" y="4837156"/>
            <a:chExt cx="9517924" cy="1774006"/>
          </a:xfrm>
        </p:grpSpPr>
        <p:sp>
          <p:nvSpPr>
            <p:cNvPr id="27" name="TextBox 52">
              <a:extLst>
                <a:ext uri="{FF2B5EF4-FFF2-40B4-BE49-F238E27FC236}">
                  <a16:creationId xmlns:a16="http://schemas.microsoft.com/office/drawing/2014/main" id="{EC686093-95F1-444D-ABE6-36DBF6AFF662}"/>
                </a:ext>
              </a:extLst>
            </p:cNvPr>
            <p:cNvSpPr txBox="1">
              <a:spLocks noChangeArrowheads="1"/>
            </p:cNvSpPr>
            <p:nvPr/>
          </p:nvSpPr>
          <p:spPr bwMode="auto">
            <a:xfrm>
              <a:off x="2791167" y="4837156"/>
              <a:ext cx="862768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rtlCol="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rtl="0" eaLnBrk="1" hangingPunct="1"/>
              <a:r>
                <a:rPr lang="pt-BR" sz="1800" dirty="0" err="1">
                  <a:latin typeface="+mj-lt"/>
                  <a:cs typeface="Arial" charset="0"/>
                </a:rPr>
                <a:t>Endpoint</a:t>
              </a:r>
              <a:r>
                <a:rPr lang="pt-BR" sz="1800" dirty="0">
                  <a:latin typeface="+mj-lt"/>
                  <a:cs typeface="Arial" charset="0"/>
                </a:rPr>
                <a:t> de URL do estilo de hospedagem virtual do </a:t>
              </a:r>
              <a:r>
                <a:rPr lang="pt-BR" sz="1800" dirty="0" err="1">
                  <a:latin typeface="+mj-lt"/>
                  <a:cs typeface="Arial" charset="0"/>
                </a:rPr>
                <a:t>bucket</a:t>
              </a:r>
              <a:r>
                <a:rPr lang="pt-BR" sz="1800" dirty="0">
                  <a:latin typeface="+mj-lt"/>
                  <a:cs typeface="Arial" charset="0"/>
                </a:rPr>
                <a:t>:</a:t>
              </a:r>
              <a:endParaRPr lang="en-US" sz="1400" dirty="0">
                <a:latin typeface="+mj-lt"/>
                <a:cs typeface="Arial" charset="0"/>
              </a:endParaRPr>
            </a:p>
          </p:txBody>
        </p:sp>
        <p:sp>
          <p:nvSpPr>
            <p:cNvPr id="28" name="TextBox 52">
              <a:extLst>
                <a:ext uri="{FF2B5EF4-FFF2-40B4-BE49-F238E27FC236}">
                  <a16:creationId xmlns:a16="http://schemas.microsoft.com/office/drawing/2014/main" id="{48CC71B6-3221-AA42-BD4C-D2D4AC9A3295}"/>
                </a:ext>
                <a:ext uri="{C183D7F6-B498-43B3-948B-1728B52AA6E4}">
                  <adec:decorative xmlns:adec="http://schemas.microsoft.com/office/drawing/2017/decorative" val="1"/>
                </a:ext>
              </a:extLst>
            </p:cNvPr>
            <p:cNvSpPr txBox="1">
              <a:spLocks noChangeArrowheads="1"/>
            </p:cNvSpPr>
            <p:nvPr/>
          </p:nvSpPr>
          <p:spPr bwMode="auto">
            <a:xfrm>
              <a:off x="3033052" y="5363809"/>
              <a:ext cx="9276039" cy="2872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rtlCol="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rtl="0"/>
              <a:r>
                <a:rPr lang="pt-BR" sz="1400" b="1" i="1">
                  <a:latin typeface="+mj-lt"/>
                  <a:cs typeface="Arial" charset="0"/>
                  <a:hlinkClick r:id="rId9">
                    <a:extLst>
                      <a:ext uri="{A12FA001-AC4F-418D-AE19-62706E023703}">
                        <ahyp:hlinkClr xmlns:ahyp="http://schemas.microsoft.com/office/drawing/2018/hyperlinkcolor" val="tx"/>
                      </a:ext>
                    </a:extLst>
                  </a:hlinkClick>
                </a:rPr>
                <a:t>https://</a:t>
              </a:r>
              <a:r>
                <a:rPr lang="pt-BR" sz="1400" b="1" i="1">
                  <a:solidFill>
                    <a:srgbClr val="FF9933"/>
                  </a:solidFill>
                  <a:latin typeface="+mj-lt"/>
                  <a:cs typeface="Arial" charset="0"/>
                </a:rPr>
                <a:t> bucket-name</a:t>
              </a:r>
              <a:r>
                <a:rPr lang="pt-BR" sz="1400" b="1" i="1">
                  <a:latin typeface="+mj-lt"/>
                  <a:cs typeface="Arial" charset="0"/>
                </a:rPr>
                <a:t>.s3-</a:t>
              </a:r>
              <a:r>
                <a:rPr lang="pt-BR" sz="1400" b="1" i="1">
                  <a:solidFill>
                    <a:srgbClr val="FF9933"/>
                  </a:solidFill>
                  <a:latin typeface="+mj-lt"/>
                  <a:cs typeface="Arial" charset="0"/>
                </a:rPr>
                <a:t>ap-northeast-1</a:t>
              </a:r>
              <a:r>
                <a:rPr lang="pt-BR" sz="1400" b="1" i="1">
                  <a:latin typeface="+mj-lt"/>
                  <a:cs typeface="Arial" charset="0"/>
                </a:rPr>
                <a:t>.amazonaws.com</a:t>
              </a:r>
              <a:endParaRPr lang="en-US" sz="1600" b="1" i="1" dirty="0">
                <a:solidFill>
                  <a:srgbClr val="FF9933"/>
                </a:solidFill>
                <a:latin typeface="+mj-lt"/>
                <a:cs typeface="Arial" charset="0"/>
              </a:endParaRPr>
            </a:p>
          </p:txBody>
        </p:sp>
        <p:sp>
          <p:nvSpPr>
            <p:cNvPr id="30" name="TextBox 52">
              <a:extLst>
                <a:ext uri="{FF2B5EF4-FFF2-40B4-BE49-F238E27FC236}">
                  <a16:creationId xmlns:a16="http://schemas.microsoft.com/office/drawing/2014/main" id="{FE3B8F2B-15EB-A541-AE89-107F96B2DC1B}"/>
                </a:ext>
              </a:extLst>
            </p:cNvPr>
            <p:cNvSpPr txBox="1">
              <a:spLocks noChangeArrowheads="1"/>
            </p:cNvSpPr>
            <p:nvPr/>
          </p:nvSpPr>
          <p:spPr bwMode="auto">
            <a:xfrm>
              <a:off x="5596172" y="6118717"/>
              <a:ext cx="1551200"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rtlCol="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rtl="0" eaLnBrk="1" hangingPunct="1"/>
              <a:r>
                <a:rPr lang="pt-BR" sz="1200" b="1">
                  <a:solidFill>
                    <a:schemeClr val="accent2"/>
                  </a:solidFill>
                  <a:latin typeface="+mj-lt"/>
                  <a:cs typeface="Arial" charset="0"/>
                </a:rPr>
                <a:t>Código da região </a:t>
              </a:r>
              <a:endParaRPr lang="en-US" sz="1400" b="1" dirty="0">
                <a:solidFill>
                  <a:schemeClr val="accent2"/>
                </a:solidFill>
                <a:latin typeface="+mj-lt"/>
                <a:cs typeface="Arial" charset="0"/>
              </a:endParaRPr>
            </a:p>
          </p:txBody>
        </p:sp>
        <p:sp>
          <p:nvSpPr>
            <p:cNvPr id="31" name="Right Brace 30">
              <a:extLst>
                <a:ext uri="{FF2B5EF4-FFF2-40B4-BE49-F238E27FC236}">
                  <a16:creationId xmlns:a16="http://schemas.microsoft.com/office/drawing/2014/main" id="{DD2F4957-4EAF-E743-8E49-6C732E607B6D}"/>
                </a:ext>
                <a:ext uri="{C183D7F6-B498-43B3-948B-1728B52AA6E4}">
                  <adec:decorative xmlns:adec="http://schemas.microsoft.com/office/drawing/2017/decorative" val="1"/>
                </a:ext>
              </a:extLst>
            </p:cNvPr>
            <p:cNvSpPr/>
            <p:nvPr/>
          </p:nvSpPr>
          <p:spPr>
            <a:xfrm rot="5400000">
              <a:off x="4343547" y="5165781"/>
              <a:ext cx="396326" cy="1312911"/>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rtl="0"/>
              <a:endParaRPr lang="en-US" dirty="0">
                <a:latin typeface="+mj-lt"/>
              </a:endParaRPr>
            </a:p>
          </p:txBody>
        </p:sp>
        <p:sp>
          <p:nvSpPr>
            <p:cNvPr id="33" name="TextBox 52">
              <a:extLst>
                <a:ext uri="{FF2B5EF4-FFF2-40B4-BE49-F238E27FC236}">
                  <a16:creationId xmlns:a16="http://schemas.microsoft.com/office/drawing/2014/main" id="{ED7F6589-6F7C-3A45-A564-7E2F0B15914D}"/>
                </a:ext>
              </a:extLst>
            </p:cNvPr>
            <p:cNvSpPr txBox="1">
              <a:spLocks noChangeArrowheads="1"/>
            </p:cNvSpPr>
            <p:nvPr/>
          </p:nvSpPr>
          <p:spPr bwMode="auto">
            <a:xfrm>
              <a:off x="3771647" y="6118719"/>
              <a:ext cx="1551200" cy="4924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rtlCol="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rtl="0" eaLnBrk="1" hangingPunct="1"/>
              <a:r>
                <a:rPr lang="pt-BR" sz="1200" b="1" dirty="0">
                  <a:solidFill>
                    <a:schemeClr val="accent2"/>
                  </a:solidFill>
                  <a:latin typeface="+mj-lt"/>
                  <a:cs typeface="Arial" charset="0"/>
                </a:rPr>
                <a:t>Nome do </a:t>
              </a:r>
              <a:r>
                <a:rPr lang="pt-BR" sz="1200" b="1" dirty="0" err="1">
                  <a:solidFill>
                    <a:schemeClr val="accent2"/>
                  </a:solidFill>
                  <a:latin typeface="+mj-lt"/>
                  <a:cs typeface="Arial" charset="0"/>
                </a:rPr>
                <a:t>bucket</a:t>
              </a:r>
              <a:endParaRPr lang="en-US" sz="1400" b="1" dirty="0">
                <a:solidFill>
                  <a:schemeClr val="accent2"/>
                </a:solidFill>
                <a:latin typeface="+mj-lt"/>
                <a:cs typeface="Arial" charset="0"/>
              </a:endParaRPr>
            </a:p>
          </p:txBody>
        </p:sp>
        <p:sp>
          <p:nvSpPr>
            <p:cNvPr id="34" name="Right Brace 33">
              <a:extLst>
                <a:ext uri="{FF2B5EF4-FFF2-40B4-BE49-F238E27FC236}">
                  <a16:creationId xmlns:a16="http://schemas.microsoft.com/office/drawing/2014/main" id="{F65C1671-695E-ED4D-839C-65898017F4D2}"/>
                </a:ext>
                <a:ext uri="{C183D7F6-B498-43B3-948B-1728B52AA6E4}">
                  <adec:decorative xmlns:adec="http://schemas.microsoft.com/office/drawing/2017/decorative" val="1"/>
                </a:ext>
              </a:extLst>
            </p:cNvPr>
            <p:cNvSpPr/>
            <p:nvPr/>
          </p:nvSpPr>
          <p:spPr>
            <a:xfrm rot="5400000">
              <a:off x="6176598" y="5070642"/>
              <a:ext cx="369333" cy="1530184"/>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rtl="0"/>
              <a:endParaRPr lang="en-US" dirty="0">
                <a:latin typeface="+mj-lt"/>
              </a:endParaRPr>
            </a:p>
          </p:txBody>
        </p:sp>
      </p:grpSp>
      <p:sp>
        <p:nvSpPr>
          <p:cNvPr id="4" name="CaixaDeTexto 3">
            <a:extLst>
              <a:ext uri="{FF2B5EF4-FFF2-40B4-BE49-F238E27FC236}">
                <a16:creationId xmlns:a16="http://schemas.microsoft.com/office/drawing/2014/main" id="{EB6AB437-56B5-47FD-FD6D-5A0126477291}"/>
              </a:ext>
            </a:extLst>
          </p:cNvPr>
          <p:cNvSpPr txBox="1"/>
          <p:nvPr/>
        </p:nvSpPr>
        <p:spPr>
          <a:xfrm>
            <a:off x="206061" y="6071710"/>
            <a:ext cx="8731878" cy="261610"/>
          </a:xfrm>
          <a:prstGeom prst="rect">
            <a:avLst/>
          </a:prstGeom>
          <a:noFill/>
        </p:spPr>
        <p:txBody>
          <a:bodyPr wrap="none" rtlCol="0">
            <a:spAutoFit/>
          </a:bodyPr>
          <a:lstStyle/>
          <a:p>
            <a:r>
              <a:rPr lang="pt-BR" sz="1100" dirty="0"/>
              <a:t>Mostrar </a:t>
            </a:r>
            <a:r>
              <a:rPr lang="pt-BR" sz="1100" dirty="0" err="1"/>
              <a:t>openDataSUS</a:t>
            </a:r>
            <a:r>
              <a:rPr lang="pt-BR" sz="1100" dirty="0"/>
              <a:t> - </a:t>
            </a:r>
            <a:r>
              <a:rPr lang="pt-BR" sz="1100" dirty="0">
                <a:hlinkClick r:id="rId10"/>
              </a:rPr>
              <a:t>https://opendatasus.saude.gov.br/dataset/covid-19-vacinacao/resource/301983f2-aa50-4977-8fec-cfab0806cb0b</a:t>
            </a:r>
            <a:endParaRPr lang="pt-BR" sz="1100" dirty="0"/>
          </a:p>
        </p:txBody>
      </p:sp>
    </p:spTree>
    <p:custDataLst>
      <p:tags r:id="rId1"/>
    </p:custDataLst>
    <p:extLst>
      <p:ext uri="{BB962C8B-B14F-4D97-AF65-F5344CB8AC3E}">
        <p14:creationId xmlns:p14="http://schemas.microsoft.com/office/powerpoint/2010/main" val="3254151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rtlCol="0">
            <a:normAutofit fontScale="90000"/>
          </a:bodyPr>
          <a:lstStyle/>
          <a:p>
            <a:pPr rtl="0"/>
            <a:r>
              <a:rPr lang="pt-BR" sz="2700"/>
              <a:t>Os dados são armazenados de modo redundante na região</a:t>
            </a:r>
          </a:p>
        </p:txBody>
      </p:sp>
      <p:sp>
        <p:nvSpPr>
          <p:cNvPr id="2" name="Footer Placeholder 1">
            <a:extLst>
              <a:ext uri="{FF2B5EF4-FFF2-40B4-BE49-F238E27FC236}">
                <a16:creationId xmlns:a16="http://schemas.microsoft.com/office/drawing/2014/main" id="{E1D1DED1-B286-48E8-876D-8EA0ED5001F0}"/>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endParaRPr lang="pt-BR" dirty="0">
              <a:latin typeface="+mj-lt"/>
            </a:endParaRP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22</a:t>
            </a:fld>
            <a:endParaRPr lang="en-US" dirty="0">
              <a:latin typeface="+mj-lt"/>
            </a:endParaRPr>
          </a:p>
        </p:txBody>
      </p:sp>
      <p:grpSp>
        <p:nvGrpSpPr>
          <p:cNvPr id="11" name="Group 10">
            <a:extLst>
              <a:ext uri="{FF2B5EF4-FFF2-40B4-BE49-F238E27FC236}">
                <a16:creationId xmlns:a16="http://schemas.microsoft.com/office/drawing/2014/main" id="{EA0902DD-338B-4BAE-969B-E1F6F9CAAAFB}"/>
              </a:ext>
              <a:ext uri="{C183D7F6-B498-43B3-948B-1728B52AA6E4}">
                <adec:decorative xmlns:adec="http://schemas.microsoft.com/office/drawing/2017/decorative" val="1"/>
              </a:ext>
            </a:extLst>
          </p:cNvPr>
          <p:cNvGrpSpPr/>
          <p:nvPr/>
        </p:nvGrpSpPr>
        <p:grpSpPr>
          <a:xfrm>
            <a:off x="1542544" y="2148604"/>
            <a:ext cx="5717206" cy="3396841"/>
            <a:chOff x="2056725" y="1721804"/>
            <a:chExt cx="7622941" cy="4529122"/>
          </a:xfrm>
        </p:grpSpPr>
        <p:pic>
          <p:nvPicPr>
            <p:cNvPr id="30" name="Graphic 29">
              <a:extLst>
                <a:ext uri="{FF2B5EF4-FFF2-40B4-BE49-F238E27FC236}">
                  <a16:creationId xmlns:a16="http://schemas.microsoft.com/office/drawing/2014/main" id="{C1615129-38BF-4B79-9946-7B7FADB7943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91222" y="1721804"/>
              <a:ext cx="666228" cy="666228"/>
            </a:xfrm>
            <a:prstGeom prst="rect">
              <a:avLst/>
            </a:prstGeom>
          </p:spPr>
        </p:pic>
        <p:sp>
          <p:nvSpPr>
            <p:cNvPr id="12" name="Rectangle 11">
              <a:extLst>
                <a:ext uri="{C183D7F6-B498-43B3-948B-1728B52AA6E4}">
                  <adec:decorative xmlns:adec="http://schemas.microsoft.com/office/drawing/2017/decorative" val="1"/>
                </a:ext>
              </a:extLst>
            </p:cNvPr>
            <p:cNvSpPr/>
            <p:nvPr/>
          </p:nvSpPr>
          <p:spPr>
            <a:xfrm>
              <a:off x="2056725" y="2374762"/>
              <a:ext cx="2387600" cy="413730"/>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pt-BR" sz="1350">
                  <a:solidFill>
                    <a:schemeClr val="tx1"/>
                  </a:solidFill>
                  <a:latin typeface="+mj-lt"/>
                </a:rPr>
                <a:t>media/welcome.mp4</a:t>
              </a:r>
            </a:p>
          </p:txBody>
        </p:sp>
        <p:pic>
          <p:nvPicPr>
            <p:cNvPr id="29" name="Graphic 28">
              <a:extLst>
                <a:ext uri="{FF2B5EF4-FFF2-40B4-BE49-F238E27FC236}">
                  <a16:creationId xmlns:a16="http://schemas.microsoft.com/office/drawing/2014/main" id="{760491DC-E8DB-45AC-BEE0-405026A9C725}"/>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37432" y="2756167"/>
              <a:ext cx="826530" cy="826530"/>
            </a:xfrm>
            <a:prstGeom prst="rect">
              <a:avLst/>
            </a:prstGeom>
          </p:spPr>
        </p:pic>
        <p:sp>
          <p:nvSpPr>
            <p:cNvPr id="9" name="TextBox 8">
              <a:extLst>
                <a:ext uri="{FF2B5EF4-FFF2-40B4-BE49-F238E27FC236}">
                  <a16:creationId xmlns:a16="http://schemas.microsoft.com/office/drawing/2014/main" id="{3BA283AB-DDE1-4213-9999-D352465E5A4E}"/>
                </a:ext>
                <a:ext uri="{C183D7F6-B498-43B3-948B-1728B52AA6E4}">
                  <adec:decorative xmlns:adec="http://schemas.microsoft.com/office/drawing/2017/decorative" val="1"/>
                </a:ext>
              </a:extLst>
            </p:cNvPr>
            <p:cNvSpPr txBox="1"/>
            <p:nvPr/>
          </p:nvSpPr>
          <p:spPr>
            <a:xfrm>
              <a:off x="2228849" y="3802629"/>
              <a:ext cx="1964640" cy="400109"/>
            </a:xfrm>
            <a:prstGeom prst="rect">
              <a:avLst/>
            </a:prstGeom>
            <a:noFill/>
          </p:spPr>
          <p:txBody>
            <a:bodyPr wrap="none" rtlCol="0">
              <a:spAutoFit/>
            </a:bodyPr>
            <a:lstStyle/>
            <a:p>
              <a:pPr rtl="0"/>
              <a:r>
                <a:rPr lang="pt-BR" sz="1350">
                  <a:latin typeface="+mj-lt"/>
                  <a:ea typeface="Amazon Ember Light" panose="020B0403020204020204" pitchFamily="34" charset="0"/>
                  <a:cs typeface="Amazon Ember Light" panose="020B0403020204020204" pitchFamily="34" charset="0"/>
                </a:rPr>
                <a:t>my-bucket-name</a:t>
              </a:r>
            </a:p>
          </p:txBody>
        </p:sp>
        <p:sp>
          <p:nvSpPr>
            <p:cNvPr id="6" name="Rounded Rectangle 5">
              <a:extLst>
                <a:ext uri="{FF2B5EF4-FFF2-40B4-BE49-F238E27FC236}">
                  <a16:creationId xmlns:a16="http://schemas.microsoft.com/office/drawing/2014/main" id="{A68EDEAA-B077-B64A-A10F-4467A5664469}"/>
                </a:ext>
                <a:ext uri="{C183D7F6-B498-43B3-948B-1728B52AA6E4}">
                  <adec:decorative xmlns:adec="http://schemas.microsoft.com/office/drawing/2017/decorative" val="1"/>
                </a:ext>
              </a:extLst>
            </p:cNvPr>
            <p:cNvSpPr/>
            <p:nvPr/>
          </p:nvSpPr>
          <p:spPr>
            <a:xfrm>
              <a:off x="4836121" y="2737894"/>
              <a:ext cx="1463040" cy="293746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350" dirty="0">
                <a:latin typeface="+mj-lt"/>
              </a:endParaRPr>
            </a:p>
          </p:txBody>
        </p:sp>
        <p:sp>
          <p:nvSpPr>
            <p:cNvPr id="7" name="TextBox 6">
              <a:extLst>
                <a:ext uri="{FF2B5EF4-FFF2-40B4-BE49-F238E27FC236}">
                  <a16:creationId xmlns:a16="http://schemas.microsoft.com/office/drawing/2014/main" id="{D54D2FB1-7EDC-3542-8A6F-0263B2AC909B}"/>
                </a:ext>
                <a:ext uri="{C183D7F6-B498-43B3-948B-1728B52AA6E4}">
                  <adec:decorative xmlns:adec="http://schemas.microsoft.com/office/drawing/2017/decorative" val="1"/>
                </a:ext>
              </a:extLst>
            </p:cNvPr>
            <p:cNvSpPr txBox="1"/>
            <p:nvPr/>
          </p:nvSpPr>
          <p:spPr>
            <a:xfrm>
              <a:off x="4836122" y="2746785"/>
              <a:ext cx="1463040" cy="677108"/>
            </a:xfrm>
            <a:prstGeom prst="rect">
              <a:avLst/>
            </a:prstGeom>
            <a:noFill/>
          </p:spPr>
          <p:txBody>
            <a:bodyPr wrap="square" rtlCol="0">
              <a:spAutoFit/>
            </a:bodyPr>
            <a:lstStyle/>
            <a:p>
              <a:pPr algn="ctr" rtl="0"/>
              <a:r>
                <a:rPr lang="pt-BR" sz="1350" dirty="0">
                  <a:latin typeface="+mj-lt"/>
                </a:rPr>
                <a:t>Instalação 1</a:t>
              </a:r>
            </a:p>
          </p:txBody>
        </p:sp>
        <p:pic>
          <p:nvPicPr>
            <p:cNvPr id="34" name="Picture 33">
              <a:extLst>
                <a:ext uri="{FF2B5EF4-FFF2-40B4-BE49-F238E27FC236}">
                  <a16:creationId xmlns:a16="http://schemas.microsoft.com/office/drawing/2014/main" id="{5CCC0B8C-E43A-485D-AE3C-F37F6406E083}"/>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897552" y="3128593"/>
              <a:ext cx="1347646" cy="2450961"/>
            </a:xfrm>
            <a:prstGeom prst="rect">
              <a:avLst/>
            </a:prstGeom>
          </p:spPr>
        </p:pic>
        <p:sp>
          <p:nvSpPr>
            <p:cNvPr id="22" name="Rounded Rectangle 21">
              <a:extLst>
                <a:ext uri="{FF2B5EF4-FFF2-40B4-BE49-F238E27FC236}">
                  <a16:creationId xmlns:a16="http://schemas.microsoft.com/office/drawing/2014/main" id="{7A887A76-379C-DA4B-9C29-D53B07ED24AE}"/>
                </a:ext>
                <a:ext uri="{C183D7F6-B498-43B3-948B-1728B52AA6E4}">
                  <adec:decorative xmlns:adec="http://schemas.microsoft.com/office/drawing/2017/decorative" val="1"/>
                </a:ext>
              </a:extLst>
            </p:cNvPr>
            <p:cNvSpPr/>
            <p:nvPr/>
          </p:nvSpPr>
          <p:spPr>
            <a:xfrm>
              <a:off x="6567934" y="2737894"/>
              <a:ext cx="1463040" cy="293746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350" dirty="0">
                <a:latin typeface="+mj-lt"/>
              </a:endParaRPr>
            </a:p>
          </p:txBody>
        </p:sp>
        <p:sp>
          <p:nvSpPr>
            <p:cNvPr id="26" name="TextBox 25">
              <a:extLst>
                <a:ext uri="{FF2B5EF4-FFF2-40B4-BE49-F238E27FC236}">
                  <a16:creationId xmlns:a16="http://schemas.microsoft.com/office/drawing/2014/main" id="{40C976D8-FEEE-A64A-AA1C-46D5F4584FA5}"/>
                </a:ext>
                <a:ext uri="{C183D7F6-B498-43B3-948B-1728B52AA6E4}">
                  <adec:decorative xmlns:adec="http://schemas.microsoft.com/office/drawing/2017/decorative" val="1"/>
                </a:ext>
              </a:extLst>
            </p:cNvPr>
            <p:cNvSpPr txBox="1"/>
            <p:nvPr/>
          </p:nvSpPr>
          <p:spPr>
            <a:xfrm>
              <a:off x="6567935" y="2746785"/>
              <a:ext cx="1463040" cy="677108"/>
            </a:xfrm>
            <a:prstGeom prst="rect">
              <a:avLst/>
            </a:prstGeom>
            <a:noFill/>
          </p:spPr>
          <p:txBody>
            <a:bodyPr wrap="square" rtlCol="0">
              <a:spAutoFit/>
            </a:bodyPr>
            <a:lstStyle/>
            <a:p>
              <a:pPr algn="ctr" rtl="0"/>
              <a:r>
                <a:rPr lang="pt-BR" sz="1350" dirty="0">
                  <a:latin typeface="+mj-lt"/>
                </a:rPr>
                <a:t>Instalação 2</a:t>
              </a:r>
            </a:p>
          </p:txBody>
        </p:sp>
        <p:pic>
          <p:nvPicPr>
            <p:cNvPr id="33" name="Picture 32">
              <a:extLst>
                <a:ext uri="{FF2B5EF4-FFF2-40B4-BE49-F238E27FC236}">
                  <a16:creationId xmlns:a16="http://schemas.microsoft.com/office/drawing/2014/main" id="{A82A6A9F-E0F8-41E0-A287-C1AAE30E1A9E}"/>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618211" y="3105289"/>
              <a:ext cx="1347646" cy="2450961"/>
            </a:xfrm>
            <a:prstGeom prst="rect">
              <a:avLst/>
            </a:prstGeom>
          </p:spPr>
        </p:pic>
        <p:sp>
          <p:nvSpPr>
            <p:cNvPr id="23" name="Rounded Rectangle 22">
              <a:extLst>
                <a:ext uri="{FF2B5EF4-FFF2-40B4-BE49-F238E27FC236}">
                  <a16:creationId xmlns:a16="http://schemas.microsoft.com/office/drawing/2014/main" id="{5CF43031-D080-6241-A9E4-DC1B8CC15EE4}"/>
                </a:ext>
                <a:ext uri="{C183D7F6-B498-43B3-948B-1728B52AA6E4}">
                  <adec:decorative xmlns:adec="http://schemas.microsoft.com/office/drawing/2017/decorative" val="1"/>
                </a:ext>
              </a:extLst>
            </p:cNvPr>
            <p:cNvSpPr/>
            <p:nvPr/>
          </p:nvSpPr>
          <p:spPr>
            <a:xfrm>
              <a:off x="8216626" y="2737894"/>
              <a:ext cx="1463040" cy="293746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350" dirty="0">
                <a:latin typeface="+mj-lt"/>
              </a:endParaRPr>
            </a:p>
          </p:txBody>
        </p:sp>
        <p:sp>
          <p:nvSpPr>
            <p:cNvPr id="28" name="TextBox 27">
              <a:extLst>
                <a:ext uri="{FF2B5EF4-FFF2-40B4-BE49-F238E27FC236}">
                  <a16:creationId xmlns:a16="http://schemas.microsoft.com/office/drawing/2014/main" id="{10477FBD-6D80-3B4F-AEA3-B3AD66785E00}"/>
                </a:ext>
                <a:ext uri="{C183D7F6-B498-43B3-948B-1728B52AA6E4}">
                  <adec:decorative xmlns:adec="http://schemas.microsoft.com/office/drawing/2017/decorative" val="1"/>
                </a:ext>
              </a:extLst>
            </p:cNvPr>
            <p:cNvSpPr txBox="1"/>
            <p:nvPr/>
          </p:nvSpPr>
          <p:spPr>
            <a:xfrm>
              <a:off x="8216626" y="2775581"/>
              <a:ext cx="1463040" cy="677108"/>
            </a:xfrm>
            <a:prstGeom prst="rect">
              <a:avLst/>
            </a:prstGeom>
            <a:noFill/>
          </p:spPr>
          <p:txBody>
            <a:bodyPr wrap="square" rtlCol="0">
              <a:spAutoFit/>
            </a:bodyPr>
            <a:lstStyle/>
            <a:p>
              <a:pPr algn="ctr" rtl="0"/>
              <a:r>
                <a:rPr lang="pt-BR" sz="1350" dirty="0">
                  <a:latin typeface="+mj-lt"/>
                </a:rPr>
                <a:t>Instalação 3</a:t>
              </a:r>
            </a:p>
          </p:txBody>
        </p:sp>
        <p:pic>
          <p:nvPicPr>
            <p:cNvPr id="35" name="Picture 34">
              <a:extLst>
                <a:ext uri="{FF2B5EF4-FFF2-40B4-BE49-F238E27FC236}">
                  <a16:creationId xmlns:a16="http://schemas.microsoft.com/office/drawing/2014/main" id="{96F48EBA-95B0-470F-97DA-A6EA1BE6C8D7}"/>
                </a:ext>
                <a:ext uri="{C183D7F6-B498-43B3-948B-1728B52AA6E4}">
                  <adec:decorative xmlns:adec="http://schemas.microsoft.com/office/drawing/2017/decorative" val="1"/>
                </a:ext>
              </a:extLst>
            </p:cNvPr>
            <p:cNvPicPr>
              <a:picLocks noChangeAspect="1"/>
            </p:cNvPicPr>
            <p:nvPr/>
          </p:nvPicPr>
          <p:blipFill rotWithShape="1">
            <a:blip r:embed="rId8"/>
            <a:srcRect l="-6597" r="6597"/>
            <a:stretch/>
          </p:blipFill>
          <p:spPr>
            <a:xfrm>
              <a:off x="8271216" y="3096326"/>
              <a:ext cx="1347646" cy="2450961"/>
            </a:xfrm>
            <a:prstGeom prst="rect">
              <a:avLst/>
            </a:prstGeom>
          </p:spPr>
        </p:pic>
        <p:sp>
          <p:nvSpPr>
            <p:cNvPr id="27" name="TextBox 26">
              <a:extLst>
                <a:ext uri="{C183D7F6-B498-43B3-948B-1728B52AA6E4}">
                  <adec:decorative xmlns:adec="http://schemas.microsoft.com/office/drawing/2017/decorative" val="1"/>
                </a:ext>
              </a:extLst>
            </p:cNvPr>
            <p:cNvSpPr txBox="1"/>
            <p:nvPr/>
          </p:nvSpPr>
          <p:spPr>
            <a:xfrm>
              <a:off x="8201173" y="5758483"/>
              <a:ext cx="1087221" cy="492443"/>
            </a:xfrm>
            <a:prstGeom prst="rect">
              <a:avLst/>
            </a:prstGeom>
            <a:noFill/>
          </p:spPr>
          <p:txBody>
            <a:bodyPr wrap="none" rtlCol="0">
              <a:spAutoFit/>
            </a:bodyPr>
            <a:lstStyle/>
            <a:p>
              <a:pPr rtl="0"/>
              <a:r>
                <a:rPr lang="pt-BR" dirty="0">
                  <a:latin typeface="Amazon Ember" panose="020B0603020204020204" pitchFamily="34" charset="0"/>
                  <a:ea typeface="Amazon Ember" panose="020B0603020204020204" pitchFamily="34" charset="0"/>
                  <a:cs typeface="Amazon Ember" panose="020B0603020204020204" pitchFamily="34" charset="0"/>
                </a:rPr>
                <a:t>Região</a:t>
              </a:r>
            </a:p>
          </p:txBody>
        </p:sp>
      </p:grpSp>
    </p:spTree>
    <p:custDataLst>
      <p:tags r:id="rId1"/>
    </p:custDataLst>
    <p:extLst>
      <p:ext uri="{BB962C8B-B14F-4D97-AF65-F5344CB8AC3E}">
        <p14:creationId xmlns:p14="http://schemas.microsoft.com/office/powerpoint/2010/main" val="2949935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rtlCol="0"/>
          <a:lstStyle/>
          <a:p>
            <a:pPr rtl="0"/>
            <a:r>
              <a:rPr lang="pt-BR">
                <a:latin typeface="+mj-lt"/>
              </a:rPr>
              <a:t>Casos de uso comuns</a:t>
            </a:r>
          </a:p>
        </p:txBody>
      </p:sp>
      <p:sp>
        <p:nvSpPr>
          <p:cNvPr id="6" name="Content Placeholder 3">
            <a:extLst>
              <a:ext uri="{FF2B5EF4-FFF2-40B4-BE49-F238E27FC236}">
                <a16:creationId xmlns:a16="http://schemas.microsoft.com/office/drawing/2014/main" id="{D0F37895-00DE-2B4D-8B0D-E08599D01643}"/>
              </a:ext>
            </a:extLst>
          </p:cNvPr>
          <p:cNvSpPr>
            <a:spLocks noGrp="1"/>
          </p:cNvSpPr>
          <p:nvPr>
            <p:ph idx="1"/>
          </p:nvPr>
        </p:nvSpPr>
        <p:spPr>
          <a:xfrm>
            <a:off x="871537" y="1937479"/>
            <a:ext cx="7194067" cy="3684981"/>
          </a:xfrm>
        </p:spPr>
        <p:txBody>
          <a:bodyPr rtlCol="0">
            <a:normAutofit/>
          </a:bodyPr>
          <a:lstStyle/>
          <a:p>
            <a:pPr algn="just">
              <a:lnSpc>
                <a:spcPct val="110000"/>
              </a:lnSpc>
            </a:pPr>
            <a:r>
              <a:rPr lang="pt-BR">
                <a:latin typeface="+mj-lt"/>
              </a:rPr>
              <a:t>Armazenamento de ativos de aplicativos</a:t>
            </a:r>
          </a:p>
          <a:p>
            <a:pPr algn="just">
              <a:lnSpc>
                <a:spcPct val="110000"/>
              </a:lnSpc>
            </a:pPr>
            <a:r>
              <a:rPr lang="pt-BR">
                <a:latin typeface="+mj-lt"/>
              </a:rPr>
              <a:t>Hospedagem na web de sites estáticos</a:t>
            </a:r>
          </a:p>
          <a:p>
            <a:pPr algn="just">
              <a:lnSpc>
                <a:spcPct val="110000"/>
              </a:lnSpc>
            </a:pPr>
            <a:r>
              <a:rPr lang="pt-BR">
                <a:latin typeface="+mj-lt"/>
              </a:rPr>
              <a:t>Backup e recuperação de desastres (DR)</a:t>
            </a:r>
          </a:p>
          <a:p>
            <a:pPr algn="just">
              <a:lnSpc>
                <a:spcPct val="110000"/>
              </a:lnSpc>
            </a:pPr>
            <a:r>
              <a:rPr lang="pt-BR">
                <a:latin typeface="+mj-lt"/>
              </a:rPr>
              <a:t>Área de preparação para big data etc</a:t>
            </a:r>
          </a:p>
        </p:txBody>
      </p:sp>
      <p:sp>
        <p:nvSpPr>
          <p:cNvPr id="2" name="Footer Placeholder 1">
            <a:extLst>
              <a:ext uri="{FF2B5EF4-FFF2-40B4-BE49-F238E27FC236}">
                <a16:creationId xmlns:a16="http://schemas.microsoft.com/office/drawing/2014/main" id="{6B6B52D3-C8C8-4AED-8900-FAB5A6951E64}"/>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endParaRPr lang="pt-BR" dirty="0">
              <a:latin typeface="+mj-lt"/>
            </a:endParaRP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23</a:t>
            </a:fld>
            <a:endParaRPr lang="en-US" dirty="0">
              <a:latin typeface="+mj-lt"/>
            </a:endParaRPr>
          </a:p>
        </p:txBody>
      </p:sp>
      <p:pic>
        <p:nvPicPr>
          <p:cNvPr id="7" name="Picture 6">
            <a:extLst>
              <a:ext uri="{C183D7F6-B498-43B3-948B-1728B52AA6E4}">
                <adec:decorative xmlns:adec="http://schemas.microsoft.com/office/drawing/2017/decorative" val="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941" t="3143" r="1806" b="8178"/>
          <a:stretch/>
        </p:blipFill>
        <p:spPr>
          <a:xfrm>
            <a:off x="7306181" y="1367331"/>
            <a:ext cx="1237686" cy="1140295"/>
          </a:xfrm>
          <a:prstGeom prst="rect">
            <a:avLst/>
          </a:prstGeom>
        </p:spPr>
      </p:pic>
    </p:spTree>
    <p:custDataLst>
      <p:tags r:id="rId1"/>
    </p:custDataLst>
    <p:extLst>
      <p:ext uri="{BB962C8B-B14F-4D97-AF65-F5344CB8AC3E}">
        <p14:creationId xmlns:p14="http://schemas.microsoft.com/office/powerpoint/2010/main" val="506845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pt-BR">
                <a:latin typeface="+mj-lt"/>
              </a:rPr>
              <a:t>Cenários comuns do Amazon S3</a:t>
            </a:r>
          </a:p>
        </p:txBody>
      </p:sp>
      <p:sp>
        <p:nvSpPr>
          <p:cNvPr id="3" name="Slide Number Placeholder 2">
            <a:extLst>
              <a:ext uri="{C183D7F6-B498-43B3-948B-1728B52AA6E4}">
                <adec:decorative xmlns:adec="http://schemas.microsoft.com/office/drawing/2017/decorative" val="1"/>
              </a:ext>
            </a:extLst>
          </p:cNvPr>
          <p:cNvSpPr>
            <a:spLocks noGrp="1"/>
          </p:cNvSpPr>
          <p:nvPr>
            <p:ph type="sldNum" sz="quarter" idx="12"/>
          </p:nvPr>
        </p:nvSpPr>
        <p:spPr/>
        <p:txBody>
          <a:bodyPr rtlCol="0"/>
          <a:lstStyle/>
          <a:p>
            <a:pPr rtl="0"/>
            <a:fld id="{B6A95138-A96E-2F42-A959-2EFD44FE4AB7}" type="slidenum">
              <a:rPr lang="en-US" smtClean="0">
                <a:latin typeface="+mj-lt"/>
              </a:rPr>
              <a:t>24</a:t>
            </a:fld>
            <a:endParaRPr lang="en-US" dirty="0">
              <a:latin typeface="+mj-lt"/>
            </a:endParaRPr>
          </a:p>
        </p:txBody>
      </p:sp>
      <p:sp>
        <p:nvSpPr>
          <p:cNvPr id="9" name="Footer Placeholder 8">
            <a:extLst>
              <a:ext uri="{C183D7F6-B498-43B3-948B-1728B52AA6E4}">
                <adec:decorative xmlns:adec="http://schemas.microsoft.com/office/drawing/2017/decorative" val="1"/>
              </a:ext>
            </a:extLst>
          </p:cNvPr>
          <p:cNvSpPr>
            <a:spLocks noGrp="1"/>
          </p:cNvSpPr>
          <p:nvPr>
            <p:ph type="ftr" sz="quarter" idx="3"/>
          </p:nvPr>
        </p:nvSpPr>
        <p:spPr>
          <a:xfrm>
            <a:off x="314325" y="5624513"/>
            <a:ext cx="3626253" cy="273844"/>
          </a:xfrm>
        </p:spPr>
        <p:txBody>
          <a:bodyPr rtlCol="0"/>
          <a:lstStyle/>
          <a:p>
            <a:pPr rtl="0"/>
            <a:r>
              <a:rPr lang="pt-BR" dirty="0">
                <a:latin typeface="+mj-lt"/>
              </a:rPr>
              <a:t>© 2019 </a:t>
            </a:r>
            <a:r>
              <a:rPr lang="pt-BR" dirty="0" err="1">
                <a:latin typeface="+mj-lt"/>
              </a:rPr>
              <a:t>Amazon</a:t>
            </a:r>
            <a:r>
              <a:rPr lang="pt-BR" dirty="0">
                <a:latin typeface="+mj-lt"/>
              </a:rPr>
              <a:t> Web Services, Inc. ou suas afiliadas. Todos os direitos reservados.</a:t>
            </a:r>
          </a:p>
        </p:txBody>
      </p:sp>
      <p:sp>
        <p:nvSpPr>
          <p:cNvPr id="27" name="Rounded Rectangle 26" descr="Backup and storage.&#10;Application hosting.&#10;Media hosting.&#10;Software delivery."/>
          <p:cNvSpPr/>
          <p:nvPr/>
        </p:nvSpPr>
        <p:spPr bwMode="auto">
          <a:xfrm>
            <a:off x="227558" y="2564267"/>
            <a:ext cx="2963808" cy="2202831"/>
          </a:xfrm>
          <a:prstGeom prst="roundRect">
            <a:avLst>
              <a:gd name="adj" fmla="val 9244"/>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99354" fontAlgn="base">
              <a:lnSpc>
                <a:spcPct val="90000"/>
              </a:lnSpc>
              <a:spcBef>
                <a:spcPct val="0"/>
              </a:spcBef>
              <a:spcAft>
                <a:spcPct val="0"/>
              </a:spcAft>
            </a:pPr>
            <a:endParaRPr lang="en-US" dirty="0">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5" name="Rounded Rectangle 4">
            <a:extLst>
              <a:ext uri="{C183D7F6-B498-43B3-948B-1728B52AA6E4}">
                <adec:decorative xmlns:adec="http://schemas.microsoft.com/office/drawing/2017/decorative" val="1"/>
              </a:ext>
            </a:extLst>
          </p:cNvPr>
          <p:cNvSpPr/>
          <p:nvPr/>
        </p:nvSpPr>
        <p:spPr bwMode="auto">
          <a:xfrm>
            <a:off x="3940578" y="2689546"/>
            <a:ext cx="4007644" cy="2217050"/>
          </a:xfrm>
          <a:prstGeom prst="roundRect">
            <a:avLst>
              <a:gd name="adj" fmla="val 12690"/>
            </a:avLst>
          </a:prstGeom>
          <a:solidFill>
            <a:srgbClr val="EFFBFB"/>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99354" fontAlgn="base">
              <a:lnSpc>
                <a:spcPct val="90000"/>
              </a:lnSpc>
              <a:spcBef>
                <a:spcPct val="0"/>
              </a:spcBef>
              <a:spcAft>
                <a:spcPct val="0"/>
              </a:spcAft>
            </a:pPr>
            <a:endParaRPr lang="en-US" dirty="0">
              <a:gradFill>
                <a:gsLst>
                  <a:gs pos="0">
                    <a:srgbClr val="FFFFFF"/>
                  </a:gs>
                  <a:gs pos="100000">
                    <a:srgbClr val="FFFFFF"/>
                  </a:gs>
                </a:gsLst>
                <a:lin ang="5400000" scaled="0"/>
              </a:gradFill>
              <a:latin typeface="+mj-lt"/>
              <a:ea typeface="Segoe UI" pitchFamily="34" charset="0"/>
              <a:cs typeface="Segoe UI" pitchFamily="34" charset="0"/>
            </a:endParaRPr>
          </a:p>
        </p:txBody>
      </p:sp>
      <p:grpSp>
        <p:nvGrpSpPr>
          <p:cNvPr id="10" name="Group 9" descr="collection of s3 buckets with objects.">
            <a:extLst>
              <a:ext uri="{FF2B5EF4-FFF2-40B4-BE49-F238E27FC236}">
                <a16:creationId xmlns:a16="http://schemas.microsoft.com/office/drawing/2014/main" id="{7256C24B-2AB4-4E25-81DE-DEBDE7099B09}"/>
              </a:ext>
            </a:extLst>
          </p:cNvPr>
          <p:cNvGrpSpPr/>
          <p:nvPr/>
        </p:nvGrpSpPr>
        <p:grpSpPr>
          <a:xfrm>
            <a:off x="5318454" y="3157446"/>
            <a:ext cx="1338432" cy="1369358"/>
            <a:chOff x="7091272" y="3066927"/>
            <a:chExt cx="1784576" cy="1825811"/>
          </a:xfrm>
        </p:grpSpPr>
        <p:pic>
          <p:nvPicPr>
            <p:cNvPr id="32" name="Graphic 38" descr="s3 bucket with objects.">
              <a:extLst>
                <a:ext uri="{FF2B5EF4-FFF2-40B4-BE49-F238E27FC236}">
                  <a16:creationId xmlns:a16="http://schemas.microsoft.com/office/drawing/2014/main" id="{D5E5831E-982F-7A42-87F0-F1973D84D2A9}"/>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6722" y="3070801"/>
              <a:ext cx="760824" cy="760824"/>
            </a:xfrm>
            <a:prstGeom prst="rect">
              <a:avLst/>
            </a:prstGeom>
          </p:spPr>
        </p:pic>
        <p:pic>
          <p:nvPicPr>
            <p:cNvPr id="33" name="Graphic 38" descr="s3 bucket with objects.">
              <a:extLst>
                <a:ext uri="{FF2B5EF4-FFF2-40B4-BE49-F238E27FC236}">
                  <a16:creationId xmlns:a16="http://schemas.microsoft.com/office/drawing/2014/main" id="{D5E5831E-982F-7A42-87F0-F1973D84D2A9}"/>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5024" y="3066927"/>
              <a:ext cx="760824" cy="760824"/>
            </a:xfrm>
            <a:prstGeom prst="rect">
              <a:avLst/>
            </a:prstGeom>
          </p:spPr>
        </p:pic>
        <p:pic>
          <p:nvPicPr>
            <p:cNvPr id="40" name="Graphic 38" descr="s3 bucket with objects.">
              <a:extLst>
                <a:ext uri="{FF2B5EF4-FFF2-40B4-BE49-F238E27FC236}">
                  <a16:creationId xmlns:a16="http://schemas.microsoft.com/office/drawing/2014/main" id="{D5E5831E-982F-7A42-87F0-F1973D84D2A9}"/>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1272" y="4131914"/>
              <a:ext cx="760824" cy="760824"/>
            </a:xfrm>
            <a:prstGeom prst="rect">
              <a:avLst/>
            </a:prstGeom>
          </p:spPr>
        </p:pic>
        <p:pic>
          <p:nvPicPr>
            <p:cNvPr id="43" name="Graphic 38" descr="s3 bucket with objects.">
              <a:extLst>
                <a:ext uri="{FF2B5EF4-FFF2-40B4-BE49-F238E27FC236}">
                  <a16:creationId xmlns:a16="http://schemas.microsoft.com/office/drawing/2014/main" id="{D5E5831E-982F-7A42-87F0-F1973D84D2A9}"/>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5024" y="4131914"/>
              <a:ext cx="760824" cy="760824"/>
            </a:xfrm>
            <a:prstGeom prst="rect">
              <a:avLst/>
            </a:prstGeom>
          </p:spPr>
        </p:pic>
      </p:grpSp>
      <p:sp>
        <p:nvSpPr>
          <p:cNvPr id="15" name="TextBox 33"/>
          <p:cNvSpPr txBox="1">
            <a:spLocks noChangeArrowheads="1"/>
          </p:cNvSpPr>
          <p:nvPr/>
        </p:nvSpPr>
        <p:spPr bwMode="auto">
          <a:xfrm>
            <a:off x="5000856" y="3709054"/>
            <a:ext cx="1874889" cy="276999"/>
          </a:xfrm>
          <a:prstGeom prst="rect">
            <a:avLst/>
          </a:prstGeom>
          <a:noFill/>
          <a:ln w="9525">
            <a:noFill/>
            <a:miter lim="800000"/>
            <a:headEnd/>
            <a:tailEnd/>
          </a:ln>
        </p:spPr>
        <p:txBody>
          <a:bodyPr wrap="square" rtlCol="0">
            <a:spAutoFit/>
          </a:bodyPr>
          <a:lstStyle/>
          <a:p>
            <a:pPr algn="ctr" rtl="0"/>
            <a:r>
              <a:rPr lang="pt-BR" sz="1200">
                <a:latin typeface="Amazon Ember" panose="020B0603020204020204" pitchFamily="34" charset="0"/>
                <a:ea typeface="Amazon Ember" panose="020B0603020204020204" pitchFamily="34" charset="0"/>
                <a:cs typeface="Amazon Ember" panose="020B0603020204020204" pitchFamily="34" charset="0"/>
              </a:rPr>
              <a:t>Buckets do Amazon S3</a:t>
            </a:r>
          </a:p>
        </p:txBody>
      </p:sp>
      <p:grpSp>
        <p:nvGrpSpPr>
          <p:cNvPr id="41" name="Group 40" descr="Corporate data center."/>
          <p:cNvGrpSpPr/>
          <p:nvPr/>
        </p:nvGrpSpPr>
        <p:grpSpPr>
          <a:xfrm>
            <a:off x="4452428" y="4625133"/>
            <a:ext cx="1422225" cy="1255174"/>
            <a:chOff x="5695456" y="4937078"/>
            <a:chExt cx="1432560" cy="1371711"/>
          </a:xfrm>
        </p:grpSpPr>
        <p:sp>
          <p:nvSpPr>
            <p:cNvPr id="34" name="Rounded Rectangle 33"/>
            <p:cNvSpPr/>
            <p:nvPr/>
          </p:nvSpPr>
          <p:spPr>
            <a:xfrm>
              <a:off x="5695456" y="4937078"/>
              <a:ext cx="1432560" cy="1371711"/>
            </a:xfrm>
            <a:prstGeom prst="roundRect">
              <a:avLst>
                <a:gd name="adj" fmla="val 9818"/>
              </a:avLst>
            </a:prstGeom>
            <a:solidFill>
              <a:srgbClr val="EBF4FB"/>
            </a:solidFill>
            <a:ln w="28575">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lang="en-US" sz="135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TextBox 37">
              <a:extLst>
                <a:ext uri="{FF2B5EF4-FFF2-40B4-BE49-F238E27FC236}">
                  <a16:creationId xmlns:a16="http://schemas.microsoft.com/office/drawing/2014/main" id="{3DB32D29-E6FC-C441-85C5-1887B1C476A1}"/>
                </a:ext>
              </a:extLst>
            </p:cNvPr>
            <p:cNvSpPr txBox="1">
              <a:spLocks noChangeArrowheads="1"/>
            </p:cNvSpPr>
            <p:nvPr/>
          </p:nvSpPr>
          <p:spPr bwMode="auto">
            <a:xfrm>
              <a:off x="5780866" y="4982099"/>
              <a:ext cx="1259784" cy="554981"/>
            </a:xfrm>
            <a:prstGeom prst="rect">
              <a:avLst/>
            </a:prstGeom>
            <a:noFill/>
            <a:ln w="9525">
              <a:noFill/>
              <a:miter lim="800000"/>
              <a:headEnd/>
              <a:tailEnd/>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457189">
                <a:defRPr/>
              </a:pPr>
              <a:r>
                <a:rPr lang="pt-BR" sz="1350">
                  <a:latin typeface="Amazon Ember" panose="020B0603020204020204" pitchFamily="34" charset="0"/>
                  <a:ea typeface="Amazon Ember" panose="020B0603020204020204" pitchFamily="34" charset="0"/>
                  <a:cs typeface="Amazon Ember" panose="020B0603020204020204" pitchFamily="34" charset="0"/>
                </a:rPr>
                <a:t>Datacenter corporativo</a:t>
              </a:r>
            </a:p>
          </p:txBody>
        </p:sp>
        <p:pic>
          <p:nvPicPr>
            <p:cNvPr id="36" name="Picture 35">
              <a:extLs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26852" t="10397" r="17500" b="8174"/>
            <a:stretch/>
          </p:blipFill>
          <p:spPr>
            <a:xfrm>
              <a:off x="5940621" y="5447234"/>
              <a:ext cx="942230" cy="804266"/>
            </a:xfrm>
            <a:prstGeom prst="rect">
              <a:avLst/>
            </a:prstGeom>
          </p:spPr>
        </p:pic>
      </p:grpSp>
      <p:grpSp>
        <p:nvGrpSpPr>
          <p:cNvPr id="8" name="Group 7" descr="ec2 instances.">
            <a:extLst>
              <a:ext uri="{FF2B5EF4-FFF2-40B4-BE49-F238E27FC236}">
                <a16:creationId xmlns:a16="http://schemas.microsoft.com/office/drawing/2014/main" id="{453DC9DA-BACE-4177-8925-9AD73BA02922}"/>
              </a:ext>
            </a:extLst>
          </p:cNvPr>
          <p:cNvGrpSpPr/>
          <p:nvPr/>
        </p:nvGrpSpPr>
        <p:grpSpPr>
          <a:xfrm>
            <a:off x="3327554" y="4069764"/>
            <a:ext cx="844015" cy="957295"/>
            <a:chOff x="4622685" y="4283351"/>
            <a:chExt cx="1125353" cy="1276393"/>
          </a:xfrm>
        </p:grpSpPr>
        <p:sp>
          <p:nvSpPr>
            <p:cNvPr id="7" name="Rectangle 6">
              <a:extLst>
                <a:ext uri="{FF2B5EF4-FFF2-40B4-BE49-F238E27FC236}">
                  <a16:creationId xmlns:a16="http://schemas.microsoft.com/office/drawing/2014/main" id="{027C4D62-B362-4064-8482-5D3851DCEF6C}"/>
                </a:ext>
              </a:extLst>
            </p:cNvPr>
            <p:cNvSpPr/>
            <p:nvPr/>
          </p:nvSpPr>
          <p:spPr>
            <a:xfrm>
              <a:off x="4622685" y="4283351"/>
              <a:ext cx="1125353" cy="12763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350">
                <a:latin typeface="+mj-lt"/>
              </a:endParaRPr>
            </a:p>
          </p:txBody>
        </p:sp>
        <p:pic>
          <p:nvPicPr>
            <p:cNvPr id="42" name="Graphic 41" descr="ec2 instances.">
              <a:extLst>
                <a:ext uri="{FF2B5EF4-FFF2-40B4-BE49-F238E27FC236}">
                  <a16:creationId xmlns:a16="http://schemas.microsoft.com/office/drawing/2014/main" id="{A31E17E6-07DF-4A22-A760-16D26A3328A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36721" y="4372907"/>
              <a:ext cx="1097280" cy="1097280"/>
            </a:xfrm>
            <a:prstGeom prst="rect">
              <a:avLst/>
            </a:prstGeom>
          </p:spPr>
        </p:pic>
      </p:grpSp>
      <p:sp>
        <p:nvSpPr>
          <p:cNvPr id="16" name="TextBox 33"/>
          <p:cNvSpPr txBox="1">
            <a:spLocks noChangeArrowheads="1"/>
          </p:cNvSpPr>
          <p:nvPr/>
        </p:nvSpPr>
        <p:spPr bwMode="auto">
          <a:xfrm>
            <a:off x="3156024" y="5068937"/>
            <a:ext cx="1187075" cy="507831"/>
          </a:xfrm>
          <a:prstGeom prst="rect">
            <a:avLst/>
          </a:prstGeom>
          <a:noFill/>
          <a:ln w="9525">
            <a:noFill/>
            <a:miter lim="800000"/>
            <a:headEnd/>
            <a:tailEnd/>
          </a:ln>
        </p:spPr>
        <p:txBody>
          <a:bodyPr wrap="square" rtlCol="0">
            <a:spAutoFit/>
          </a:bodyPr>
          <a:lstStyle/>
          <a:p>
            <a:pPr algn="ctr" rtl="0"/>
            <a:r>
              <a:rPr lang="pt-BR" sz="1350" dirty="0">
                <a:latin typeface="Amazon Ember" panose="020B0603020204020204" pitchFamily="34" charset="0"/>
                <a:ea typeface="Amazon Ember" panose="020B0603020204020204" pitchFamily="34" charset="0"/>
                <a:cs typeface="Amazon Ember" panose="020B0603020204020204" pitchFamily="34" charset="0"/>
              </a:rPr>
              <a:t>Instâncias do </a:t>
            </a:r>
            <a:r>
              <a:rPr lang="pt-BR" sz="135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350" dirty="0">
                <a:latin typeface="Amazon Ember" panose="020B0603020204020204" pitchFamily="34" charset="0"/>
                <a:ea typeface="Amazon Ember" panose="020B0603020204020204" pitchFamily="34" charset="0"/>
                <a:cs typeface="Amazon Ember" panose="020B0603020204020204" pitchFamily="34" charset="0"/>
              </a:rPr>
              <a:t> EC2</a:t>
            </a:r>
            <a:endParaRPr lang="en-US" sz="1350" dirty="0">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25" name="Straight Arrow Connector 24">
            <a:extLst>
              <a:ext uri="{C183D7F6-B498-43B3-948B-1728B52AA6E4}">
                <adec:decorative xmlns:adec="http://schemas.microsoft.com/office/drawing/2017/decorative" val="1"/>
              </a:ext>
            </a:extLst>
          </p:cNvPr>
          <p:cNvCxnSpPr/>
          <p:nvPr/>
        </p:nvCxnSpPr>
        <p:spPr>
          <a:xfrm flipV="1">
            <a:off x="4221937" y="4069763"/>
            <a:ext cx="1031123" cy="263108"/>
          </a:xfrm>
          <a:prstGeom prst="straightConnector1">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1" name="Group 10" descr="collection of apps.">
            <a:extLst>
              <a:ext uri="{FF2B5EF4-FFF2-40B4-BE49-F238E27FC236}">
                <a16:creationId xmlns:a16="http://schemas.microsoft.com/office/drawing/2014/main" id="{80108303-8228-4FB7-B509-1323AAEA598D}"/>
              </a:ext>
            </a:extLst>
          </p:cNvPr>
          <p:cNvGrpSpPr/>
          <p:nvPr/>
        </p:nvGrpSpPr>
        <p:grpSpPr>
          <a:xfrm>
            <a:off x="6778751" y="1800495"/>
            <a:ext cx="1674107" cy="1803341"/>
            <a:chOff x="9408431" y="1415476"/>
            <a:chExt cx="2232142" cy="2404454"/>
          </a:xfrm>
        </p:grpSpPr>
        <p:pic>
          <p:nvPicPr>
            <p:cNvPr id="20" name="Picture 19">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408431" y="1415476"/>
              <a:ext cx="2148946" cy="1794370"/>
            </a:xfrm>
            <a:prstGeom prst="rect">
              <a:avLst/>
            </a:prstGeom>
          </p:spPr>
        </p:pic>
        <p:pic>
          <p:nvPicPr>
            <p:cNvPr id="17" name="Picture 16">
              <a:extLst>
                <a:ext uri="{C183D7F6-B498-43B3-948B-1728B52AA6E4}">
                  <adec:decorative xmlns:adec="http://schemas.microsoft.com/office/drawing/2017/decorative" val="1"/>
                </a:ext>
              </a:extLst>
            </p:cNvPr>
            <p:cNvPicPr>
              <a:picLocks noChangeAspect="1"/>
            </p:cNvPicPr>
            <p:nvPr/>
          </p:nvPicPr>
          <p:blipFill rotWithShape="1">
            <a:blip r:embed="rId9">
              <a:extLst>
                <a:ext uri="{28A0092B-C50C-407E-A947-70E740481C1C}">
                  <a14:useLocalDpi xmlns:a14="http://schemas.microsoft.com/office/drawing/2010/main" val="0"/>
                </a:ext>
              </a:extLst>
            </a:blip>
            <a:srcRect l="38697" t="19801" r="34066" b="17723"/>
            <a:stretch/>
          </p:blipFill>
          <p:spPr>
            <a:xfrm>
              <a:off x="10491503" y="2282444"/>
              <a:ext cx="1149070" cy="1537486"/>
            </a:xfrm>
            <a:prstGeom prst="rect">
              <a:avLst/>
            </a:prstGeom>
          </p:spPr>
        </p:pic>
      </p:grpSp>
      <p:cxnSp>
        <p:nvCxnSpPr>
          <p:cNvPr id="44" name="Straight Arrow Connector 43">
            <a:extLst>
              <a:ext uri="{C183D7F6-B498-43B3-948B-1728B52AA6E4}">
                <adec:decorative xmlns:adec="http://schemas.microsoft.com/office/drawing/2017/decorative" val="1"/>
              </a:ext>
            </a:extLst>
          </p:cNvPr>
          <p:cNvCxnSpPr/>
          <p:nvPr/>
        </p:nvCxnSpPr>
        <p:spPr>
          <a:xfrm flipV="1">
            <a:off x="6747853" y="3046826"/>
            <a:ext cx="1031123" cy="263108"/>
          </a:xfrm>
          <a:prstGeom prst="straightConnector1">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8" name="Picture 17" descr="camera."/>
          <p:cNvPicPr>
            <a:picLocks noChangeAspect="1"/>
          </p:cNvPicPr>
          <p:nvPr/>
        </p:nvPicPr>
        <p:blipFill>
          <a:blip r:embed="rId10"/>
          <a:stretch>
            <a:fillRect/>
          </a:stretch>
        </p:blipFill>
        <p:spPr>
          <a:xfrm>
            <a:off x="3301986" y="2262089"/>
            <a:ext cx="1091497" cy="744037"/>
          </a:xfrm>
          <a:prstGeom prst="rect">
            <a:avLst/>
          </a:prstGeom>
        </p:spPr>
      </p:pic>
      <p:cxnSp>
        <p:nvCxnSpPr>
          <p:cNvPr id="45" name="Straight Arrow Connector 44">
            <a:extLst>
              <a:ext uri="{C183D7F6-B498-43B3-948B-1728B52AA6E4}">
                <adec:decorative xmlns:adec="http://schemas.microsoft.com/office/drawing/2017/decorative" val="1"/>
              </a:ext>
            </a:extLst>
          </p:cNvPr>
          <p:cNvCxnSpPr/>
          <p:nvPr/>
        </p:nvCxnSpPr>
        <p:spPr>
          <a:xfrm>
            <a:off x="4213196" y="3040027"/>
            <a:ext cx="1031123" cy="263108"/>
          </a:xfrm>
          <a:prstGeom prst="straightConnector1">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1" name="Picture 20" descr="compute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953944" y="4281478"/>
            <a:ext cx="1506128" cy="1506128"/>
          </a:xfrm>
          <a:prstGeom prst="rect">
            <a:avLst/>
          </a:prstGeom>
        </p:spPr>
      </p:pic>
      <p:cxnSp>
        <p:nvCxnSpPr>
          <p:cNvPr id="46" name="Straight Arrow Connector 45">
            <a:extLst>
              <a:ext uri="{C183D7F6-B498-43B3-948B-1728B52AA6E4}">
                <adec:decorative xmlns:adec="http://schemas.microsoft.com/office/drawing/2017/decorative" val="1"/>
              </a:ext>
            </a:extLst>
          </p:cNvPr>
          <p:cNvCxnSpPr/>
          <p:nvPr/>
        </p:nvCxnSpPr>
        <p:spPr>
          <a:xfrm>
            <a:off x="6713735" y="4113999"/>
            <a:ext cx="1031123" cy="263108"/>
          </a:xfrm>
          <a:prstGeom prst="straightConnector1">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idx="4294967295"/>
          </p:nvPr>
        </p:nvSpPr>
        <p:spPr>
          <a:xfrm>
            <a:off x="413570" y="2838450"/>
            <a:ext cx="2494730" cy="1976393"/>
          </a:xfrm>
        </p:spPr>
        <p:txBody>
          <a:bodyPr rtlCol="0">
            <a:normAutofit/>
          </a:bodyPr>
          <a:lstStyle/>
          <a:p>
            <a:pPr>
              <a:spcBef>
                <a:spcPts val="0"/>
              </a:spcBef>
            </a:pPr>
            <a:r>
              <a:rPr lang="pt-BR" sz="1725" dirty="0">
                <a:latin typeface="+mj-lt"/>
              </a:rPr>
              <a:t>Backup e armazenamento</a:t>
            </a:r>
          </a:p>
          <a:p>
            <a:pPr>
              <a:spcBef>
                <a:spcPts val="0"/>
              </a:spcBef>
            </a:pPr>
            <a:r>
              <a:rPr lang="pt-BR" sz="1725" dirty="0">
                <a:latin typeface="+mj-lt"/>
              </a:rPr>
              <a:t>Hospedagem de aplicações</a:t>
            </a:r>
          </a:p>
          <a:p>
            <a:pPr>
              <a:spcBef>
                <a:spcPts val="0"/>
              </a:spcBef>
            </a:pPr>
            <a:r>
              <a:rPr lang="pt-BR" sz="1725" dirty="0">
                <a:latin typeface="+mj-lt"/>
              </a:rPr>
              <a:t>Hospedagem de mídia</a:t>
            </a:r>
          </a:p>
          <a:p>
            <a:pPr>
              <a:spcBef>
                <a:spcPts val="0"/>
              </a:spcBef>
            </a:pPr>
            <a:r>
              <a:rPr lang="pt-BR" sz="1725" dirty="0">
                <a:latin typeface="+mj-lt"/>
              </a:rPr>
              <a:t>Entrega de software</a:t>
            </a:r>
          </a:p>
        </p:txBody>
      </p:sp>
    </p:spTree>
    <p:custDataLst>
      <p:tags r:id="rId1"/>
    </p:custDataLst>
    <p:extLst>
      <p:ext uri="{BB962C8B-B14F-4D97-AF65-F5344CB8AC3E}">
        <p14:creationId xmlns:p14="http://schemas.microsoft.com/office/powerpoint/2010/main" val="3744291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pt-BR">
                <a:latin typeface="+mj-lt"/>
              </a:rPr>
              <a:t>Definição de preço do Amazon S3 </a:t>
            </a:r>
          </a:p>
        </p:txBody>
      </p:sp>
      <p:sp>
        <p:nvSpPr>
          <p:cNvPr id="3" name="Content Placeholder 2"/>
          <p:cNvSpPr>
            <a:spLocks noGrp="1"/>
          </p:cNvSpPr>
          <p:nvPr>
            <p:ph idx="1"/>
          </p:nvPr>
        </p:nvSpPr>
        <p:spPr>
          <a:xfrm>
            <a:off x="419100" y="1554480"/>
            <a:ext cx="8267700" cy="4697729"/>
          </a:xfrm>
        </p:spPr>
        <p:txBody>
          <a:bodyPr rtlCol="0">
            <a:normAutofit/>
          </a:bodyPr>
          <a:lstStyle/>
          <a:p>
            <a:pPr algn="just">
              <a:spcAft>
                <a:spcPts val="600"/>
              </a:spcAft>
            </a:pPr>
            <a:r>
              <a:rPr lang="pt-BR" dirty="0">
                <a:latin typeface="+mj-lt"/>
              </a:rPr>
              <a:t>Pague somente pelo que usar, incluindo - </a:t>
            </a:r>
          </a:p>
          <a:p>
            <a:pPr marL="685800" lvl="1" indent="-342900">
              <a:lnSpc>
                <a:spcPct val="120000"/>
              </a:lnSpc>
            </a:pPr>
            <a:r>
              <a:rPr lang="pt-BR" dirty="0" err="1">
                <a:latin typeface="+mj-lt"/>
              </a:rPr>
              <a:t>GBs</a:t>
            </a:r>
            <a:r>
              <a:rPr lang="pt-BR" dirty="0">
                <a:latin typeface="+mj-lt"/>
              </a:rPr>
              <a:t> por mês</a:t>
            </a:r>
          </a:p>
          <a:p>
            <a:pPr marL="685800" lvl="1" indent="-342900">
              <a:lnSpc>
                <a:spcPct val="120000"/>
              </a:lnSpc>
            </a:pPr>
            <a:r>
              <a:rPr lang="pt-BR" dirty="0">
                <a:latin typeface="+mj-lt"/>
              </a:rPr>
              <a:t>Transferência para FORA, para outras regiões</a:t>
            </a:r>
          </a:p>
          <a:p>
            <a:pPr marL="685800" lvl="1" indent="-342900">
              <a:lnSpc>
                <a:spcPct val="120000"/>
              </a:lnSpc>
            </a:pPr>
            <a:r>
              <a:rPr lang="pt-BR">
                <a:latin typeface="+mj-lt"/>
              </a:rPr>
              <a:t>Solicitações </a:t>
            </a:r>
            <a:r>
              <a:rPr lang="pt-BR" dirty="0">
                <a:latin typeface="+mj-lt"/>
              </a:rPr>
              <a:t>PUT, COPY, POST, LIST </a:t>
            </a:r>
            <a:r>
              <a:rPr lang="pt-BR">
                <a:latin typeface="+mj-lt"/>
              </a:rPr>
              <a:t>e GET</a:t>
            </a:r>
          </a:p>
          <a:p>
            <a:pPr marL="1085850" lvl="2" indent="-342900">
              <a:lnSpc>
                <a:spcPct val="120000"/>
              </a:lnSpc>
            </a:pPr>
            <a:r>
              <a:rPr lang="pt-BR">
                <a:latin typeface="+mj-lt"/>
              </a:rPr>
              <a:t>Sobre o PUT: paga-se pela quantidade de solicitações (com sucesso e com falha)</a:t>
            </a:r>
            <a:endParaRPr lang="pt-BR" dirty="0">
              <a:latin typeface="+mj-lt"/>
            </a:endParaRPr>
          </a:p>
          <a:p>
            <a:pPr marL="176209" lvl="1" indent="0">
              <a:buNone/>
            </a:pPr>
            <a:endParaRPr lang="en-US" sz="1000" dirty="0">
              <a:latin typeface="+mj-lt"/>
            </a:endParaRPr>
          </a:p>
          <a:p>
            <a:pPr>
              <a:spcAft>
                <a:spcPts val="600"/>
              </a:spcAft>
            </a:pPr>
            <a:r>
              <a:rPr lang="pt-BR" dirty="0">
                <a:latin typeface="+mj-lt"/>
              </a:rPr>
              <a:t>Você não paga por - </a:t>
            </a:r>
          </a:p>
          <a:p>
            <a:pPr marL="685800" lvl="1" indent="-342900">
              <a:lnSpc>
                <a:spcPct val="120000"/>
              </a:lnSpc>
            </a:pPr>
            <a:r>
              <a:rPr lang="pt-BR">
                <a:latin typeface="+mj-lt"/>
              </a:rPr>
              <a:t>Transferências (bytes) </a:t>
            </a:r>
            <a:r>
              <a:rPr lang="pt-BR" dirty="0">
                <a:latin typeface="+mj-lt"/>
              </a:rPr>
              <a:t>para DENTRO do </a:t>
            </a:r>
            <a:r>
              <a:rPr lang="pt-BR" dirty="0" err="1">
                <a:latin typeface="+mj-lt"/>
              </a:rPr>
              <a:t>Amazon</a:t>
            </a:r>
            <a:r>
              <a:rPr lang="pt-BR" dirty="0">
                <a:latin typeface="+mj-lt"/>
              </a:rPr>
              <a:t> S3</a:t>
            </a:r>
          </a:p>
          <a:p>
            <a:pPr marL="685800" lvl="1" indent="-342900">
              <a:lnSpc>
                <a:spcPct val="120000"/>
              </a:lnSpc>
            </a:pPr>
            <a:r>
              <a:rPr lang="pt-BR">
                <a:latin typeface="+mj-lt"/>
              </a:rPr>
              <a:t>Transferência (bytes) </a:t>
            </a:r>
            <a:r>
              <a:rPr lang="pt-BR" dirty="0">
                <a:latin typeface="+mj-lt"/>
              </a:rPr>
              <a:t>para FORA do </a:t>
            </a:r>
            <a:r>
              <a:rPr lang="pt-BR" dirty="0" err="1">
                <a:latin typeface="+mj-lt"/>
              </a:rPr>
              <a:t>Amazon</a:t>
            </a:r>
            <a:r>
              <a:rPr lang="pt-BR" dirty="0">
                <a:latin typeface="+mj-lt"/>
              </a:rPr>
              <a:t> S3 para o </a:t>
            </a:r>
            <a:r>
              <a:rPr lang="pt-BR" dirty="0" err="1">
                <a:latin typeface="+mj-lt"/>
              </a:rPr>
              <a:t>Amazon</a:t>
            </a:r>
            <a:r>
              <a:rPr lang="pt-BR" dirty="0">
                <a:latin typeface="+mj-lt"/>
              </a:rPr>
              <a:t> </a:t>
            </a:r>
            <a:r>
              <a:rPr lang="pt-BR" dirty="0" err="1">
                <a:latin typeface="+mj-lt"/>
              </a:rPr>
              <a:t>CloudFront</a:t>
            </a:r>
            <a:r>
              <a:rPr lang="pt-BR" dirty="0">
                <a:latin typeface="+mj-lt"/>
              </a:rPr>
              <a:t> ou para o </a:t>
            </a:r>
            <a:r>
              <a:rPr lang="pt-BR" dirty="0" err="1">
                <a:latin typeface="+mj-lt"/>
              </a:rPr>
              <a:t>Amazon</a:t>
            </a:r>
            <a:r>
              <a:rPr lang="pt-BR" dirty="0">
                <a:latin typeface="+mj-lt"/>
              </a:rPr>
              <a:t> EC2 na mesma região</a:t>
            </a:r>
          </a:p>
        </p:txBody>
      </p:sp>
      <p:sp>
        <p:nvSpPr>
          <p:cNvPr id="4" name="Footer Placeholder 3">
            <a:extLst>
              <a:ext uri="{FF2B5EF4-FFF2-40B4-BE49-F238E27FC236}">
                <a16:creationId xmlns:a16="http://schemas.microsoft.com/office/drawing/2014/main" id="{22A65775-DBC1-4395-93FE-C09363C8E00E}"/>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endParaRPr lang="pt-BR" dirty="0">
              <a:latin typeface="+mj-lt"/>
            </a:endParaRP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25</a:t>
            </a:fld>
            <a:endParaRPr lang="en-US" dirty="0">
              <a:latin typeface="+mj-lt"/>
            </a:endParaRPr>
          </a:p>
        </p:txBody>
      </p:sp>
      <p:sp>
        <p:nvSpPr>
          <p:cNvPr id="7" name="CaixaDeTexto 6">
            <a:extLst>
              <a:ext uri="{FF2B5EF4-FFF2-40B4-BE49-F238E27FC236}">
                <a16:creationId xmlns:a16="http://schemas.microsoft.com/office/drawing/2014/main" id="{25E6058C-87E3-9E2E-E0A0-822610C07BA6}"/>
              </a:ext>
            </a:extLst>
          </p:cNvPr>
          <p:cNvSpPr txBox="1"/>
          <p:nvPr/>
        </p:nvSpPr>
        <p:spPr>
          <a:xfrm>
            <a:off x="4552950" y="6252209"/>
            <a:ext cx="4383405" cy="369332"/>
          </a:xfrm>
          <a:prstGeom prst="rect">
            <a:avLst/>
          </a:prstGeom>
          <a:noFill/>
        </p:spPr>
        <p:txBody>
          <a:bodyPr wrap="square">
            <a:spAutoFit/>
          </a:bodyPr>
          <a:lstStyle/>
          <a:p>
            <a:r>
              <a:rPr lang="pt-BR">
                <a:hlinkClick r:id="rId4"/>
              </a:rPr>
              <a:t>https://aws.amazon.com/pt/s3/pricing/</a:t>
            </a:r>
            <a:endParaRPr lang="pt-BR"/>
          </a:p>
        </p:txBody>
      </p:sp>
    </p:spTree>
    <p:custDataLst>
      <p:tags r:id="rId1"/>
    </p:custDataLst>
    <p:extLst>
      <p:ext uri="{BB962C8B-B14F-4D97-AF65-F5344CB8AC3E}">
        <p14:creationId xmlns:p14="http://schemas.microsoft.com/office/powerpoint/2010/main" val="3051792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p:cNvSpPr>
            <a:spLocks noGrp="1"/>
          </p:cNvSpPr>
          <p:nvPr>
            <p:ph type="title"/>
          </p:nvPr>
        </p:nvSpPr>
        <p:spPr/>
        <p:txBody>
          <a:bodyPr rtlCol="0">
            <a:normAutofit fontScale="90000"/>
          </a:bodyPr>
          <a:lstStyle/>
          <a:p>
            <a:pPr rtl="0"/>
            <a:r>
              <a:rPr lang="pt-BR">
                <a:latin typeface="+mj-lt"/>
              </a:rPr>
              <a:t>Amazon S3: definição de preço de armazenamento</a:t>
            </a:r>
          </a:p>
        </p:txBody>
      </p:sp>
      <p:sp>
        <p:nvSpPr>
          <p:cNvPr id="5" name="Content Placeholder 2"/>
          <p:cNvSpPr>
            <a:spLocks noGrp="1"/>
          </p:cNvSpPr>
          <p:nvPr>
            <p:ph idx="1"/>
          </p:nvPr>
        </p:nvSpPr>
        <p:spPr>
          <a:xfrm>
            <a:off x="457200" y="1938726"/>
            <a:ext cx="8229600" cy="4153464"/>
          </a:xfrm>
        </p:spPr>
        <p:txBody>
          <a:bodyPr rtlCol="0">
            <a:normAutofit/>
          </a:bodyPr>
          <a:lstStyle/>
          <a:p>
            <a:pPr>
              <a:lnSpc>
                <a:spcPct val="100000"/>
              </a:lnSpc>
            </a:pPr>
            <a:r>
              <a:rPr lang="pt-BR"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Solicitações – </a:t>
            </a:r>
          </a:p>
          <a:p>
            <a:pPr marL="691754" lvl="1" indent="-348854"/>
            <a:r>
              <a:rPr lang="pt-BR" sz="2100" dirty="0">
                <a:latin typeface="+mj-lt"/>
              </a:rPr>
              <a:t>O número e o tipo de solicitações </a:t>
            </a:r>
            <a:r>
              <a:rPr lang="pt-BR" sz="2100" b="1" dirty="0">
                <a:latin typeface="+mj-lt"/>
              </a:rPr>
              <a:t>(GET, PUT, COPY)</a:t>
            </a:r>
            <a:endParaRPr lang="en-US" sz="2100" dirty="0">
              <a:latin typeface="+mj-lt"/>
            </a:endParaRPr>
          </a:p>
          <a:p>
            <a:pPr marL="691754" lvl="1" indent="-348854"/>
            <a:r>
              <a:rPr lang="pt-BR" sz="2100" dirty="0">
                <a:latin typeface="+mj-lt"/>
              </a:rPr>
              <a:t>Tipo de solicitações:</a:t>
            </a:r>
          </a:p>
          <a:p>
            <a:pPr marL="1034654" lvl="2" indent="-348854">
              <a:lnSpc>
                <a:spcPct val="100000"/>
              </a:lnSpc>
            </a:pPr>
            <a:r>
              <a:rPr lang="pt-BR" dirty="0">
                <a:latin typeface="+mj-lt"/>
              </a:rPr>
              <a:t>Taxas diferentes para solicitações GET com relação às outras solicitações.</a:t>
            </a:r>
          </a:p>
          <a:p>
            <a:pPr>
              <a:lnSpc>
                <a:spcPct val="100000"/>
              </a:lnSpc>
            </a:pPr>
            <a:r>
              <a:rPr lang="pt-BR"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Transferência de dados – </a:t>
            </a:r>
          </a:p>
          <a:p>
            <a:pPr marL="691754" lvl="1" indent="-348854"/>
            <a:r>
              <a:rPr lang="pt-BR" sz="2100" dirty="0">
                <a:latin typeface="+mj-lt"/>
              </a:rPr>
              <a:t>A definição de preço é baseada na quantidade de dados transferidos para fora da região do </a:t>
            </a:r>
            <a:r>
              <a:rPr lang="pt-BR" sz="2100" dirty="0" err="1">
                <a:latin typeface="+mj-lt"/>
              </a:rPr>
              <a:t>Amazon</a:t>
            </a:r>
            <a:r>
              <a:rPr lang="pt-BR" sz="2100" dirty="0">
                <a:latin typeface="+mj-lt"/>
              </a:rPr>
              <a:t> S3</a:t>
            </a:r>
          </a:p>
          <a:p>
            <a:pPr marL="1034654" lvl="2" indent="-348854">
              <a:lnSpc>
                <a:spcPct val="100000"/>
              </a:lnSpc>
            </a:pPr>
            <a:r>
              <a:rPr lang="pt-BR" dirty="0">
                <a:latin typeface="+mj-lt"/>
              </a:rPr>
              <a:t>A transferência de dados para dentro é gratuita, mas você é cobrado pelos dados transferidos </a:t>
            </a:r>
            <a:r>
              <a:rPr lang="pt-BR" i="1">
                <a:latin typeface="+mj-lt"/>
              </a:rPr>
              <a:t>para fora da AWS</a:t>
            </a:r>
            <a:r>
              <a:rPr lang="pt-BR">
                <a:latin typeface="+mj-lt"/>
              </a:rPr>
              <a:t>.</a:t>
            </a:r>
            <a:endParaRPr lang="pt-BR" dirty="0">
              <a:latin typeface="+mj-lt"/>
            </a:endParaRPr>
          </a:p>
        </p:txBody>
      </p:sp>
      <p:sp>
        <p:nvSpPr>
          <p:cNvPr id="2" name="Footer Placeholder 1">
            <a:extLst>
              <a:ext uri="{FF2B5EF4-FFF2-40B4-BE49-F238E27FC236}">
                <a16:creationId xmlns:a16="http://schemas.microsoft.com/office/drawing/2014/main" id="{87B9A4E6-0AC3-4535-BB9C-72F3E4186C75}"/>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endParaRPr lang="pt-BR" dirty="0">
              <a:latin typeface="+mj-lt"/>
            </a:endParaRPr>
          </a:p>
        </p:txBody>
      </p:sp>
      <p:sp>
        <p:nvSpPr>
          <p:cNvPr id="3" name="Slide Number Placeholder 2">
            <a:extLs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26</a:t>
            </a:fld>
            <a:endParaRPr lang="en-US" dirty="0">
              <a:latin typeface="+mj-lt"/>
            </a:endParaRPr>
          </a:p>
        </p:txBody>
      </p:sp>
    </p:spTree>
    <p:custDataLst>
      <p:tags r:id="rId1"/>
    </p:custDataLst>
    <p:extLst>
      <p:ext uri="{BB962C8B-B14F-4D97-AF65-F5344CB8AC3E}">
        <p14:creationId xmlns:p14="http://schemas.microsoft.com/office/powerpoint/2010/main" val="2380334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5">
                                            <p:txEl>
                                              <p:pRg st="0" end="0"/>
                                            </p:txEl>
                                          </p:spTgt>
                                        </p:tgtEl>
                                        <p:attrNameLst>
                                          <p:attrName>style.color</p:attrName>
                                        </p:attrNameLst>
                                      </p:cBhvr>
                                      <p:to>
                                        <p:clrVal>
                                          <a:schemeClr val="accent2"/>
                                        </p:clrVal>
                                      </p:to>
                                    </p:set>
                                    <p:set>
                                      <p:cBhvr>
                                        <p:cTn id="7" dur="500" fill="hold"/>
                                        <p:tgtEl>
                                          <p:spTgt spid="5">
                                            <p:txEl>
                                              <p:pRg st="0" end="0"/>
                                            </p:txEl>
                                          </p:spTgt>
                                        </p:tgtEl>
                                        <p:attrNameLst>
                                          <p:attrName>fillcolor</p:attrName>
                                        </p:attrNameLst>
                                      </p:cBhvr>
                                      <p:to>
                                        <p:clrVal>
                                          <a:schemeClr val="accent2"/>
                                        </p:clrVal>
                                      </p:to>
                                    </p:set>
                                    <p:set>
                                      <p:cBhvr>
                                        <p:cTn id="8" dur="500" fill="hold"/>
                                        <p:tgtEl>
                                          <p:spTgt spid="5">
                                            <p:txEl>
                                              <p:pRg st="0" end="0"/>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5">
                                            <p:txEl>
                                              <p:pRg st="1" end="1"/>
                                            </p:txEl>
                                          </p:spTgt>
                                        </p:tgtEl>
                                        <p:attrNameLst>
                                          <p:attrName>style.color</p:attrName>
                                        </p:attrNameLst>
                                      </p:cBhvr>
                                      <p:to>
                                        <p:clrVal>
                                          <a:schemeClr val="accent2"/>
                                        </p:clrVal>
                                      </p:to>
                                    </p:set>
                                    <p:set>
                                      <p:cBhvr>
                                        <p:cTn id="13" dur="500" fill="hold"/>
                                        <p:tgtEl>
                                          <p:spTgt spid="5">
                                            <p:txEl>
                                              <p:pRg st="1" end="1"/>
                                            </p:txEl>
                                          </p:spTgt>
                                        </p:tgtEl>
                                        <p:attrNameLst>
                                          <p:attrName>fillcolor</p:attrName>
                                        </p:attrNameLst>
                                      </p:cBhvr>
                                      <p:to>
                                        <p:clrVal>
                                          <a:schemeClr val="accent2"/>
                                        </p:clrVal>
                                      </p:to>
                                    </p:set>
                                    <p:set>
                                      <p:cBhvr>
                                        <p:cTn id="14" dur="500" fill="hold"/>
                                        <p:tgtEl>
                                          <p:spTgt spid="5">
                                            <p:txEl>
                                              <p:pRg st="1" end="1"/>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5">
                                            <p:txEl>
                                              <p:pRg st="2" end="2"/>
                                            </p:txEl>
                                          </p:spTgt>
                                        </p:tgtEl>
                                        <p:attrNameLst>
                                          <p:attrName>style.color</p:attrName>
                                        </p:attrNameLst>
                                      </p:cBhvr>
                                      <p:to>
                                        <p:clrVal>
                                          <a:schemeClr val="accent2"/>
                                        </p:clrVal>
                                      </p:to>
                                    </p:set>
                                    <p:set>
                                      <p:cBhvr>
                                        <p:cTn id="19" dur="500" fill="hold"/>
                                        <p:tgtEl>
                                          <p:spTgt spid="5">
                                            <p:txEl>
                                              <p:pRg st="2" end="2"/>
                                            </p:txEl>
                                          </p:spTgt>
                                        </p:tgtEl>
                                        <p:attrNameLst>
                                          <p:attrName>fillcolor</p:attrName>
                                        </p:attrNameLst>
                                      </p:cBhvr>
                                      <p:to>
                                        <p:clrVal>
                                          <a:schemeClr val="accent2"/>
                                        </p:clrVal>
                                      </p:to>
                                    </p:set>
                                    <p:set>
                                      <p:cBhvr>
                                        <p:cTn id="20" dur="500" fill="hold"/>
                                        <p:tgtEl>
                                          <p:spTgt spid="5">
                                            <p:txEl>
                                              <p:pRg st="2" end="2"/>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5">
                                            <p:txEl>
                                              <p:pRg st="3" end="3"/>
                                            </p:txEl>
                                          </p:spTgt>
                                        </p:tgtEl>
                                        <p:attrNameLst>
                                          <p:attrName>style.color</p:attrName>
                                        </p:attrNameLst>
                                      </p:cBhvr>
                                      <p:to>
                                        <p:clrVal>
                                          <a:schemeClr val="accent2"/>
                                        </p:clrVal>
                                      </p:to>
                                    </p:set>
                                    <p:set>
                                      <p:cBhvr>
                                        <p:cTn id="25" dur="500" fill="hold"/>
                                        <p:tgtEl>
                                          <p:spTgt spid="5">
                                            <p:txEl>
                                              <p:pRg st="3" end="3"/>
                                            </p:txEl>
                                          </p:spTgt>
                                        </p:tgtEl>
                                        <p:attrNameLst>
                                          <p:attrName>fillcolor</p:attrName>
                                        </p:attrNameLst>
                                      </p:cBhvr>
                                      <p:to>
                                        <p:clrVal>
                                          <a:schemeClr val="accent2"/>
                                        </p:clrVal>
                                      </p:to>
                                    </p:set>
                                    <p:set>
                                      <p:cBhvr>
                                        <p:cTn id="26" dur="500" fill="hold"/>
                                        <p:tgtEl>
                                          <p:spTgt spid="5">
                                            <p:txEl>
                                              <p:pRg st="3" end="3"/>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5">
                                            <p:txEl>
                                              <p:pRg st="4" end="4"/>
                                            </p:txEl>
                                          </p:spTgt>
                                        </p:tgtEl>
                                        <p:attrNameLst>
                                          <p:attrName>style.color</p:attrName>
                                        </p:attrNameLst>
                                      </p:cBhvr>
                                      <p:to>
                                        <p:clrVal>
                                          <a:schemeClr val="accent2"/>
                                        </p:clrVal>
                                      </p:to>
                                    </p:set>
                                    <p:set>
                                      <p:cBhvr>
                                        <p:cTn id="31" dur="500" fill="hold"/>
                                        <p:tgtEl>
                                          <p:spTgt spid="5">
                                            <p:txEl>
                                              <p:pRg st="4" end="4"/>
                                            </p:txEl>
                                          </p:spTgt>
                                        </p:tgtEl>
                                        <p:attrNameLst>
                                          <p:attrName>fillcolor</p:attrName>
                                        </p:attrNameLst>
                                      </p:cBhvr>
                                      <p:to>
                                        <p:clrVal>
                                          <a:schemeClr val="accent2"/>
                                        </p:clrVal>
                                      </p:to>
                                    </p:set>
                                    <p:set>
                                      <p:cBhvr>
                                        <p:cTn id="32" dur="500" fill="hold"/>
                                        <p:tgtEl>
                                          <p:spTgt spid="5">
                                            <p:txEl>
                                              <p:pRg st="4" end="4"/>
                                            </p:txEl>
                                          </p:spTgt>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5">
                                            <p:txEl>
                                              <p:pRg st="5" end="5"/>
                                            </p:txEl>
                                          </p:spTgt>
                                        </p:tgtEl>
                                        <p:attrNameLst>
                                          <p:attrName>style.color</p:attrName>
                                        </p:attrNameLst>
                                      </p:cBhvr>
                                      <p:to>
                                        <p:clrVal>
                                          <a:schemeClr val="accent2"/>
                                        </p:clrVal>
                                      </p:to>
                                    </p:set>
                                    <p:set>
                                      <p:cBhvr>
                                        <p:cTn id="37" dur="500" fill="hold"/>
                                        <p:tgtEl>
                                          <p:spTgt spid="5">
                                            <p:txEl>
                                              <p:pRg st="5" end="5"/>
                                            </p:txEl>
                                          </p:spTgt>
                                        </p:tgtEl>
                                        <p:attrNameLst>
                                          <p:attrName>fillcolor</p:attrName>
                                        </p:attrNameLst>
                                      </p:cBhvr>
                                      <p:to>
                                        <p:clrVal>
                                          <a:schemeClr val="accent2"/>
                                        </p:clrVal>
                                      </p:to>
                                    </p:set>
                                    <p:set>
                                      <p:cBhvr>
                                        <p:cTn id="38" dur="500" fill="hold"/>
                                        <p:tgtEl>
                                          <p:spTgt spid="5">
                                            <p:txEl>
                                              <p:pRg st="5" end="5"/>
                                            </p:txEl>
                                          </p:spTgt>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16" presetClass="emph" presetSubtype="0" fill="hold" nodeType="clickEffect">
                                  <p:stCondLst>
                                    <p:cond delay="0"/>
                                  </p:stCondLst>
                                  <p:iterate type="lt">
                                    <p:tmPct val="4000"/>
                                  </p:iterate>
                                  <p:childTnLst>
                                    <p:set>
                                      <p:cBhvr override="childStyle">
                                        <p:cTn id="42" dur="500" fill="hold"/>
                                        <p:tgtEl>
                                          <p:spTgt spid="5">
                                            <p:txEl>
                                              <p:pRg st="6" end="6"/>
                                            </p:txEl>
                                          </p:spTgt>
                                        </p:tgtEl>
                                        <p:attrNameLst>
                                          <p:attrName>style.color</p:attrName>
                                        </p:attrNameLst>
                                      </p:cBhvr>
                                      <p:to>
                                        <p:clrVal>
                                          <a:schemeClr val="accent2"/>
                                        </p:clrVal>
                                      </p:to>
                                    </p:set>
                                    <p:set>
                                      <p:cBhvr>
                                        <p:cTn id="43" dur="500" fill="hold"/>
                                        <p:tgtEl>
                                          <p:spTgt spid="5">
                                            <p:txEl>
                                              <p:pRg st="6" end="6"/>
                                            </p:txEl>
                                          </p:spTgt>
                                        </p:tgtEl>
                                        <p:attrNameLst>
                                          <p:attrName>fillcolor</p:attrName>
                                        </p:attrNameLst>
                                      </p:cBhvr>
                                      <p:to>
                                        <p:clrVal>
                                          <a:schemeClr val="accent2"/>
                                        </p:clrVal>
                                      </p:to>
                                    </p:set>
                                    <p:set>
                                      <p:cBhvr>
                                        <p:cTn id="44" dur="500" fill="hold"/>
                                        <p:tgtEl>
                                          <p:spTgt spid="5">
                                            <p:txEl>
                                              <p:pRg st="6" end="6"/>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6F3AEEF6-B682-64AD-85EB-819FE1F78FED}"/>
              </a:ext>
            </a:extLst>
          </p:cNvPr>
          <p:cNvSpPr>
            <a:spLocks noGrp="1"/>
          </p:cNvSpPr>
          <p:nvPr>
            <p:ph type="body" sz="quarter" idx="15"/>
          </p:nvPr>
        </p:nvSpPr>
        <p:spPr/>
        <p:txBody>
          <a:bodyPr/>
          <a:lstStyle/>
          <a:p>
            <a:r>
              <a:rPr lang="pt-BR"/>
              <a:t>Calculadora de custos</a:t>
            </a:r>
          </a:p>
        </p:txBody>
      </p:sp>
      <p:sp>
        <p:nvSpPr>
          <p:cNvPr id="5" name="Espaço Reservado para Texto 4">
            <a:extLst>
              <a:ext uri="{FF2B5EF4-FFF2-40B4-BE49-F238E27FC236}">
                <a16:creationId xmlns:a16="http://schemas.microsoft.com/office/drawing/2014/main" id="{CA9C0E52-57D5-869E-7957-167F03E67551}"/>
              </a:ext>
            </a:extLst>
          </p:cNvPr>
          <p:cNvSpPr>
            <a:spLocks noGrp="1"/>
          </p:cNvSpPr>
          <p:nvPr>
            <p:ph type="body" sz="quarter" idx="16"/>
          </p:nvPr>
        </p:nvSpPr>
        <p:spPr/>
        <p:txBody>
          <a:bodyPr>
            <a:normAutofit fontScale="92500" lnSpcReduction="10000"/>
          </a:bodyPr>
          <a:lstStyle/>
          <a:p>
            <a:pPr marL="0" indent="0">
              <a:buNone/>
            </a:pPr>
            <a:r>
              <a:rPr lang="pt-BR"/>
              <a:t>04</a:t>
            </a:r>
          </a:p>
        </p:txBody>
      </p:sp>
    </p:spTree>
    <p:extLst>
      <p:ext uri="{BB962C8B-B14F-4D97-AF65-F5344CB8AC3E}">
        <p14:creationId xmlns:p14="http://schemas.microsoft.com/office/powerpoint/2010/main" val="2348807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rtlCol="0"/>
          <a:lstStyle/>
          <a:p>
            <a:pPr rtl="0"/>
            <a:r>
              <a:rPr lang="pt-BR"/>
              <a:t>Calculadora Mensal da AWS</a:t>
            </a:r>
          </a:p>
        </p:txBody>
      </p:sp>
      <p:sp>
        <p:nvSpPr>
          <p:cNvPr id="6" name="Content Placeholder 5"/>
          <p:cNvSpPr>
            <a:spLocks noGrp="1"/>
          </p:cNvSpPr>
          <p:nvPr>
            <p:ph idx="1"/>
          </p:nvPr>
        </p:nvSpPr>
        <p:spPr>
          <a:xfrm>
            <a:off x="838200" y="1937479"/>
            <a:ext cx="2755752" cy="3389747"/>
          </a:xfrm>
        </p:spPr>
        <p:txBody>
          <a:bodyPr rtlCol="0">
            <a:normAutofit fontScale="55000" lnSpcReduction="20000"/>
          </a:bodyPr>
          <a:lstStyle/>
          <a:p>
            <a:pPr marL="0" indent="0">
              <a:lnSpc>
                <a:spcPct val="110000"/>
              </a:lnSpc>
              <a:buNone/>
            </a:pPr>
            <a:r>
              <a:rPr lang="pt-BR" dirty="0"/>
              <a:t>Use a </a:t>
            </a:r>
            <a:r>
              <a:rPr lang="pt-BR" b="1" dirty="0">
                <a:solidFill>
                  <a:schemeClr val="accent5"/>
                </a:solidFill>
              </a:rPr>
              <a:t>Calculadora Mensal</a:t>
            </a:r>
            <a:r>
              <a:rPr lang="pt-BR" dirty="0"/>
              <a:t> para:</a:t>
            </a:r>
          </a:p>
          <a:p>
            <a:pPr marL="348854" indent="-348854">
              <a:lnSpc>
                <a:spcPct val="110000"/>
              </a:lnSpc>
            </a:pPr>
            <a:r>
              <a:rPr lang="pt-BR" dirty="0"/>
              <a:t>Estimar custos mensais</a:t>
            </a:r>
          </a:p>
          <a:p>
            <a:pPr marL="348854" indent="-348854">
              <a:lnSpc>
                <a:spcPct val="110000"/>
              </a:lnSpc>
            </a:pPr>
            <a:r>
              <a:rPr lang="pt-BR" dirty="0"/>
              <a:t>Identificar oportunidades para reduzir custos mensais</a:t>
            </a:r>
          </a:p>
          <a:p>
            <a:pPr marL="348854" indent="-348854">
              <a:lnSpc>
                <a:spcPct val="110000"/>
              </a:lnSpc>
            </a:pPr>
            <a:r>
              <a:rPr lang="pt-BR" dirty="0"/>
              <a:t>Use modelos para comparar serviços e modelos de implantação</a:t>
            </a:r>
          </a:p>
          <a:p>
            <a:pPr marL="0" indent="0">
              <a:lnSpc>
                <a:spcPct val="110000"/>
              </a:lnSpc>
              <a:buNone/>
            </a:pPr>
            <a:endParaRPr lang="en-US" b="1" dirty="0"/>
          </a:p>
          <a:p>
            <a:pPr marL="0" indent="0">
              <a:lnSpc>
                <a:spcPct val="110000"/>
              </a:lnSpc>
              <a:buNone/>
            </a:pPr>
            <a:r>
              <a:rPr lang="pt-BR" b="1" dirty="0"/>
              <a:t>Acesse a Calculadora Mensal:</a:t>
            </a:r>
          </a:p>
          <a:p>
            <a:pPr marL="0" indent="0">
              <a:lnSpc>
                <a:spcPct val="110000"/>
              </a:lnSpc>
              <a:buNone/>
            </a:pPr>
            <a:endParaRPr lang="en-US" b="1" dirty="0"/>
          </a:p>
          <a:p>
            <a:pPr lvl="1" rtl="0">
              <a:lnSpc>
                <a:spcPct val="110000"/>
              </a:lnSpc>
            </a:pPr>
            <a:endParaRPr lang="en-US" dirty="0"/>
          </a:p>
        </p:txBody>
      </p:sp>
      <p:sp>
        <p:nvSpPr>
          <p:cNvPr id="2" name="Footer Placeholder 1">
            <a:extLs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endParaRPr lang="pt-BR" dirty="0"/>
          </a:p>
        </p:txBody>
      </p:sp>
      <p:sp>
        <p:nvSpPr>
          <p:cNvPr id="3" name="Slide Number Placeholder 2">
            <a:extLst>
              <a:ext uri="{FF2B5EF4-FFF2-40B4-BE49-F238E27FC236}">
                <a16:creationId xmlns:a16="http://schemas.microsoft.com/office/drawing/2014/main" id="{C23B1AAD-2FD7-4EFF-8BCB-1C3B63A80BEE}"/>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28</a:t>
            </a:fld>
            <a:endParaRPr lang="en-US" dirty="0"/>
          </a:p>
        </p:txBody>
      </p:sp>
      <p:sp>
        <p:nvSpPr>
          <p:cNvPr id="7" name="Content Placeholder 5">
            <a:extLst>
              <a:ext uri="{FF2B5EF4-FFF2-40B4-BE49-F238E27FC236}">
                <a16:creationId xmlns:a16="http://schemas.microsoft.com/office/drawing/2014/main" id="{CA3F39CA-5E24-E149-AC47-FC0388A2732F}"/>
              </a:ext>
            </a:extLst>
          </p:cNvPr>
          <p:cNvSpPr txBox="1">
            <a:spLocks/>
          </p:cNvSpPr>
          <p:nvPr/>
        </p:nvSpPr>
        <p:spPr>
          <a:xfrm>
            <a:off x="3876500" y="4772947"/>
            <a:ext cx="5244861" cy="554279"/>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Tx/>
              <a:buBlip>
                <a:blip r:embed="rId4"/>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4"/>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4"/>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950" dirty="0">
                <a:hlinkClick r:id="rId5"/>
              </a:rPr>
              <a:t>https://calculator.aws/#/?key=new</a:t>
            </a:r>
            <a:endParaRPr lang="en-US" sz="1950" dirty="0"/>
          </a:p>
          <a:p>
            <a:pPr marL="0" indent="0">
              <a:buNone/>
            </a:pPr>
            <a:endParaRPr lang="en-US" sz="1950" dirty="0"/>
          </a:p>
        </p:txBody>
      </p:sp>
      <p:pic>
        <p:nvPicPr>
          <p:cNvPr id="8" name="Picture 7" descr="screen capture of the Simple Monthly Calculator.">
            <a:extLst>
              <a:ext uri="{FF2B5EF4-FFF2-40B4-BE49-F238E27FC236}">
                <a16:creationId xmlns:a16="http://schemas.microsoft.com/office/drawing/2014/main" id="{A0C198D5-7AB2-4BCE-9556-74B0D4DFFFD5}"/>
              </a:ext>
            </a:extLst>
          </p:cNvPr>
          <p:cNvPicPr>
            <a:picLocks noChangeAspect="1"/>
          </p:cNvPicPr>
          <p:nvPr/>
        </p:nvPicPr>
        <p:blipFill>
          <a:blip r:embed="rId6"/>
          <a:stretch>
            <a:fillRect/>
          </a:stretch>
        </p:blipFill>
        <p:spPr>
          <a:xfrm>
            <a:off x="3876500" y="1937479"/>
            <a:ext cx="4677953" cy="2704876"/>
          </a:xfrm>
          <a:prstGeom prst="rect">
            <a:avLst/>
          </a:prstGeom>
        </p:spPr>
      </p:pic>
    </p:spTree>
    <p:custDataLst>
      <p:tags r:id="rId1"/>
    </p:custDataLst>
    <p:extLst>
      <p:ext uri="{BB962C8B-B14F-4D97-AF65-F5344CB8AC3E}">
        <p14:creationId xmlns:p14="http://schemas.microsoft.com/office/powerpoint/2010/main" val="41141245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rtlCol="0"/>
          <a:lstStyle/>
          <a:p>
            <a:pPr rtl="0"/>
            <a:r>
              <a:rPr lang="pt-BR"/>
              <a:t>Calculadora Mensal da AZURE</a:t>
            </a:r>
          </a:p>
        </p:txBody>
      </p:sp>
      <p:sp>
        <p:nvSpPr>
          <p:cNvPr id="2" name="Footer Placeholder 1">
            <a:extLs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endParaRPr lang="pt-BR" dirty="0"/>
          </a:p>
        </p:txBody>
      </p:sp>
      <p:sp>
        <p:nvSpPr>
          <p:cNvPr id="3" name="Slide Number Placeholder 2">
            <a:extLst>
              <a:ext uri="{FF2B5EF4-FFF2-40B4-BE49-F238E27FC236}">
                <a16:creationId xmlns:a16="http://schemas.microsoft.com/office/drawing/2014/main" id="{C23B1AAD-2FD7-4EFF-8BCB-1C3B63A80BEE}"/>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29</a:t>
            </a:fld>
            <a:endParaRPr lang="en-US" dirty="0"/>
          </a:p>
        </p:txBody>
      </p:sp>
      <p:sp>
        <p:nvSpPr>
          <p:cNvPr id="7" name="Content Placeholder 5">
            <a:extLst>
              <a:ext uri="{FF2B5EF4-FFF2-40B4-BE49-F238E27FC236}">
                <a16:creationId xmlns:a16="http://schemas.microsoft.com/office/drawing/2014/main" id="{CA3F39CA-5E24-E149-AC47-FC0388A2732F}"/>
              </a:ext>
            </a:extLst>
          </p:cNvPr>
          <p:cNvSpPr txBox="1">
            <a:spLocks/>
          </p:cNvSpPr>
          <p:nvPr/>
        </p:nvSpPr>
        <p:spPr>
          <a:xfrm>
            <a:off x="1736602" y="5984633"/>
            <a:ext cx="5670795" cy="554279"/>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Tx/>
              <a:buBlip>
                <a:blip r:embed="rId4"/>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4"/>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4"/>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950" dirty="0"/>
              <a:t>https://azure.microsoft.com/pt-br/pricing/calculator/</a:t>
            </a:r>
          </a:p>
        </p:txBody>
      </p:sp>
      <p:pic>
        <p:nvPicPr>
          <p:cNvPr id="9" name="Imagem 8">
            <a:extLst>
              <a:ext uri="{FF2B5EF4-FFF2-40B4-BE49-F238E27FC236}">
                <a16:creationId xmlns:a16="http://schemas.microsoft.com/office/drawing/2014/main" id="{940D82BA-35B3-E970-FE19-3EE0ACEAD2D4}"/>
              </a:ext>
            </a:extLst>
          </p:cNvPr>
          <p:cNvPicPr>
            <a:picLocks noChangeAspect="1"/>
          </p:cNvPicPr>
          <p:nvPr/>
        </p:nvPicPr>
        <p:blipFill>
          <a:blip r:embed="rId5"/>
          <a:stretch>
            <a:fillRect/>
          </a:stretch>
        </p:blipFill>
        <p:spPr>
          <a:xfrm>
            <a:off x="602395" y="1020698"/>
            <a:ext cx="7444596" cy="4808595"/>
          </a:xfrm>
          <a:prstGeom prst="rect">
            <a:avLst/>
          </a:prstGeom>
        </p:spPr>
      </p:pic>
    </p:spTree>
    <p:custDataLst>
      <p:tags r:id="rId1"/>
    </p:custDataLst>
    <p:extLst>
      <p:ext uri="{BB962C8B-B14F-4D97-AF65-F5344CB8AC3E}">
        <p14:creationId xmlns:p14="http://schemas.microsoft.com/office/powerpoint/2010/main" val="482021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rtlCol="0"/>
          <a:lstStyle/>
          <a:p>
            <a:pPr rtl="0"/>
            <a:r>
              <a:rPr lang="pt-BR"/>
              <a:t>Calculadora Mensal dO GCP</a:t>
            </a:r>
          </a:p>
        </p:txBody>
      </p:sp>
      <p:sp>
        <p:nvSpPr>
          <p:cNvPr id="2" name="Footer Placeholder 1">
            <a:extLs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endParaRPr lang="pt-BR" dirty="0"/>
          </a:p>
        </p:txBody>
      </p:sp>
      <p:sp>
        <p:nvSpPr>
          <p:cNvPr id="3" name="Slide Number Placeholder 2">
            <a:extLst>
              <a:ext uri="{FF2B5EF4-FFF2-40B4-BE49-F238E27FC236}">
                <a16:creationId xmlns:a16="http://schemas.microsoft.com/office/drawing/2014/main" id="{C23B1AAD-2FD7-4EFF-8BCB-1C3B63A80BEE}"/>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30</a:t>
            </a:fld>
            <a:endParaRPr lang="en-US" dirty="0"/>
          </a:p>
        </p:txBody>
      </p:sp>
      <p:sp>
        <p:nvSpPr>
          <p:cNvPr id="7" name="Content Placeholder 5">
            <a:extLst>
              <a:ext uri="{FF2B5EF4-FFF2-40B4-BE49-F238E27FC236}">
                <a16:creationId xmlns:a16="http://schemas.microsoft.com/office/drawing/2014/main" id="{CA3F39CA-5E24-E149-AC47-FC0388A2732F}"/>
              </a:ext>
            </a:extLst>
          </p:cNvPr>
          <p:cNvSpPr txBox="1">
            <a:spLocks/>
          </p:cNvSpPr>
          <p:nvPr/>
        </p:nvSpPr>
        <p:spPr>
          <a:xfrm>
            <a:off x="1736602" y="5984633"/>
            <a:ext cx="5670795" cy="554279"/>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Tx/>
              <a:buBlip>
                <a:blip r:embed="rId4"/>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4"/>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4"/>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950" dirty="0"/>
              <a:t>https://cloud.google.com/products/calculator/</a:t>
            </a:r>
          </a:p>
        </p:txBody>
      </p:sp>
      <p:pic>
        <p:nvPicPr>
          <p:cNvPr id="6" name="Imagem 5">
            <a:extLst>
              <a:ext uri="{FF2B5EF4-FFF2-40B4-BE49-F238E27FC236}">
                <a16:creationId xmlns:a16="http://schemas.microsoft.com/office/drawing/2014/main" id="{E1072E0D-3BD4-5716-2C0F-1D2AA29200C1}"/>
              </a:ext>
            </a:extLst>
          </p:cNvPr>
          <p:cNvPicPr>
            <a:picLocks noChangeAspect="1"/>
          </p:cNvPicPr>
          <p:nvPr/>
        </p:nvPicPr>
        <p:blipFill>
          <a:blip r:embed="rId5"/>
          <a:stretch>
            <a:fillRect/>
          </a:stretch>
        </p:blipFill>
        <p:spPr>
          <a:xfrm>
            <a:off x="763904" y="1037891"/>
            <a:ext cx="7478169" cy="4782217"/>
          </a:xfrm>
          <a:prstGeom prst="rect">
            <a:avLst/>
          </a:prstGeom>
        </p:spPr>
      </p:pic>
    </p:spTree>
    <p:custDataLst>
      <p:tags r:id="rId1"/>
    </p:custDataLst>
    <p:extLst>
      <p:ext uri="{BB962C8B-B14F-4D97-AF65-F5344CB8AC3E}">
        <p14:creationId xmlns:p14="http://schemas.microsoft.com/office/powerpoint/2010/main" val="10852686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rtlCol="0"/>
          <a:lstStyle/>
          <a:p>
            <a:pPr rtl="0"/>
            <a:r>
              <a:rPr lang="pt-BR"/>
              <a:t>Calculadora Mensal dO oci</a:t>
            </a:r>
          </a:p>
        </p:txBody>
      </p:sp>
      <p:sp>
        <p:nvSpPr>
          <p:cNvPr id="2" name="Footer Placeholder 1">
            <a:extLs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endParaRPr lang="pt-BR" dirty="0"/>
          </a:p>
        </p:txBody>
      </p:sp>
      <p:sp>
        <p:nvSpPr>
          <p:cNvPr id="3" name="Slide Number Placeholder 2">
            <a:extLst>
              <a:ext uri="{FF2B5EF4-FFF2-40B4-BE49-F238E27FC236}">
                <a16:creationId xmlns:a16="http://schemas.microsoft.com/office/drawing/2014/main" id="{C23B1AAD-2FD7-4EFF-8BCB-1C3B63A80BEE}"/>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31</a:t>
            </a:fld>
            <a:endParaRPr lang="en-US" dirty="0"/>
          </a:p>
        </p:txBody>
      </p:sp>
      <p:sp>
        <p:nvSpPr>
          <p:cNvPr id="7" name="Content Placeholder 5">
            <a:extLst>
              <a:ext uri="{FF2B5EF4-FFF2-40B4-BE49-F238E27FC236}">
                <a16:creationId xmlns:a16="http://schemas.microsoft.com/office/drawing/2014/main" id="{CA3F39CA-5E24-E149-AC47-FC0388A2732F}"/>
              </a:ext>
            </a:extLst>
          </p:cNvPr>
          <p:cNvSpPr txBox="1">
            <a:spLocks/>
          </p:cNvSpPr>
          <p:nvPr/>
        </p:nvSpPr>
        <p:spPr>
          <a:xfrm>
            <a:off x="1736602" y="5984633"/>
            <a:ext cx="5670795" cy="554279"/>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Tx/>
              <a:buBlip>
                <a:blip r:embed="rId4"/>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4"/>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4"/>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950"/>
              <a:t>https://www.oracle.com/br/cloud/costestimator.html</a:t>
            </a:r>
            <a:endParaRPr lang="en-US" sz="1950" dirty="0"/>
          </a:p>
        </p:txBody>
      </p:sp>
      <p:pic>
        <p:nvPicPr>
          <p:cNvPr id="8" name="Imagem 7">
            <a:extLst>
              <a:ext uri="{FF2B5EF4-FFF2-40B4-BE49-F238E27FC236}">
                <a16:creationId xmlns:a16="http://schemas.microsoft.com/office/drawing/2014/main" id="{9A803DCA-5971-E93C-0F92-CB7A181B209F}"/>
              </a:ext>
            </a:extLst>
          </p:cNvPr>
          <p:cNvPicPr>
            <a:picLocks noChangeAspect="1"/>
          </p:cNvPicPr>
          <p:nvPr/>
        </p:nvPicPr>
        <p:blipFill>
          <a:blip r:embed="rId5"/>
          <a:stretch>
            <a:fillRect/>
          </a:stretch>
        </p:blipFill>
        <p:spPr>
          <a:xfrm>
            <a:off x="836762" y="1023711"/>
            <a:ext cx="7651630" cy="4810577"/>
          </a:xfrm>
          <a:prstGeom prst="rect">
            <a:avLst/>
          </a:prstGeom>
        </p:spPr>
      </p:pic>
    </p:spTree>
    <p:custDataLst>
      <p:tags r:id="rId1"/>
    </p:custDataLst>
    <p:extLst>
      <p:ext uri="{BB962C8B-B14F-4D97-AF65-F5344CB8AC3E}">
        <p14:creationId xmlns:p14="http://schemas.microsoft.com/office/powerpoint/2010/main" val="28716781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E9561DAA-F68C-E56F-03C3-ACD8198103FD}"/>
              </a:ext>
            </a:extLst>
          </p:cNvPr>
          <p:cNvSpPr>
            <a:spLocks noGrp="1"/>
          </p:cNvSpPr>
          <p:nvPr>
            <p:ph type="body" sz="quarter" idx="15"/>
          </p:nvPr>
        </p:nvSpPr>
        <p:spPr/>
        <p:txBody>
          <a:bodyPr/>
          <a:lstStyle/>
          <a:p>
            <a:r>
              <a:rPr lang="pt-BR"/>
              <a:t>Modelo de responsabilidade compartilhada</a:t>
            </a:r>
          </a:p>
        </p:txBody>
      </p:sp>
      <p:sp>
        <p:nvSpPr>
          <p:cNvPr id="5" name="Espaço Reservado para Texto 4">
            <a:extLst>
              <a:ext uri="{FF2B5EF4-FFF2-40B4-BE49-F238E27FC236}">
                <a16:creationId xmlns:a16="http://schemas.microsoft.com/office/drawing/2014/main" id="{B95A2FE9-3B9F-081C-8873-8557AC24E914}"/>
              </a:ext>
            </a:extLst>
          </p:cNvPr>
          <p:cNvSpPr>
            <a:spLocks noGrp="1"/>
          </p:cNvSpPr>
          <p:nvPr>
            <p:ph type="body" sz="quarter" idx="16"/>
          </p:nvPr>
        </p:nvSpPr>
        <p:spPr/>
        <p:txBody>
          <a:bodyPr>
            <a:normAutofit fontScale="92500" lnSpcReduction="10000"/>
          </a:bodyPr>
          <a:lstStyle/>
          <a:p>
            <a:pPr marL="0" indent="0">
              <a:buNone/>
            </a:pPr>
            <a:r>
              <a:rPr lang="pt-BR"/>
              <a:t>05</a:t>
            </a:r>
          </a:p>
        </p:txBody>
      </p:sp>
    </p:spTree>
    <p:extLst>
      <p:ext uri="{BB962C8B-B14F-4D97-AF65-F5344CB8AC3E}">
        <p14:creationId xmlns:p14="http://schemas.microsoft.com/office/powerpoint/2010/main" val="2073926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325" y="224288"/>
            <a:ext cx="6775704" cy="614958"/>
          </a:xfrm>
        </p:spPr>
        <p:txBody>
          <a:bodyPr rtlCol="0"/>
          <a:lstStyle/>
          <a:p>
            <a:pPr rtl="0"/>
            <a:r>
              <a:rPr lang="pt-BR"/>
              <a:t>Modelo de responsabilidade compartilhada da AWS</a:t>
            </a:r>
          </a:p>
        </p:txBody>
      </p:sp>
      <p:sp>
        <p:nvSpPr>
          <p:cNvPr id="4" name="Slide Number Placeholder 3">
            <a:extLst>
              <a:ext uri="{FF2B5EF4-FFF2-40B4-BE49-F238E27FC236}">
                <a16:creationId xmlns:a16="http://schemas.microsoft.com/office/drawing/2014/main" id="{A24A87C0-BCFD-EC45-8B35-DC9C93912BA5}"/>
              </a:ext>
              <a:ext uri="{C183D7F6-B498-43B3-948B-1728B52AA6E4}">
                <adec:decorative xmlns:adec="http://schemas.microsoft.com/office/drawing/2017/decorative" val="1"/>
              </a:ext>
            </a:extLst>
          </p:cNvPr>
          <p:cNvSpPr>
            <a:spLocks noGrp="1"/>
          </p:cNvSpPr>
          <p:nvPr>
            <p:ph type="sldNum" sz="quarter" idx="12"/>
          </p:nvPr>
        </p:nvSpPr>
        <p:spPr/>
        <p:txBody>
          <a:bodyPr rtlCol="0"/>
          <a:lstStyle/>
          <a:p>
            <a:pPr rtl="0"/>
            <a:fld id="{B6A95138-A96E-2F42-A959-2EFD44FE4AB7}" type="slidenum">
              <a:rPr lang="en-US" smtClean="0"/>
              <a:t>33</a:t>
            </a:fld>
            <a:endParaRPr lang="en-US" dirty="0"/>
          </a:p>
        </p:txBody>
      </p:sp>
      <p:sp>
        <p:nvSpPr>
          <p:cNvPr id="3" name="Footer Placeholder 2">
            <a:extLst>
              <a:ext uri="{FF2B5EF4-FFF2-40B4-BE49-F238E27FC236}">
                <a16:creationId xmlns:a16="http://schemas.microsoft.com/office/drawing/2014/main" id="{375F8C59-779A-2B46-94DB-1E2E62BF6275}"/>
              </a:ext>
              <a:ext uri="{C183D7F6-B498-43B3-948B-1728B52AA6E4}">
                <adec:decorative xmlns:adec="http://schemas.microsoft.com/office/drawing/2017/decorative" val="1"/>
              </a:ext>
            </a:extLst>
          </p:cNvPr>
          <p:cNvSpPr>
            <a:spLocks noGrp="1"/>
          </p:cNvSpPr>
          <p:nvPr>
            <p:ph type="ftr" sz="quarter" idx="3"/>
          </p:nvPr>
        </p:nvSpPr>
        <p:spPr/>
        <p:txBody>
          <a:bodyPr rtlCol="0"/>
          <a:lstStyle/>
          <a:p>
            <a:pPr rtl="0"/>
            <a:r>
              <a:rPr lang="pt-BR"/>
              <a:t>© 2019 Amazon Web Services, Inc. ou suas afiliadas. Todos os direitos reservados.</a:t>
            </a:r>
          </a:p>
        </p:txBody>
      </p:sp>
      <p:pic>
        <p:nvPicPr>
          <p:cNvPr id="6" name="Picture 5">
            <a:extLst>
              <a:ext uri="{FF2B5EF4-FFF2-40B4-BE49-F238E27FC236}">
                <a16:creationId xmlns:a16="http://schemas.microsoft.com/office/drawing/2014/main" id="{D5F4E624-EA61-354F-A853-2DFDFBA31A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31365" y="1889562"/>
            <a:ext cx="6481270" cy="3569684"/>
          </a:xfrm>
          <a:prstGeom prst="rect">
            <a:avLst/>
          </a:prstGeom>
        </p:spPr>
      </p:pic>
    </p:spTree>
    <p:custDataLst>
      <p:tags r:id="rId1"/>
    </p:custDataLst>
    <p:extLst>
      <p:ext uri="{BB962C8B-B14F-4D97-AF65-F5344CB8AC3E}">
        <p14:creationId xmlns:p14="http://schemas.microsoft.com/office/powerpoint/2010/main" val="21158973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325" y="173744"/>
            <a:ext cx="6775704" cy="665501"/>
          </a:xfrm>
        </p:spPr>
        <p:txBody>
          <a:bodyPr rtlCol="0">
            <a:noAutofit/>
          </a:bodyPr>
          <a:lstStyle/>
          <a:p>
            <a:pPr rtl="0"/>
            <a:r>
              <a:rPr lang="pt-BR" sz="2850" dirty="0"/>
              <a:t>Responsabilidade da AWS: </a:t>
            </a:r>
            <a:br>
              <a:rPr lang="pt-BR" sz="2850" dirty="0"/>
            </a:br>
            <a:r>
              <a:rPr lang="pt-BR" sz="2850" dirty="0"/>
              <a:t>segurança </a:t>
            </a:r>
            <a:r>
              <a:rPr lang="pt-BR" sz="2850" i="1" dirty="0">
                <a:ea typeface="Amazon Ember Medium" panose="020B0603020204030204" pitchFamily="34" charset="0"/>
                <a:cs typeface="Amazon Ember Medium" panose="020B0603020204030204" pitchFamily="34" charset="0"/>
              </a:rPr>
              <a:t>da</a:t>
            </a:r>
            <a:r>
              <a:rPr lang="pt-BR" sz="2850" dirty="0"/>
              <a:t> nuvem</a:t>
            </a:r>
          </a:p>
        </p:txBody>
      </p:sp>
      <p:sp>
        <p:nvSpPr>
          <p:cNvPr id="5" name="Content Placeholder 4">
            <a:extLst>
              <a:ext uri="{FF2B5EF4-FFF2-40B4-BE49-F238E27FC236}">
                <a16:creationId xmlns:a16="http://schemas.microsoft.com/office/drawing/2014/main" id="{40751EE0-0829-BA4D-840A-AB4C542CD4C6}"/>
              </a:ext>
            </a:extLst>
          </p:cNvPr>
          <p:cNvSpPr>
            <a:spLocks noGrp="1"/>
          </p:cNvSpPr>
          <p:nvPr>
            <p:ph idx="1"/>
          </p:nvPr>
        </p:nvSpPr>
        <p:spPr>
          <a:xfrm>
            <a:off x="4684734" y="1560413"/>
            <a:ext cx="3742638" cy="4006950"/>
          </a:xfrm>
        </p:spPr>
        <p:txBody>
          <a:bodyPr rtlCol="0"/>
          <a:lstStyle/>
          <a:p>
            <a:pPr>
              <a:buNone/>
            </a:pPr>
            <a:r>
              <a:rPr lang="pt-BR" sz="1800" dirty="0"/>
              <a:t>Responsabilidades da AWS:</a:t>
            </a:r>
          </a:p>
          <a:p>
            <a:pPr rtl="0"/>
            <a:r>
              <a:rPr lang="pt-BR" dirty="0"/>
              <a:t>Segurança física dos datacenters</a:t>
            </a:r>
          </a:p>
          <a:p>
            <a:pPr lvl="1" rtl="0"/>
            <a:r>
              <a:rPr lang="pt-BR" sz="1350" dirty="0"/>
              <a:t>Acesso controlado e baseado </a:t>
            </a:r>
            <a:br>
              <a:rPr lang="pt-BR" sz="1350" dirty="0"/>
            </a:br>
            <a:r>
              <a:rPr lang="pt-BR" sz="1350" dirty="0"/>
              <a:t>em necessidades</a:t>
            </a:r>
          </a:p>
          <a:p>
            <a:pPr lvl="1" rtl="0"/>
            <a:endParaRPr lang="en-US" sz="1350" dirty="0"/>
          </a:p>
          <a:p>
            <a:pPr rtl="0"/>
            <a:r>
              <a:rPr lang="pt-BR" dirty="0"/>
              <a:t>Infraestrutura de hardware e software</a:t>
            </a:r>
          </a:p>
          <a:p>
            <a:pPr lvl="1" rtl="0"/>
            <a:r>
              <a:rPr lang="pt-BR" sz="1350" dirty="0"/>
              <a:t>Desativação de armazenamento, registro em log de acesso ao sistema operacional (SO) do host e auditoria</a:t>
            </a:r>
          </a:p>
          <a:p>
            <a:pPr lvl="1" rtl="0"/>
            <a:endParaRPr lang="en-US" sz="1350" dirty="0"/>
          </a:p>
          <a:p>
            <a:pPr rtl="0"/>
            <a:r>
              <a:rPr lang="pt-BR" dirty="0"/>
              <a:t>Infraestrutura de rede</a:t>
            </a:r>
          </a:p>
          <a:p>
            <a:pPr lvl="1" rtl="0"/>
            <a:r>
              <a:rPr lang="pt-BR" sz="1350" dirty="0"/>
              <a:t>Detecção de intrusão</a:t>
            </a:r>
          </a:p>
          <a:p>
            <a:pPr lvl="1" rtl="0"/>
            <a:endParaRPr lang="en-US" sz="1350" dirty="0"/>
          </a:p>
          <a:p>
            <a:pPr rtl="0"/>
            <a:r>
              <a:rPr lang="pt-BR" dirty="0"/>
              <a:t>Infraestrutura de virtualização</a:t>
            </a:r>
          </a:p>
          <a:p>
            <a:pPr lvl="1" rtl="0"/>
            <a:r>
              <a:rPr lang="pt-BR" sz="1350" dirty="0"/>
              <a:t>Isolamento de instância</a:t>
            </a:r>
          </a:p>
        </p:txBody>
      </p:sp>
      <p:sp>
        <p:nvSpPr>
          <p:cNvPr id="7" name="Slide Number Placeholder 6">
            <a:extLst>
              <a:ext uri="{FF2B5EF4-FFF2-40B4-BE49-F238E27FC236}">
                <a16:creationId xmlns:a16="http://schemas.microsoft.com/office/drawing/2014/main" id="{BBFEC340-B24E-7F46-896A-C6AABAAC16C3}"/>
              </a:ext>
              <a:ext uri="{C183D7F6-B498-43B3-948B-1728B52AA6E4}">
                <adec:decorative xmlns:adec="http://schemas.microsoft.com/office/drawing/2017/decorative" val="1"/>
              </a:ext>
            </a:extLst>
          </p:cNvPr>
          <p:cNvSpPr>
            <a:spLocks noGrp="1"/>
          </p:cNvSpPr>
          <p:nvPr>
            <p:ph type="sldNum" sz="quarter" idx="12"/>
          </p:nvPr>
        </p:nvSpPr>
        <p:spPr>
          <a:xfrm>
            <a:off x="6772275" y="6356351"/>
            <a:ext cx="1805195" cy="365125"/>
          </a:xfrm>
        </p:spPr>
        <p:txBody>
          <a:bodyPr rtlCol="0"/>
          <a:lstStyle/>
          <a:p>
            <a:pPr rtl="0"/>
            <a:fld id="{B6A95138-A96E-2F42-A959-2EFD44FE4AB7}" type="slidenum">
              <a:rPr lang="en-US" smtClean="0"/>
              <a:t>34</a:t>
            </a:fld>
            <a:endParaRPr lang="en-US" dirty="0"/>
          </a:p>
        </p:txBody>
      </p:sp>
      <p:sp>
        <p:nvSpPr>
          <p:cNvPr id="6" name="Footer Placeholder 5">
            <a:extLst>
              <a:ext uri="{FF2B5EF4-FFF2-40B4-BE49-F238E27FC236}">
                <a16:creationId xmlns:a16="http://schemas.microsoft.com/office/drawing/2014/main" id="{C7D9DACE-AE15-E146-9172-B65FCD4A7A3F}"/>
              </a:ext>
              <a:ext uri="{C183D7F6-B498-43B3-948B-1728B52AA6E4}">
                <adec:decorative xmlns:adec="http://schemas.microsoft.com/office/drawing/2017/decorative" val="1"/>
              </a:ext>
            </a:extLst>
          </p:cNvPr>
          <p:cNvSpPr>
            <a:spLocks noGrp="1"/>
          </p:cNvSpPr>
          <p:nvPr>
            <p:ph type="ftr" sz="quarter" idx="3"/>
          </p:nvPr>
        </p:nvSpPr>
        <p:spPr/>
        <p:txBody>
          <a:bodyPr rtlCol="0"/>
          <a:lstStyle/>
          <a:p>
            <a:pPr rtl="0"/>
            <a:r>
              <a:rPr lang="pt-BR"/>
              <a:t>© 2019 Amazon Web Services, Inc. ou suas afiliadas. Todos os direitos reservados.</a:t>
            </a:r>
          </a:p>
        </p:txBody>
      </p:sp>
      <p:grpSp>
        <p:nvGrpSpPr>
          <p:cNvPr id="4" name="Group 3" descr="box labeled AWS Services showing four icons labeled as follows: compute, storage, database, and networking.">
            <a:extLst>
              <a:ext uri="{FF2B5EF4-FFF2-40B4-BE49-F238E27FC236}">
                <a16:creationId xmlns:a16="http://schemas.microsoft.com/office/drawing/2014/main" id="{CA3AA4AC-E42F-2844-B8A1-F2D77A824250}"/>
              </a:ext>
            </a:extLst>
          </p:cNvPr>
          <p:cNvGrpSpPr/>
          <p:nvPr/>
        </p:nvGrpSpPr>
        <p:grpSpPr>
          <a:xfrm>
            <a:off x="435140" y="2042634"/>
            <a:ext cx="4024127" cy="1254375"/>
            <a:chOff x="399163" y="2028824"/>
            <a:chExt cx="5365502" cy="1672501"/>
          </a:xfrm>
        </p:grpSpPr>
        <p:sp>
          <p:nvSpPr>
            <p:cNvPr id="18" name="Rectangle 17">
              <a:extLst>
                <a:ext uri="{FF2B5EF4-FFF2-40B4-BE49-F238E27FC236}">
                  <a16:creationId xmlns:a16="http://schemas.microsoft.com/office/drawing/2014/main" id="{1204C99E-1809-DC4F-AA5D-4B07C5CB4A64}"/>
                </a:ext>
              </a:extLst>
            </p:cNvPr>
            <p:cNvSpPr/>
            <p:nvPr/>
          </p:nvSpPr>
          <p:spPr>
            <a:xfrm>
              <a:off x="441000" y="2028824"/>
              <a:ext cx="5323665" cy="1624091"/>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rtl="0"/>
              <a:r>
                <a:rPr lang="pt-BR" sz="1350" b="1" dirty="0">
                  <a:solidFill>
                    <a:schemeClr val="tx1"/>
                  </a:solidFill>
                </a:rPr>
                <a:t>Serviços da AWS</a:t>
              </a:r>
            </a:p>
          </p:txBody>
        </p:sp>
        <p:pic>
          <p:nvPicPr>
            <p:cNvPr id="10" name="Graphic 9">
              <a:extLst>
                <a:ext uri="{FF2B5EF4-FFF2-40B4-BE49-F238E27FC236}">
                  <a16:creationId xmlns:a16="http://schemas.microsoft.com/office/drawing/2014/main" id="{0A401706-D3C2-4240-8BCC-E191126A68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6847" y="2458469"/>
              <a:ext cx="659595" cy="659595"/>
            </a:xfrm>
            <a:prstGeom prst="rect">
              <a:avLst/>
            </a:prstGeom>
          </p:spPr>
        </p:pic>
        <p:sp>
          <p:nvSpPr>
            <p:cNvPr id="3" name="TextBox 2">
              <a:extLst>
                <a:ext uri="{FF2B5EF4-FFF2-40B4-BE49-F238E27FC236}">
                  <a16:creationId xmlns:a16="http://schemas.microsoft.com/office/drawing/2014/main" id="{1B20CD48-D3E3-8649-99CD-E7BBAC1D5D35}"/>
                </a:ext>
              </a:extLst>
            </p:cNvPr>
            <p:cNvSpPr txBox="1"/>
            <p:nvPr/>
          </p:nvSpPr>
          <p:spPr>
            <a:xfrm>
              <a:off x="399163" y="3216578"/>
              <a:ext cx="1334963" cy="353943"/>
            </a:xfrm>
            <a:prstGeom prst="rect">
              <a:avLst/>
            </a:prstGeom>
            <a:noFill/>
          </p:spPr>
          <p:txBody>
            <a:bodyPr wrap="square" rtlCol="0">
              <a:spAutoFit/>
            </a:bodyPr>
            <a:lstStyle/>
            <a:p>
              <a:pPr rtl="0"/>
              <a:r>
                <a:rPr lang="pt-BR" sz="1125" spc="-23" dirty="0">
                  <a:latin typeface="Amazon Ember" panose="020B0603020204020204" pitchFamily="34" charset="0"/>
                  <a:ea typeface="Amazon Ember" panose="020B0603020204020204" pitchFamily="34" charset="0"/>
                  <a:cs typeface="Amazon Ember" panose="020B0603020204020204" pitchFamily="34" charset="0"/>
                </a:rPr>
                <a:t>Computação</a:t>
              </a:r>
            </a:p>
          </p:txBody>
        </p:sp>
        <p:sp>
          <p:nvSpPr>
            <p:cNvPr id="12" name="TextBox 11">
              <a:extLst>
                <a:ext uri="{FF2B5EF4-FFF2-40B4-BE49-F238E27FC236}">
                  <a16:creationId xmlns:a16="http://schemas.microsoft.com/office/drawing/2014/main" id="{A3335D24-F115-9B4E-963F-7E5DE065A869}"/>
                </a:ext>
              </a:extLst>
            </p:cNvPr>
            <p:cNvSpPr txBox="1"/>
            <p:nvPr/>
          </p:nvSpPr>
          <p:spPr>
            <a:xfrm>
              <a:off x="1659450" y="3216578"/>
              <a:ext cx="1681984" cy="353943"/>
            </a:xfrm>
            <a:prstGeom prst="rect">
              <a:avLst/>
            </a:prstGeom>
            <a:noFill/>
          </p:spPr>
          <p:txBody>
            <a:bodyPr wrap="square" rtlCol="0">
              <a:spAutoFit/>
            </a:bodyPr>
            <a:lstStyle/>
            <a:p>
              <a:pPr rtl="0"/>
              <a:r>
                <a:rPr lang="pt-BR" sz="1125" spc="-23" dirty="0">
                  <a:latin typeface="Amazon Ember" panose="020B0603020204020204" pitchFamily="34" charset="0"/>
                  <a:ea typeface="Amazon Ember" panose="020B0603020204020204" pitchFamily="34" charset="0"/>
                  <a:cs typeface="Amazon Ember" panose="020B0603020204020204" pitchFamily="34" charset="0"/>
                </a:rPr>
                <a:t>Armazenamento</a:t>
              </a:r>
            </a:p>
          </p:txBody>
        </p:sp>
        <p:sp>
          <p:nvSpPr>
            <p:cNvPr id="13" name="TextBox 12">
              <a:extLst>
                <a:ext uri="{FF2B5EF4-FFF2-40B4-BE49-F238E27FC236}">
                  <a16:creationId xmlns:a16="http://schemas.microsoft.com/office/drawing/2014/main" id="{66C48087-CD60-0E4A-BC00-261EE7B3DBD8}"/>
                </a:ext>
              </a:extLst>
            </p:cNvPr>
            <p:cNvSpPr txBox="1"/>
            <p:nvPr/>
          </p:nvSpPr>
          <p:spPr>
            <a:xfrm>
              <a:off x="3321220" y="3085772"/>
              <a:ext cx="1154451" cy="615553"/>
            </a:xfrm>
            <a:prstGeom prst="rect">
              <a:avLst/>
            </a:prstGeom>
            <a:noFill/>
          </p:spPr>
          <p:txBody>
            <a:bodyPr wrap="square" rtlCol="0">
              <a:spAutoFit/>
            </a:bodyPr>
            <a:lstStyle/>
            <a:p>
              <a:pPr algn="ctr" rtl="0"/>
              <a:r>
                <a:rPr lang="pt-BR" sz="1200" dirty="0">
                  <a:latin typeface="Amazon Ember" panose="020B0603020204020204" pitchFamily="34" charset="0"/>
                  <a:ea typeface="Amazon Ember" panose="020B0603020204020204" pitchFamily="34" charset="0"/>
                  <a:cs typeface="Amazon Ember" panose="020B0603020204020204" pitchFamily="34" charset="0"/>
                </a:rPr>
                <a:t>Banco </a:t>
              </a:r>
              <a:br>
                <a:rPr lang="pt-BR" sz="1200" dirty="0">
                  <a:latin typeface="Amazon Ember" panose="020B0603020204020204" pitchFamily="34" charset="0"/>
                  <a:ea typeface="Amazon Ember" panose="020B0603020204020204" pitchFamily="34" charset="0"/>
                  <a:cs typeface="Amazon Ember" panose="020B0603020204020204" pitchFamily="34" charset="0"/>
                </a:rPr>
              </a:br>
              <a:r>
                <a:rPr lang="pt-BR" sz="1200" dirty="0">
                  <a:latin typeface="Amazon Ember" panose="020B0603020204020204" pitchFamily="34" charset="0"/>
                  <a:ea typeface="Amazon Ember" panose="020B0603020204020204" pitchFamily="34" charset="0"/>
                  <a:cs typeface="Amazon Ember" panose="020B0603020204020204" pitchFamily="34" charset="0"/>
                </a:rPr>
                <a:t>de dados</a:t>
              </a:r>
            </a:p>
          </p:txBody>
        </p:sp>
        <p:sp>
          <p:nvSpPr>
            <p:cNvPr id="14" name="TextBox 13">
              <a:extLst>
                <a:ext uri="{FF2B5EF4-FFF2-40B4-BE49-F238E27FC236}">
                  <a16:creationId xmlns:a16="http://schemas.microsoft.com/office/drawing/2014/main" id="{EFDF146A-9CD5-AB48-BD87-2DC140812655}"/>
                </a:ext>
              </a:extLst>
            </p:cNvPr>
            <p:cNvSpPr txBox="1"/>
            <p:nvPr/>
          </p:nvSpPr>
          <p:spPr>
            <a:xfrm>
              <a:off x="4862956" y="3208882"/>
              <a:ext cx="786620" cy="369332"/>
            </a:xfrm>
            <a:prstGeom prst="rect">
              <a:avLst/>
            </a:prstGeom>
            <a:noFill/>
          </p:spPr>
          <p:txBody>
            <a:bodyPr wrap="square" rtlCol="0">
              <a:spAutoFit/>
            </a:bodyPr>
            <a:lstStyle/>
            <a:p>
              <a:pPr rtl="0"/>
              <a:r>
                <a:rPr lang="pt-BR" sz="1200" dirty="0">
                  <a:latin typeface="Amazon Ember" panose="020B0603020204020204" pitchFamily="34" charset="0"/>
                  <a:ea typeface="Amazon Ember" panose="020B0603020204020204" pitchFamily="34" charset="0"/>
                  <a:cs typeface="Amazon Ember" panose="020B0603020204020204" pitchFamily="34" charset="0"/>
                </a:rPr>
                <a:t>Redes</a:t>
              </a:r>
            </a:p>
          </p:txBody>
        </p:sp>
        <p:pic>
          <p:nvPicPr>
            <p:cNvPr id="15" name="Graphic 14">
              <a:extLst>
                <a:ext uri="{FF2B5EF4-FFF2-40B4-BE49-F238E27FC236}">
                  <a16:creationId xmlns:a16="http://schemas.microsoft.com/office/drawing/2014/main" id="{9500C1C1-62F5-0145-B5BD-61AEE95E6B3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50473" y="2458469"/>
              <a:ext cx="659595" cy="659595"/>
            </a:xfrm>
            <a:prstGeom prst="rect">
              <a:avLst/>
            </a:prstGeom>
          </p:spPr>
        </p:pic>
        <p:pic>
          <p:nvPicPr>
            <p:cNvPr id="16" name="Graphic 15">
              <a:extLst>
                <a:ext uri="{FF2B5EF4-FFF2-40B4-BE49-F238E27FC236}">
                  <a16:creationId xmlns:a16="http://schemas.microsoft.com/office/drawing/2014/main" id="{A06448C9-6A1E-E74F-A9AF-2B21ED1B525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143224" y="2458468"/>
              <a:ext cx="659596" cy="659596"/>
            </a:xfrm>
            <a:prstGeom prst="rect">
              <a:avLst/>
            </a:prstGeom>
          </p:spPr>
        </p:pic>
        <p:pic>
          <p:nvPicPr>
            <p:cNvPr id="17" name="Graphic 16">
              <a:extLst>
                <a:ext uri="{FF2B5EF4-FFF2-40B4-BE49-F238E27FC236}">
                  <a16:creationId xmlns:a16="http://schemas.microsoft.com/office/drawing/2014/main" id="{4C83EBCD-3B3F-CC4D-931C-23846B80B14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926469" y="2458469"/>
              <a:ext cx="659595" cy="659595"/>
            </a:xfrm>
            <a:prstGeom prst="rect">
              <a:avLst/>
            </a:prstGeom>
          </p:spPr>
        </p:pic>
      </p:grpSp>
      <p:grpSp>
        <p:nvGrpSpPr>
          <p:cNvPr id="31" name="Group 30" descr="lower box of two - it is labeled AWS Global Infrastructure and it contains an icon labeled &quot;Edge locations&quot; and another labeled &quot;Regions&quot; that contains an item labeled &quot;Availability Zones.&quot;">
            <a:extLst>
              <a:ext uri="{FF2B5EF4-FFF2-40B4-BE49-F238E27FC236}">
                <a16:creationId xmlns:a16="http://schemas.microsoft.com/office/drawing/2014/main" id="{17BDB7DD-BE15-3840-A9BE-F5E600806777}"/>
              </a:ext>
            </a:extLst>
          </p:cNvPr>
          <p:cNvGrpSpPr/>
          <p:nvPr/>
        </p:nvGrpSpPr>
        <p:grpSpPr>
          <a:xfrm>
            <a:off x="440753" y="3485766"/>
            <a:ext cx="4044278" cy="1021848"/>
            <a:chOff x="441001" y="3660495"/>
            <a:chExt cx="5392370" cy="1362464"/>
          </a:xfrm>
        </p:grpSpPr>
        <p:sp>
          <p:nvSpPr>
            <p:cNvPr id="19" name="Rectangle 18">
              <a:extLst>
                <a:ext uri="{FF2B5EF4-FFF2-40B4-BE49-F238E27FC236}">
                  <a16:creationId xmlns:a16="http://schemas.microsoft.com/office/drawing/2014/main" id="{C859B9F7-4319-CB42-A6B4-B6C986D043D6}"/>
                </a:ext>
              </a:extLst>
            </p:cNvPr>
            <p:cNvSpPr/>
            <p:nvPr/>
          </p:nvSpPr>
          <p:spPr>
            <a:xfrm>
              <a:off x="441001" y="3660495"/>
              <a:ext cx="1899212" cy="1362464"/>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rtl="0"/>
              <a:r>
                <a:rPr lang="pt-BR" sz="1350" b="1" dirty="0">
                  <a:solidFill>
                    <a:schemeClr val="tx1"/>
                  </a:solidFill>
                  <a:latin typeface="+mj-lt"/>
                  <a:ea typeface="Amazon Ember" panose="02000000000000000000" pitchFamily="2" charset="0"/>
                </a:rPr>
                <a:t>Infraestrutura global da AWS</a:t>
              </a:r>
              <a:endParaRPr lang="en-US" sz="1350" b="1" dirty="0">
                <a:solidFill>
                  <a:schemeClr val="tx1"/>
                </a:solidFill>
                <a:latin typeface="+mj-lt"/>
                <a:ea typeface="Amazon Ember" panose="02000000000000000000" pitchFamily="2" charset="0"/>
              </a:endParaRPr>
            </a:p>
          </p:txBody>
        </p:sp>
        <p:sp>
          <p:nvSpPr>
            <p:cNvPr id="20" name="Rectangle 19">
              <a:extLst>
                <a:ext uri="{FF2B5EF4-FFF2-40B4-BE49-F238E27FC236}">
                  <a16:creationId xmlns:a16="http://schemas.microsoft.com/office/drawing/2014/main" id="{B56B23F6-830F-BE4B-BF7A-870E0F8EC5D8}"/>
                </a:ext>
              </a:extLst>
            </p:cNvPr>
            <p:cNvSpPr/>
            <p:nvPr/>
          </p:nvSpPr>
          <p:spPr>
            <a:xfrm>
              <a:off x="2181462" y="3773587"/>
              <a:ext cx="2100842" cy="1024566"/>
            </a:xfrm>
            <a:prstGeom prst="rect">
              <a:avLst/>
            </a:prstGeom>
            <a:noFill/>
            <a:ln w="12700">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2900" tIns="68580" rIns="68580" bIns="34290" numCol="1" spcCol="0" rtlCol="0" fromWordArt="0" anchor="t" anchorCtr="0" forceAA="0" compatLnSpc="1">
              <a:prstTxWarp prst="textNoShape">
                <a:avLst/>
              </a:prstTxWarp>
              <a:noAutofit/>
            </a:bodyPr>
            <a:lstStyle/>
            <a:p>
              <a:pPr algn="l" rtl="0"/>
              <a:r>
                <a:rPr lang="pt-BR" sz="1200" dirty="0">
                  <a:solidFill>
                    <a:schemeClr val="tx1"/>
                  </a:solidFill>
                  <a:latin typeface="Amazon Ember "/>
                  <a:ea typeface="Amazon Ember" panose="02000000000000000000" pitchFamily="2" charset="0"/>
                </a:rPr>
                <a:t>Regiões</a:t>
              </a:r>
              <a:endParaRPr lang="en-US" sz="900" dirty="0">
                <a:solidFill>
                  <a:schemeClr val="tx1"/>
                </a:solidFill>
                <a:latin typeface="Amazon Ember "/>
                <a:ea typeface="Amazon Ember" panose="02000000000000000000" pitchFamily="2" charset="0"/>
              </a:endParaRPr>
            </a:p>
          </p:txBody>
        </p:sp>
        <p:pic>
          <p:nvPicPr>
            <p:cNvPr id="21" name="Graphic 20">
              <a:extLst>
                <a:ext uri="{FF2B5EF4-FFF2-40B4-BE49-F238E27FC236}">
                  <a16:creationId xmlns:a16="http://schemas.microsoft.com/office/drawing/2014/main" id="{D8269494-C325-A941-BC53-08B5862DBB8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181462" y="3773587"/>
              <a:ext cx="330200" cy="330200"/>
            </a:xfrm>
            <a:prstGeom prst="rect">
              <a:avLst/>
            </a:prstGeom>
          </p:spPr>
        </p:pic>
        <p:sp>
          <p:nvSpPr>
            <p:cNvPr id="22" name="Rectangle 21">
              <a:extLst>
                <a:ext uri="{FF2B5EF4-FFF2-40B4-BE49-F238E27FC236}">
                  <a16:creationId xmlns:a16="http://schemas.microsoft.com/office/drawing/2014/main" id="{E9CA7CAF-24D0-9748-8D87-F79A061B2AC9}"/>
                </a:ext>
              </a:extLst>
            </p:cNvPr>
            <p:cNvSpPr/>
            <p:nvPr/>
          </p:nvSpPr>
          <p:spPr>
            <a:xfrm>
              <a:off x="2244228" y="4186359"/>
              <a:ext cx="1958699" cy="548640"/>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68580" rIns="68580" bIns="34290" numCol="1" spcCol="0" rtlCol="0" fromWordArt="0" anchor="ctr" anchorCtr="0" forceAA="0" compatLnSpc="1">
              <a:prstTxWarp prst="textNoShape">
                <a:avLst/>
              </a:prstTxWarp>
              <a:noAutofit/>
            </a:bodyPr>
            <a:lstStyle/>
            <a:p>
              <a:pPr algn="ctr" rtl="0"/>
              <a:r>
                <a:rPr lang="pt-BR" sz="1125" dirty="0">
                  <a:solidFill>
                    <a:schemeClr val="tx1"/>
                  </a:solidFill>
                  <a:latin typeface="Amazon Ember "/>
                  <a:ea typeface="Amazon Ember" panose="02000000000000000000" pitchFamily="2" charset="0"/>
                </a:rPr>
                <a:t>Zonas de disponibilidade</a:t>
              </a:r>
            </a:p>
          </p:txBody>
        </p:sp>
        <p:sp>
          <p:nvSpPr>
            <p:cNvPr id="24" name="TextBox 23" descr="box labeled AWS Global Infrastructure. Shows  a Regions box containing Availability Zones and an icon labeled Edge locations.">
              <a:extLst>
                <a:ext uri="{FF2B5EF4-FFF2-40B4-BE49-F238E27FC236}">
                  <a16:creationId xmlns:a16="http://schemas.microsoft.com/office/drawing/2014/main" id="{35FE19B9-7FDC-C64D-99F4-6D3C264F05D4}"/>
                </a:ext>
              </a:extLst>
            </p:cNvPr>
            <p:cNvSpPr txBox="1"/>
            <p:nvPr/>
          </p:nvSpPr>
          <p:spPr>
            <a:xfrm>
              <a:off x="4614631" y="4386028"/>
              <a:ext cx="1218740" cy="584776"/>
            </a:xfrm>
            <a:prstGeom prst="rect">
              <a:avLst/>
            </a:prstGeom>
            <a:noFill/>
          </p:spPr>
          <p:txBody>
            <a:bodyPr wrap="square" rtlCol="0">
              <a:spAutoFit/>
            </a:bodyPr>
            <a:lstStyle/>
            <a:p>
              <a:pPr algn="ctr" rtl="0"/>
              <a:r>
                <a:rPr lang="pt-BR" sz="1125" dirty="0">
                  <a:latin typeface="Amazon Ember "/>
                  <a:ea typeface="Amazon Ember" panose="02000000000000000000" pitchFamily="2" charset="0"/>
                  <a:cs typeface="Arial" panose="020B0604020202020204" pitchFamily="34" charset="0"/>
                </a:rPr>
                <a:t>Pontos de presença</a:t>
              </a:r>
            </a:p>
          </p:txBody>
        </p:sp>
        <p:pic>
          <p:nvPicPr>
            <p:cNvPr id="25" name="Graphic 24">
              <a:extLst>
                <a:ext uri="{FF2B5EF4-FFF2-40B4-BE49-F238E27FC236}">
                  <a16:creationId xmlns:a16="http://schemas.microsoft.com/office/drawing/2014/main" id="{78A233E0-26B9-DF4D-9339-6BD1AC512A4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002231" y="3894752"/>
              <a:ext cx="469900" cy="469900"/>
            </a:xfrm>
            <a:prstGeom prst="rect">
              <a:avLst/>
            </a:prstGeom>
          </p:spPr>
        </p:pic>
      </p:grpSp>
      <p:pic>
        <p:nvPicPr>
          <p:cNvPr id="11" name="Picture 10">
            <a:extLst>
              <a:ext uri="{FF2B5EF4-FFF2-40B4-BE49-F238E27FC236}">
                <a16:creationId xmlns:a16="http://schemas.microsoft.com/office/drawing/2014/main" id="{B7C3252A-593F-224A-8569-BF6868508692}"/>
              </a:ext>
              <a:ext uri="{C183D7F6-B498-43B3-948B-1728B52AA6E4}">
                <adec:decorative xmlns:adec="http://schemas.microsoft.com/office/drawing/2017/decorative" val="1"/>
              </a:ext>
            </a:extLst>
          </p:cNvPr>
          <p:cNvPicPr>
            <a:picLocks noChangeAspect="1"/>
          </p:cNvPicPr>
          <p:nvPr/>
        </p:nvPicPr>
        <p:blipFill>
          <a:blip r:embed="rId16"/>
          <a:stretch>
            <a:fillRect/>
          </a:stretch>
        </p:blipFill>
        <p:spPr>
          <a:xfrm>
            <a:off x="7561266" y="2477681"/>
            <a:ext cx="894331" cy="899991"/>
          </a:xfrm>
          <a:prstGeom prst="rect">
            <a:avLst/>
          </a:prstGeom>
        </p:spPr>
      </p:pic>
      <p:pic>
        <p:nvPicPr>
          <p:cNvPr id="26" name="Picture 25">
            <a:extLst>
              <a:ext uri="{FF2B5EF4-FFF2-40B4-BE49-F238E27FC236}">
                <a16:creationId xmlns:a16="http://schemas.microsoft.com/office/drawing/2014/main" id="{E9D390CA-BA69-2C45-AE15-2219534BD377}"/>
              </a:ext>
              <a:ext uri="{C183D7F6-B498-43B3-948B-1728B52AA6E4}">
                <adec:decorative xmlns:adec="http://schemas.microsoft.com/office/drawing/2017/decorative" val="1"/>
              </a:ext>
            </a:extLst>
          </p:cNvPr>
          <p:cNvPicPr>
            <a:picLocks noChangeAspect="1"/>
          </p:cNvPicPr>
          <p:nvPr/>
        </p:nvPicPr>
        <p:blipFill>
          <a:blip r:embed="rId17"/>
          <a:stretch>
            <a:fillRect/>
          </a:stretch>
        </p:blipFill>
        <p:spPr>
          <a:xfrm>
            <a:off x="7119674" y="5452621"/>
            <a:ext cx="1278248" cy="903730"/>
          </a:xfrm>
          <a:prstGeom prst="rect">
            <a:avLst/>
          </a:prstGeom>
        </p:spPr>
      </p:pic>
    </p:spTree>
    <p:custDataLst>
      <p:tags r:id="rId1"/>
    </p:custDataLst>
    <p:extLst>
      <p:ext uri="{BB962C8B-B14F-4D97-AF65-F5344CB8AC3E}">
        <p14:creationId xmlns:p14="http://schemas.microsoft.com/office/powerpoint/2010/main" val="15359801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325" y="1131094"/>
            <a:ext cx="4053936" cy="1189172"/>
          </a:xfrm>
        </p:spPr>
        <p:txBody>
          <a:bodyPr rtlCol="0">
            <a:noAutofit/>
          </a:bodyPr>
          <a:lstStyle/>
          <a:p>
            <a:pPr rtl="0"/>
            <a:r>
              <a:rPr lang="pt-BR" sz="2700" dirty="0">
                <a:solidFill>
                  <a:schemeClr val="tx1">
                    <a:lumMod val="85000"/>
                    <a:lumOff val="15000"/>
                  </a:schemeClr>
                </a:solidFill>
              </a:rPr>
              <a:t>Responsabilidade do cliente: </a:t>
            </a:r>
            <a:br>
              <a:rPr lang="pt-BR" sz="2700" dirty="0">
                <a:solidFill>
                  <a:schemeClr val="tx1">
                    <a:lumMod val="85000"/>
                    <a:lumOff val="15000"/>
                  </a:schemeClr>
                </a:solidFill>
              </a:rPr>
            </a:br>
            <a:r>
              <a:rPr lang="pt-BR" sz="2700" dirty="0">
                <a:solidFill>
                  <a:schemeClr val="tx1">
                    <a:lumMod val="85000"/>
                    <a:lumOff val="15000"/>
                  </a:schemeClr>
                </a:solidFill>
              </a:rPr>
              <a:t>segurança </a:t>
            </a:r>
            <a:r>
              <a:rPr lang="pt-BR" sz="2700" i="1" dirty="0">
                <a:solidFill>
                  <a:schemeClr val="tx1">
                    <a:lumMod val="85000"/>
                    <a:lumOff val="15000"/>
                  </a:schemeClr>
                </a:solidFill>
                <a:ea typeface="Amazon Ember" panose="020B0603020204020204" pitchFamily="34" charset="0"/>
                <a:cs typeface="Amazon Ember" panose="020B0603020204020204" pitchFamily="34" charset="0"/>
              </a:rPr>
              <a:t>na</a:t>
            </a:r>
            <a:r>
              <a:rPr lang="pt-BR" sz="2700" dirty="0">
                <a:solidFill>
                  <a:schemeClr val="tx1">
                    <a:lumMod val="85000"/>
                    <a:lumOff val="15000"/>
                  </a:schemeClr>
                </a:solidFill>
              </a:rPr>
              <a:t> nuvem</a:t>
            </a:r>
          </a:p>
        </p:txBody>
      </p:sp>
      <p:sp>
        <p:nvSpPr>
          <p:cNvPr id="4" name="Content Placeholder 3">
            <a:extLst>
              <a:ext uri="{FF2B5EF4-FFF2-40B4-BE49-F238E27FC236}">
                <a16:creationId xmlns:a16="http://schemas.microsoft.com/office/drawing/2014/main" id="{C8DC1965-B68E-EA4E-9BED-CDBA4C6064DA}"/>
              </a:ext>
            </a:extLst>
          </p:cNvPr>
          <p:cNvSpPr>
            <a:spLocks noGrp="1"/>
          </p:cNvSpPr>
          <p:nvPr>
            <p:ph idx="1"/>
          </p:nvPr>
        </p:nvSpPr>
        <p:spPr>
          <a:xfrm>
            <a:off x="4400703" y="1173125"/>
            <a:ext cx="4176767" cy="5472905"/>
          </a:xfrm>
        </p:spPr>
        <p:txBody>
          <a:bodyPr rtlCol="0"/>
          <a:lstStyle/>
          <a:p>
            <a:pPr>
              <a:buNone/>
            </a:pPr>
            <a:r>
              <a:rPr lang="pt-BR" sz="1800" dirty="0"/>
              <a:t>Responsabilidades do cliente:</a:t>
            </a:r>
          </a:p>
          <a:p>
            <a:pPr rtl="0"/>
            <a:r>
              <a:rPr lang="pt-BR" dirty="0">
                <a:solidFill>
                  <a:schemeClr val="accent6"/>
                </a:solidFill>
              </a:rPr>
              <a:t>Sistema operacional</a:t>
            </a:r>
            <a:r>
              <a:rPr lang="pt-BR" dirty="0"/>
              <a:t> da instância do </a:t>
            </a:r>
            <a:br>
              <a:rPr lang="pt-BR" dirty="0"/>
            </a:br>
            <a:r>
              <a:rPr lang="pt-BR" dirty="0" err="1"/>
              <a:t>Amazon</a:t>
            </a:r>
            <a:r>
              <a:rPr lang="pt-BR" dirty="0"/>
              <a:t> </a:t>
            </a:r>
            <a:r>
              <a:rPr lang="pt-BR" dirty="0" err="1"/>
              <a:t>Elastic</a:t>
            </a:r>
            <a:r>
              <a:rPr lang="pt-BR" dirty="0"/>
              <a:t> Compute </a:t>
            </a:r>
            <a:r>
              <a:rPr lang="pt-BR" dirty="0" err="1"/>
              <a:t>Cloud</a:t>
            </a:r>
            <a:r>
              <a:rPr lang="pt-BR" dirty="0"/>
              <a:t> (</a:t>
            </a:r>
            <a:r>
              <a:rPr lang="pt-BR" dirty="0" err="1"/>
              <a:t>Amazon</a:t>
            </a:r>
            <a:r>
              <a:rPr lang="pt-BR" dirty="0"/>
              <a:t> EC2)</a:t>
            </a:r>
          </a:p>
          <a:p>
            <a:pPr lvl="1" rtl="0"/>
            <a:r>
              <a:rPr lang="pt-BR" sz="1350" dirty="0"/>
              <a:t>Incluindo aplicação de patches, manutenção</a:t>
            </a:r>
          </a:p>
          <a:p>
            <a:pPr rtl="0"/>
            <a:r>
              <a:rPr lang="pt-BR" dirty="0">
                <a:solidFill>
                  <a:schemeClr val="accent6"/>
                </a:solidFill>
              </a:rPr>
              <a:t>Aplicações</a:t>
            </a:r>
            <a:endParaRPr lang="en-US" dirty="0"/>
          </a:p>
          <a:p>
            <a:pPr lvl="1" rtl="0"/>
            <a:r>
              <a:rPr lang="pt-BR" sz="1350" dirty="0"/>
              <a:t>Senhas, acesso baseado em função etc.</a:t>
            </a:r>
          </a:p>
          <a:p>
            <a:pPr rtl="0"/>
            <a:r>
              <a:rPr lang="pt-BR" dirty="0"/>
              <a:t>Configuração</a:t>
            </a:r>
            <a:r>
              <a:rPr lang="pt-BR" dirty="0">
                <a:solidFill>
                  <a:schemeClr val="accent6"/>
                </a:solidFill>
              </a:rPr>
              <a:t> do grupo de segurança</a:t>
            </a:r>
          </a:p>
          <a:p>
            <a:pPr rtl="0"/>
            <a:r>
              <a:rPr lang="pt-BR" dirty="0">
                <a:solidFill>
                  <a:schemeClr val="accent6"/>
                </a:solidFill>
              </a:rPr>
              <a:t>Firewalls</a:t>
            </a:r>
            <a:r>
              <a:rPr lang="pt-BR" dirty="0"/>
              <a:t> baseados em host ou SO</a:t>
            </a:r>
            <a:endParaRPr lang="en-US" dirty="0"/>
          </a:p>
          <a:p>
            <a:pPr lvl="1" rtl="0"/>
            <a:r>
              <a:rPr lang="pt-BR" sz="1350" dirty="0"/>
              <a:t>Incluindo sistemas de prevenção ou detecção </a:t>
            </a:r>
            <a:br>
              <a:rPr lang="pt-BR" sz="1350" dirty="0"/>
            </a:br>
            <a:r>
              <a:rPr lang="pt-BR" sz="1350" dirty="0"/>
              <a:t>de intrusão</a:t>
            </a:r>
          </a:p>
          <a:p>
            <a:pPr rtl="0"/>
            <a:r>
              <a:rPr lang="pt-BR" dirty="0"/>
              <a:t>Configurações</a:t>
            </a:r>
            <a:r>
              <a:rPr lang="pt-BR" dirty="0">
                <a:solidFill>
                  <a:schemeClr val="accent6"/>
                </a:solidFill>
              </a:rPr>
              <a:t> de rede</a:t>
            </a:r>
          </a:p>
          <a:p>
            <a:pPr rtl="0"/>
            <a:r>
              <a:rPr lang="pt-BR" dirty="0"/>
              <a:t>Gerenciamento de contas</a:t>
            </a:r>
          </a:p>
          <a:p>
            <a:pPr lvl="1" rtl="0"/>
            <a:r>
              <a:rPr lang="pt-BR" sz="1350" dirty="0"/>
              <a:t>Configurações de permissão e </a:t>
            </a:r>
            <a:r>
              <a:rPr lang="pt-BR" sz="1350" dirty="0" err="1"/>
              <a:t>login</a:t>
            </a:r>
            <a:r>
              <a:rPr lang="pt-BR" sz="1350" dirty="0"/>
              <a:t> para </a:t>
            </a:r>
            <a:br>
              <a:rPr lang="pt-BR" sz="1350" dirty="0"/>
            </a:br>
            <a:r>
              <a:rPr lang="pt-BR" sz="1350" dirty="0"/>
              <a:t>cada usuário</a:t>
            </a:r>
            <a:endParaRPr lang="en-US" dirty="0"/>
          </a:p>
        </p:txBody>
      </p:sp>
      <p:sp>
        <p:nvSpPr>
          <p:cNvPr id="6" name="Slide Number Placeholder 5">
            <a:extLst>
              <a:ext uri="{FF2B5EF4-FFF2-40B4-BE49-F238E27FC236}">
                <a16:creationId xmlns:a16="http://schemas.microsoft.com/office/drawing/2014/main" id="{B02AD194-FDCE-DE40-ACDC-34462D47F30C}"/>
              </a:ext>
              <a:ext uri="{C183D7F6-B498-43B3-948B-1728B52AA6E4}">
                <adec:decorative xmlns:adec="http://schemas.microsoft.com/office/drawing/2017/decorative" val="1"/>
              </a:ext>
            </a:extLst>
          </p:cNvPr>
          <p:cNvSpPr>
            <a:spLocks noGrp="1"/>
          </p:cNvSpPr>
          <p:nvPr>
            <p:ph type="sldNum" sz="quarter" idx="12"/>
          </p:nvPr>
        </p:nvSpPr>
        <p:spPr/>
        <p:txBody>
          <a:bodyPr rtlCol="0"/>
          <a:lstStyle/>
          <a:p>
            <a:pPr rtl="0"/>
            <a:fld id="{B6A95138-A96E-2F42-A959-2EFD44FE4AB7}" type="slidenum">
              <a:rPr lang="en-US" smtClean="0"/>
              <a:t>35</a:t>
            </a:fld>
            <a:endParaRPr lang="en-US" dirty="0"/>
          </a:p>
        </p:txBody>
      </p:sp>
      <p:sp>
        <p:nvSpPr>
          <p:cNvPr id="5" name="Footer Placeholder 4">
            <a:extLst>
              <a:ext uri="{FF2B5EF4-FFF2-40B4-BE49-F238E27FC236}">
                <a16:creationId xmlns:a16="http://schemas.microsoft.com/office/drawing/2014/main" id="{74030E88-39E8-AC40-A7C9-1547CBC0CA69}"/>
              </a:ext>
              <a:ext uri="{C183D7F6-B498-43B3-948B-1728B52AA6E4}">
                <adec:decorative xmlns:adec="http://schemas.microsoft.com/office/drawing/2017/decorative" val="1"/>
              </a:ext>
            </a:extLst>
          </p:cNvPr>
          <p:cNvSpPr>
            <a:spLocks noGrp="1"/>
          </p:cNvSpPr>
          <p:nvPr>
            <p:ph type="ftr" sz="quarter" idx="3"/>
          </p:nvPr>
        </p:nvSpPr>
        <p:spPr/>
        <p:txBody>
          <a:bodyPr rtlCol="0"/>
          <a:lstStyle/>
          <a:p>
            <a:pPr rtl="0"/>
            <a:r>
              <a:rPr lang="pt-BR"/>
              <a:t>© 2019 Amazon Web Services, Inc. ou suas afiliadas. Todos os direitos reservados.</a:t>
            </a:r>
          </a:p>
        </p:txBody>
      </p:sp>
      <p:grpSp>
        <p:nvGrpSpPr>
          <p:cNvPr id="19" name="Group 18" descr="the graphic shows that the customer can confgure client-side data encryption, server-side data encryption, networking traffic protection, the OS, firewall and network configurations, applications, and IAM, and customer data as well."/>
          <p:cNvGrpSpPr/>
          <p:nvPr/>
        </p:nvGrpSpPr>
        <p:grpSpPr>
          <a:xfrm>
            <a:off x="318761" y="2515097"/>
            <a:ext cx="4049502" cy="2693499"/>
            <a:chOff x="477118" y="1299408"/>
            <a:chExt cx="5050536" cy="3031167"/>
          </a:xfrm>
        </p:grpSpPr>
        <p:sp>
          <p:nvSpPr>
            <p:cNvPr id="20" name="TextBox 19"/>
            <p:cNvSpPr txBox="1"/>
            <p:nvPr/>
          </p:nvSpPr>
          <p:spPr>
            <a:xfrm>
              <a:off x="1212725" y="4039007"/>
              <a:ext cx="3569873" cy="291568"/>
            </a:xfrm>
            <a:prstGeom prst="rect">
              <a:avLst/>
            </a:prstGeom>
            <a:noFill/>
          </p:spPr>
          <p:txBody>
            <a:bodyPr wrap="square" lIns="50808" tIns="25421" rIns="50808" bIns="25421" rtlCol="0">
              <a:spAutoFit/>
            </a:bodyPr>
            <a:lstStyle/>
            <a:p>
              <a:pPr algn="ctr" defTabSz="342900"/>
              <a:r>
                <a:rPr lang="pt-BR" sz="1350" kern="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Configurável pelo cliente</a:t>
              </a:r>
            </a:p>
          </p:txBody>
        </p:sp>
        <p:sp>
          <p:nvSpPr>
            <p:cNvPr id="24" name="Rectangle 5"/>
            <p:cNvSpPr/>
            <p:nvPr/>
          </p:nvSpPr>
          <p:spPr bwMode="auto">
            <a:xfrm>
              <a:off x="477118" y="1839039"/>
              <a:ext cx="5041087" cy="475009"/>
            </a:xfrm>
            <a:prstGeom prst="roundRect">
              <a:avLst/>
            </a:prstGeom>
            <a:solidFill>
              <a:schemeClr val="accent5">
                <a:lumMod val="20000"/>
                <a:lumOff val="80000"/>
              </a:schemeClr>
            </a:solidFill>
            <a:ln>
              <a:noFill/>
              <a:headEnd type="none" w="med" len="med"/>
              <a:tailEnd type="none" w="med" len="med"/>
            </a:ln>
            <a:effectLst/>
          </p:spPr>
          <p:style>
            <a:lnRef idx="1">
              <a:schemeClr val="accent3"/>
            </a:lnRef>
            <a:fillRef idx="3">
              <a:schemeClr val="accent3"/>
            </a:fillRef>
            <a:effectRef idx="2">
              <a:schemeClr val="accent3"/>
            </a:effectRef>
            <a:fontRef idx="minor">
              <a:schemeClr val="lt1"/>
            </a:fontRef>
          </p:style>
          <p:txBody>
            <a:bodyPr lIns="67744" tIns="33895" rIns="67744" bIns="33895"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338945" fontAlgn="base">
                <a:spcBef>
                  <a:spcPct val="0"/>
                </a:spcBef>
                <a:spcAft>
                  <a:spcPct val="0"/>
                </a:spcAft>
                <a:defRPr/>
              </a:pPr>
              <a:r>
                <a:rPr lang="pt-BR" sz="12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Aplicativos, IAM</a:t>
              </a:r>
            </a:p>
          </p:txBody>
        </p:sp>
        <p:sp>
          <p:nvSpPr>
            <p:cNvPr id="25" name="Rectangle 5"/>
            <p:cNvSpPr/>
            <p:nvPr/>
          </p:nvSpPr>
          <p:spPr bwMode="auto">
            <a:xfrm>
              <a:off x="490790" y="2371794"/>
              <a:ext cx="5036864" cy="436871"/>
            </a:xfrm>
            <a:prstGeom prst="roundRect">
              <a:avLst/>
            </a:prstGeom>
            <a:solidFill>
              <a:schemeClr val="accent4">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67744" tIns="33895" rIns="67744" bIns="33895"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338945" fontAlgn="base">
                <a:spcBef>
                  <a:spcPct val="0"/>
                </a:spcBef>
                <a:spcAft>
                  <a:spcPct val="0"/>
                </a:spcAft>
                <a:defRPr/>
              </a:pPr>
              <a:r>
                <a:rPr lang="pt-BR" sz="12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Sistema operacional, rede e configuração do firewall</a:t>
              </a:r>
            </a:p>
          </p:txBody>
        </p:sp>
        <p:sp>
          <p:nvSpPr>
            <p:cNvPr id="26" name="Rectangle 5"/>
            <p:cNvSpPr/>
            <p:nvPr/>
          </p:nvSpPr>
          <p:spPr bwMode="auto">
            <a:xfrm>
              <a:off x="477118" y="1299408"/>
              <a:ext cx="5041087" cy="475009"/>
            </a:xfrm>
            <a:prstGeom prst="roundRect">
              <a:avLst/>
            </a:prstGeom>
            <a:solidFill>
              <a:schemeClr val="accent3">
                <a:lumMod val="20000"/>
                <a:lumOff val="80000"/>
              </a:scheme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lIns="67744" tIns="33895" rIns="67744" bIns="33895"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338945" fontAlgn="base">
                <a:spcBef>
                  <a:spcPct val="0"/>
                </a:spcBef>
                <a:spcAft>
                  <a:spcPct val="0"/>
                </a:spcAft>
                <a:defRPr/>
              </a:pPr>
              <a:r>
                <a:rPr lang="pt-BR" sz="1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sym typeface="Times New Roman" pitchFamily="18" charset="0"/>
                </a:rPr>
                <a:t>Dados do cliente</a:t>
              </a:r>
              <a:endParaRPr lang="en-US" altLang="ja-JP" dirty="0">
                <a:solidFill>
                  <a:schemeClr val="tx1"/>
                </a:solidFill>
                <a:latin typeface="Amazon Ember" panose="020B0603020204020204" pitchFamily="34" charset="0"/>
                <a:ea typeface="Amazon Ember" panose="020B0603020204020204" pitchFamily="34" charset="0"/>
                <a:cs typeface="Amazon Ember" panose="020B0603020204020204" pitchFamily="34" charset="0"/>
                <a:sym typeface="Times New Roman" pitchFamily="18" charset="0"/>
              </a:endParaRPr>
            </a:p>
          </p:txBody>
        </p:sp>
        <p:sp>
          <p:nvSpPr>
            <p:cNvPr id="27" name="Rectangle 5"/>
            <p:cNvSpPr/>
            <p:nvPr/>
          </p:nvSpPr>
          <p:spPr bwMode="auto">
            <a:xfrm>
              <a:off x="3875671" y="2874436"/>
              <a:ext cx="1651980" cy="1129707"/>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67744" tIns="33895" rIns="67744" bIns="33895"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338945" fontAlgn="base">
                <a:spcBef>
                  <a:spcPct val="0"/>
                </a:spcBef>
                <a:spcAft>
                  <a:spcPct val="0"/>
                </a:spcAft>
              </a:pPr>
              <a:r>
                <a:rPr lang="pt-BR" sz="12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Proteção do tráfego de rede (criptografia, integridade, identidade)</a:t>
              </a:r>
            </a:p>
          </p:txBody>
        </p:sp>
        <p:sp>
          <p:nvSpPr>
            <p:cNvPr id="28" name="Rectangle 5"/>
            <p:cNvSpPr/>
            <p:nvPr/>
          </p:nvSpPr>
          <p:spPr bwMode="auto">
            <a:xfrm>
              <a:off x="487347" y="2868707"/>
              <a:ext cx="1651980" cy="1129707"/>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67744" tIns="33895" rIns="67744" bIns="33895"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338945" fontAlgn="base">
                <a:spcBef>
                  <a:spcPct val="0"/>
                </a:spcBef>
                <a:spcAft>
                  <a:spcPct val="0"/>
                </a:spcAft>
                <a:defRPr/>
              </a:pPr>
              <a:r>
                <a:rPr lang="pt-BR" sz="12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Criptografia de dados do lado do cliente e autenticação de integridade</a:t>
              </a:r>
            </a:p>
          </p:txBody>
        </p:sp>
        <p:sp>
          <p:nvSpPr>
            <p:cNvPr id="29" name="Rectangle 5"/>
            <p:cNvSpPr/>
            <p:nvPr/>
          </p:nvSpPr>
          <p:spPr bwMode="auto">
            <a:xfrm>
              <a:off x="2179790" y="2876731"/>
              <a:ext cx="1651980" cy="1117709"/>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67744" tIns="33895" rIns="67744" bIns="33895"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338945" fontAlgn="base">
                <a:spcBef>
                  <a:spcPct val="0"/>
                </a:spcBef>
                <a:spcAft>
                  <a:spcPct val="0"/>
                </a:spcAft>
              </a:pPr>
              <a:r>
                <a:rPr lang="pt-BR" sz="12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Criptografia no lado do servidor</a:t>
              </a:r>
            </a:p>
            <a:p>
              <a:pPr algn="ctr" defTabSz="338945" fontAlgn="base">
                <a:spcBef>
                  <a:spcPct val="0"/>
                </a:spcBef>
                <a:spcAft>
                  <a:spcPct val="0"/>
                </a:spcAft>
              </a:pPr>
              <a:r>
                <a:rPr lang="pt-BR" sz="12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(sistema de arquivos ou dados)</a:t>
              </a:r>
            </a:p>
          </p:txBody>
        </p:sp>
      </p:grpSp>
    </p:spTree>
    <p:custDataLst>
      <p:tags r:id="rId1"/>
    </p:custDataLst>
    <p:extLst>
      <p:ext uri="{BB962C8B-B14F-4D97-AF65-F5344CB8AC3E}">
        <p14:creationId xmlns:p14="http://schemas.microsoft.com/office/powerpoint/2010/main" val="35617901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707BEF3A-3150-DD11-66AC-A05FAD3F5D29}"/>
              </a:ext>
            </a:extLst>
          </p:cNvPr>
          <p:cNvSpPr>
            <a:spLocks noGrp="1"/>
          </p:cNvSpPr>
          <p:nvPr>
            <p:ph type="body" sz="quarter" idx="15"/>
          </p:nvPr>
        </p:nvSpPr>
        <p:spPr/>
        <p:txBody>
          <a:bodyPr/>
          <a:lstStyle/>
          <a:p>
            <a:r>
              <a:rPr lang="pt-BR"/>
              <a:t>Segurança (IAM) Identity and Access Management</a:t>
            </a:r>
          </a:p>
        </p:txBody>
      </p:sp>
      <p:sp>
        <p:nvSpPr>
          <p:cNvPr id="5" name="Espaço Reservado para Texto 4">
            <a:extLst>
              <a:ext uri="{FF2B5EF4-FFF2-40B4-BE49-F238E27FC236}">
                <a16:creationId xmlns:a16="http://schemas.microsoft.com/office/drawing/2014/main" id="{8A575766-7D9E-9107-10CE-09CF40406017}"/>
              </a:ext>
            </a:extLst>
          </p:cNvPr>
          <p:cNvSpPr>
            <a:spLocks noGrp="1"/>
          </p:cNvSpPr>
          <p:nvPr>
            <p:ph type="body" sz="quarter" idx="16"/>
          </p:nvPr>
        </p:nvSpPr>
        <p:spPr/>
        <p:txBody>
          <a:bodyPr>
            <a:normAutofit fontScale="92500" lnSpcReduction="10000"/>
          </a:bodyPr>
          <a:lstStyle/>
          <a:p>
            <a:pPr marL="0" indent="0">
              <a:buNone/>
            </a:pPr>
            <a:r>
              <a:rPr lang="pt-BR"/>
              <a:t>06</a:t>
            </a:r>
          </a:p>
        </p:txBody>
      </p:sp>
    </p:spTree>
    <p:extLst>
      <p:ext uri="{BB962C8B-B14F-4D97-AF65-F5344CB8AC3E}">
        <p14:creationId xmlns:p14="http://schemas.microsoft.com/office/powerpoint/2010/main" val="29087885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pt-BR" sz="2700" dirty="0"/>
              <a:t>AWS </a:t>
            </a:r>
            <a:r>
              <a:rPr lang="pt-BR" sz="2700" dirty="0" err="1"/>
              <a:t>Identity</a:t>
            </a:r>
            <a:r>
              <a:rPr lang="pt-BR" sz="2700" dirty="0"/>
              <a:t> </a:t>
            </a:r>
            <a:r>
              <a:rPr lang="pt-BR" sz="2700" dirty="0" err="1"/>
              <a:t>and</a:t>
            </a:r>
            <a:r>
              <a:rPr lang="pt-BR" sz="2700" dirty="0"/>
              <a:t> Access Management (IAM)</a:t>
            </a:r>
          </a:p>
        </p:txBody>
      </p:sp>
      <p:sp>
        <p:nvSpPr>
          <p:cNvPr id="3" name="Content Placeholder 2"/>
          <p:cNvSpPr>
            <a:spLocks noGrp="1"/>
          </p:cNvSpPr>
          <p:nvPr>
            <p:ph idx="1"/>
          </p:nvPr>
        </p:nvSpPr>
        <p:spPr>
          <a:xfrm>
            <a:off x="669472" y="1330036"/>
            <a:ext cx="6674303" cy="4579274"/>
          </a:xfrm>
        </p:spPr>
        <p:txBody>
          <a:bodyPr rtlCol="0">
            <a:normAutofit lnSpcReduction="10000"/>
          </a:bodyPr>
          <a:lstStyle/>
          <a:p>
            <a:pPr rtl="0"/>
            <a:r>
              <a:rPr lang="pt-BR" sz="1800" spc="-23" dirty="0"/>
              <a:t>Use o </a:t>
            </a:r>
            <a:r>
              <a:rPr lang="pt-BR" sz="1800" b="1" spc="-23" dirty="0">
                <a:solidFill>
                  <a:schemeClr val="tx1">
                    <a:lumMod val="85000"/>
                    <a:lumOff val="15000"/>
                  </a:schemeClr>
                </a:solidFill>
              </a:rPr>
              <a:t>IAM</a:t>
            </a:r>
            <a:r>
              <a:rPr lang="pt-BR" sz="1800" b="1" spc="-23" dirty="0">
                <a:solidFill>
                  <a:schemeClr val="accent5"/>
                </a:solidFill>
              </a:rPr>
              <a:t> </a:t>
            </a:r>
            <a:r>
              <a:rPr lang="pt-BR" sz="1800" spc="-23" dirty="0"/>
              <a:t>para gerenciar o acesso aos </a:t>
            </a:r>
            <a:r>
              <a:rPr lang="pt-BR" sz="1800" b="1" spc="-23" dirty="0">
                <a:solidFill>
                  <a:schemeClr val="tx1">
                    <a:lumMod val="85000"/>
                    <a:lumOff val="15000"/>
                  </a:schemeClr>
                </a:solidFill>
              </a:rPr>
              <a:t>recursos da AWS</a:t>
            </a:r>
            <a:r>
              <a:rPr lang="pt-BR" sz="1800" spc="-23" dirty="0">
                <a:solidFill>
                  <a:schemeClr val="tx1">
                    <a:lumMod val="85000"/>
                    <a:lumOff val="15000"/>
                  </a:schemeClr>
                </a:solidFill>
              </a:rPr>
              <a:t> – </a:t>
            </a:r>
          </a:p>
          <a:p>
            <a:pPr lvl="1" rtl="0"/>
            <a:r>
              <a:rPr lang="pt-BR" sz="1600" spc="-23" dirty="0"/>
              <a:t>Um recurso é uma entidade em uma conta da AWS com a qual você pode trabalhar</a:t>
            </a:r>
          </a:p>
          <a:p>
            <a:pPr lvl="1" rtl="0"/>
            <a:r>
              <a:rPr lang="pt-BR" sz="1600" spc="-23" dirty="0"/>
              <a:t>Exemplo de recursos: uma instância do </a:t>
            </a:r>
            <a:r>
              <a:rPr lang="pt-BR" sz="1600" spc="-23" dirty="0" err="1"/>
              <a:t>Amazon</a:t>
            </a:r>
            <a:r>
              <a:rPr lang="pt-BR" sz="1600" spc="-23" dirty="0"/>
              <a:t> EC2 ou um </a:t>
            </a:r>
            <a:r>
              <a:rPr lang="pt-BR" sz="1600" spc="-23" dirty="0" err="1"/>
              <a:t>bucket</a:t>
            </a:r>
            <a:r>
              <a:rPr lang="pt-BR" sz="1600" spc="-23" dirty="0"/>
              <a:t> do </a:t>
            </a:r>
            <a:r>
              <a:rPr lang="pt-BR" sz="1600" spc="-23" dirty="0" err="1"/>
              <a:t>Amazon</a:t>
            </a:r>
            <a:r>
              <a:rPr lang="pt-BR" sz="1600" spc="-23" dirty="0"/>
              <a:t> S3</a:t>
            </a:r>
          </a:p>
          <a:p>
            <a:pPr lvl="1" rtl="0"/>
            <a:endParaRPr lang="en-US" sz="1600" spc="-23" dirty="0"/>
          </a:p>
          <a:p>
            <a:pPr rtl="0"/>
            <a:r>
              <a:rPr lang="pt-BR" sz="1800" spc="-23" dirty="0"/>
              <a:t>Exemplo: controle quem pode encerrar instâncias do </a:t>
            </a:r>
            <a:r>
              <a:rPr lang="pt-BR" sz="1800" spc="-23" dirty="0" err="1"/>
              <a:t>Amazon</a:t>
            </a:r>
            <a:r>
              <a:rPr lang="pt-BR" sz="1800" spc="-23" dirty="0"/>
              <a:t> EC2 </a:t>
            </a:r>
          </a:p>
          <a:p>
            <a:pPr marL="342900" lvl="1" indent="0">
              <a:buNone/>
            </a:pPr>
            <a:endParaRPr lang="en-US" sz="1600" spc="-23" dirty="0"/>
          </a:p>
          <a:p>
            <a:pPr rtl="0"/>
            <a:r>
              <a:rPr lang="pt-BR" sz="1800" spc="-23" dirty="0"/>
              <a:t>Defina direitos de acesso refinados – </a:t>
            </a:r>
          </a:p>
          <a:p>
            <a:pPr lvl="1" rtl="0"/>
            <a:r>
              <a:rPr lang="pt-BR" sz="1600" b="1" spc="-23" dirty="0">
                <a:solidFill>
                  <a:schemeClr val="tx1">
                    <a:lumMod val="85000"/>
                    <a:lumOff val="15000"/>
                  </a:schemeClr>
                </a:solidFill>
              </a:rPr>
              <a:t>Quem</a:t>
            </a:r>
            <a:r>
              <a:rPr lang="pt-BR" sz="1600" spc="-23" dirty="0"/>
              <a:t> pode acessar o recurso</a:t>
            </a:r>
          </a:p>
          <a:p>
            <a:pPr lvl="1" rtl="0"/>
            <a:r>
              <a:rPr lang="pt-BR" sz="1600" b="1" spc="-23" dirty="0">
                <a:solidFill>
                  <a:schemeClr val="tx1">
                    <a:lumMod val="85000"/>
                    <a:lumOff val="15000"/>
                  </a:schemeClr>
                </a:solidFill>
              </a:rPr>
              <a:t>Quais</a:t>
            </a:r>
            <a:r>
              <a:rPr lang="pt-BR" sz="1600" spc="-23" dirty="0"/>
              <a:t> recursos podem ser acessados e o que o usuário pode fazer com o recurso</a:t>
            </a:r>
          </a:p>
          <a:p>
            <a:pPr lvl="1" rtl="0"/>
            <a:r>
              <a:rPr lang="pt-BR" sz="1600" b="1" spc="-23" dirty="0">
                <a:solidFill>
                  <a:schemeClr val="tx1">
                    <a:lumMod val="85000"/>
                    <a:lumOff val="15000"/>
                  </a:schemeClr>
                </a:solidFill>
              </a:rPr>
              <a:t>Como</a:t>
            </a:r>
            <a:r>
              <a:rPr lang="pt-BR" sz="1600" spc="-23" dirty="0"/>
              <a:t> os recursos podem ser acessados </a:t>
            </a:r>
          </a:p>
          <a:p>
            <a:pPr lvl="1" rtl="0"/>
            <a:endParaRPr lang="en-US" sz="1800" dirty="0"/>
          </a:p>
          <a:p>
            <a:pPr rtl="0">
              <a:lnSpc>
                <a:spcPct val="100000"/>
              </a:lnSpc>
            </a:pPr>
            <a:r>
              <a:rPr lang="pt-BR" sz="1800" dirty="0"/>
              <a:t>O IAM é um recurso de conta da AWS gratuito</a:t>
            </a:r>
            <a:endParaRPr lang="en-US" sz="1800" dirty="0"/>
          </a:p>
        </p:txBody>
      </p:sp>
      <p:sp>
        <p:nvSpPr>
          <p:cNvPr id="4" name="Footer Placeholder 3">
            <a:extLst>
              <a:ext uri="{FF2B5EF4-FFF2-40B4-BE49-F238E27FC236}">
                <a16:creationId xmlns:a16="http://schemas.microsoft.com/office/drawing/2014/main" id="{2C964A04-1825-B146-9D95-8AEC244B1EDF}"/>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10" name="Slide Number Placeholder 9">
            <a:extLst>
              <a:ext uri="{FF2B5EF4-FFF2-40B4-BE49-F238E27FC236}">
                <a16:creationId xmlns:a16="http://schemas.microsoft.com/office/drawing/2014/main" id="{AADA2C33-93BA-134E-895B-2C9DB3CA85AB}"/>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37</a:t>
            </a:fld>
            <a:endParaRPr lang="en-US" dirty="0"/>
          </a:p>
        </p:txBody>
      </p:sp>
      <p:sp>
        <p:nvSpPr>
          <p:cNvPr id="19" name="TextBox 18">
            <a:extLst>
              <a:ext uri="{FF2B5EF4-FFF2-40B4-BE49-F238E27FC236}">
                <a16:creationId xmlns:a16="http://schemas.microsoft.com/office/drawing/2014/main" id="{73E4F192-D94D-D144-8CD0-13F20FC34E6F}"/>
              </a:ext>
            </a:extLst>
          </p:cNvPr>
          <p:cNvSpPr txBox="1"/>
          <p:nvPr/>
        </p:nvSpPr>
        <p:spPr>
          <a:xfrm>
            <a:off x="6977271" y="3608617"/>
            <a:ext cx="1709530" cy="646331"/>
          </a:xfrm>
          <a:prstGeom prst="rect">
            <a:avLst/>
          </a:prstGeom>
          <a:noFill/>
        </p:spPr>
        <p:txBody>
          <a:bodyPr wrap="square" rtlCol="0">
            <a:spAutoFit/>
          </a:bodyPr>
          <a:lstStyle/>
          <a:p>
            <a:pPr algn="ctr" rtl="0"/>
            <a:r>
              <a:rPr lang="pt-BR" sz="1200">
                <a:latin typeface="Amazon Ember" panose="02000000000000000000" pitchFamily="2" charset="0"/>
                <a:ea typeface="Amazon Ember" panose="02000000000000000000" pitchFamily="2" charset="0"/>
              </a:rPr>
              <a:t>AWS Identity and Access Management </a:t>
            </a:r>
          </a:p>
          <a:p>
            <a:pPr algn="ctr" rtl="0"/>
            <a:r>
              <a:rPr lang="pt-BR" sz="1200">
                <a:latin typeface="Amazon Ember" panose="02000000000000000000" pitchFamily="2" charset="0"/>
                <a:ea typeface="Amazon Ember" panose="02000000000000000000" pitchFamily="2" charset="0"/>
              </a:rPr>
              <a:t>(IAM)</a:t>
            </a:r>
            <a:endParaRPr lang="en-US" sz="1050" dirty="0">
              <a:latin typeface="Amazon Ember" panose="02000000000000000000" pitchFamily="2" charset="0"/>
              <a:ea typeface="Amazon Ember" panose="02000000000000000000" pitchFamily="2" charset="0"/>
            </a:endParaRPr>
          </a:p>
        </p:txBody>
      </p:sp>
      <p:pic>
        <p:nvPicPr>
          <p:cNvPr id="20" name="Graphic 19">
            <a:extLst>
              <a:ext uri="{FF2B5EF4-FFF2-40B4-BE49-F238E27FC236}">
                <a16:creationId xmlns:a16="http://schemas.microsoft.com/office/drawing/2014/main" id="{C9FB3D34-3F55-9A4B-B6ED-4062F9F0ED3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94707" y="2796136"/>
            <a:ext cx="779822" cy="779822"/>
          </a:xfrm>
          <a:prstGeom prst="rect">
            <a:avLst/>
          </a:prstGeom>
        </p:spPr>
      </p:pic>
    </p:spTree>
    <p:custDataLst>
      <p:tags r:id="rId1"/>
    </p:custDataLst>
    <p:extLst>
      <p:ext uri="{BB962C8B-B14F-4D97-AF65-F5344CB8AC3E}">
        <p14:creationId xmlns:p14="http://schemas.microsoft.com/office/powerpoint/2010/main" val="2070487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rtl="0"/>
            <a:r>
              <a:rPr lang="pt-BR" dirty="0"/>
              <a:t>IAM: componentes essenciais</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rtlCol="0"/>
          <a:lstStyle/>
          <a:p>
            <a:pPr rtl="0"/>
            <a:fld id="{B6A95138-A96E-2F42-A959-2EFD44FE4AB7}" type="slidenum">
              <a:rPr lang="en-US" smtClean="0"/>
              <a:t>38</a:t>
            </a:fld>
            <a:endParaRPr lang="en-US" dirty="0"/>
          </a:p>
        </p:txBody>
      </p:sp>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p:txBody>
          <a:bodyPr rtlCol="0"/>
          <a:lstStyle/>
          <a:p>
            <a:pPr rtl="0"/>
            <a:r>
              <a:rPr lang="pt-BR"/>
              <a:t>© 2019 </a:t>
            </a:r>
            <a:r>
              <a:rPr lang="pt-BR">
                <a:solidFill>
                  <a:srgbClr val="898989"/>
                </a:solidFill>
              </a:rPr>
              <a:t>Amazon Web Services</a:t>
            </a:r>
            <a:r>
              <a:rPr lang="pt-BR"/>
              <a:t>, Inc. ou suas afiliadas. </a:t>
            </a:r>
            <a:r>
              <a:rPr lang="pt-BR">
                <a:solidFill>
                  <a:srgbClr val="898989"/>
                </a:solidFill>
              </a:rPr>
              <a:t>Todos os</a:t>
            </a:r>
            <a:r>
              <a:rPr lang="pt-BR"/>
              <a:t> direitos </a:t>
            </a:r>
            <a:r>
              <a:rPr lang="pt-BR">
                <a:solidFill>
                  <a:srgbClr val="898989"/>
                </a:solidFill>
              </a:rPr>
              <a:t>reservados</a:t>
            </a:r>
            <a:r>
              <a:rPr lang="pt-BR"/>
              <a:t>.</a:t>
            </a:r>
          </a:p>
        </p:txBody>
      </p:sp>
      <p:sp>
        <p:nvSpPr>
          <p:cNvPr id="4" name="Content Placeholder 5"/>
          <p:cNvSpPr txBox="1">
            <a:spLocks/>
          </p:cNvSpPr>
          <p:nvPr/>
        </p:nvSpPr>
        <p:spPr>
          <a:xfrm>
            <a:off x="1874836" y="2033789"/>
            <a:ext cx="5820881" cy="647846"/>
          </a:xfrm>
          <a:prstGeom prst="rect">
            <a:avLst/>
          </a:prstGeom>
        </p:spPr>
        <p:txBody>
          <a:bodyPr rtlCol="0"/>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rtl="0">
              <a:lnSpc>
                <a:spcPct val="100000"/>
              </a:lnSpc>
            </a:pPr>
            <a:r>
              <a:rPr lang="pt-BR" sz="1800" dirty="0">
                <a:latin typeface="+mn-lt"/>
              </a:rPr>
              <a:t>Uma </a:t>
            </a:r>
            <a:r>
              <a:rPr lang="pt-BR" sz="1800" b="1" dirty="0">
                <a:solidFill>
                  <a:schemeClr val="tx1">
                    <a:lumMod val="85000"/>
                    <a:lumOff val="15000"/>
                  </a:schemeClr>
                </a:solidFill>
                <a:latin typeface="+mn-lt"/>
              </a:rPr>
              <a:t>pessoa</a:t>
            </a:r>
            <a:r>
              <a:rPr lang="pt-BR" sz="1800" dirty="0">
                <a:latin typeface="+mn-lt"/>
              </a:rPr>
              <a:t> </a:t>
            </a:r>
            <a:r>
              <a:rPr lang="pt-BR" sz="1800" i="1" dirty="0">
                <a:latin typeface="+mn-lt"/>
              </a:rPr>
              <a:t>ou</a:t>
            </a:r>
            <a:r>
              <a:rPr lang="pt-BR" sz="1800" dirty="0">
                <a:latin typeface="+mn-lt"/>
              </a:rPr>
              <a:t> </a:t>
            </a:r>
            <a:r>
              <a:rPr lang="pt-BR" sz="1800" b="1" dirty="0">
                <a:solidFill>
                  <a:schemeClr val="tx1">
                    <a:lumMod val="85000"/>
                    <a:lumOff val="15000"/>
                  </a:schemeClr>
                </a:solidFill>
                <a:latin typeface="+mn-lt"/>
              </a:rPr>
              <a:t>aplicativo</a:t>
            </a:r>
            <a:r>
              <a:rPr lang="pt-BR" sz="1800" dirty="0">
                <a:latin typeface="+mn-lt"/>
              </a:rPr>
              <a:t> que pode se autenticar </a:t>
            </a:r>
            <a:br>
              <a:rPr lang="pt-BR" sz="1800" dirty="0">
                <a:latin typeface="+mn-lt"/>
              </a:rPr>
            </a:br>
            <a:r>
              <a:rPr lang="pt-BR" sz="1800" dirty="0">
                <a:latin typeface="+mn-lt"/>
              </a:rPr>
              <a:t>com uma conta da AWS.</a:t>
            </a:r>
            <a:endParaRPr lang="en-US" sz="1800" dirty="0">
              <a:solidFill>
                <a:srgbClr val="000000"/>
              </a:solidFill>
              <a:latin typeface="Amazon Ember Light" panose="020B0403020204020204"/>
            </a:endParaRPr>
          </a:p>
        </p:txBody>
      </p:sp>
      <p:sp>
        <p:nvSpPr>
          <p:cNvPr id="24" name="TextBox 23"/>
          <p:cNvSpPr txBox="1"/>
          <p:nvPr/>
        </p:nvSpPr>
        <p:spPr>
          <a:xfrm>
            <a:off x="492702" y="3349366"/>
            <a:ext cx="1437574" cy="413768"/>
          </a:xfrm>
          <a:prstGeom prst="rect">
            <a:avLst/>
          </a:prstGeom>
          <a:noFill/>
        </p:spPr>
        <p:txBody>
          <a:bodyPr wrap="none" lIns="137160" tIns="109728" rIns="137160" bIns="109728" rtlCol="0">
            <a:spAutoFit/>
          </a:bodyPr>
          <a:lstStyle/>
          <a:p>
            <a:pPr algn="ctr">
              <a:lnSpc>
                <a:spcPct val="90000"/>
              </a:lnSpc>
              <a:spcAft>
                <a:spcPts val="1350"/>
              </a:spcAft>
            </a:pPr>
            <a:r>
              <a:rPr lang="pt-BR" sz="1350" b="1">
                <a:solidFill>
                  <a:schemeClr val="tx1">
                    <a:lumMod val="85000"/>
                    <a:lumOff val="15000"/>
                  </a:schemeClr>
                </a:solidFill>
              </a:rPr>
              <a:t>Grupo do IAM</a:t>
            </a:r>
            <a:endParaRPr lang="en-US" sz="1350" b="1" dirty="0">
              <a:solidFill>
                <a:schemeClr val="tx1">
                  <a:lumMod val="85000"/>
                  <a:lumOff val="15000"/>
                </a:schemeClr>
              </a:solidFill>
              <a:latin typeface="Amazon Ember Light" panose="020B0403020204020204"/>
            </a:endParaRPr>
          </a:p>
        </p:txBody>
      </p:sp>
      <p:sp>
        <p:nvSpPr>
          <p:cNvPr id="26" name="TextBox 25"/>
          <p:cNvSpPr txBox="1"/>
          <p:nvPr/>
        </p:nvSpPr>
        <p:spPr>
          <a:xfrm>
            <a:off x="426936" y="4976573"/>
            <a:ext cx="1573829" cy="435119"/>
          </a:xfrm>
          <a:prstGeom prst="rect">
            <a:avLst/>
          </a:prstGeom>
          <a:noFill/>
          <a:effectLst/>
        </p:spPr>
        <p:txBody>
          <a:bodyPr wrap="none" lIns="137160" tIns="109728" rIns="137160" bIns="109728" rtlCol="0">
            <a:spAutoFit/>
          </a:bodyPr>
          <a:lstStyle/>
          <a:p>
            <a:pPr algn="ctr">
              <a:lnSpc>
                <a:spcPct val="90000"/>
              </a:lnSpc>
              <a:spcAft>
                <a:spcPts val="1350"/>
              </a:spcAft>
            </a:pPr>
            <a:r>
              <a:rPr lang="pt-BR" sz="1350" b="1">
                <a:solidFill>
                  <a:schemeClr val="tx1">
                    <a:lumMod val="85000"/>
                    <a:lumOff val="15000"/>
                  </a:schemeClr>
                </a:solidFill>
              </a:rPr>
              <a:t>Função </a:t>
            </a:r>
            <a:r>
              <a:rPr lang="pt-BR" sz="1500" b="1">
                <a:solidFill>
                  <a:schemeClr val="tx1">
                    <a:lumMod val="85000"/>
                    <a:lumOff val="15000"/>
                  </a:schemeClr>
                </a:solidFill>
              </a:rPr>
              <a:t>do IAM</a:t>
            </a:r>
            <a:endParaRPr lang="en-US" sz="1500" b="1" dirty="0">
              <a:solidFill>
                <a:schemeClr val="tx1">
                  <a:lumMod val="85000"/>
                  <a:lumOff val="15000"/>
                </a:schemeClr>
              </a:solidFill>
              <a:latin typeface="Amazon Ember Light" panose="020B0403020204020204"/>
            </a:endParaRPr>
          </a:p>
        </p:txBody>
      </p:sp>
      <p:sp>
        <p:nvSpPr>
          <p:cNvPr id="45" name="TextBox 44"/>
          <p:cNvSpPr txBox="1"/>
          <p:nvPr/>
        </p:nvSpPr>
        <p:spPr>
          <a:xfrm>
            <a:off x="427630" y="2409193"/>
            <a:ext cx="1551387" cy="413768"/>
          </a:xfrm>
          <a:prstGeom prst="rect">
            <a:avLst/>
          </a:prstGeom>
          <a:noFill/>
        </p:spPr>
        <p:txBody>
          <a:bodyPr wrap="none" lIns="137160" tIns="109728" rIns="137160" bIns="109728" rtlCol="0">
            <a:spAutoFit/>
          </a:bodyPr>
          <a:lstStyle/>
          <a:p>
            <a:pPr algn="ctr">
              <a:lnSpc>
                <a:spcPct val="90000"/>
              </a:lnSpc>
              <a:spcAft>
                <a:spcPts val="1350"/>
              </a:spcAft>
            </a:pPr>
            <a:r>
              <a:rPr lang="pt-BR" sz="1350" b="1">
                <a:solidFill>
                  <a:schemeClr val="tx1">
                    <a:lumMod val="85000"/>
                    <a:lumOff val="15000"/>
                  </a:schemeClr>
                </a:solidFill>
              </a:rPr>
              <a:t>Usuário do IAM</a:t>
            </a:r>
            <a:endParaRPr lang="en-US" sz="1350" b="1" dirty="0">
              <a:solidFill>
                <a:schemeClr val="tx1">
                  <a:lumMod val="85000"/>
                  <a:lumOff val="15000"/>
                </a:schemeClr>
              </a:solidFill>
              <a:latin typeface="Amazon Ember Light" panose="020B0403020204020204"/>
            </a:endParaRPr>
          </a:p>
        </p:txBody>
      </p:sp>
      <p:pic>
        <p:nvPicPr>
          <p:cNvPr id="27" name="Graphic 54">
            <a:extLst>
              <a:ext uri="{FF2B5EF4-FFF2-40B4-BE49-F238E27FC236}">
                <a16:creationId xmlns:a16="http://schemas.microsoft.com/office/drawing/2014/main" id="{50E1591F-DA4C-934C-BDCB-2E69767A65B3}"/>
              </a:ext>
              <a:ext uri="{C183D7F6-B498-43B3-948B-1728B52AA6E4}">
                <adec:decorative xmlns:adec="http://schemas.microsoft.com/office/drawing/2017/decorative" val="1"/>
              </a:ext>
            </a:extLst>
          </p:cNvPr>
          <p:cNvPicPr>
            <a:picLocks noChangeAspect="1"/>
          </p:cNvPicPr>
          <p:nvPr/>
        </p:nvPicPr>
        <p:blipFill>
          <a:blip r:embed="rId4">
            <a:duotone>
              <a:prstClr val="black"/>
              <a:schemeClr val="tx2">
                <a:tint val="45000"/>
                <a:satMod val="400000"/>
              </a:schemeClr>
            </a:duotone>
            <a:extLst>
              <a:ext uri="{96DAC541-7B7A-43D3-8B79-37D633B846F1}">
                <asvg:svgBlip xmlns:asvg="http://schemas.microsoft.com/office/drawing/2016/SVG/main" r:embed="rId5"/>
              </a:ext>
            </a:extLst>
          </a:blip>
          <a:stretch>
            <a:fillRect/>
          </a:stretch>
        </p:blipFill>
        <p:spPr>
          <a:xfrm>
            <a:off x="975765" y="4685958"/>
            <a:ext cx="530290" cy="482222"/>
          </a:xfrm>
          <a:prstGeom prst="rect">
            <a:avLst/>
          </a:prstGeom>
        </p:spPr>
      </p:pic>
      <p:pic>
        <p:nvPicPr>
          <p:cNvPr id="17" name="Graphic 39">
            <a:extLst>
              <a:ext uri="{FF2B5EF4-FFF2-40B4-BE49-F238E27FC236}">
                <a16:creationId xmlns:a16="http://schemas.microsoft.com/office/drawing/2014/main" id="{6FA71975-EA2D-784E-8A28-738A17320E9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6595" y="1990926"/>
            <a:ext cx="488627" cy="488627"/>
          </a:xfrm>
          <a:prstGeom prst="rect">
            <a:avLst/>
          </a:prstGeom>
        </p:spPr>
      </p:pic>
      <p:pic>
        <p:nvPicPr>
          <p:cNvPr id="18" name="Graphic 41">
            <a:extLst>
              <a:ext uri="{FF2B5EF4-FFF2-40B4-BE49-F238E27FC236}">
                <a16:creationId xmlns:a16="http://schemas.microsoft.com/office/drawing/2014/main" id="{1A56C62F-612C-5841-B7E7-B15DA92D0BDE}"/>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972019" y="2900084"/>
            <a:ext cx="537779" cy="522559"/>
          </a:xfrm>
          <a:prstGeom prst="rect">
            <a:avLst/>
          </a:prstGeom>
        </p:spPr>
      </p:pic>
      <p:sp>
        <p:nvSpPr>
          <p:cNvPr id="14" name="Content Placeholder 5">
            <a:extLst>
              <a:ext uri="{FF2B5EF4-FFF2-40B4-BE49-F238E27FC236}">
                <a16:creationId xmlns:a16="http://schemas.microsoft.com/office/drawing/2014/main" id="{F856B0C6-71EC-334E-8B21-CAF24DDFAC2C}"/>
              </a:ext>
            </a:extLst>
          </p:cNvPr>
          <p:cNvSpPr txBox="1">
            <a:spLocks/>
          </p:cNvSpPr>
          <p:nvPr/>
        </p:nvSpPr>
        <p:spPr>
          <a:xfrm>
            <a:off x="1874836" y="2960642"/>
            <a:ext cx="5512526" cy="666526"/>
          </a:xfrm>
          <a:prstGeom prst="rect">
            <a:avLst/>
          </a:prstGeom>
        </p:spPr>
        <p:txBody>
          <a:bodyPr rtlCol="0"/>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rtl="0">
              <a:lnSpc>
                <a:spcPct val="100000"/>
              </a:lnSpc>
            </a:pPr>
            <a:r>
              <a:rPr lang="pt-BR" sz="1800" dirty="0">
                <a:latin typeface="+mn-lt"/>
              </a:rPr>
              <a:t>Uma </a:t>
            </a:r>
            <a:r>
              <a:rPr lang="pt-BR" sz="1800" b="1" dirty="0">
                <a:solidFill>
                  <a:schemeClr val="tx1">
                    <a:lumMod val="85000"/>
                    <a:lumOff val="15000"/>
                  </a:schemeClr>
                </a:solidFill>
                <a:latin typeface="+mn-lt"/>
              </a:rPr>
              <a:t>coleção</a:t>
            </a:r>
            <a:r>
              <a:rPr lang="pt-BR" sz="1800" dirty="0">
                <a:solidFill>
                  <a:schemeClr val="tx1">
                    <a:lumMod val="85000"/>
                    <a:lumOff val="15000"/>
                  </a:schemeClr>
                </a:solidFill>
                <a:latin typeface="+mn-lt"/>
              </a:rPr>
              <a:t> </a:t>
            </a:r>
            <a:r>
              <a:rPr lang="pt-BR" sz="1800" b="1" dirty="0">
                <a:solidFill>
                  <a:schemeClr val="tx1">
                    <a:lumMod val="85000"/>
                    <a:lumOff val="15000"/>
                  </a:schemeClr>
                </a:solidFill>
                <a:latin typeface="+mn-lt"/>
              </a:rPr>
              <a:t>de usuários do IAM</a:t>
            </a:r>
            <a:r>
              <a:rPr lang="pt-BR" sz="1800" b="1" dirty="0">
                <a:solidFill>
                  <a:schemeClr val="accent5"/>
                </a:solidFill>
                <a:latin typeface="+mn-lt"/>
              </a:rPr>
              <a:t> </a:t>
            </a:r>
            <a:r>
              <a:rPr lang="pt-BR" sz="1800" dirty="0">
                <a:latin typeface="+mn-lt"/>
              </a:rPr>
              <a:t>que recebem autorização idêntica.</a:t>
            </a:r>
          </a:p>
        </p:txBody>
      </p:sp>
      <p:sp>
        <p:nvSpPr>
          <p:cNvPr id="15" name="Content Placeholder 5">
            <a:extLst>
              <a:ext uri="{FF2B5EF4-FFF2-40B4-BE49-F238E27FC236}">
                <a16:creationId xmlns:a16="http://schemas.microsoft.com/office/drawing/2014/main" id="{FC156BD0-B15D-C74C-9256-2D18304F816C}"/>
              </a:ext>
            </a:extLst>
          </p:cNvPr>
          <p:cNvSpPr txBox="1">
            <a:spLocks/>
          </p:cNvSpPr>
          <p:nvPr/>
        </p:nvSpPr>
        <p:spPr>
          <a:xfrm>
            <a:off x="1874836" y="4711743"/>
            <a:ext cx="5820881" cy="666526"/>
          </a:xfrm>
          <a:prstGeom prst="rect">
            <a:avLst/>
          </a:prstGeom>
        </p:spPr>
        <p:txBody>
          <a:bodyPr rtlCol="0"/>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rtl="0">
              <a:lnSpc>
                <a:spcPct val="100000"/>
              </a:lnSpc>
            </a:pPr>
            <a:r>
              <a:rPr lang="pt-BR" sz="1800" dirty="0">
                <a:latin typeface="+mn-lt"/>
              </a:rPr>
              <a:t>Mecanismo útil para conceder um conjunto </a:t>
            </a:r>
            <a:br>
              <a:rPr lang="pt-BR" sz="1800" dirty="0">
                <a:latin typeface="+mn-lt"/>
              </a:rPr>
            </a:br>
            <a:r>
              <a:rPr lang="pt-BR" sz="1800" dirty="0">
                <a:latin typeface="+mn-lt"/>
              </a:rPr>
              <a:t>de permissões para fazer solicitações de serviço da AWS.</a:t>
            </a:r>
            <a:endParaRPr lang="en-US" sz="1800" dirty="0">
              <a:latin typeface="+mn-lt"/>
            </a:endParaRPr>
          </a:p>
        </p:txBody>
      </p:sp>
      <p:pic>
        <p:nvPicPr>
          <p:cNvPr id="16" name="Picture 15">
            <a:extLst>
              <a:ext uri="{FF2B5EF4-FFF2-40B4-BE49-F238E27FC236}">
                <a16:creationId xmlns:a16="http://schemas.microsoft.com/office/drawing/2014/main" id="{62409C3C-0736-6947-B41D-D987F58C1D92}"/>
              </a:ext>
              <a:ext uri="{C183D7F6-B498-43B3-948B-1728B52AA6E4}">
                <adec:decorative xmlns:adec="http://schemas.microsoft.com/office/drawing/2017/decorative" val="1"/>
              </a:ext>
            </a:extLst>
          </p:cNvPr>
          <p:cNvPicPr>
            <a:picLocks noChangeAspect="1"/>
          </p:cNvPicPr>
          <p:nvPr/>
        </p:nvPicPr>
        <p:blipFill>
          <a:blip r:embed="rId10">
            <a:biLevel thresh="75000"/>
            <a:extLst>
              <a:ext uri="{BEBA8EAE-BF5A-486C-A8C5-ECC9F3942E4B}">
                <a14:imgProps xmlns:a14="http://schemas.microsoft.com/office/drawing/2010/main">
                  <a14:imgLayer r:embed="rId11">
                    <a14:imgEffect>
                      <a14:saturation sat="0"/>
                    </a14:imgEffect>
                  </a14:imgLayer>
                </a14:imgProps>
              </a:ext>
            </a:extLst>
          </a:blip>
          <a:stretch>
            <a:fillRect/>
          </a:stretch>
        </p:blipFill>
        <p:spPr>
          <a:xfrm>
            <a:off x="986920" y="3800311"/>
            <a:ext cx="507978" cy="507978"/>
          </a:xfrm>
          <a:prstGeom prst="rect">
            <a:avLst/>
          </a:prstGeom>
          <a:noFill/>
        </p:spPr>
      </p:pic>
      <p:sp>
        <p:nvSpPr>
          <p:cNvPr id="19" name="TextBox 18">
            <a:extLst>
              <a:ext uri="{FF2B5EF4-FFF2-40B4-BE49-F238E27FC236}">
                <a16:creationId xmlns:a16="http://schemas.microsoft.com/office/drawing/2014/main" id="{D1077742-8498-3A4A-8FC4-526A0CF145BA}"/>
              </a:ext>
            </a:extLst>
          </p:cNvPr>
          <p:cNvSpPr txBox="1"/>
          <p:nvPr/>
        </p:nvSpPr>
        <p:spPr>
          <a:xfrm>
            <a:off x="439568" y="4246677"/>
            <a:ext cx="1602683" cy="435119"/>
          </a:xfrm>
          <a:prstGeom prst="rect">
            <a:avLst/>
          </a:prstGeom>
          <a:noFill/>
          <a:effectLst/>
        </p:spPr>
        <p:txBody>
          <a:bodyPr wrap="none" lIns="137160" tIns="109728" rIns="137160" bIns="109728" rtlCol="0">
            <a:spAutoFit/>
          </a:bodyPr>
          <a:lstStyle/>
          <a:p>
            <a:pPr algn="ctr">
              <a:lnSpc>
                <a:spcPct val="90000"/>
              </a:lnSpc>
              <a:spcAft>
                <a:spcPts val="1350"/>
              </a:spcAft>
            </a:pPr>
            <a:r>
              <a:rPr lang="pt-BR" sz="1350" b="1">
                <a:solidFill>
                  <a:schemeClr val="tx1">
                    <a:lumMod val="85000"/>
                    <a:lumOff val="15000"/>
                  </a:schemeClr>
                </a:solidFill>
              </a:rPr>
              <a:t>Política</a:t>
            </a:r>
            <a:r>
              <a:rPr lang="pt-BR" sz="1500" b="1">
                <a:solidFill>
                  <a:schemeClr val="tx1">
                    <a:lumMod val="85000"/>
                    <a:lumOff val="15000"/>
                  </a:schemeClr>
                </a:solidFill>
              </a:rPr>
              <a:t> do IAM</a:t>
            </a:r>
            <a:endParaRPr lang="en-US" sz="1500" b="1" dirty="0">
              <a:solidFill>
                <a:schemeClr val="tx1">
                  <a:lumMod val="85000"/>
                  <a:lumOff val="15000"/>
                </a:schemeClr>
              </a:solidFill>
              <a:latin typeface="Amazon Ember Light" panose="020B0403020204020204"/>
            </a:endParaRPr>
          </a:p>
        </p:txBody>
      </p:sp>
      <p:sp>
        <p:nvSpPr>
          <p:cNvPr id="20" name="Content Placeholder 5">
            <a:extLst>
              <a:ext uri="{FF2B5EF4-FFF2-40B4-BE49-F238E27FC236}">
                <a16:creationId xmlns:a16="http://schemas.microsoft.com/office/drawing/2014/main" id="{F81C3728-D05F-6741-B3AC-B69FEFB810ED}"/>
              </a:ext>
            </a:extLst>
          </p:cNvPr>
          <p:cNvSpPr txBox="1">
            <a:spLocks/>
          </p:cNvSpPr>
          <p:nvPr/>
        </p:nvSpPr>
        <p:spPr>
          <a:xfrm>
            <a:off x="1874836" y="3867191"/>
            <a:ext cx="5512526" cy="666526"/>
          </a:xfrm>
          <a:prstGeom prst="rect">
            <a:avLst/>
          </a:prstGeom>
        </p:spPr>
        <p:txBody>
          <a:bodyPr rtlCol="0"/>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rtl="0">
              <a:lnSpc>
                <a:spcPct val="100000"/>
              </a:lnSpc>
            </a:pPr>
            <a:r>
              <a:rPr lang="pt-BR" sz="1800" dirty="0">
                <a:latin typeface="+mn-lt"/>
              </a:rPr>
              <a:t>O documento que define</a:t>
            </a:r>
            <a:r>
              <a:rPr lang="pt-BR" sz="1800" b="1" dirty="0">
                <a:solidFill>
                  <a:schemeClr val="accent5"/>
                </a:solidFill>
                <a:latin typeface="+mn-lt"/>
              </a:rPr>
              <a:t> </a:t>
            </a:r>
            <a:r>
              <a:rPr lang="pt-BR" sz="1800" b="1" dirty="0">
                <a:solidFill>
                  <a:schemeClr val="tx1">
                    <a:lumMod val="85000"/>
                    <a:lumOff val="15000"/>
                  </a:schemeClr>
                </a:solidFill>
                <a:latin typeface="+mn-lt"/>
              </a:rPr>
              <a:t>quais recursos podem </a:t>
            </a:r>
            <a:br>
              <a:rPr lang="pt-BR" sz="1800" b="1" dirty="0">
                <a:solidFill>
                  <a:schemeClr val="tx1">
                    <a:lumMod val="85000"/>
                    <a:lumOff val="15000"/>
                  </a:schemeClr>
                </a:solidFill>
                <a:latin typeface="+mn-lt"/>
              </a:rPr>
            </a:br>
            <a:r>
              <a:rPr lang="pt-BR" sz="1800" b="1" dirty="0">
                <a:solidFill>
                  <a:schemeClr val="tx1">
                    <a:lumMod val="85000"/>
                    <a:lumOff val="15000"/>
                  </a:schemeClr>
                </a:solidFill>
                <a:latin typeface="+mn-lt"/>
              </a:rPr>
              <a:t>ser acessados</a:t>
            </a:r>
            <a:r>
              <a:rPr lang="pt-BR" sz="1800" dirty="0">
                <a:latin typeface="+mn-lt"/>
              </a:rPr>
              <a:t> e o </a:t>
            </a:r>
            <a:r>
              <a:rPr lang="pt-BR" sz="1800" b="1" dirty="0">
                <a:solidFill>
                  <a:schemeClr val="tx1">
                    <a:lumMod val="85000"/>
                    <a:lumOff val="15000"/>
                  </a:schemeClr>
                </a:solidFill>
                <a:latin typeface="+mn-lt"/>
              </a:rPr>
              <a:t>nível de acesso</a:t>
            </a:r>
            <a:r>
              <a:rPr lang="pt-BR" sz="1800" dirty="0">
                <a:solidFill>
                  <a:schemeClr val="accent5"/>
                </a:solidFill>
                <a:latin typeface="+mn-lt"/>
              </a:rPr>
              <a:t> </a:t>
            </a:r>
            <a:r>
              <a:rPr lang="pt-BR" sz="1800" dirty="0">
                <a:latin typeface="+mn-lt"/>
              </a:rPr>
              <a:t>a cada recurso.</a:t>
            </a:r>
          </a:p>
        </p:txBody>
      </p:sp>
    </p:spTree>
    <p:custDataLst>
      <p:tags r:id="rId1"/>
    </p:custDataLst>
    <p:extLst>
      <p:ext uri="{BB962C8B-B14F-4D97-AF65-F5344CB8AC3E}">
        <p14:creationId xmlns:p14="http://schemas.microsoft.com/office/powerpoint/2010/main" val="36976033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Texto 4">
            <a:extLst>
              <a:ext uri="{FF2B5EF4-FFF2-40B4-BE49-F238E27FC236}">
                <a16:creationId xmlns:a16="http://schemas.microsoft.com/office/drawing/2014/main" id="{3A65CAD2-B6B8-F9A0-6237-ACA039D6672E}"/>
              </a:ext>
            </a:extLst>
          </p:cNvPr>
          <p:cNvSpPr>
            <a:spLocks noGrp="1"/>
          </p:cNvSpPr>
          <p:nvPr>
            <p:ph type="body" sz="quarter" idx="15"/>
          </p:nvPr>
        </p:nvSpPr>
        <p:spPr/>
        <p:txBody>
          <a:bodyPr/>
          <a:lstStyle/>
          <a:p>
            <a:r>
              <a:rPr lang="pt-BR"/>
              <a:t>Material complementar de segurança</a:t>
            </a:r>
          </a:p>
        </p:txBody>
      </p:sp>
    </p:spTree>
    <p:extLst>
      <p:ext uri="{BB962C8B-B14F-4D97-AF65-F5344CB8AC3E}">
        <p14:creationId xmlns:p14="http://schemas.microsoft.com/office/powerpoint/2010/main" val="41270772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rtl="0"/>
            <a:r>
              <a:rPr lang="pt-BR" sz="2700"/>
              <a:t>Autenticar como um usuário do IAM para obter acesso</a:t>
            </a:r>
          </a:p>
        </p:txBody>
      </p:sp>
      <p:sp>
        <p:nvSpPr>
          <p:cNvPr id="3" name="Content Placeholder 2"/>
          <p:cNvSpPr>
            <a:spLocks noGrp="1"/>
          </p:cNvSpPr>
          <p:nvPr>
            <p:ph idx="1"/>
          </p:nvPr>
        </p:nvSpPr>
        <p:spPr>
          <a:xfrm>
            <a:off x="546575" y="1997625"/>
            <a:ext cx="7883237" cy="4024484"/>
          </a:xfrm>
        </p:spPr>
        <p:txBody>
          <a:bodyPr rtlCol="0">
            <a:normAutofit fontScale="92500" lnSpcReduction="10000"/>
          </a:bodyPr>
          <a:lstStyle/>
          <a:p>
            <a:pPr marL="10715" lvl="1" indent="0">
              <a:buNone/>
            </a:pPr>
            <a:r>
              <a:rPr lang="pt-BR" sz="1500" dirty="0"/>
              <a:t>Ao definir um </a:t>
            </a:r>
            <a:r>
              <a:rPr lang="pt-BR" sz="1500" b="1" dirty="0"/>
              <a:t>usuário do IAM</a:t>
            </a:r>
            <a:r>
              <a:rPr lang="pt-BR" sz="1500" dirty="0"/>
              <a:t>, você seleciona </a:t>
            </a:r>
            <a:r>
              <a:rPr lang="pt-BR" sz="1500" b="1" dirty="0">
                <a:solidFill>
                  <a:schemeClr val="tx1">
                    <a:lumMod val="85000"/>
                    <a:lumOff val="15000"/>
                  </a:schemeClr>
                </a:solidFill>
              </a:rPr>
              <a:t>os tipos de acesso</a:t>
            </a:r>
            <a:r>
              <a:rPr lang="pt-BR" sz="1500" b="1" dirty="0">
                <a:solidFill>
                  <a:schemeClr val="accent5"/>
                </a:solidFill>
              </a:rPr>
              <a:t> </a:t>
            </a:r>
            <a:r>
              <a:rPr lang="pt-BR" sz="1500" dirty="0"/>
              <a:t>que o usuário tem permissão para </a:t>
            </a:r>
            <a:r>
              <a:rPr lang="pt-BR" sz="1500"/>
              <a:t>usar.</a:t>
            </a:r>
            <a:endParaRPr lang="en-US" sz="1050" dirty="0"/>
          </a:p>
          <a:p>
            <a:r>
              <a:rPr lang="pt-BR" b="1" dirty="0">
                <a:solidFill>
                  <a:schemeClr val="tx1">
                    <a:lumMod val="85000"/>
                    <a:lumOff val="15000"/>
                  </a:schemeClr>
                </a:solidFill>
              </a:rPr>
              <a:t>Acesso </a:t>
            </a:r>
            <a:r>
              <a:rPr lang="pt-BR" b="1" i="1" dirty="0">
                <a:solidFill>
                  <a:schemeClr val="tx1">
                    <a:lumMod val="85000"/>
                    <a:lumOff val="15000"/>
                  </a:schemeClr>
                </a:solidFill>
              </a:rPr>
              <a:t>programático</a:t>
            </a:r>
          </a:p>
          <a:p>
            <a:pPr marL="519113" lvl="3" indent="-165497">
              <a:lnSpc>
                <a:spcPct val="100000"/>
              </a:lnSpc>
            </a:pPr>
            <a:r>
              <a:rPr lang="pt-BR" dirty="0"/>
              <a:t>Autentique usando:</a:t>
            </a:r>
          </a:p>
          <a:p>
            <a:pPr marL="862013" lvl="4" indent="-165497">
              <a:lnSpc>
                <a:spcPct val="100000"/>
              </a:lnSpc>
            </a:pPr>
            <a:r>
              <a:rPr lang="pt-BR" dirty="0">
                <a:solidFill>
                  <a:schemeClr val="accent6"/>
                </a:solidFill>
              </a:rPr>
              <a:t>ID da chave de acesso</a:t>
            </a:r>
          </a:p>
          <a:p>
            <a:pPr marL="862013" lvl="4" indent="-165497">
              <a:lnSpc>
                <a:spcPct val="100000"/>
              </a:lnSpc>
            </a:pPr>
            <a:r>
              <a:rPr lang="pt-BR" dirty="0">
                <a:solidFill>
                  <a:schemeClr val="accent6"/>
                </a:solidFill>
              </a:rPr>
              <a:t>Chave de acesso secreta</a:t>
            </a:r>
            <a:endParaRPr lang="en-US" dirty="0"/>
          </a:p>
          <a:p>
            <a:pPr marL="519113" lvl="3" indent="-165497">
              <a:lnSpc>
                <a:spcPct val="100000"/>
              </a:lnSpc>
            </a:pPr>
            <a:r>
              <a:rPr lang="pt-BR" dirty="0"/>
              <a:t>Fornece acesso à CLI e ao SDK da AWS</a:t>
            </a:r>
          </a:p>
          <a:p>
            <a:pPr marL="519113" lvl="3" indent="-165497">
              <a:lnSpc>
                <a:spcPct val="100000"/>
              </a:lnSpc>
            </a:pPr>
            <a:endParaRPr lang="en-US" sz="1050" dirty="0">
              <a:solidFill>
                <a:schemeClr val="tx1">
                  <a:lumMod val="85000"/>
                  <a:lumOff val="15000"/>
                </a:schemeClr>
              </a:solidFill>
            </a:endParaRPr>
          </a:p>
          <a:p>
            <a:pPr marL="10715" lvl="1" indent="0">
              <a:buNone/>
            </a:pPr>
            <a:r>
              <a:rPr lang="pt-BR" b="1" dirty="0">
                <a:solidFill>
                  <a:schemeClr val="tx1">
                    <a:lumMod val="85000"/>
                    <a:lumOff val="15000"/>
                  </a:schemeClr>
                </a:solidFill>
              </a:rPr>
              <a:t>Acesso </a:t>
            </a:r>
            <a:r>
              <a:rPr lang="pt-BR" b="1" i="1" dirty="0">
                <a:solidFill>
                  <a:schemeClr val="tx1">
                    <a:lumMod val="85000"/>
                    <a:lumOff val="15000"/>
                  </a:schemeClr>
                </a:solidFill>
              </a:rPr>
              <a:t>ao Console de Gerenciamento da AWS</a:t>
            </a:r>
          </a:p>
          <a:p>
            <a:pPr marL="519113" lvl="3" indent="-165497">
              <a:lnSpc>
                <a:spcPct val="100000"/>
              </a:lnSpc>
            </a:pPr>
            <a:r>
              <a:rPr lang="pt-BR" dirty="0"/>
              <a:t>Autentique usando:</a:t>
            </a:r>
          </a:p>
          <a:p>
            <a:pPr marL="862013" lvl="4" indent="-165497">
              <a:lnSpc>
                <a:spcPct val="100000"/>
              </a:lnSpc>
            </a:pPr>
            <a:r>
              <a:rPr lang="pt-BR" dirty="0">
                <a:solidFill>
                  <a:schemeClr val="accent6"/>
                </a:solidFill>
              </a:rPr>
              <a:t>ID</a:t>
            </a:r>
            <a:r>
              <a:rPr lang="pt-BR" dirty="0"/>
              <a:t> </a:t>
            </a:r>
            <a:r>
              <a:rPr lang="pt-BR" i="1" dirty="0"/>
              <a:t>ou</a:t>
            </a:r>
            <a:r>
              <a:rPr lang="pt-BR" dirty="0"/>
              <a:t> </a:t>
            </a:r>
            <a:r>
              <a:rPr lang="pt-BR" dirty="0">
                <a:solidFill>
                  <a:schemeClr val="accent6"/>
                </a:solidFill>
              </a:rPr>
              <a:t>alias da conta com 12 dígitos</a:t>
            </a:r>
          </a:p>
          <a:p>
            <a:pPr marL="862013" lvl="4" indent="-165497">
              <a:lnSpc>
                <a:spcPct val="100000"/>
              </a:lnSpc>
            </a:pPr>
            <a:r>
              <a:rPr lang="pt-BR" dirty="0">
                <a:solidFill>
                  <a:schemeClr val="accent6"/>
                </a:solidFill>
              </a:rPr>
              <a:t>Nome de usuário</a:t>
            </a:r>
            <a:r>
              <a:rPr lang="pt-BR" dirty="0"/>
              <a:t> do IAM</a:t>
            </a:r>
          </a:p>
          <a:p>
            <a:pPr marL="862013" lvl="4" indent="-165497">
              <a:lnSpc>
                <a:spcPct val="100000"/>
              </a:lnSpc>
            </a:pPr>
            <a:r>
              <a:rPr lang="pt-BR" dirty="0">
                <a:solidFill>
                  <a:schemeClr val="accent6"/>
                </a:solidFill>
              </a:rPr>
              <a:t>Senha</a:t>
            </a:r>
            <a:r>
              <a:rPr lang="pt-BR" dirty="0"/>
              <a:t> do IAM</a:t>
            </a:r>
            <a:endParaRPr lang="en-US" dirty="0"/>
          </a:p>
          <a:p>
            <a:pPr marL="519113" lvl="3" indent="-165497">
              <a:lnSpc>
                <a:spcPct val="100000"/>
              </a:lnSpc>
            </a:pPr>
            <a:r>
              <a:rPr lang="pt-BR" dirty="0"/>
              <a:t>Se ativada, a </a:t>
            </a:r>
            <a:r>
              <a:rPr lang="pt-BR" b="1" dirty="0" err="1">
                <a:solidFill>
                  <a:schemeClr val="tx1">
                    <a:lumMod val="85000"/>
                    <a:lumOff val="15000"/>
                  </a:schemeClr>
                </a:solidFill>
              </a:rPr>
              <a:t>Multi-Factor</a:t>
            </a:r>
            <a:r>
              <a:rPr lang="pt-BR" b="1" dirty="0">
                <a:solidFill>
                  <a:schemeClr val="tx1">
                    <a:lumMod val="85000"/>
                    <a:lumOff val="15000"/>
                  </a:schemeClr>
                </a:solidFill>
              </a:rPr>
              <a:t> </a:t>
            </a:r>
            <a:r>
              <a:rPr lang="pt-BR" b="1" dirty="0" err="1">
                <a:solidFill>
                  <a:schemeClr val="tx1">
                    <a:lumMod val="85000"/>
                    <a:lumOff val="15000"/>
                  </a:schemeClr>
                </a:solidFill>
              </a:rPr>
              <a:t>Authentication</a:t>
            </a:r>
            <a:r>
              <a:rPr lang="pt-BR" b="1" dirty="0">
                <a:solidFill>
                  <a:schemeClr val="tx1">
                    <a:lumMod val="85000"/>
                    <a:lumOff val="15000"/>
                  </a:schemeClr>
                </a:solidFill>
              </a:rPr>
              <a:t> (MFA)</a:t>
            </a:r>
            <a:r>
              <a:rPr lang="pt-BR" dirty="0">
                <a:solidFill>
                  <a:schemeClr val="tx1">
                    <a:lumMod val="85000"/>
                    <a:lumOff val="15000"/>
                  </a:schemeClr>
                </a:solidFill>
              </a:rPr>
              <a:t> </a:t>
            </a:r>
            <a:r>
              <a:rPr lang="pt-BR" dirty="0"/>
              <a:t>solicita um código de autenticação.</a:t>
            </a:r>
            <a:endParaRPr lang="en-US" sz="1500" dirty="0"/>
          </a:p>
        </p:txBody>
      </p:sp>
      <p:sp>
        <p:nvSpPr>
          <p:cNvPr id="4" name="Footer Placeholder 3">
            <a:extLst>
              <a:ext uri="{FF2B5EF4-FFF2-40B4-BE49-F238E27FC236}">
                <a16:creationId xmlns:a16="http://schemas.microsoft.com/office/drawing/2014/main" id="{385EDA8E-763C-084F-AC43-85933B95203C}"/>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5" name="Slide Number Placeholder 4">
            <a:extLst>
              <a:ext uri="{FF2B5EF4-FFF2-40B4-BE49-F238E27FC236}">
                <a16:creationId xmlns:a16="http://schemas.microsoft.com/office/drawing/2014/main" id="{9F374514-0F74-4C44-B03F-38EB546F6A36}"/>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40</a:t>
            </a:fld>
            <a:endParaRPr lang="en-US" dirty="0"/>
          </a:p>
        </p:txBody>
      </p:sp>
      <p:pic>
        <p:nvPicPr>
          <p:cNvPr id="19" name="Graphic 18">
            <a:extLst>
              <a:ext uri="{FF2B5EF4-FFF2-40B4-BE49-F238E27FC236}">
                <a16:creationId xmlns:a16="http://schemas.microsoft.com/office/drawing/2014/main" id="{F2B22E84-F9D5-B34E-86CE-58AE715DBFE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79854" y="2548211"/>
            <a:ext cx="533400" cy="533400"/>
          </a:xfrm>
          <a:prstGeom prst="rect">
            <a:avLst/>
          </a:prstGeom>
        </p:spPr>
      </p:pic>
      <p:sp>
        <p:nvSpPr>
          <p:cNvPr id="20" name="TextBox 19">
            <a:extLst>
              <a:ext uri="{FF2B5EF4-FFF2-40B4-BE49-F238E27FC236}">
                <a16:creationId xmlns:a16="http://schemas.microsoft.com/office/drawing/2014/main" id="{771B440E-C260-E84A-97C4-D4F368E1276C}"/>
              </a:ext>
            </a:extLst>
          </p:cNvPr>
          <p:cNvSpPr txBox="1"/>
          <p:nvPr/>
        </p:nvSpPr>
        <p:spPr>
          <a:xfrm>
            <a:off x="6379158" y="3119851"/>
            <a:ext cx="1334792" cy="276999"/>
          </a:xfrm>
          <a:prstGeom prst="rect">
            <a:avLst/>
          </a:prstGeom>
          <a:noFill/>
        </p:spPr>
        <p:txBody>
          <a:bodyPr wrap="square" rtlCol="0">
            <a:spAutoFit/>
          </a:bodyPr>
          <a:lstStyle/>
          <a:p>
            <a:pPr algn="ctr" rtl="0"/>
            <a:r>
              <a:rPr lang="pt-BR" sz="1200"/>
              <a:t>CLI da AWS</a:t>
            </a:r>
          </a:p>
        </p:txBody>
      </p:sp>
      <p:sp>
        <p:nvSpPr>
          <p:cNvPr id="21" name="TextBox 20">
            <a:extLst>
              <a:ext uri="{FF2B5EF4-FFF2-40B4-BE49-F238E27FC236}">
                <a16:creationId xmlns:a16="http://schemas.microsoft.com/office/drawing/2014/main" id="{B19A1965-AF72-4243-9D0C-6719BCF928E5}"/>
              </a:ext>
            </a:extLst>
          </p:cNvPr>
          <p:cNvSpPr txBox="1"/>
          <p:nvPr/>
        </p:nvSpPr>
        <p:spPr>
          <a:xfrm>
            <a:off x="7617992" y="3119851"/>
            <a:ext cx="1090239" cy="646331"/>
          </a:xfrm>
          <a:prstGeom prst="rect">
            <a:avLst/>
          </a:prstGeom>
          <a:noFill/>
        </p:spPr>
        <p:txBody>
          <a:bodyPr wrap="square" rtlCol="0">
            <a:spAutoFit/>
          </a:bodyPr>
          <a:lstStyle/>
          <a:p>
            <a:pPr algn="ctr" rtl="0"/>
            <a:r>
              <a:rPr lang="pt-BR" sz="1200" dirty="0"/>
              <a:t>Ferramentas e </a:t>
            </a:r>
            <a:r>
              <a:rPr lang="pt-BR" sz="1200" dirty="0" err="1"/>
              <a:t>SDKs</a:t>
            </a:r>
            <a:r>
              <a:rPr lang="pt-BR" sz="1200" dirty="0"/>
              <a:t> da AWS</a:t>
            </a:r>
          </a:p>
        </p:txBody>
      </p:sp>
      <p:pic>
        <p:nvPicPr>
          <p:cNvPr id="22" name="Graphic 21">
            <a:extLst>
              <a:ext uri="{FF2B5EF4-FFF2-40B4-BE49-F238E27FC236}">
                <a16:creationId xmlns:a16="http://schemas.microsoft.com/office/drawing/2014/main" id="{65E7723F-CAE2-BD44-8A55-B03ADAD33DD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96412" y="2548211"/>
            <a:ext cx="533400" cy="533400"/>
          </a:xfrm>
          <a:prstGeom prst="rect">
            <a:avLst/>
          </a:prstGeom>
        </p:spPr>
      </p:pic>
      <p:sp>
        <p:nvSpPr>
          <p:cNvPr id="23" name="TextBox 22">
            <a:extLst>
              <a:ext uri="{FF2B5EF4-FFF2-40B4-BE49-F238E27FC236}">
                <a16:creationId xmlns:a16="http://schemas.microsoft.com/office/drawing/2014/main" id="{04CE053C-A0B2-6748-B838-DE70FCF03157}"/>
              </a:ext>
            </a:extLst>
          </p:cNvPr>
          <p:cNvSpPr txBox="1"/>
          <p:nvPr/>
        </p:nvSpPr>
        <p:spPr>
          <a:xfrm>
            <a:off x="6782226" y="4708367"/>
            <a:ext cx="1725980" cy="646331"/>
          </a:xfrm>
          <a:prstGeom prst="rect">
            <a:avLst/>
          </a:prstGeom>
          <a:noFill/>
        </p:spPr>
        <p:txBody>
          <a:bodyPr wrap="square" rtlCol="0">
            <a:spAutoFit/>
          </a:bodyPr>
          <a:lstStyle/>
          <a:p>
            <a:pPr algn="ctr" rtl="0"/>
            <a:r>
              <a:rPr lang="pt-BR" sz="1200" dirty="0"/>
              <a:t>Console de Gerenciamento da AWS</a:t>
            </a:r>
          </a:p>
        </p:txBody>
      </p:sp>
      <p:pic>
        <p:nvPicPr>
          <p:cNvPr id="24" name="Graphic 23">
            <a:extLst>
              <a:ext uri="{FF2B5EF4-FFF2-40B4-BE49-F238E27FC236}">
                <a16:creationId xmlns:a16="http://schemas.microsoft.com/office/drawing/2014/main" id="{DA2E72F7-5200-0542-81BC-8B0ECE2E7BC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78515" y="4130681"/>
            <a:ext cx="533400" cy="533400"/>
          </a:xfrm>
          <a:prstGeom prst="rect">
            <a:avLst/>
          </a:prstGeom>
        </p:spPr>
      </p:pic>
    </p:spTree>
    <p:custDataLst>
      <p:tags r:id="rId1"/>
    </p:custDataLst>
    <p:extLst>
      <p:ext uri="{BB962C8B-B14F-4D97-AF65-F5344CB8AC3E}">
        <p14:creationId xmlns:p14="http://schemas.microsoft.com/office/powerpoint/2010/main" val="20497348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969" y="1126649"/>
            <a:ext cx="6789420" cy="356616"/>
          </a:xfrm>
        </p:spPr>
        <p:txBody>
          <a:bodyPr rtlCol="0">
            <a:noAutofit/>
          </a:bodyPr>
          <a:lstStyle/>
          <a:p>
            <a:pPr rtl="0"/>
            <a:r>
              <a:rPr lang="pt-BR"/>
              <a:t>MFA do IAM</a:t>
            </a:r>
          </a:p>
        </p:txBody>
      </p:sp>
      <p:sp>
        <p:nvSpPr>
          <p:cNvPr id="14" name="Content Placeholder 2">
            <a:extLst>
              <a:ext uri="{FF2B5EF4-FFF2-40B4-BE49-F238E27FC236}">
                <a16:creationId xmlns:a16="http://schemas.microsoft.com/office/drawing/2014/main" id="{7ADF1507-7887-2E40-9996-FCB25D1E1CDD}"/>
              </a:ext>
            </a:extLst>
          </p:cNvPr>
          <p:cNvSpPr>
            <a:spLocks noGrp="1"/>
          </p:cNvSpPr>
          <p:nvPr>
            <p:ph idx="1"/>
          </p:nvPr>
        </p:nvSpPr>
        <p:spPr>
          <a:xfrm>
            <a:off x="540327" y="1826303"/>
            <a:ext cx="6503411" cy="3684981"/>
          </a:xfrm>
        </p:spPr>
        <p:txBody>
          <a:bodyPr rtlCol="0">
            <a:normAutofit/>
          </a:bodyPr>
          <a:lstStyle/>
          <a:p>
            <a:pPr marL="171450" lvl="1">
              <a:lnSpc>
                <a:spcPct val="110000"/>
              </a:lnSpc>
              <a:spcBef>
                <a:spcPts val="1350"/>
              </a:spcBef>
            </a:pPr>
            <a:r>
              <a:rPr lang="pt-BR" dirty="0"/>
              <a:t>A MFA oferece maior segurança.</a:t>
            </a:r>
          </a:p>
          <a:p>
            <a:pPr marL="171450" lvl="1">
              <a:lnSpc>
                <a:spcPct val="110000"/>
              </a:lnSpc>
              <a:spcBef>
                <a:spcPts val="1350"/>
              </a:spcBef>
            </a:pPr>
            <a:r>
              <a:rPr lang="pt-BR" dirty="0"/>
              <a:t>Além </a:t>
            </a:r>
            <a:r>
              <a:rPr lang="pt-BR" b="1" dirty="0">
                <a:solidFill>
                  <a:schemeClr val="tx1">
                    <a:lumMod val="85000"/>
                    <a:lumOff val="15000"/>
                  </a:schemeClr>
                </a:solidFill>
              </a:rPr>
              <a:t>do nome de usuário </a:t>
            </a:r>
            <a:r>
              <a:rPr lang="pt-BR" dirty="0"/>
              <a:t>e da </a:t>
            </a:r>
            <a:r>
              <a:rPr lang="pt-BR" b="1" dirty="0">
                <a:solidFill>
                  <a:schemeClr val="tx1">
                    <a:lumMod val="85000"/>
                    <a:lumOff val="15000"/>
                  </a:schemeClr>
                </a:solidFill>
              </a:rPr>
              <a:t>senha</a:t>
            </a:r>
            <a:r>
              <a:rPr lang="pt-BR" dirty="0"/>
              <a:t>, a MFA requer um </a:t>
            </a:r>
            <a:r>
              <a:rPr lang="pt-BR" dirty="0">
                <a:solidFill>
                  <a:schemeClr val="accent6"/>
                </a:solidFill>
              </a:rPr>
              <a:t>código de autenticação</a:t>
            </a:r>
            <a:r>
              <a:rPr lang="pt-BR" dirty="0"/>
              <a:t> exclusivo para acessar os serviços da AWS.</a:t>
            </a:r>
          </a:p>
        </p:txBody>
      </p:sp>
      <p:sp>
        <p:nvSpPr>
          <p:cNvPr id="4" name="Footer Placeholder 3">
            <a:extLst>
              <a:ext uri="{FF2B5EF4-FFF2-40B4-BE49-F238E27FC236}">
                <a16:creationId xmlns:a16="http://schemas.microsoft.com/office/drawing/2014/main" id="{69201461-CC76-3E41-B26A-46DC56E9CD5B}"/>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5" name="Slide Number Placeholder 4">
            <a:extLst>
              <a:ext uri="{FF2B5EF4-FFF2-40B4-BE49-F238E27FC236}">
                <a16:creationId xmlns:a16="http://schemas.microsoft.com/office/drawing/2014/main" id="{8FB1CA6D-0BD9-5B48-A5D0-2E1EEE216797}"/>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41</a:t>
            </a:fld>
            <a:endParaRPr lang="en-US" dirty="0"/>
          </a:p>
        </p:txBody>
      </p:sp>
      <p:grpSp>
        <p:nvGrpSpPr>
          <p:cNvPr id="28" name="Group 27" descr="diagram shows a sign in web page dialog on the left with an arrow pointing to a screenshot of the AWS Management Console. The arrow is accompanied by labels &quot;username and password&quot; and &quot;MFA token&quot;.">
            <a:extLst>
              <a:ext uri="{FF2B5EF4-FFF2-40B4-BE49-F238E27FC236}">
                <a16:creationId xmlns:a16="http://schemas.microsoft.com/office/drawing/2014/main" id="{29236F85-DAEE-7544-9732-CCD6B459B483}"/>
              </a:ext>
            </a:extLst>
          </p:cNvPr>
          <p:cNvGrpSpPr/>
          <p:nvPr/>
        </p:nvGrpSpPr>
        <p:grpSpPr>
          <a:xfrm>
            <a:off x="845450" y="3131310"/>
            <a:ext cx="7387089" cy="2860956"/>
            <a:chOff x="1127266" y="3032079"/>
            <a:chExt cx="9849452" cy="3814609"/>
          </a:xfrm>
        </p:grpSpPr>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7266" y="3548570"/>
              <a:ext cx="3110541" cy="1840758"/>
            </a:xfrm>
            <a:prstGeom prst="rect">
              <a:avLst/>
            </a:prstGeom>
            <a:ln>
              <a:solidFill>
                <a:srgbClr val="474746">
                  <a:lumMod val="50000"/>
                </a:srgbClr>
              </a:solidFill>
            </a:ln>
          </p:spPr>
        </p:pic>
        <p:sp>
          <p:nvSpPr>
            <p:cNvPr id="15" name="TextBox 14">
              <a:extLst>
                <a:ext uri="{FF2B5EF4-FFF2-40B4-BE49-F238E27FC236}">
                  <a16:creationId xmlns:a16="http://schemas.microsoft.com/office/drawing/2014/main" id="{162ABE78-27C1-BD4E-B17B-E48CC454AEE1}"/>
                </a:ext>
              </a:extLst>
            </p:cNvPr>
            <p:cNvSpPr txBox="1"/>
            <p:nvPr/>
          </p:nvSpPr>
          <p:spPr>
            <a:xfrm>
              <a:off x="4302594" y="5177087"/>
              <a:ext cx="1571025" cy="369332"/>
            </a:xfrm>
            <a:prstGeom prst="rect">
              <a:avLst/>
            </a:prstGeom>
            <a:noFill/>
          </p:spPr>
          <p:txBody>
            <a:bodyPr wrap="square" rtlCol="0">
              <a:spAutoFit/>
            </a:bodyPr>
            <a:lstStyle/>
            <a:p>
              <a:pPr algn="ctr" rtl="0"/>
              <a:r>
                <a:rPr lang="pt-BR" sz="1200"/>
                <a:t>Token de MFA</a:t>
              </a:r>
            </a:p>
          </p:txBody>
        </p:sp>
        <p:pic>
          <p:nvPicPr>
            <p:cNvPr id="16" name="Graphic 15">
              <a:extLst>
                <a:ext uri="{FF2B5EF4-FFF2-40B4-BE49-F238E27FC236}">
                  <a16:creationId xmlns:a16="http://schemas.microsoft.com/office/drawing/2014/main" id="{C3676639-F7B1-4A49-8322-CCFBF1C615F0}"/>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8901" y="4627807"/>
              <a:ext cx="598176" cy="598176"/>
            </a:xfrm>
            <a:prstGeom prst="rect">
              <a:avLst/>
            </a:prstGeom>
          </p:spPr>
        </p:pic>
        <p:pic>
          <p:nvPicPr>
            <p:cNvPr id="19" name="Graphic 18">
              <a:extLst>
                <a:ext uri="{FF2B5EF4-FFF2-40B4-BE49-F238E27FC236}">
                  <a16:creationId xmlns:a16="http://schemas.microsoft.com/office/drawing/2014/main" id="{342AB749-9AEA-EC44-905E-9CF54D68999B}"/>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22554" y="3183324"/>
              <a:ext cx="728778" cy="728778"/>
            </a:xfrm>
            <a:prstGeom prst="rect">
              <a:avLst/>
            </a:prstGeom>
          </p:spPr>
        </p:pic>
        <p:sp>
          <p:nvSpPr>
            <p:cNvPr id="20" name="TextBox 19">
              <a:extLst>
                <a:ext uri="{FF2B5EF4-FFF2-40B4-BE49-F238E27FC236}">
                  <a16:creationId xmlns:a16="http://schemas.microsoft.com/office/drawing/2014/main" id="{7326E18F-2569-5F44-B0C6-1EA6A4235811}"/>
                </a:ext>
              </a:extLst>
            </p:cNvPr>
            <p:cNvSpPr txBox="1"/>
            <p:nvPr/>
          </p:nvSpPr>
          <p:spPr>
            <a:xfrm>
              <a:off x="4371419" y="3655734"/>
              <a:ext cx="1571025" cy="861775"/>
            </a:xfrm>
            <a:prstGeom prst="rect">
              <a:avLst/>
            </a:prstGeom>
            <a:noFill/>
          </p:spPr>
          <p:txBody>
            <a:bodyPr wrap="square" rtlCol="0">
              <a:spAutoFit/>
            </a:bodyPr>
            <a:lstStyle/>
            <a:p>
              <a:pPr algn="ctr" rtl="0"/>
              <a:r>
                <a:rPr lang="pt-BR" sz="1200"/>
                <a:t>Nome de usuário e senha</a:t>
              </a:r>
            </a:p>
          </p:txBody>
        </p:sp>
        <p:cxnSp>
          <p:nvCxnSpPr>
            <p:cNvPr id="21" name="Straight Arrow Connector 20">
              <a:extLst>
                <a:ext uri="{FF2B5EF4-FFF2-40B4-BE49-F238E27FC236}">
                  <a16:creationId xmlns:a16="http://schemas.microsoft.com/office/drawing/2014/main" id="{BB82A92E-8DA3-D54A-87C1-BCEF06CA4183}"/>
                </a:ext>
              </a:extLst>
            </p:cNvPr>
            <p:cNvCxnSpPr>
              <a:cxnSpLocks/>
            </p:cNvCxnSpPr>
            <p:nvPr/>
          </p:nvCxnSpPr>
          <p:spPr>
            <a:xfrm flipV="1">
              <a:off x="4384482" y="4481959"/>
              <a:ext cx="1571025" cy="1"/>
            </a:xfrm>
            <a:prstGeom prst="straightConnector1">
              <a:avLst/>
            </a:prstGeom>
            <a:ln w="381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20D0548F-E4E2-5B44-8600-AA3B52428A2A}"/>
                </a:ext>
              </a:extLst>
            </p:cNvPr>
            <p:cNvPicPr>
              <a:picLocks noChangeAspect="1"/>
            </p:cNvPicPr>
            <p:nvPr/>
          </p:nvPicPr>
          <p:blipFill rotWithShape="1">
            <a:blip r:embed="rId9"/>
            <a:srcRect b="3581"/>
            <a:stretch/>
          </p:blipFill>
          <p:spPr>
            <a:xfrm>
              <a:off x="6096000" y="3032079"/>
              <a:ext cx="4880718" cy="3162282"/>
            </a:xfrm>
            <a:prstGeom prst="rect">
              <a:avLst/>
            </a:prstGeom>
            <a:ln>
              <a:solidFill>
                <a:schemeClr val="tx1"/>
              </a:solidFill>
            </a:ln>
          </p:spPr>
        </p:pic>
        <p:sp>
          <p:nvSpPr>
            <p:cNvPr id="27" name="TextBox 26">
              <a:extLst>
                <a:ext uri="{FF2B5EF4-FFF2-40B4-BE49-F238E27FC236}">
                  <a16:creationId xmlns:a16="http://schemas.microsoft.com/office/drawing/2014/main" id="{6707648D-CA53-494F-84D6-247BF4E4C545}"/>
                </a:ext>
              </a:extLst>
            </p:cNvPr>
            <p:cNvSpPr txBox="1"/>
            <p:nvPr/>
          </p:nvSpPr>
          <p:spPr>
            <a:xfrm>
              <a:off x="6826041" y="6231135"/>
              <a:ext cx="3420639" cy="615553"/>
            </a:xfrm>
            <a:prstGeom prst="rect">
              <a:avLst/>
            </a:prstGeom>
            <a:noFill/>
          </p:spPr>
          <p:txBody>
            <a:bodyPr wrap="square" rtlCol="0">
              <a:spAutoFit/>
            </a:bodyPr>
            <a:lstStyle/>
            <a:p>
              <a:pPr algn="ctr" rtl="0"/>
              <a:r>
                <a:rPr lang="pt-BR" sz="1200" b="1" i="1" dirty="0">
                  <a:solidFill>
                    <a:schemeClr val="accent5"/>
                  </a:solidFill>
                </a:rPr>
                <a:t>Console de Gerenciamento da AWS</a:t>
              </a:r>
            </a:p>
          </p:txBody>
        </p:sp>
      </p:grpSp>
    </p:spTree>
    <p:custDataLst>
      <p:tags r:id="rId1"/>
    </p:custDataLst>
    <p:extLst>
      <p:ext uri="{BB962C8B-B14F-4D97-AF65-F5344CB8AC3E}">
        <p14:creationId xmlns:p14="http://schemas.microsoft.com/office/powerpoint/2010/main" val="14547742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078" y="352373"/>
            <a:ext cx="6924824" cy="355589"/>
          </a:xfrm>
        </p:spPr>
        <p:txBody>
          <a:bodyPr rtlCol="0"/>
          <a:lstStyle/>
          <a:p>
            <a:pPr rtl="0"/>
            <a:r>
              <a:rPr lang="pt-BR"/>
              <a:t>Autorização: quais ações são permitidas</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rtlCol="0"/>
          <a:lstStyle/>
          <a:p>
            <a:pPr rtl="0"/>
            <a:fld id="{B6A95138-A96E-2F42-A959-2EFD44FE4AB7}" type="slidenum">
              <a:rPr lang="en-US" smtClean="0"/>
              <a:t>42</a:t>
            </a:fld>
            <a:endParaRPr lang="en-US" dirty="0"/>
          </a:p>
        </p:txBody>
      </p:sp>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p:txBody>
          <a:bodyPr rtlCol="0"/>
          <a:lstStyle/>
          <a:p>
            <a:pPr rtl="0"/>
            <a:r>
              <a:rPr lang="pt-BR"/>
              <a:t>© 2019 </a:t>
            </a:r>
            <a:r>
              <a:rPr lang="pt-BR">
                <a:solidFill>
                  <a:srgbClr val="898989"/>
                </a:solidFill>
              </a:rPr>
              <a:t>Amazon Web Services</a:t>
            </a:r>
            <a:r>
              <a:rPr lang="pt-BR"/>
              <a:t>, Inc. ou suas afiliadas. </a:t>
            </a:r>
            <a:r>
              <a:rPr lang="pt-BR">
                <a:solidFill>
                  <a:srgbClr val="898989"/>
                </a:solidFill>
              </a:rPr>
              <a:t>Todos os</a:t>
            </a:r>
            <a:r>
              <a:rPr lang="pt-BR"/>
              <a:t> direitos </a:t>
            </a:r>
            <a:r>
              <a:rPr lang="pt-BR">
                <a:solidFill>
                  <a:srgbClr val="898989"/>
                </a:solidFill>
              </a:rPr>
              <a:t>reservados</a:t>
            </a:r>
            <a:r>
              <a:rPr lang="pt-BR"/>
              <a:t>.</a:t>
            </a:r>
          </a:p>
        </p:txBody>
      </p:sp>
      <p:grpSp>
        <p:nvGrpSpPr>
          <p:cNvPr id="9" name="Group 8" descr="diagram shows IAM user, IAM group, or IAM role on the lelft trying to access EC2 instances and an S3 bucket on the right. Between them are IAM policies  that provide full access to the EC2 instances, but Read Only access to the S3 bucket.">
            <a:extLst>
              <a:ext uri="{FF2B5EF4-FFF2-40B4-BE49-F238E27FC236}">
                <a16:creationId xmlns:a16="http://schemas.microsoft.com/office/drawing/2014/main" id="{1B62395F-7531-9A42-8B3A-03A352C057FC}"/>
              </a:ext>
            </a:extLst>
          </p:cNvPr>
          <p:cNvGrpSpPr/>
          <p:nvPr/>
        </p:nvGrpSpPr>
        <p:grpSpPr>
          <a:xfrm>
            <a:off x="1033272" y="2228788"/>
            <a:ext cx="6924825" cy="3052646"/>
            <a:chOff x="1377696" y="1828717"/>
            <a:chExt cx="9233100" cy="4070195"/>
          </a:xfrm>
        </p:grpSpPr>
        <p:sp>
          <p:nvSpPr>
            <p:cNvPr id="27" name="Rectangle 5" descr="diagram shows IAM user, IAM group, or IAM role on the lelft trying to access EC2 instances and an S3 bucket on the right. Between them are IAM policies  that provide full access to the EC2 instances, but Read Only access to the S3 bucket."/>
            <p:cNvSpPr/>
            <p:nvPr/>
          </p:nvSpPr>
          <p:spPr bwMode="auto">
            <a:xfrm>
              <a:off x="1377696" y="1828717"/>
              <a:ext cx="9233100" cy="4070195"/>
            </a:xfrm>
            <a:prstGeom prst="roundRect">
              <a:avLst>
                <a:gd name="adj" fmla="val 10930"/>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99354" fontAlgn="base">
                <a:lnSpc>
                  <a:spcPct val="90000"/>
                </a:lnSpc>
                <a:spcBef>
                  <a:spcPct val="0"/>
                </a:spcBef>
                <a:spcAft>
                  <a:spcPct val="0"/>
                </a:spcAft>
              </a:pPr>
              <a:endParaRPr lang="en-US" altLang="ja-JP" dirty="0">
                <a:solidFill>
                  <a:schemeClr val="tx1"/>
                </a:solidFill>
                <a:ea typeface="Segoe UI" pitchFamily="34" charset="0"/>
                <a:cs typeface="Segoe UI" pitchFamily="34" charset="0"/>
                <a:sym typeface="Times New Roman" pitchFamily="18" charset="0"/>
              </a:endParaRPr>
            </a:p>
          </p:txBody>
        </p:sp>
        <p:pic>
          <p:nvPicPr>
            <p:cNvPr id="7" name="Picture 6"/>
            <p:cNvPicPr>
              <a:picLocks noChangeAspect="1"/>
            </p:cNvPicPr>
            <p:nvPr/>
          </p:nvPicPr>
          <p:blipFill>
            <a:blip r:embed="rId4"/>
            <a:stretch>
              <a:fillRect/>
            </a:stretch>
          </p:blipFill>
          <p:spPr>
            <a:xfrm>
              <a:off x="4856653" y="2320327"/>
              <a:ext cx="1333500" cy="1333500"/>
            </a:xfrm>
            <a:prstGeom prst="rect">
              <a:avLst/>
            </a:prstGeom>
          </p:spPr>
        </p:pic>
        <p:sp>
          <p:nvSpPr>
            <p:cNvPr id="13" name="Rounded Rectangle 12"/>
            <p:cNvSpPr/>
            <p:nvPr/>
          </p:nvSpPr>
          <p:spPr>
            <a:xfrm>
              <a:off x="4831968" y="1971354"/>
              <a:ext cx="2128302" cy="3784922"/>
            </a:xfrm>
            <a:prstGeom prst="roundRect">
              <a:avLst/>
            </a:prstGeom>
            <a:noFill/>
            <a:ln w="38100">
              <a:solidFill>
                <a:schemeClr val="bg1">
                  <a:lumMod val="5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rtl="0"/>
              <a:endParaRPr lang="en-US" sz="1350" dirty="0"/>
            </a:p>
          </p:txBody>
        </p:sp>
        <p:sp>
          <p:nvSpPr>
            <p:cNvPr id="24" name="TextBox 23"/>
            <p:cNvSpPr txBox="1"/>
            <p:nvPr/>
          </p:nvSpPr>
          <p:spPr>
            <a:xfrm>
              <a:off x="1467908" y="4323484"/>
              <a:ext cx="2001756" cy="1231107"/>
            </a:xfrm>
            <a:prstGeom prst="rect">
              <a:avLst/>
            </a:prstGeom>
            <a:noFill/>
          </p:spPr>
          <p:txBody>
            <a:bodyPr wrap="square" lIns="0" tIns="0" rIns="0" bIns="0" rtlCol="0">
              <a:spAutoFit/>
            </a:bodyPr>
            <a:lstStyle/>
            <a:p>
              <a:pPr algn="ctr" rtl="0"/>
              <a:r>
                <a:rPr lang="pt-BR" sz="1500" b="1" dirty="0">
                  <a:solidFill>
                    <a:schemeClr val="tx1">
                      <a:lumMod val="85000"/>
                      <a:lumOff val="15000"/>
                    </a:schemeClr>
                  </a:solidFill>
                  <a:cs typeface="Helvetica Neue"/>
                </a:rPr>
                <a:t>Usuário do IAM</a:t>
              </a:r>
              <a:r>
                <a:rPr lang="pt-BR" sz="1500" dirty="0">
                  <a:solidFill>
                    <a:schemeClr val="tx1">
                      <a:lumMod val="85000"/>
                      <a:lumOff val="15000"/>
                    </a:schemeClr>
                  </a:solidFill>
                  <a:cs typeface="Helvetica Neue"/>
                </a:rPr>
                <a:t>, </a:t>
              </a:r>
              <a:r>
                <a:rPr lang="pt-BR" sz="1500" b="1" dirty="0">
                  <a:solidFill>
                    <a:schemeClr val="tx1">
                      <a:lumMod val="85000"/>
                      <a:lumOff val="15000"/>
                    </a:schemeClr>
                  </a:solidFill>
                  <a:cs typeface="Helvetica Neue"/>
                </a:rPr>
                <a:t>grupo do IAM</a:t>
              </a:r>
              <a:r>
                <a:rPr lang="pt-BR" sz="1500" dirty="0">
                  <a:solidFill>
                    <a:schemeClr val="tx1">
                      <a:lumMod val="85000"/>
                      <a:lumOff val="15000"/>
                    </a:schemeClr>
                  </a:solidFill>
                  <a:cs typeface="Helvetica Neue"/>
                </a:rPr>
                <a:t> </a:t>
              </a:r>
              <a:br>
                <a:rPr lang="pt-BR" sz="1500" dirty="0">
                  <a:solidFill>
                    <a:schemeClr val="tx1">
                      <a:lumMod val="85000"/>
                      <a:lumOff val="15000"/>
                    </a:schemeClr>
                  </a:solidFill>
                  <a:cs typeface="Helvetica Neue"/>
                </a:rPr>
              </a:br>
              <a:r>
                <a:rPr lang="pt-BR" sz="1500" dirty="0">
                  <a:solidFill>
                    <a:schemeClr val="tx1">
                      <a:lumMod val="85000"/>
                      <a:lumOff val="15000"/>
                    </a:schemeClr>
                  </a:solidFill>
                  <a:cs typeface="Helvetica Neue"/>
                </a:rPr>
                <a:t>ou </a:t>
              </a:r>
              <a:r>
                <a:rPr lang="pt-BR" sz="1500" b="1" dirty="0">
                  <a:solidFill>
                    <a:schemeClr val="tx1">
                      <a:lumMod val="85000"/>
                      <a:lumOff val="15000"/>
                    </a:schemeClr>
                  </a:solidFill>
                  <a:cs typeface="Helvetica Neue"/>
                </a:rPr>
                <a:t>função do IAM</a:t>
              </a:r>
              <a:endParaRPr lang="en-US" sz="1500" b="1" dirty="0">
                <a:solidFill>
                  <a:schemeClr val="tx1">
                    <a:lumMod val="85000"/>
                    <a:lumOff val="15000"/>
                  </a:schemeClr>
                </a:solidFill>
                <a:latin typeface="Amazon Ember Light" panose="020B0403020204020204"/>
                <a:cs typeface="Helvetica Neue"/>
              </a:endParaRPr>
            </a:p>
          </p:txBody>
        </p:sp>
        <p:sp>
          <p:nvSpPr>
            <p:cNvPr id="47" name="TextBox 46"/>
            <p:cNvSpPr txBox="1"/>
            <p:nvPr/>
          </p:nvSpPr>
          <p:spPr>
            <a:xfrm>
              <a:off x="5035504" y="5228475"/>
              <a:ext cx="1802707" cy="615553"/>
            </a:xfrm>
            <a:prstGeom prst="rect">
              <a:avLst/>
            </a:prstGeom>
            <a:noFill/>
          </p:spPr>
          <p:txBody>
            <a:bodyPr wrap="square" lIns="0" tIns="0" rIns="0" bIns="0" rtlCol="0">
              <a:spAutoFit/>
            </a:bodyPr>
            <a:lstStyle/>
            <a:p>
              <a:pPr algn="ctr" rtl="0"/>
              <a:r>
                <a:rPr lang="pt-BR" sz="1500" dirty="0">
                  <a:solidFill>
                    <a:srgbClr val="000000"/>
                  </a:solidFill>
                  <a:cs typeface="Helvetica Neue"/>
                </a:rPr>
                <a:t>Políticas do IAM</a:t>
              </a:r>
              <a:endParaRPr lang="en-US" sz="1500" dirty="0">
                <a:solidFill>
                  <a:srgbClr val="000000"/>
                </a:solidFill>
                <a:latin typeface="Amazon Ember Light" panose="020B0403020204020204"/>
                <a:cs typeface="Helvetica Neue"/>
              </a:endParaRPr>
            </a:p>
          </p:txBody>
        </p:sp>
        <p:sp>
          <p:nvSpPr>
            <p:cNvPr id="48" name="TextBox 47"/>
            <p:cNvSpPr txBox="1"/>
            <p:nvPr/>
          </p:nvSpPr>
          <p:spPr>
            <a:xfrm>
              <a:off x="6070387" y="2517890"/>
              <a:ext cx="775763" cy="553997"/>
            </a:xfrm>
            <a:prstGeom prst="rect">
              <a:avLst/>
            </a:prstGeom>
            <a:noFill/>
          </p:spPr>
          <p:txBody>
            <a:bodyPr wrap="square" lIns="0" tIns="0" rIns="0" bIns="0" rtlCol="0">
              <a:spAutoFit/>
            </a:bodyPr>
            <a:lstStyle/>
            <a:p>
              <a:pPr algn="ctr" rtl="0"/>
              <a:r>
                <a:rPr lang="pt-BR" sz="1350" dirty="0">
                  <a:solidFill>
                    <a:srgbClr val="000000"/>
                  </a:solidFill>
                  <a:cs typeface="Helvetica Neue"/>
                </a:rPr>
                <a:t>Acesso total</a:t>
              </a:r>
              <a:endParaRPr lang="en-US" sz="1350" dirty="0">
                <a:solidFill>
                  <a:srgbClr val="000000"/>
                </a:solidFill>
                <a:latin typeface="Amazon Ember Light" panose="020B0403020204020204"/>
                <a:cs typeface="Helvetica Neue"/>
              </a:endParaRPr>
            </a:p>
          </p:txBody>
        </p:sp>
        <p:sp>
          <p:nvSpPr>
            <p:cNvPr id="49" name="TextBox 48"/>
            <p:cNvSpPr txBox="1"/>
            <p:nvPr/>
          </p:nvSpPr>
          <p:spPr>
            <a:xfrm>
              <a:off x="5968503" y="4046487"/>
              <a:ext cx="1010816" cy="553997"/>
            </a:xfrm>
            <a:prstGeom prst="rect">
              <a:avLst/>
            </a:prstGeom>
            <a:noFill/>
          </p:spPr>
          <p:txBody>
            <a:bodyPr wrap="square" lIns="0" tIns="0" rIns="0" bIns="0" rtlCol="0">
              <a:spAutoFit/>
            </a:bodyPr>
            <a:lstStyle/>
            <a:p>
              <a:pPr algn="ctr" rtl="0"/>
              <a:r>
                <a:rPr lang="pt-BR" sz="1350" spc="-23" dirty="0">
                  <a:solidFill>
                    <a:srgbClr val="000000"/>
                  </a:solidFill>
                  <a:cs typeface="Helvetica Neue"/>
                </a:rPr>
                <a:t>Somente leitura</a:t>
              </a:r>
              <a:endParaRPr lang="en-US" sz="1350" spc="-23" dirty="0">
                <a:solidFill>
                  <a:srgbClr val="000000"/>
                </a:solidFill>
                <a:latin typeface="Amazon Ember Light" panose="020B0403020204020204"/>
                <a:cs typeface="Helvetica Neue"/>
              </a:endParaRPr>
            </a:p>
          </p:txBody>
        </p:sp>
        <p:sp>
          <p:nvSpPr>
            <p:cNvPr id="30" name="TextBox 29"/>
            <p:cNvSpPr txBox="1"/>
            <p:nvPr/>
          </p:nvSpPr>
          <p:spPr>
            <a:xfrm>
              <a:off x="9152215" y="4232597"/>
              <a:ext cx="1426116" cy="276999"/>
            </a:xfrm>
            <a:prstGeom prst="rect">
              <a:avLst/>
            </a:prstGeom>
            <a:noFill/>
          </p:spPr>
          <p:txBody>
            <a:bodyPr wrap="square" lIns="0" tIns="0" rIns="0" bIns="0" rtlCol="0">
              <a:spAutoFit/>
            </a:bodyPr>
            <a:lstStyle/>
            <a:p>
              <a:pPr algn="ctr" rtl="0"/>
              <a:r>
                <a:rPr lang="pt-BR" sz="1350" spc="-23" dirty="0">
                  <a:solidFill>
                    <a:srgbClr val="000000"/>
                  </a:solidFill>
                  <a:cs typeface="Helvetica Neue"/>
                </a:rPr>
                <a:t> </a:t>
              </a:r>
              <a:r>
                <a:rPr lang="pt-BR" sz="1350" spc="-23" dirty="0" err="1">
                  <a:solidFill>
                    <a:srgbClr val="000000"/>
                  </a:solidFill>
                  <a:cs typeface="Helvetica Neue"/>
                </a:rPr>
                <a:t>Bucket</a:t>
              </a:r>
              <a:r>
                <a:rPr lang="pt-BR" sz="1350" spc="-23" dirty="0">
                  <a:cs typeface="Helvetica Neue"/>
                </a:rPr>
                <a:t> do S3 </a:t>
              </a:r>
            </a:p>
          </p:txBody>
        </p:sp>
        <p:cxnSp>
          <p:nvCxnSpPr>
            <p:cNvPr id="37" name="Straight Connector 36"/>
            <p:cNvCxnSpPr/>
            <p:nvPr/>
          </p:nvCxnSpPr>
          <p:spPr>
            <a:xfrm>
              <a:off x="6960270" y="2756585"/>
              <a:ext cx="945991" cy="0"/>
            </a:xfrm>
            <a:prstGeom prst="line">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6960269" y="4348900"/>
              <a:ext cx="945991" cy="0"/>
            </a:xfrm>
            <a:prstGeom prst="line">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8" name="Graphic 41" descr="Groups can be assigned multiple policies to provide granular access to multiple AWS resources" title="IAM Groups">
              <a:extLst>
                <a:ext uri="{FF2B5EF4-FFF2-40B4-BE49-F238E27FC236}">
                  <a16:creationId xmlns:a16="http://schemas.microsoft.com/office/drawing/2014/main" id="{1A56C62F-612C-5841-B7E7-B15DA92D0BD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846829" y="3018148"/>
              <a:ext cx="1243914" cy="1208710"/>
            </a:xfrm>
            <a:prstGeom prst="rect">
              <a:avLst/>
            </a:prstGeom>
          </p:spPr>
        </p:pic>
        <p:pic>
          <p:nvPicPr>
            <p:cNvPr id="32" name="Graphic 52">
              <a:extLst>
                <a:ext uri="{FF2B5EF4-FFF2-40B4-BE49-F238E27FC236}">
                  <a16:creationId xmlns:a16="http://schemas.microsoft.com/office/drawing/2014/main" id="{90D5A9DB-EC7C-6342-9486-0A731DEC214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56653" y="3721142"/>
              <a:ext cx="1333570" cy="1333570"/>
            </a:xfrm>
            <a:prstGeom prst="rect">
              <a:avLst/>
            </a:prstGeom>
          </p:spPr>
        </p:pic>
        <p:pic>
          <p:nvPicPr>
            <p:cNvPr id="36" name="Graphic 38">
              <a:extLst>
                <a:ext uri="{FF2B5EF4-FFF2-40B4-BE49-F238E27FC236}">
                  <a16:creationId xmlns:a16="http://schemas.microsoft.com/office/drawing/2014/main" id="{D5E5831E-982F-7A42-87F0-F1973D84D2A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34526" y="3762169"/>
              <a:ext cx="1217856" cy="1217856"/>
            </a:xfrm>
            <a:prstGeom prst="rect">
              <a:avLst/>
            </a:prstGeom>
          </p:spPr>
        </p:pic>
        <p:cxnSp>
          <p:nvCxnSpPr>
            <p:cNvPr id="31" name="Straight Connector 30"/>
            <p:cNvCxnSpPr/>
            <p:nvPr/>
          </p:nvCxnSpPr>
          <p:spPr>
            <a:xfrm flipV="1">
              <a:off x="3188341" y="2814519"/>
              <a:ext cx="1847163" cy="77199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3186318" y="3582903"/>
              <a:ext cx="1847163" cy="74091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Isosceles Triangle 10"/>
            <p:cNvSpPr/>
            <p:nvPr/>
          </p:nvSpPr>
          <p:spPr>
            <a:xfrm rot="16200000">
              <a:off x="3110359" y="3530804"/>
              <a:ext cx="109130" cy="11158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350" dirty="0"/>
            </a:p>
          </p:txBody>
        </p:sp>
        <p:pic>
          <p:nvPicPr>
            <p:cNvPr id="35" name="Graphic 34">
              <a:extLst>
                <a:ext uri="{FF2B5EF4-FFF2-40B4-BE49-F238E27FC236}">
                  <a16:creationId xmlns:a16="http://schemas.microsoft.com/office/drawing/2014/main" id="{727E9DF2-05BA-A04C-AD80-F0078691E5E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95153" y="2091659"/>
              <a:ext cx="1257228" cy="1257228"/>
            </a:xfrm>
            <a:prstGeom prst="rect">
              <a:avLst/>
            </a:prstGeom>
          </p:spPr>
        </p:pic>
        <p:sp>
          <p:nvSpPr>
            <p:cNvPr id="38" name="TextBox 37">
              <a:extLst>
                <a:ext uri="{FF2B5EF4-FFF2-40B4-BE49-F238E27FC236}">
                  <a16:creationId xmlns:a16="http://schemas.microsoft.com/office/drawing/2014/main" id="{CD3A6F5E-A45D-1D47-B0D1-1E71484036D7}"/>
                </a:ext>
              </a:extLst>
            </p:cNvPr>
            <p:cNvSpPr txBox="1"/>
            <p:nvPr/>
          </p:nvSpPr>
          <p:spPr>
            <a:xfrm>
              <a:off x="9053295" y="2327924"/>
              <a:ext cx="1513305" cy="677108"/>
            </a:xfrm>
            <a:prstGeom prst="rect">
              <a:avLst/>
            </a:prstGeom>
            <a:noFill/>
          </p:spPr>
          <p:txBody>
            <a:bodyPr wrap="square" rtlCol="0">
              <a:spAutoFit/>
            </a:bodyPr>
            <a:lstStyle/>
            <a:p>
              <a:pPr algn="ctr" rtl="0"/>
              <a:r>
                <a:rPr lang="pt-BR" sz="1350" dirty="0"/>
                <a:t> Instâncias do EC2</a:t>
              </a:r>
            </a:p>
          </p:txBody>
        </p:sp>
      </p:grpSp>
      <p:sp>
        <p:nvSpPr>
          <p:cNvPr id="5" name="TextBox 4">
            <a:extLst>
              <a:ext uri="{FF2B5EF4-FFF2-40B4-BE49-F238E27FC236}">
                <a16:creationId xmlns:a16="http://schemas.microsoft.com/office/drawing/2014/main" id="{0A0B4ED1-8180-4844-AACA-98B24AE0E761}"/>
              </a:ext>
            </a:extLst>
          </p:cNvPr>
          <p:cNvSpPr txBox="1"/>
          <p:nvPr/>
        </p:nvSpPr>
        <p:spPr>
          <a:xfrm>
            <a:off x="1033747" y="1902197"/>
            <a:ext cx="6843797" cy="300082"/>
          </a:xfrm>
          <a:prstGeom prst="rect">
            <a:avLst/>
          </a:prstGeom>
          <a:noFill/>
        </p:spPr>
        <p:txBody>
          <a:bodyPr wrap="none" rtlCol="0">
            <a:spAutoFit/>
          </a:bodyPr>
          <a:lstStyle/>
          <a:p>
            <a:pPr rtl="0"/>
            <a:r>
              <a:rPr lang="pt-BR" sz="1350" i="1"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Depois que o usuário ou o aplicativo estiver conectado à conta da AWS, o que ele poderá fazer?</a:t>
            </a:r>
          </a:p>
        </p:txBody>
      </p:sp>
    </p:spTree>
    <p:custDataLst>
      <p:tags r:id="rId1"/>
    </p:custDataLst>
    <p:extLst>
      <p:ext uri="{BB962C8B-B14F-4D97-AF65-F5344CB8AC3E}">
        <p14:creationId xmlns:p14="http://schemas.microsoft.com/office/powerpoint/2010/main" val="18285349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pt-BR"/>
              <a:t>IAM: autorização</a:t>
            </a:r>
          </a:p>
        </p:txBody>
      </p:sp>
      <p:sp>
        <p:nvSpPr>
          <p:cNvPr id="3" name="Content Placeholder 2"/>
          <p:cNvSpPr>
            <a:spLocks noGrp="1"/>
          </p:cNvSpPr>
          <p:nvPr>
            <p:ph idx="1"/>
          </p:nvPr>
        </p:nvSpPr>
        <p:spPr>
          <a:xfrm>
            <a:off x="623455" y="1505527"/>
            <a:ext cx="7022913" cy="4426643"/>
          </a:xfrm>
        </p:spPr>
        <p:txBody>
          <a:bodyPr rtlCol="0">
            <a:normAutofit/>
          </a:bodyPr>
          <a:lstStyle/>
          <a:p>
            <a:pPr marL="171450" lvl="1">
              <a:lnSpc>
                <a:spcPct val="120000"/>
              </a:lnSpc>
              <a:spcBef>
                <a:spcPts val="1350"/>
              </a:spcBef>
            </a:pPr>
            <a:r>
              <a:rPr lang="pt-BR" sz="2400" dirty="0"/>
              <a:t>Atribua permissões criando uma política do IAM.</a:t>
            </a:r>
          </a:p>
          <a:p>
            <a:pPr marL="171450" lvl="1">
              <a:spcBef>
                <a:spcPts val="1350"/>
              </a:spcBef>
            </a:pPr>
            <a:r>
              <a:rPr lang="pt-BR" sz="2400" spc="-23" dirty="0"/>
              <a:t>As permissões determinam </a:t>
            </a:r>
            <a:r>
              <a:rPr lang="pt-BR" sz="2400" b="1" spc="-23"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quais recursos e operações </a:t>
            </a:r>
            <a:r>
              <a:rPr lang="pt-BR" sz="2400" spc="-23" dirty="0"/>
              <a:t>são permitidos:</a:t>
            </a:r>
          </a:p>
          <a:p>
            <a:pPr marL="516731" lvl="1" indent="-211931">
              <a:lnSpc>
                <a:spcPct val="120000"/>
              </a:lnSpc>
              <a:spcBef>
                <a:spcPts val="450"/>
              </a:spcBef>
            </a:pPr>
            <a:r>
              <a:rPr lang="pt-BR" sz="1600" dirty="0"/>
              <a:t>Todas as permissões são implicitamente negadas por padrão.</a:t>
            </a:r>
          </a:p>
          <a:p>
            <a:pPr marL="516731" lvl="1" indent="-211931">
              <a:lnSpc>
                <a:spcPct val="120000"/>
              </a:lnSpc>
              <a:spcBef>
                <a:spcPts val="450"/>
              </a:spcBef>
              <a:spcAft>
                <a:spcPts val="1350"/>
              </a:spcAft>
            </a:pPr>
            <a:r>
              <a:rPr lang="pt-BR" sz="1600" dirty="0"/>
              <a:t>Se algo for explicitamente negado, nunca será permitido.</a:t>
            </a:r>
          </a:p>
          <a:p>
            <a:pPr marL="0" indent="0">
              <a:spcBef>
                <a:spcPts val="450"/>
              </a:spcBef>
              <a:spcAft>
                <a:spcPts val="450"/>
              </a:spcAft>
              <a:buNone/>
            </a:pPr>
            <a:r>
              <a:rPr lang="pt-BR" sz="2000"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Prática recomendada</a:t>
            </a:r>
            <a:r>
              <a:rPr lang="pt-BR" sz="2000" b="1" dirty="0">
                <a:solidFill>
                  <a:schemeClr val="tx1">
                    <a:lumMod val="85000"/>
                    <a:lumOff val="15000"/>
                  </a:schemeClr>
                </a:solidFill>
              </a:rPr>
              <a:t>: </a:t>
            </a:r>
            <a:r>
              <a:rPr lang="pt-BR" sz="2000" dirty="0">
                <a:solidFill>
                  <a:schemeClr val="tx1">
                    <a:lumMod val="85000"/>
                    <a:lumOff val="15000"/>
                  </a:schemeClr>
                </a:solidFill>
              </a:rPr>
              <a:t>siga o </a:t>
            </a:r>
            <a:r>
              <a:rPr lang="pt-BR" sz="2000" b="1" dirty="0">
                <a:solidFill>
                  <a:schemeClr val="tx1">
                    <a:lumMod val="85000"/>
                    <a:lumOff val="15000"/>
                  </a:schemeClr>
                </a:solidFill>
              </a:rPr>
              <a:t>princípio do privilégio mínimo</a:t>
            </a:r>
            <a:r>
              <a:rPr lang="pt-BR" sz="2000" dirty="0">
                <a:solidFill>
                  <a:schemeClr val="tx1">
                    <a:lumMod val="85000"/>
                    <a:lumOff val="15000"/>
                  </a:schemeClr>
                </a:solidFill>
              </a:rPr>
              <a:t>.</a:t>
            </a:r>
          </a:p>
          <a:p>
            <a:pPr marL="0" indent="0">
              <a:spcBef>
                <a:spcPts val="450"/>
              </a:spcBef>
              <a:spcAft>
                <a:spcPts val="450"/>
              </a:spcAft>
              <a:buNone/>
            </a:pPr>
            <a:endParaRPr lang="en-US" sz="2000" b="1"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endParaRPr>
          </a:p>
          <a:p>
            <a:pPr marL="0" indent="0">
              <a:spcBef>
                <a:spcPts val="450"/>
              </a:spcBef>
              <a:buNone/>
            </a:pPr>
            <a:r>
              <a:rPr lang="pt-BR" sz="1400" spc="-23"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Observação</a:t>
            </a:r>
            <a:r>
              <a:rPr lang="pt-BR" sz="1400" spc="-23" dirty="0">
                <a:solidFill>
                  <a:schemeClr val="tx1">
                    <a:lumMod val="85000"/>
                    <a:lumOff val="15000"/>
                  </a:schemeClr>
                </a:solidFill>
              </a:rPr>
              <a:t>: o escopo das configurações de serviço do IAM é </a:t>
            </a:r>
            <a:r>
              <a:rPr lang="pt-BR" sz="1400" b="1" spc="-23"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global</a:t>
            </a:r>
            <a:r>
              <a:rPr lang="pt-BR" sz="1400" spc="-23" dirty="0">
                <a:solidFill>
                  <a:schemeClr val="tx1">
                    <a:lumMod val="85000"/>
                    <a:lumOff val="15000"/>
                  </a:schemeClr>
                </a:solidFill>
              </a:rPr>
              <a:t>. As configurações se aplicam </a:t>
            </a:r>
            <a:br>
              <a:rPr lang="pt-BR" sz="1400" spc="-23" dirty="0">
                <a:solidFill>
                  <a:schemeClr val="tx1">
                    <a:lumMod val="85000"/>
                    <a:lumOff val="15000"/>
                  </a:schemeClr>
                </a:solidFill>
              </a:rPr>
            </a:br>
            <a:r>
              <a:rPr lang="pt-BR" sz="1400" spc="-23" dirty="0">
                <a:solidFill>
                  <a:schemeClr val="tx1">
                    <a:lumMod val="85000"/>
                    <a:lumOff val="15000"/>
                  </a:schemeClr>
                </a:solidFill>
              </a:rPr>
              <a:t>a todas as regiões da AWS.</a:t>
            </a:r>
          </a:p>
        </p:txBody>
      </p:sp>
      <p:sp>
        <p:nvSpPr>
          <p:cNvPr id="4" name="Footer Placeholder 3">
            <a:extLst>
              <a:ext uri="{FF2B5EF4-FFF2-40B4-BE49-F238E27FC236}">
                <a16:creationId xmlns:a16="http://schemas.microsoft.com/office/drawing/2014/main" id="{A4F50E76-5C29-094F-A5A3-DC92B9C20D80}"/>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5" name="Slide Number Placeholder 4">
            <a:extLst>
              <a:ext uri="{FF2B5EF4-FFF2-40B4-BE49-F238E27FC236}">
                <a16:creationId xmlns:a16="http://schemas.microsoft.com/office/drawing/2014/main" id="{D4EC346B-4FEE-E047-B1E7-AB562145C95E}"/>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43</a:t>
            </a:fld>
            <a:endParaRPr lang="en-US" dirty="0"/>
          </a:p>
        </p:txBody>
      </p:sp>
      <p:pic>
        <p:nvPicPr>
          <p:cNvPr id="14" name="Graphic 13">
            <a:extLst>
              <a:ext uri="{FF2B5EF4-FFF2-40B4-BE49-F238E27FC236}">
                <a16:creationId xmlns:a16="http://schemas.microsoft.com/office/drawing/2014/main" id="{C56E6CE6-885F-914B-BF4F-B10E19624CE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46368" y="2895966"/>
            <a:ext cx="1066069" cy="1066069"/>
          </a:xfrm>
          <a:prstGeom prst="rect">
            <a:avLst/>
          </a:prstGeom>
        </p:spPr>
      </p:pic>
      <p:sp>
        <p:nvSpPr>
          <p:cNvPr id="15" name="TextBox 14">
            <a:extLst>
              <a:ext uri="{FF2B5EF4-FFF2-40B4-BE49-F238E27FC236}">
                <a16:creationId xmlns:a16="http://schemas.microsoft.com/office/drawing/2014/main" id="{EA7829EF-D919-B445-AFD3-F33A35B9D8E8}"/>
              </a:ext>
            </a:extLst>
          </p:cNvPr>
          <p:cNvSpPr txBox="1"/>
          <p:nvPr/>
        </p:nvSpPr>
        <p:spPr>
          <a:xfrm>
            <a:off x="7464835" y="3962035"/>
            <a:ext cx="1429134" cy="461665"/>
          </a:xfrm>
          <a:prstGeom prst="rect">
            <a:avLst/>
          </a:prstGeom>
          <a:noFill/>
        </p:spPr>
        <p:txBody>
          <a:bodyPr wrap="square" rtlCol="0">
            <a:spAutoFit/>
          </a:bodyPr>
          <a:lstStyle/>
          <a:p>
            <a:pPr algn="ctr" rtl="0"/>
            <a:r>
              <a:rPr lang="pt-BR" sz="1200" b="1" dirty="0"/>
              <a:t>Permissões do IAM</a:t>
            </a:r>
          </a:p>
        </p:txBody>
      </p:sp>
    </p:spTree>
    <p:custDataLst>
      <p:tags r:id="rId1"/>
    </p:custDataLst>
    <p:extLst>
      <p:ext uri="{BB962C8B-B14F-4D97-AF65-F5344CB8AC3E}">
        <p14:creationId xmlns:p14="http://schemas.microsoft.com/office/powerpoint/2010/main" val="2283592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7D3DC-11E4-8A4C-9787-78F841E05C08}"/>
              </a:ext>
            </a:extLst>
          </p:cNvPr>
          <p:cNvSpPr>
            <a:spLocks noGrp="1"/>
          </p:cNvSpPr>
          <p:nvPr>
            <p:ph type="title"/>
          </p:nvPr>
        </p:nvSpPr>
        <p:spPr/>
        <p:txBody>
          <a:bodyPr rtlCol="0"/>
          <a:lstStyle/>
          <a:p>
            <a:pPr rtl="0"/>
            <a:r>
              <a:rPr lang="pt-BR"/>
              <a:t>Políticas do IAM</a:t>
            </a:r>
          </a:p>
        </p:txBody>
      </p:sp>
      <p:sp>
        <p:nvSpPr>
          <p:cNvPr id="3" name="Content Placeholder 2">
            <a:extLst>
              <a:ext uri="{FF2B5EF4-FFF2-40B4-BE49-F238E27FC236}">
                <a16:creationId xmlns:a16="http://schemas.microsoft.com/office/drawing/2014/main" id="{DC6658A1-6B6E-6348-9FDB-35D4B37618A1}"/>
              </a:ext>
            </a:extLst>
          </p:cNvPr>
          <p:cNvSpPr>
            <a:spLocks noGrp="1"/>
          </p:cNvSpPr>
          <p:nvPr>
            <p:ph idx="1"/>
          </p:nvPr>
        </p:nvSpPr>
        <p:spPr>
          <a:xfrm>
            <a:off x="542684" y="1527369"/>
            <a:ext cx="6822099" cy="4599708"/>
          </a:xfrm>
        </p:spPr>
        <p:txBody>
          <a:bodyPr rtlCol="0">
            <a:normAutofit/>
          </a:bodyPr>
          <a:lstStyle/>
          <a:p>
            <a:pPr rtl="0"/>
            <a:r>
              <a:rPr lang="pt-BR" sz="2000" b="1" dirty="0">
                <a:solidFill>
                  <a:schemeClr val="tx1">
                    <a:lumMod val="85000"/>
                    <a:lumOff val="15000"/>
                  </a:schemeClr>
                </a:solidFill>
              </a:rPr>
              <a:t>Uma</a:t>
            </a:r>
            <a:r>
              <a:rPr lang="pt-BR" sz="2000" dirty="0">
                <a:solidFill>
                  <a:schemeClr val="tx1">
                    <a:lumMod val="85000"/>
                    <a:lumOff val="15000"/>
                  </a:schemeClr>
                </a:solidFill>
              </a:rPr>
              <a:t> </a:t>
            </a:r>
            <a:r>
              <a:rPr lang="pt-BR" sz="2000" b="1" dirty="0">
                <a:solidFill>
                  <a:schemeClr val="tx1">
                    <a:lumMod val="85000"/>
                    <a:lumOff val="15000"/>
                  </a:schemeClr>
                </a:solidFill>
              </a:rPr>
              <a:t>política do IAM é um documento que define permissões</a:t>
            </a:r>
          </a:p>
          <a:p>
            <a:pPr lvl="1" rtl="0"/>
            <a:r>
              <a:rPr lang="pt-BR" sz="1600" dirty="0"/>
              <a:t>Habilita um controle de acesso refinado</a:t>
            </a:r>
          </a:p>
          <a:p>
            <a:pPr rtl="0"/>
            <a:r>
              <a:rPr lang="pt-BR" sz="2000" dirty="0">
                <a:solidFill>
                  <a:schemeClr val="tx1">
                    <a:lumMod val="85000"/>
                    <a:lumOff val="15000"/>
                  </a:schemeClr>
                </a:solidFill>
              </a:rPr>
              <a:t>Dois tipos de políticas: baseadas em identidade e em recurso</a:t>
            </a:r>
            <a:endParaRPr lang="en-US" sz="2000" dirty="0">
              <a:solidFill>
                <a:schemeClr val="tx1">
                  <a:lumMod val="85000"/>
                  <a:lumOff val="15000"/>
                </a:schemeClr>
              </a:solidFill>
            </a:endParaRPr>
          </a:p>
          <a:p>
            <a:pPr rtl="0"/>
            <a:r>
              <a:rPr lang="pt-BR" sz="2000" dirty="0">
                <a:solidFill>
                  <a:schemeClr val="tx1">
                    <a:lumMod val="85000"/>
                    <a:lumOff val="15000"/>
                  </a:schemeClr>
                </a:solidFill>
              </a:rPr>
              <a:t>Políticas </a:t>
            </a:r>
            <a:r>
              <a:rPr lang="pt-BR" sz="2000" b="1" dirty="0">
                <a:solidFill>
                  <a:schemeClr val="tx1">
                    <a:lumMod val="85000"/>
                    <a:lumOff val="15000"/>
                  </a:schemeClr>
                </a:solidFill>
              </a:rPr>
              <a:t>baseadas em identidade</a:t>
            </a:r>
            <a:r>
              <a:rPr lang="pt-BR" sz="2000" dirty="0">
                <a:solidFill>
                  <a:schemeClr val="tx1">
                    <a:lumMod val="85000"/>
                    <a:lumOff val="15000"/>
                  </a:schemeClr>
                </a:solidFill>
              </a:rPr>
              <a:t> – </a:t>
            </a:r>
          </a:p>
          <a:p>
            <a:pPr lvl="1" rtl="0"/>
            <a:r>
              <a:rPr lang="pt-BR" sz="1600" dirty="0"/>
              <a:t>Anexe uma política a qualquer entidade do IAM</a:t>
            </a:r>
          </a:p>
          <a:p>
            <a:pPr lvl="2" rtl="0"/>
            <a:r>
              <a:rPr lang="pt-BR" sz="1100" dirty="0"/>
              <a:t>Um </a:t>
            </a:r>
            <a:r>
              <a:rPr lang="pt-BR" sz="1100" dirty="0">
                <a:solidFill>
                  <a:schemeClr val="accent6"/>
                </a:solidFill>
              </a:rPr>
              <a:t>usuário do IAM</a:t>
            </a:r>
            <a:r>
              <a:rPr lang="pt-BR" sz="1100" dirty="0"/>
              <a:t>, um </a:t>
            </a:r>
            <a:r>
              <a:rPr lang="pt-BR" sz="1100" dirty="0">
                <a:solidFill>
                  <a:schemeClr val="accent6"/>
                </a:solidFill>
              </a:rPr>
              <a:t>grupo do IAM</a:t>
            </a:r>
            <a:r>
              <a:rPr lang="pt-BR" sz="1100" dirty="0"/>
              <a:t> ou uma </a:t>
            </a:r>
            <a:r>
              <a:rPr lang="pt-BR" sz="1100" dirty="0">
                <a:solidFill>
                  <a:schemeClr val="accent6"/>
                </a:solidFill>
              </a:rPr>
              <a:t>função do IAM</a:t>
            </a:r>
          </a:p>
          <a:p>
            <a:pPr lvl="1" rtl="0"/>
            <a:r>
              <a:rPr lang="pt-BR" sz="1600" dirty="0"/>
              <a:t>As políticas especificam:</a:t>
            </a:r>
          </a:p>
          <a:p>
            <a:pPr lvl="2" rtl="0"/>
            <a:r>
              <a:rPr lang="pt-BR" sz="1100" dirty="0"/>
              <a:t>Ações que </a:t>
            </a:r>
            <a:r>
              <a:rPr lang="pt-BR" sz="1100" i="1" dirty="0"/>
              <a:t>podem</a:t>
            </a:r>
            <a:r>
              <a:rPr lang="pt-BR" sz="1100" dirty="0"/>
              <a:t> ser executadas pela entidade</a:t>
            </a:r>
          </a:p>
          <a:p>
            <a:pPr lvl="2" rtl="0"/>
            <a:r>
              <a:rPr lang="pt-BR" sz="1100" dirty="0"/>
              <a:t>Ações que </a:t>
            </a:r>
            <a:r>
              <a:rPr lang="pt-BR" sz="1100" i="1" dirty="0"/>
              <a:t>não podem </a:t>
            </a:r>
            <a:r>
              <a:rPr lang="pt-BR" sz="1100" dirty="0"/>
              <a:t>ser executadas pela entidade</a:t>
            </a:r>
          </a:p>
          <a:p>
            <a:pPr lvl="1" rtl="0"/>
            <a:r>
              <a:rPr lang="pt-BR" sz="1600" dirty="0"/>
              <a:t>Uma única política pode ser anexada a várias entidades</a:t>
            </a:r>
            <a:endParaRPr lang="en-US" sz="1600" dirty="0"/>
          </a:p>
          <a:p>
            <a:pPr lvl="1" rtl="0"/>
            <a:r>
              <a:rPr lang="pt-BR" sz="1600" dirty="0"/>
              <a:t>Uma única entidade pode ter várias políticas anexadas a ela</a:t>
            </a:r>
            <a:endParaRPr lang="en-US" dirty="0"/>
          </a:p>
          <a:p>
            <a:pPr rtl="0"/>
            <a:r>
              <a:rPr lang="pt-BR" sz="2000" dirty="0">
                <a:solidFill>
                  <a:schemeClr val="tx1">
                    <a:lumMod val="85000"/>
                    <a:lumOff val="15000"/>
                  </a:schemeClr>
                </a:solidFill>
              </a:rPr>
              <a:t>Políticas</a:t>
            </a:r>
            <a:r>
              <a:rPr lang="pt-BR" sz="2000" b="1" dirty="0">
                <a:solidFill>
                  <a:schemeClr val="tx1">
                    <a:lumMod val="85000"/>
                    <a:lumOff val="15000"/>
                  </a:schemeClr>
                </a:solidFill>
              </a:rPr>
              <a:t> baseadas em recursos</a:t>
            </a:r>
          </a:p>
          <a:p>
            <a:pPr lvl="1" rtl="0"/>
            <a:r>
              <a:rPr lang="pt-BR" sz="1600" dirty="0"/>
              <a:t>Anexadas a um recurso (como um </a:t>
            </a:r>
            <a:r>
              <a:rPr lang="pt-BR" sz="1600" dirty="0" err="1"/>
              <a:t>bucket</a:t>
            </a:r>
            <a:r>
              <a:rPr lang="pt-BR" sz="1600" dirty="0"/>
              <a:t> do S3)</a:t>
            </a:r>
          </a:p>
          <a:p>
            <a:pPr marL="0" indent="0">
              <a:buNone/>
            </a:pPr>
            <a:endParaRPr lang="en-US" sz="1600" dirty="0">
              <a:solidFill>
                <a:schemeClr val="accent6"/>
              </a:solidFill>
            </a:endParaRPr>
          </a:p>
        </p:txBody>
      </p:sp>
      <p:sp>
        <p:nvSpPr>
          <p:cNvPr id="5" name="Footer Placeholder 4">
            <a:extLst>
              <a:ext uri="{FF2B5EF4-FFF2-40B4-BE49-F238E27FC236}">
                <a16:creationId xmlns:a16="http://schemas.microsoft.com/office/drawing/2014/main" id="{F7525F8F-7F5E-A044-A432-3878715D5415}"/>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4" name="Slide Number Placeholder 3">
            <a:extLst>
              <a:ext uri="{FF2B5EF4-FFF2-40B4-BE49-F238E27FC236}">
                <a16:creationId xmlns:a16="http://schemas.microsoft.com/office/drawing/2014/main" id="{6AE60C15-1E57-FE4B-BEFF-8F92598592F3}"/>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44</a:t>
            </a:fld>
            <a:endParaRPr lang="en-US" dirty="0"/>
          </a:p>
        </p:txBody>
      </p:sp>
      <p:grpSp>
        <p:nvGrpSpPr>
          <p:cNvPr id="40" name="Group 39" descr="diagram shows an IAM policy document icon on the left with an arrow labeled &quot;attach to one of&quot; pointing to a grouping on the right that contains the following IAM Entities: IAM User, IAM Group, and IAM Role.">
            <a:extLst>
              <a:ext uri="{FF2B5EF4-FFF2-40B4-BE49-F238E27FC236}">
                <a16:creationId xmlns:a16="http://schemas.microsoft.com/office/drawing/2014/main" id="{6E8061B4-AB54-5F43-9ED5-22F725E97052}"/>
              </a:ext>
            </a:extLst>
          </p:cNvPr>
          <p:cNvGrpSpPr/>
          <p:nvPr/>
        </p:nvGrpSpPr>
        <p:grpSpPr>
          <a:xfrm>
            <a:off x="5811427" y="2667658"/>
            <a:ext cx="3047347" cy="2450727"/>
            <a:chOff x="8069846" y="1623045"/>
            <a:chExt cx="3881454" cy="3267636"/>
          </a:xfrm>
        </p:grpSpPr>
        <p:pic>
          <p:nvPicPr>
            <p:cNvPr id="6" name="Graphic 5">
              <a:extLst>
                <a:ext uri="{FF2B5EF4-FFF2-40B4-BE49-F238E27FC236}">
                  <a16:creationId xmlns:a16="http://schemas.microsoft.com/office/drawing/2014/main" id="{B701223D-6ADE-FA49-A2CE-1E91E41FD8C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02854" y="2578133"/>
              <a:ext cx="869659" cy="869659"/>
            </a:xfrm>
            <a:prstGeom prst="rect">
              <a:avLst/>
            </a:prstGeom>
          </p:spPr>
        </p:pic>
        <p:pic>
          <p:nvPicPr>
            <p:cNvPr id="7" name="Graphic 6">
              <a:extLst>
                <a:ext uri="{FF2B5EF4-FFF2-40B4-BE49-F238E27FC236}">
                  <a16:creationId xmlns:a16="http://schemas.microsoft.com/office/drawing/2014/main" id="{E4F19BDC-AE21-AF4D-B934-5FE7475C855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80854" y="3813833"/>
              <a:ext cx="597191" cy="597191"/>
            </a:xfrm>
            <a:prstGeom prst="rect">
              <a:avLst/>
            </a:prstGeom>
          </p:spPr>
        </p:pic>
        <p:sp>
          <p:nvSpPr>
            <p:cNvPr id="8" name="TextBox 7">
              <a:extLst>
                <a:ext uri="{FF2B5EF4-FFF2-40B4-BE49-F238E27FC236}">
                  <a16:creationId xmlns:a16="http://schemas.microsoft.com/office/drawing/2014/main" id="{C81D5F05-89E0-0B4F-96D1-91A227457B83}"/>
                </a:ext>
              </a:extLst>
            </p:cNvPr>
            <p:cNvSpPr txBox="1"/>
            <p:nvPr/>
          </p:nvSpPr>
          <p:spPr>
            <a:xfrm>
              <a:off x="8069846" y="3444095"/>
              <a:ext cx="1097653" cy="615553"/>
            </a:xfrm>
            <a:prstGeom prst="rect">
              <a:avLst/>
            </a:prstGeom>
            <a:noFill/>
          </p:spPr>
          <p:txBody>
            <a:bodyPr wrap="square" rtlCol="0">
              <a:spAutoFit/>
            </a:bodyPr>
            <a:lstStyle/>
            <a:p>
              <a:pPr algn="ctr" rtl="0"/>
              <a:r>
                <a:rPr lang="pt-BR" sz="1200" dirty="0"/>
                <a:t>Política do IAM</a:t>
              </a:r>
            </a:p>
          </p:txBody>
        </p:sp>
        <p:pic>
          <p:nvPicPr>
            <p:cNvPr id="9" name="Graphic 8">
              <a:extLst>
                <a:ext uri="{FF2B5EF4-FFF2-40B4-BE49-F238E27FC236}">
                  <a16:creationId xmlns:a16="http://schemas.microsoft.com/office/drawing/2014/main" id="{EDC8FE6A-A9EC-9945-93B8-2541097AFA0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744499" y="2104623"/>
              <a:ext cx="469900" cy="469900"/>
            </a:xfrm>
            <a:prstGeom prst="rect">
              <a:avLst/>
            </a:prstGeom>
          </p:spPr>
        </p:pic>
        <p:pic>
          <p:nvPicPr>
            <p:cNvPr id="10" name="Graphic 9">
              <a:extLst>
                <a:ext uri="{FF2B5EF4-FFF2-40B4-BE49-F238E27FC236}">
                  <a16:creationId xmlns:a16="http://schemas.microsoft.com/office/drawing/2014/main" id="{7AAB7FF7-3751-DA45-BB96-4CA731F9098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10737656" y="2934182"/>
              <a:ext cx="483586" cy="469900"/>
            </a:xfrm>
            <a:prstGeom prst="rect">
              <a:avLst/>
            </a:prstGeom>
          </p:spPr>
        </p:pic>
        <p:sp>
          <p:nvSpPr>
            <p:cNvPr id="11" name="TextBox 10">
              <a:extLst>
                <a:ext uri="{FF2B5EF4-FFF2-40B4-BE49-F238E27FC236}">
                  <a16:creationId xmlns:a16="http://schemas.microsoft.com/office/drawing/2014/main" id="{DB94A672-50F9-9B4E-B23F-9E56AD14AE43}"/>
                </a:ext>
              </a:extLst>
            </p:cNvPr>
            <p:cNvSpPr txBox="1"/>
            <p:nvPr/>
          </p:nvSpPr>
          <p:spPr>
            <a:xfrm>
              <a:off x="10156575" y="2579673"/>
              <a:ext cx="1747101" cy="369332"/>
            </a:xfrm>
            <a:prstGeom prst="rect">
              <a:avLst/>
            </a:prstGeom>
            <a:noFill/>
          </p:spPr>
          <p:txBody>
            <a:bodyPr wrap="square" rtlCol="0">
              <a:spAutoFit/>
            </a:bodyPr>
            <a:lstStyle/>
            <a:p>
              <a:pPr algn="ctr" rtl="0"/>
              <a:r>
                <a:rPr lang="pt-BR" sz="1200" dirty="0">
                  <a:solidFill>
                    <a:srgbClr val="232F3E"/>
                  </a:solidFill>
                </a:rPr>
                <a:t>Usuário do IAM</a:t>
              </a:r>
            </a:p>
          </p:txBody>
        </p:sp>
        <p:sp>
          <p:nvSpPr>
            <p:cNvPr id="12" name="TextBox 11">
              <a:extLst>
                <a:ext uri="{FF2B5EF4-FFF2-40B4-BE49-F238E27FC236}">
                  <a16:creationId xmlns:a16="http://schemas.microsoft.com/office/drawing/2014/main" id="{140CF7AE-DD0D-4D4F-99AB-2E06E3C9839D}"/>
                </a:ext>
              </a:extLst>
            </p:cNvPr>
            <p:cNvSpPr txBox="1"/>
            <p:nvPr/>
          </p:nvSpPr>
          <p:spPr>
            <a:xfrm>
              <a:off x="10204199" y="3460971"/>
              <a:ext cx="1550500" cy="369332"/>
            </a:xfrm>
            <a:prstGeom prst="rect">
              <a:avLst/>
            </a:prstGeom>
            <a:noFill/>
          </p:spPr>
          <p:txBody>
            <a:bodyPr wrap="square" rtlCol="0">
              <a:spAutoFit/>
            </a:bodyPr>
            <a:lstStyle/>
            <a:p>
              <a:pPr algn="ctr" rtl="0"/>
              <a:r>
                <a:rPr lang="pt-BR" sz="1200" dirty="0">
                  <a:solidFill>
                    <a:srgbClr val="232F3E"/>
                  </a:solidFill>
                </a:rPr>
                <a:t>Grupo do IAM</a:t>
              </a:r>
            </a:p>
          </p:txBody>
        </p:sp>
        <p:sp>
          <p:nvSpPr>
            <p:cNvPr id="13" name="TextBox 12">
              <a:extLst>
                <a:ext uri="{FF2B5EF4-FFF2-40B4-BE49-F238E27FC236}">
                  <a16:creationId xmlns:a16="http://schemas.microsoft.com/office/drawing/2014/main" id="{845FAAEE-C4A0-714C-992F-C591EB4A2DB0}"/>
                </a:ext>
              </a:extLst>
            </p:cNvPr>
            <p:cNvSpPr txBox="1"/>
            <p:nvPr/>
          </p:nvSpPr>
          <p:spPr>
            <a:xfrm>
              <a:off x="10209312" y="4275128"/>
              <a:ext cx="1540274" cy="615553"/>
            </a:xfrm>
            <a:prstGeom prst="rect">
              <a:avLst/>
            </a:prstGeom>
            <a:noFill/>
          </p:spPr>
          <p:txBody>
            <a:bodyPr wrap="square" rtlCol="0">
              <a:spAutoFit/>
            </a:bodyPr>
            <a:lstStyle/>
            <a:p>
              <a:pPr algn="ctr" rtl="0"/>
              <a:r>
                <a:rPr lang="pt-BR" sz="1200" dirty="0">
                  <a:solidFill>
                    <a:srgbClr val="232F3E"/>
                  </a:solidFill>
                </a:rPr>
                <a:t>Função do IAM</a:t>
              </a:r>
            </a:p>
          </p:txBody>
        </p:sp>
        <p:cxnSp>
          <p:nvCxnSpPr>
            <p:cNvPr id="15" name="Straight Arrow Connector 14">
              <a:extLst>
                <a:ext uri="{FF2B5EF4-FFF2-40B4-BE49-F238E27FC236}">
                  <a16:creationId xmlns:a16="http://schemas.microsoft.com/office/drawing/2014/main" id="{599E7B5B-82C5-B84A-AF83-DB63280D4CFC}"/>
                </a:ext>
              </a:extLst>
            </p:cNvPr>
            <p:cNvCxnSpPr>
              <a:cxnSpLocks/>
              <a:stCxn id="6" idx="3"/>
            </p:cNvCxnSpPr>
            <p:nvPr/>
          </p:nvCxnSpPr>
          <p:spPr>
            <a:xfrm>
              <a:off x="9072513" y="3012963"/>
              <a:ext cx="935087"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4F684AA-E969-1946-86A3-A057E0067436}"/>
                </a:ext>
              </a:extLst>
            </p:cNvPr>
            <p:cNvSpPr txBox="1"/>
            <p:nvPr/>
          </p:nvSpPr>
          <p:spPr>
            <a:xfrm>
              <a:off x="8982361" y="2433880"/>
              <a:ext cx="1117632" cy="615553"/>
            </a:xfrm>
            <a:prstGeom prst="rect">
              <a:avLst/>
            </a:prstGeom>
            <a:noFill/>
          </p:spPr>
          <p:txBody>
            <a:bodyPr wrap="square" rtlCol="0">
              <a:spAutoFit/>
            </a:bodyPr>
            <a:lstStyle/>
            <a:p>
              <a:pPr algn="ctr" rtl="0"/>
              <a:r>
                <a:rPr lang="pt-BR" sz="1200" dirty="0"/>
                <a:t>Anexar a um entre</a:t>
              </a:r>
            </a:p>
          </p:txBody>
        </p:sp>
        <p:sp>
          <p:nvSpPr>
            <p:cNvPr id="32" name="Rectangle 31">
              <a:extLst>
                <a:ext uri="{FF2B5EF4-FFF2-40B4-BE49-F238E27FC236}">
                  <a16:creationId xmlns:a16="http://schemas.microsoft.com/office/drawing/2014/main" id="{866303FF-156F-024E-B09F-1435E22EAC5D}"/>
                </a:ext>
              </a:extLst>
            </p:cNvPr>
            <p:cNvSpPr/>
            <p:nvPr/>
          </p:nvSpPr>
          <p:spPr>
            <a:xfrm>
              <a:off x="10007599" y="1623045"/>
              <a:ext cx="1943701" cy="3072523"/>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algn="ctr" rtl="0"/>
              <a:r>
                <a:rPr lang="pt-BR" sz="1350" b="1" spc="-23" dirty="0">
                  <a:solidFill>
                    <a:schemeClr val="tx1">
                      <a:lumMod val="85000"/>
                      <a:lumOff val="15000"/>
                    </a:schemeClr>
                  </a:solidFill>
                </a:rPr>
                <a:t>Entidades do IAM</a:t>
              </a:r>
            </a:p>
          </p:txBody>
        </p:sp>
      </p:grpSp>
    </p:spTree>
    <p:custDataLst>
      <p:tags r:id="rId1"/>
    </p:custDataLst>
    <p:extLst>
      <p:ext uri="{BB962C8B-B14F-4D97-AF65-F5344CB8AC3E}">
        <p14:creationId xmlns:p14="http://schemas.microsoft.com/office/powerpoint/2010/main" val="15449991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2"/>
          <p:cNvSpPr txBox="1">
            <a:spLocks/>
          </p:cNvSpPr>
          <p:nvPr/>
        </p:nvSpPr>
        <p:spPr>
          <a:xfrm>
            <a:off x="163245" y="1944877"/>
            <a:ext cx="8205304" cy="3689047"/>
          </a:xfrm>
          <a:prstGeom prst="rect">
            <a:avLst/>
          </a:prstGeom>
        </p:spPr>
        <p:txBody>
          <a:bodyPr>
            <a:noAutofit/>
          </a:bodyPr>
          <a:lstStyle>
            <a:lvl1pPr marL="342900" indent="-342900" algn="l" defTabSz="457200" rtl="0" eaLnBrk="1" latinLnBrk="0" hangingPunct="1">
              <a:spcBef>
                <a:spcPct val="20000"/>
              </a:spcBef>
              <a:buFontTx/>
              <a:buBlip>
                <a:blip r:embed="rId4"/>
              </a:buBlip>
              <a:defRPr sz="2400" b="0" i="0" kern="1200">
                <a:solidFill>
                  <a:schemeClr val="tx1"/>
                </a:solidFill>
                <a:latin typeface="Arial"/>
                <a:ea typeface="+mn-ea"/>
                <a:cs typeface="Arial"/>
              </a:defRPr>
            </a:lvl1pPr>
            <a:lvl2pPr marL="742950" indent="-285750" algn="l" defTabSz="457200" rtl="0" eaLnBrk="1" latinLnBrk="0" hangingPunct="1">
              <a:spcBef>
                <a:spcPct val="20000"/>
              </a:spcBef>
              <a:buClr>
                <a:schemeClr val="accent1"/>
              </a:buClr>
              <a:buFont typeface="Wingdings" panose="05000000000000000000" pitchFamily="2" charset="2"/>
              <a:buChar char="Ø"/>
              <a:defRPr sz="2000" b="0" i="0" kern="1200">
                <a:solidFill>
                  <a:schemeClr val="tx1"/>
                </a:solidFill>
                <a:latin typeface="Arial"/>
                <a:ea typeface="+mn-ea"/>
                <a:cs typeface="Arial"/>
              </a:defRPr>
            </a:lvl2pPr>
            <a:lvl3pPr marL="1143000" indent="-228600" algn="l" defTabSz="457200" rtl="0" eaLnBrk="1" latinLnBrk="0" hangingPunct="1">
              <a:spcBef>
                <a:spcPct val="20000"/>
              </a:spcBef>
              <a:buClr>
                <a:schemeClr val="accent1"/>
              </a:buClr>
              <a:buFont typeface="Arial"/>
              <a:buChar char="•"/>
              <a:defRPr sz="1800" b="0" i="0" kern="1200">
                <a:solidFill>
                  <a:schemeClr val="tx1"/>
                </a:solidFill>
                <a:latin typeface="Arial"/>
                <a:ea typeface="+mn-ea"/>
                <a:cs typeface="Arial"/>
              </a:defRPr>
            </a:lvl3pPr>
            <a:lvl4pPr marL="1371600" indent="0" algn="l" defTabSz="457200" rtl="0" eaLnBrk="1" latinLnBrk="0" hangingPunct="1">
              <a:spcBef>
                <a:spcPct val="20000"/>
              </a:spcBef>
              <a:buFont typeface="Arial"/>
              <a:buNone/>
              <a:defRPr sz="1600" b="0" i="0" kern="1200">
                <a:solidFill>
                  <a:srgbClr val="595A5D"/>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088" dirty="0">
                <a:latin typeface="Lucida Console" panose="020B0609040504020204" pitchFamily="49" charset="0"/>
                <a:cs typeface="Courier New" panose="02070309020205020404" pitchFamily="49" charset="0"/>
              </a:rPr>
              <a:t>{</a:t>
            </a:r>
          </a:p>
          <a:p>
            <a:pPr marL="0" indent="0">
              <a:buNone/>
            </a:pPr>
            <a:r>
              <a:rPr lang="en-US" sz="1088" dirty="0">
                <a:latin typeface="Lucida Console" panose="020B0609040504020204" pitchFamily="49" charset="0"/>
                <a:cs typeface="Courier New" panose="02070309020205020404" pitchFamily="49" charset="0"/>
              </a:rPr>
              <a:t>  "Version": "2012-10-17",</a:t>
            </a:r>
          </a:p>
          <a:p>
            <a:pPr marL="0" indent="0">
              <a:buNone/>
            </a:pPr>
            <a:r>
              <a:rPr lang="en-US" sz="1088" dirty="0">
                <a:latin typeface="Lucida Console" panose="020B0609040504020204" pitchFamily="49" charset="0"/>
                <a:cs typeface="Courier New" panose="02070309020205020404" pitchFamily="49" charset="0"/>
              </a:rPr>
              <a:t>  "Statement":[{</a:t>
            </a:r>
          </a:p>
          <a:p>
            <a:pPr marL="0" indent="0">
              <a:buNone/>
            </a:pPr>
            <a:r>
              <a:rPr lang="en-US" sz="1088" dirty="0">
                <a:latin typeface="Lucida Console" panose="020B0609040504020204" pitchFamily="49" charset="0"/>
                <a:cs typeface="Courier New" panose="02070309020205020404" pitchFamily="49" charset="0"/>
              </a:rPr>
              <a:t>    "Effect":"</a:t>
            </a:r>
            <a:r>
              <a:rPr lang="en-US" sz="1088" dirty="0">
                <a:solidFill>
                  <a:srgbClr val="00B050"/>
                </a:solidFill>
                <a:latin typeface="Lucida Console" panose="020B0609040504020204" pitchFamily="49" charset="0"/>
                <a:cs typeface="Courier New" panose="02070309020205020404" pitchFamily="49" charset="0"/>
              </a:rPr>
              <a:t>Allow</a:t>
            </a:r>
            <a:r>
              <a:rPr lang="en-US" sz="1088" dirty="0">
                <a:latin typeface="Lucida Console" panose="020B0609040504020204" pitchFamily="49" charset="0"/>
                <a:cs typeface="Courier New" panose="02070309020205020404" pitchFamily="49" charset="0"/>
              </a:rPr>
              <a:t>",</a:t>
            </a:r>
          </a:p>
          <a:p>
            <a:pPr marL="0" indent="0">
              <a:buNone/>
            </a:pPr>
            <a:r>
              <a:rPr lang="en-US" sz="1088" dirty="0">
                <a:latin typeface="Lucida Console" panose="020B0609040504020204" pitchFamily="49" charset="0"/>
                <a:cs typeface="Courier New" panose="02070309020205020404" pitchFamily="49" charset="0"/>
              </a:rPr>
              <a:t>    "Action":["</a:t>
            </a:r>
            <a:r>
              <a:rPr lang="en-US" sz="1088" b="1" dirty="0">
                <a:solidFill>
                  <a:schemeClr val="accent5"/>
                </a:solidFill>
                <a:latin typeface="Lucida Console" panose="020B0609040504020204" pitchFamily="49" charset="0"/>
                <a:cs typeface="Courier New" panose="02070309020205020404" pitchFamily="49" charset="0"/>
              </a:rPr>
              <a:t>DynamoDB:*</a:t>
            </a:r>
            <a:r>
              <a:rPr lang="en-US" sz="1088" dirty="0">
                <a:latin typeface="Lucida Console" panose="020B0609040504020204" pitchFamily="49" charset="0"/>
                <a:cs typeface="Courier New" panose="02070309020205020404" pitchFamily="49" charset="0"/>
              </a:rPr>
              <a:t>","</a:t>
            </a:r>
            <a:r>
              <a:rPr lang="en-US" sz="1088" b="1" dirty="0">
                <a:solidFill>
                  <a:schemeClr val="accent5"/>
                </a:solidFill>
                <a:latin typeface="Lucida Console" panose="020B0609040504020204" pitchFamily="49" charset="0"/>
                <a:cs typeface="Courier New" panose="02070309020205020404" pitchFamily="49" charset="0"/>
              </a:rPr>
              <a:t>s3:*</a:t>
            </a:r>
            <a:r>
              <a:rPr lang="en-US" sz="1088" dirty="0">
                <a:latin typeface="Lucida Console" panose="020B0609040504020204" pitchFamily="49" charset="0"/>
                <a:cs typeface="Courier New" panose="02070309020205020404" pitchFamily="49" charset="0"/>
              </a:rPr>
              <a:t>"],</a:t>
            </a:r>
          </a:p>
          <a:p>
            <a:pPr marL="0" indent="0">
              <a:buNone/>
            </a:pPr>
            <a:r>
              <a:rPr lang="en-US" sz="1088" dirty="0">
                <a:latin typeface="Lucida Console" panose="020B0609040504020204" pitchFamily="49" charset="0"/>
                <a:cs typeface="Courier New" panose="02070309020205020404" pitchFamily="49" charset="0"/>
              </a:rPr>
              <a:t>    "Resource":[</a:t>
            </a:r>
            <a:br>
              <a:rPr lang="en-US" sz="1088" dirty="0">
                <a:latin typeface="Lucida Console" panose="020B0609040504020204" pitchFamily="49" charset="0"/>
                <a:cs typeface="Courier New" panose="02070309020205020404" pitchFamily="49" charset="0"/>
              </a:rPr>
            </a:br>
            <a:r>
              <a:rPr lang="en-US" sz="1088" dirty="0">
                <a:latin typeface="Lucida Console" panose="020B0609040504020204" pitchFamily="49" charset="0"/>
                <a:cs typeface="Courier New" panose="02070309020205020404" pitchFamily="49" charset="0"/>
              </a:rPr>
              <a:t>	  "arn:aws:</a:t>
            </a:r>
            <a:r>
              <a:rPr lang="en-US" sz="1088" b="1" dirty="0">
                <a:solidFill>
                  <a:schemeClr val="accent5"/>
                </a:solidFill>
                <a:latin typeface="Lucida Console" panose="020B0609040504020204" pitchFamily="49" charset="0"/>
                <a:cs typeface="Courier New" panose="02070309020205020404" pitchFamily="49" charset="0"/>
              </a:rPr>
              <a:t>dynamodb</a:t>
            </a:r>
            <a:r>
              <a:rPr lang="en-US" sz="1088" dirty="0">
                <a:latin typeface="Lucida Console" panose="020B0609040504020204" pitchFamily="49" charset="0"/>
                <a:cs typeface="Courier New" panose="02070309020205020404" pitchFamily="49" charset="0"/>
              </a:rPr>
              <a:t>:region:account-number-without-hyphens:table</a:t>
            </a:r>
            <a:r>
              <a:rPr lang="en-US" sz="1088" dirty="0">
                <a:solidFill>
                  <a:srgbClr val="0000CC"/>
                </a:solidFill>
                <a:latin typeface="Lucida Console" panose="020B0609040504020204" pitchFamily="49" charset="0"/>
                <a:cs typeface="Courier New" panose="02070309020205020404" pitchFamily="49" charset="0"/>
              </a:rPr>
              <a:t>/table-name</a:t>
            </a:r>
            <a:r>
              <a:rPr lang="en-US" sz="1088" dirty="0">
                <a:latin typeface="Lucida Console" panose="020B0609040504020204" pitchFamily="49" charset="0"/>
                <a:cs typeface="Courier New" panose="02070309020205020404" pitchFamily="49" charset="0"/>
              </a:rPr>
              <a:t>",</a:t>
            </a:r>
          </a:p>
          <a:p>
            <a:pPr marL="0" indent="0">
              <a:buNone/>
            </a:pPr>
            <a:r>
              <a:rPr lang="en-US" sz="1088" dirty="0">
                <a:latin typeface="Lucida Console" panose="020B0609040504020204" pitchFamily="49" charset="0"/>
                <a:cs typeface="Courier New" panose="02070309020205020404" pitchFamily="49" charset="0"/>
              </a:rPr>
              <a:t>      "arn:aws:</a:t>
            </a:r>
            <a:r>
              <a:rPr lang="en-US" sz="1088" b="1" dirty="0">
                <a:solidFill>
                  <a:schemeClr val="accent5"/>
                </a:solidFill>
                <a:latin typeface="Lucida Console" panose="020B0609040504020204" pitchFamily="49" charset="0"/>
                <a:cs typeface="Courier New" panose="02070309020205020404" pitchFamily="49" charset="0"/>
              </a:rPr>
              <a:t>s3</a:t>
            </a:r>
            <a:r>
              <a:rPr lang="en-US" sz="1088" dirty="0">
                <a:latin typeface="Lucida Console" panose="020B0609040504020204" pitchFamily="49" charset="0"/>
                <a:cs typeface="Courier New" panose="02070309020205020404" pitchFamily="49" charset="0"/>
              </a:rPr>
              <a:t>:::</a:t>
            </a:r>
            <a:r>
              <a:rPr lang="en-US" sz="1088" dirty="0">
                <a:solidFill>
                  <a:srgbClr val="0000CC"/>
                </a:solidFill>
                <a:latin typeface="Lucida Console" panose="020B0609040504020204" pitchFamily="49" charset="0"/>
                <a:cs typeface="Courier New" panose="02070309020205020404" pitchFamily="49" charset="0"/>
              </a:rPr>
              <a:t>bucket-name</a:t>
            </a:r>
            <a:r>
              <a:rPr lang="en-US" sz="1088" dirty="0">
                <a:latin typeface="Lucida Console" panose="020B0609040504020204" pitchFamily="49" charset="0"/>
                <a:cs typeface="Courier New" panose="02070309020205020404" pitchFamily="49" charset="0"/>
              </a:rPr>
              <a:t>",</a:t>
            </a:r>
          </a:p>
          <a:p>
            <a:pPr marL="0" indent="0">
              <a:buNone/>
            </a:pPr>
            <a:r>
              <a:rPr lang="en-US" sz="1088" dirty="0">
                <a:latin typeface="Lucida Console" panose="020B0609040504020204" pitchFamily="49" charset="0"/>
                <a:cs typeface="Courier New" panose="02070309020205020404" pitchFamily="49" charset="0"/>
              </a:rPr>
              <a:t>      "arn:aws:</a:t>
            </a:r>
            <a:r>
              <a:rPr lang="en-US" sz="1088" b="1" dirty="0">
                <a:solidFill>
                  <a:schemeClr val="accent5"/>
                </a:solidFill>
                <a:latin typeface="Lucida Console" panose="020B0609040504020204" pitchFamily="49" charset="0"/>
                <a:cs typeface="Courier New" panose="02070309020205020404" pitchFamily="49" charset="0"/>
              </a:rPr>
              <a:t>s3</a:t>
            </a:r>
            <a:r>
              <a:rPr lang="en-US" sz="1088" dirty="0">
                <a:latin typeface="Lucida Console" panose="020B0609040504020204" pitchFamily="49" charset="0"/>
                <a:cs typeface="Courier New" panose="02070309020205020404" pitchFamily="49" charset="0"/>
              </a:rPr>
              <a:t>:::</a:t>
            </a:r>
            <a:r>
              <a:rPr lang="en-US" sz="1088" dirty="0">
                <a:solidFill>
                  <a:srgbClr val="0000CC"/>
                </a:solidFill>
                <a:latin typeface="Lucida Console" panose="020B0609040504020204" pitchFamily="49" charset="0"/>
                <a:cs typeface="Courier New" panose="02070309020205020404" pitchFamily="49" charset="0"/>
              </a:rPr>
              <a:t>bucket-name</a:t>
            </a:r>
            <a:r>
              <a:rPr lang="en-US" sz="1088" dirty="0">
                <a:latin typeface="Lucida Console" panose="020B0609040504020204" pitchFamily="49" charset="0"/>
                <a:cs typeface="Courier New" panose="02070309020205020404" pitchFamily="49" charset="0"/>
              </a:rPr>
              <a:t>/*"] </a:t>
            </a:r>
          </a:p>
          <a:p>
            <a:pPr marL="0" indent="0">
              <a:buNone/>
            </a:pPr>
            <a:r>
              <a:rPr lang="en-US" sz="1088" dirty="0">
                <a:latin typeface="Lucida Console" panose="020B0609040504020204" pitchFamily="49" charset="0"/>
                <a:cs typeface="Courier New" panose="02070309020205020404" pitchFamily="49" charset="0"/>
              </a:rPr>
              <a:t>    },</a:t>
            </a:r>
          </a:p>
          <a:p>
            <a:pPr marL="0" indent="0">
              <a:buNone/>
            </a:pPr>
            <a:r>
              <a:rPr lang="en-US" sz="1088" dirty="0">
                <a:latin typeface="Lucida Console" panose="020B0609040504020204" pitchFamily="49" charset="0"/>
                <a:cs typeface="Courier New" panose="02070309020205020404" pitchFamily="49" charset="0"/>
              </a:rPr>
              <a:t>    {</a:t>
            </a:r>
          </a:p>
          <a:p>
            <a:pPr marL="0" indent="0">
              <a:buNone/>
            </a:pPr>
            <a:r>
              <a:rPr lang="en-US" sz="1088" dirty="0">
                <a:latin typeface="Lucida Console" panose="020B0609040504020204" pitchFamily="49" charset="0"/>
                <a:cs typeface="Courier New" panose="02070309020205020404" pitchFamily="49" charset="0"/>
              </a:rPr>
              <a:t>    "Effect":"</a:t>
            </a:r>
            <a:r>
              <a:rPr lang="en-US" sz="1088" dirty="0">
                <a:solidFill>
                  <a:srgbClr val="FF0000"/>
                </a:solidFill>
                <a:latin typeface="Lucida Console" panose="020B0609040504020204" pitchFamily="49" charset="0"/>
                <a:cs typeface="Courier New" panose="02070309020205020404" pitchFamily="49" charset="0"/>
              </a:rPr>
              <a:t>Deny</a:t>
            </a:r>
            <a:r>
              <a:rPr lang="en-US" sz="1088" dirty="0">
                <a:latin typeface="Lucida Console" panose="020B0609040504020204" pitchFamily="49" charset="0"/>
                <a:cs typeface="Courier New" panose="02070309020205020404" pitchFamily="49" charset="0"/>
              </a:rPr>
              <a:t>",</a:t>
            </a:r>
          </a:p>
          <a:p>
            <a:pPr marL="0" indent="0">
              <a:buNone/>
            </a:pPr>
            <a:r>
              <a:rPr lang="en-US" sz="1088" dirty="0">
                <a:latin typeface="Lucida Console" panose="020B0609040504020204" pitchFamily="49" charset="0"/>
                <a:cs typeface="Courier New" panose="02070309020205020404" pitchFamily="49" charset="0"/>
              </a:rPr>
              <a:t>    "Action":["dynamodb:*","s3:*"],</a:t>
            </a:r>
          </a:p>
          <a:p>
            <a:pPr marL="0" indent="0">
              <a:buNone/>
            </a:pPr>
            <a:r>
              <a:rPr lang="en-US" sz="1088" dirty="0">
                <a:latin typeface="Lucida Console" panose="020B0609040504020204" pitchFamily="49" charset="0"/>
                <a:cs typeface="Courier New" panose="02070309020205020404" pitchFamily="49" charset="0"/>
              </a:rPr>
              <a:t>    "</a:t>
            </a:r>
            <a:r>
              <a:rPr lang="en-US" sz="1088" dirty="0">
                <a:solidFill>
                  <a:srgbClr val="FF0000"/>
                </a:solidFill>
                <a:latin typeface="Lucida Console" panose="020B0609040504020204" pitchFamily="49" charset="0"/>
                <a:cs typeface="Courier New" panose="02070309020205020404" pitchFamily="49" charset="0"/>
              </a:rPr>
              <a:t>NotResource</a:t>
            </a:r>
            <a:r>
              <a:rPr lang="en-US" sz="1088" dirty="0">
                <a:latin typeface="Lucida Console" panose="020B0609040504020204" pitchFamily="49" charset="0"/>
                <a:cs typeface="Courier New" panose="02070309020205020404" pitchFamily="49" charset="0"/>
              </a:rPr>
              <a:t>":["arn:aws:dynamodb:region:account-number-without-hyphens:table/table-name”,</a:t>
            </a:r>
          </a:p>
          <a:p>
            <a:pPr marL="0" indent="0">
              <a:buNone/>
            </a:pPr>
            <a:r>
              <a:rPr lang="en-US" sz="1088" dirty="0">
                <a:latin typeface="Lucida Console" panose="020B0609040504020204" pitchFamily="49" charset="0"/>
                <a:cs typeface="Courier New" panose="02070309020205020404" pitchFamily="49" charset="0"/>
              </a:rPr>
              <a:t>      "arn:aws:s3:::bucket-name",</a:t>
            </a:r>
          </a:p>
          <a:p>
            <a:pPr marL="0" indent="0">
              <a:buNone/>
            </a:pPr>
            <a:r>
              <a:rPr lang="en-US" sz="1088" dirty="0">
                <a:latin typeface="Lucida Console" panose="020B0609040504020204" pitchFamily="49" charset="0"/>
                <a:cs typeface="Courier New" panose="02070309020205020404" pitchFamily="49" charset="0"/>
              </a:rPr>
              <a:t>      "arn:aws:s3:::bucket-name/*"] </a:t>
            </a:r>
          </a:p>
          <a:p>
            <a:pPr marL="0" indent="0">
              <a:buNone/>
            </a:pPr>
            <a:r>
              <a:rPr lang="en-US" sz="1088" dirty="0">
                <a:latin typeface="Lucida Console" panose="020B0609040504020204" pitchFamily="49" charset="0"/>
                <a:cs typeface="Courier New" panose="02070309020205020404" pitchFamily="49" charset="0"/>
              </a:rPr>
              <a:t>    }</a:t>
            </a:r>
          </a:p>
          <a:p>
            <a:pPr marL="0" indent="0">
              <a:buNone/>
            </a:pPr>
            <a:r>
              <a:rPr lang="en-US" sz="1088" dirty="0">
                <a:latin typeface="Lucida Console" panose="020B0609040504020204" pitchFamily="49" charset="0"/>
                <a:cs typeface="Courier New" panose="02070309020205020404" pitchFamily="49" charset="0"/>
              </a:rPr>
              <a:t>  ]</a:t>
            </a:r>
          </a:p>
          <a:p>
            <a:pPr marL="0" indent="0">
              <a:buNone/>
            </a:pPr>
            <a:r>
              <a:rPr lang="en-US" sz="1088" dirty="0">
                <a:latin typeface="Lucida Console" panose="020B0609040504020204" pitchFamily="49" charset="0"/>
                <a:cs typeface="Courier New" panose="02070309020205020404" pitchFamily="49" charset="0"/>
              </a:rPr>
              <a:t>}</a:t>
            </a:r>
          </a:p>
        </p:txBody>
      </p:sp>
      <p:sp>
        <p:nvSpPr>
          <p:cNvPr id="2" name="Title 1"/>
          <p:cNvSpPr>
            <a:spLocks noGrp="1"/>
          </p:cNvSpPr>
          <p:nvPr>
            <p:ph type="title"/>
          </p:nvPr>
        </p:nvSpPr>
        <p:spPr/>
        <p:txBody>
          <a:bodyPr rtlCol="0"/>
          <a:lstStyle/>
          <a:p>
            <a:pPr rtl="0"/>
            <a:r>
              <a:rPr lang="pt-BR"/>
              <a:t>Exemplo de política do IAM</a:t>
            </a:r>
          </a:p>
        </p:txBody>
      </p:sp>
      <p:sp>
        <p:nvSpPr>
          <p:cNvPr id="3" name="Footer Placeholder 2">
            <a:extLst>
              <a:ext uri="{FF2B5EF4-FFF2-40B4-BE49-F238E27FC236}">
                <a16:creationId xmlns:a16="http://schemas.microsoft.com/office/drawing/2014/main" id="{E00C54B5-397E-F74A-9EA6-27F3D90DE987}"/>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4" name="Slide Number Placeholder 3">
            <a:extLst>
              <a:ext uri="{FF2B5EF4-FFF2-40B4-BE49-F238E27FC236}">
                <a16:creationId xmlns:a16="http://schemas.microsoft.com/office/drawing/2014/main" id="{A4D4F35A-434F-354C-B8E8-CA008FD1F2F5}"/>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45</a:t>
            </a:fld>
            <a:endParaRPr lang="en-US" dirty="0"/>
          </a:p>
        </p:txBody>
      </p:sp>
      <p:grpSp>
        <p:nvGrpSpPr>
          <p:cNvPr id="16" name="Group 15" descr="Entire slide shows a labeld JSON-formatted IAM policy document.  Arrows point to key lines in the policy, including the &quot;Allow&quot; and &quot;Deny&quot; statements.">
            <a:extLst>
              <a:ext uri="{FF2B5EF4-FFF2-40B4-BE49-F238E27FC236}">
                <a16:creationId xmlns:a16="http://schemas.microsoft.com/office/drawing/2014/main" id="{0B8DFC2A-660E-2A43-B8F7-2A8CA04D50D4}"/>
              </a:ext>
            </a:extLst>
          </p:cNvPr>
          <p:cNvGrpSpPr/>
          <p:nvPr/>
        </p:nvGrpSpPr>
        <p:grpSpPr>
          <a:xfrm>
            <a:off x="198963" y="1980596"/>
            <a:ext cx="8440296" cy="3689047"/>
            <a:chOff x="265284" y="1497794"/>
            <a:chExt cx="11253728" cy="4918729"/>
          </a:xfrm>
        </p:grpSpPr>
        <p:sp>
          <p:nvSpPr>
            <p:cNvPr id="5" name="Content Placeholder 2"/>
            <p:cNvSpPr txBox="1">
              <a:spLocks/>
            </p:cNvSpPr>
            <p:nvPr/>
          </p:nvSpPr>
          <p:spPr>
            <a:xfrm>
              <a:off x="265284" y="1497794"/>
              <a:ext cx="10940405" cy="4918729"/>
            </a:xfrm>
            <a:prstGeom prst="rect">
              <a:avLst/>
            </a:prstGeom>
          </p:spPr>
          <p:txBody>
            <a:bodyPr rtlCol="0">
              <a:noAutofit/>
            </a:bodyPr>
            <a:lstStyle>
              <a:lvl1pPr marL="342900" indent="-342900" algn="l" defTabSz="457200" rtl="0" eaLnBrk="1" latinLnBrk="0" hangingPunct="1">
                <a:spcBef>
                  <a:spcPct val="20000"/>
                </a:spcBef>
                <a:buFontTx/>
                <a:buBlip>
                  <a:blip r:embed="rId4"/>
                </a:buBlip>
                <a:defRPr sz="2400" b="0" i="0" kern="1200">
                  <a:solidFill>
                    <a:schemeClr val="tx1"/>
                  </a:solidFill>
                  <a:latin typeface="Arial"/>
                  <a:ea typeface="+mn-ea"/>
                  <a:cs typeface="Arial"/>
                </a:defRPr>
              </a:lvl1pPr>
              <a:lvl2pPr marL="742950" indent="-285750" algn="l" defTabSz="457200" rtl="0" eaLnBrk="1" latinLnBrk="0" hangingPunct="1">
                <a:spcBef>
                  <a:spcPct val="20000"/>
                </a:spcBef>
                <a:buClr>
                  <a:schemeClr val="accent1"/>
                </a:buClr>
                <a:buFont typeface="Wingdings" panose="05000000000000000000" pitchFamily="2" charset="2"/>
                <a:buChar char="Ø"/>
                <a:defRPr sz="2000" b="0" i="0" kern="1200">
                  <a:solidFill>
                    <a:schemeClr val="tx1"/>
                  </a:solidFill>
                  <a:latin typeface="Arial"/>
                  <a:ea typeface="+mn-ea"/>
                  <a:cs typeface="Arial"/>
                </a:defRPr>
              </a:lvl2pPr>
              <a:lvl3pPr marL="1143000" indent="-228600" algn="l" defTabSz="457200" rtl="0" eaLnBrk="1" latinLnBrk="0" hangingPunct="1">
                <a:spcBef>
                  <a:spcPct val="20000"/>
                </a:spcBef>
                <a:buClr>
                  <a:schemeClr val="accent1"/>
                </a:buClr>
                <a:buFont typeface="Arial"/>
                <a:buChar char="•"/>
                <a:defRPr sz="1800" b="0" i="0" kern="1200">
                  <a:solidFill>
                    <a:schemeClr val="tx1"/>
                  </a:solidFill>
                  <a:latin typeface="Arial"/>
                  <a:ea typeface="+mn-ea"/>
                  <a:cs typeface="Arial"/>
                </a:defRPr>
              </a:lvl3pPr>
              <a:lvl4pPr marL="1371600" indent="0" algn="l" defTabSz="457200" rtl="0" eaLnBrk="1" latinLnBrk="0" hangingPunct="1">
                <a:spcBef>
                  <a:spcPct val="20000"/>
                </a:spcBef>
                <a:buFont typeface="Arial"/>
                <a:buNone/>
                <a:defRPr sz="1600" b="0" i="0" kern="1200">
                  <a:solidFill>
                    <a:srgbClr val="595A5D"/>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1088" dirty="0">
                <a:latin typeface="Lucida Console" panose="020B0609040504020204" pitchFamily="49" charset="0"/>
                <a:cs typeface="Courier New" panose="02070309020205020404" pitchFamily="49" charset="0"/>
              </a:endParaRPr>
            </a:p>
          </p:txBody>
        </p:sp>
        <p:sp>
          <p:nvSpPr>
            <p:cNvPr id="6" name="TextBox 5"/>
            <p:cNvSpPr txBox="1"/>
            <p:nvPr/>
          </p:nvSpPr>
          <p:spPr>
            <a:xfrm>
              <a:off x="5556087" y="1632769"/>
              <a:ext cx="5121439" cy="656591"/>
            </a:xfrm>
            <a:prstGeom prst="rect">
              <a:avLst/>
            </a:prstGeom>
            <a:solidFill>
              <a:schemeClr val="accent3">
                <a:lumMod val="20000"/>
                <a:lumOff val="80000"/>
              </a:schemeClr>
            </a:solidFill>
            <a:ln>
              <a:solidFill>
                <a:schemeClr val="accent1"/>
              </a:solidFill>
            </a:ln>
          </p:spPr>
          <p:txBody>
            <a:bodyPr wrap="square" rtlCol="0">
              <a:spAutoFit/>
            </a:bodyPr>
            <a:lstStyle/>
            <a:p>
              <a:pPr rtl="0"/>
              <a:r>
                <a:rPr lang="pt-BR" sz="1300" dirty="0">
                  <a:latin typeface="Amazon Ember" panose="020B0603020204020204" pitchFamily="34" charset="0"/>
                  <a:ea typeface="Amazon Ember" panose="020B0603020204020204" pitchFamily="34" charset="0"/>
                  <a:cs typeface="Amazon Ember" panose="020B0603020204020204" pitchFamily="34" charset="0"/>
                </a:rPr>
                <a:t>Uma </a:t>
              </a:r>
              <a:r>
                <a:rPr lang="pt-BR" sz="1300" b="1" dirty="0">
                  <a:latin typeface="Amazon Ember" panose="020B0603020204020204" pitchFamily="34" charset="0"/>
                  <a:ea typeface="Amazon Ember" panose="020B0603020204020204" pitchFamily="34" charset="0"/>
                  <a:cs typeface="Amazon Ember" panose="020B0603020204020204" pitchFamily="34" charset="0"/>
                </a:rPr>
                <a:t>permissão</a:t>
              </a:r>
              <a:r>
                <a:rPr lang="pt-BR" sz="1300" dirty="0">
                  <a:latin typeface="Amazon Ember" panose="020B0603020204020204" pitchFamily="34" charset="0"/>
                  <a:ea typeface="Amazon Ember" panose="020B0603020204020204" pitchFamily="34" charset="0"/>
                  <a:cs typeface="Amazon Ember" panose="020B0603020204020204" pitchFamily="34" charset="0"/>
                </a:rPr>
                <a:t> </a:t>
              </a:r>
              <a:r>
                <a:rPr lang="pt-BR" sz="1300" b="1" dirty="0">
                  <a:latin typeface="Amazon Ember" panose="020B0603020204020204" pitchFamily="34" charset="0"/>
                  <a:ea typeface="Amazon Ember" panose="020B0603020204020204" pitchFamily="34" charset="0"/>
                  <a:cs typeface="Amazon Ember" panose="020B0603020204020204" pitchFamily="34" charset="0"/>
                </a:rPr>
                <a:t>explícita</a:t>
              </a:r>
              <a:r>
                <a:rPr lang="pt-BR" sz="1300" dirty="0">
                  <a:latin typeface="Amazon Ember" panose="020B0603020204020204" pitchFamily="34" charset="0"/>
                  <a:ea typeface="Amazon Ember" panose="020B0603020204020204" pitchFamily="34" charset="0"/>
                  <a:cs typeface="Amazon Ember" panose="020B0603020204020204" pitchFamily="34" charset="0"/>
                </a:rPr>
                <a:t> oferece aos usuários acesso a uma tabela específica do </a:t>
              </a:r>
              <a:r>
                <a:rPr lang="pt-BR" sz="1300" dirty="0" err="1">
                  <a:latin typeface="Amazon Ember" panose="020B0603020204020204" pitchFamily="34" charset="0"/>
                  <a:ea typeface="Amazon Ember" panose="020B0603020204020204" pitchFamily="34" charset="0"/>
                  <a:cs typeface="Amazon Ember" panose="020B0603020204020204" pitchFamily="34" charset="0"/>
                </a:rPr>
                <a:t>DynamoDB</a:t>
              </a:r>
              <a:r>
                <a:rPr lang="pt-BR" sz="1300" dirty="0">
                  <a:latin typeface="Amazon Ember" panose="020B0603020204020204" pitchFamily="34" charset="0"/>
                  <a:ea typeface="Amazon Ember" panose="020B0603020204020204" pitchFamily="34" charset="0"/>
                  <a:cs typeface="Amazon Ember" panose="020B0603020204020204" pitchFamily="34" charset="0"/>
                </a:rPr>
                <a:t> e...</a:t>
              </a:r>
            </a:p>
          </p:txBody>
        </p:sp>
        <p:cxnSp>
          <p:nvCxnSpPr>
            <p:cNvPr id="7" name="Curved Connector 6"/>
            <p:cNvCxnSpPr>
              <a:stCxn id="6" idx="1"/>
            </p:cNvCxnSpPr>
            <p:nvPr/>
          </p:nvCxnSpPr>
          <p:spPr>
            <a:xfrm rot="10800000" flipV="1">
              <a:off x="2705380" y="1961063"/>
              <a:ext cx="2850707" cy="519145"/>
            </a:xfrm>
            <a:prstGeom prst="curvedConnector3">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a:cxnSpLocks/>
            </p:cNvCxnSpPr>
            <p:nvPr/>
          </p:nvCxnSpPr>
          <p:spPr>
            <a:xfrm>
              <a:off x="8145381" y="2258453"/>
              <a:ext cx="0" cy="804087"/>
            </a:xfrm>
            <a:prstGeom prst="straightConnector1">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a:stCxn id="9" idx="1"/>
            </p:cNvCxnSpPr>
            <p:nvPr/>
          </p:nvCxnSpPr>
          <p:spPr>
            <a:xfrm flipH="1">
              <a:off x="4261545" y="3511534"/>
              <a:ext cx="575349" cy="10261"/>
            </a:xfrm>
            <a:prstGeom prst="straightConnector1">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H="1">
              <a:off x="2549184" y="4184531"/>
              <a:ext cx="2287712" cy="140499"/>
            </a:xfrm>
            <a:prstGeom prst="straightConnector1">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a:off x="2439592" y="4214347"/>
              <a:ext cx="2397304" cy="644939"/>
            </a:xfrm>
            <a:prstGeom prst="straightConnector1">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618401" y="5574830"/>
              <a:ext cx="5900611" cy="697627"/>
            </a:xfrm>
            <a:prstGeom prst="rect">
              <a:avLst/>
            </a:prstGeom>
            <a:solidFill>
              <a:schemeClr val="accent2"/>
            </a:solidFill>
            <a:ln>
              <a:solidFill>
                <a:schemeClr val="accent1"/>
              </a:solidFill>
            </a:ln>
          </p:spPr>
          <p:txBody>
            <a:bodyPr wrap="square" rtlCol="0">
              <a:spAutoFit/>
            </a:bodyPr>
            <a:lstStyle/>
            <a:p>
              <a:pPr algn="ctr" rtl="0"/>
              <a:r>
                <a:rPr lang="pt-BR" sz="14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Uma instrução de negação explícita</a:t>
              </a:r>
              <a:br>
                <a:rPr lang="pt-BR" sz="14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br>
              <a:r>
                <a:rPr lang="pt-BR" sz="14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t>
              </a:r>
              <a:r>
                <a:rPr lang="pt-BR" sz="14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tem</a:t>
              </a:r>
              <a:r>
                <a:rPr lang="pt-BR" sz="14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a:t>
              </a:r>
              <a:r>
                <a:rPr lang="pt-BR" sz="1400" b="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precedência</a:t>
              </a:r>
              <a:r>
                <a:rPr lang="pt-BR" sz="14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 sobre uma instrução de permissão.</a:t>
              </a:r>
            </a:p>
          </p:txBody>
        </p:sp>
        <p:sp>
          <p:nvSpPr>
            <p:cNvPr id="9" name="TextBox 8"/>
            <p:cNvSpPr txBox="1"/>
            <p:nvPr/>
          </p:nvSpPr>
          <p:spPr>
            <a:xfrm>
              <a:off x="4836895" y="3316609"/>
              <a:ext cx="2868831" cy="389851"/>
            </a:xfrm>
            <a:prstGeom prst="rect">
              <a:avLst/>
            </a:prstGeom>
            <a:solidFill>
              <a:schemeClr val="accent5">
                <a:lumMod val="20000"/>
                <a:lumOff val="80000"/>
              </a:schemeClr>
            </a:solidFill>
            <a:ln>
              <a:solidFill>
                <a:schemeClr val="accent1"/>
              </a:solidFill>
            </a:ln>
          </p:spPr>
          <p:txBody>
            <a:bodyPr wrap="square" rtlCol="0">
              <a:spAutoFit/>
            </a:bodyPr>
            <a:lstStyle/>
            <a:p>
              <a:pPr rtl="0"/>
              <a:r>
                <a:rPr lang="pt-BR" sz="1300" dirty="0">
                  <a:latin typeface="Amazon Ember" panose="020B0603020204020204" pitchFamily="34" charset="0"/>
                  <a:ea typeface="Amazon Ember" panose="020B0603020204020204" pitchFamily="34" charset="0"/>
                  <a:cs typeface="Amazon Ember" panose="020B0603020204020204" pitchFamily="34" charset="0"/>
                </a:rPr>
                <a:t> ...</a:t>
              </a:r>
              <a:r>
                <a:rPr lang="pt-BR" sz="1300" dirty="0" err="1">
                  <a:latin typeface="Amazon Ember" panose="020B0603020204020204" pitchFamily="34" charset="0"/>
                  <a:ea typeface="Amazon Ember" panose="020B0603020204020204" pitchFamily="34" charset="0"/>
                  <a:cs typeface="Amazon Ember" panose="020B0603020204020204" pitchFamily="34" charset="0"/>
                </a:rPr>
                <a:t>buckets</a:t>
              </a:r>
              <a:r>
                <a:rPr lang="pt-BR" sz="1300" dirty="0">
                  <a:latin typeface="Amazon Ember" panose="020B0603020204020204" pitchFamily="34" charset="0"/>
                  <a:ea typeface="Amazon Ember" panose="020B0603020204020204" pitchFamily="34" charset="0"/>
                  <a:cs typeface="Amazon Ember" panose="020B0603020204020204" pitchFamily="34" charset="0"/>
                </a:rPr>
                <a:t> do </a:t>
              </a:r>
              <a:r>
                <a:rPr lang="pt-BR" sz="1300" dirty="0" err="1">
                  <a:latin typeface="Amazon Ember" panose="020B0603020204020204" pitchFamily="34" charset="0"/>
                  <a:ea typeface="Amazon Ember" panose="020B0603020204020204" pitchFamily="34" charset="0"/>
                  <a:cs typeface="Amazon Ember" panose="020B0603020204020204" pitchFamily="34" charset="0"/>
                </a:rPr>
                <a:t>Amazon</a:t>
              </a:r>
              <a:r>
                <a:rPr lang="pt-BR" sz="1300" dirty="0">
                  <a:latin typeface="Amazon Ember" panose="020B0603020204020204" pitchFamily="34" charset="0"/>
                  <a:ea typeface="Amazon Ember" panose="020B0603020204020204" pitchFamily="34" charset="0"/>
                  <a:cs typeface="Amazon Ember" panose="020B0603020204020204" pitchFamily="34" charset="0"/>
                </a:rPr>
                <a:t> S3.</a:t>
              </a:r>
            </a:p>
          </p:txBody>
        </p:sp>
        <p:sp>
          <p:nvSpPr>
            <p:cNvPr id="11" name="TextBox 10"/>
            <p:cNvSpPr txBox="1"/>
            <p:nvPr/>
          </p:nvSpPr>
          <p:spPr>
            <a:xfrm>
              <a:off x="4836896" y="3871689"/>
              <a:ext cx="6682116" cy="923329"/>
            </a:xfrm>
            <a:prstGeom prst="rect">
              <a:avLst/>
            </a:prstGeom>
            <a:solidFill>
              <a:schemeClr val="accent6">
                <a:lumMod val="20000"/>
                <a:lumOff val="80000"/>
              </a:schemeClr>
            </a:solidFill>
            <a:ln>
              <a:solidFill>
                <a:schemeClr val="accent1"/>
              </a:solidFill>
            </a:ln>
          </p:spPr>
          <p:txBody>
            <a:bodyPr wrap="square" rtlCol="0">
              <a:spAutoFit/>
            </a:bodyPr>
            <a:lstStyle/>
            <a:p>
              <a:pPr rtl="0"/>
              <a:r>
                <a:rPr lang="pt-BR" sz="1300" spc="-23" dirty="0">
                  <a:latin typeface="Amazon Ember" panose="020B0603020204020204" pitchFamily="34" charset="0"/>
                  <a:ea typeface="Amazon Ember" panose="020B0603020204020204" pitchFamily="34" charset="0"/>
                  <a:cs typeface="Amazon Ember" panose="020B0603020204020204" pitchFamily="34" charset="0"/>
                </a:rPr>
                <a:t>Uma </a:t>
              </a:r>
              <a:r>
                <a:rPr lang="pt-BR" sz="1300" b="1" spc="-23" dirty="0">
                  <a:latin typeface="Amazon Ember" panose="020B0603020204020204" pitchFamily="34" charset="0"/>
                  <a:ea typeface="Amazon Ember" panose="020B0603020204020204" pitchFamily="34" charset="0"/>
                  <a:cs typeface="Amazon Ember" panose="020B0603020204020204" pitchFamily="34" charset="0"/>
                </a:rPr>
                <a:t>negação</a:t>
              </a:r>
              <a:r>
                <a:rPr lang="pt-BR" sz="1300" spc="-23" dirty="0">
                  <a:latin typeface="Amazon Ember" panose="020B0603020204020204" pitchFamily="34" charset="0"/>
                  <a:ea typeface="Amazon Ember" panose="020B0603020204020204" pitchFamily="34" charset="0"/>
                  <a:cs typeface="Amazon Ember" panose="020B0603020204020204" pitchFamily="34" charset="0"/>
                </a:rPr>
                <a:t> </a:t>
              </a:r>
              <a:r>
                <a:rPr lang="pt-BR" sz="1300" b="1" spc="-23" dirty="0">
                  <a:latin typeface="Amazon Ember" panose="020B0603020204020204" pitchFamily="34" charset="0"/>
                  <a:ea typeface="Amazon Ember" panose="020B0603020204020204" pitchFamily="34" charset="0"/>
                  <a:cs typeface="Amazon Ember" panose="020B0603020204020204" pitchFamily="34" charset="0"/>
                </a:rPr>
                <a:t>explícita</a:t>
              </a:r>
              <a:r>
                <a:rPr lang="pt-BR" sz="1300" spc="-23" dirty="0">
                  <a:latin typeface="Amazon Ember" panose="020B0603020204020204" pitchFamily="34" charset="0"/>
                  <a:ea typeface="Amazon Ember" panose="020B0603020204020204" pitchFamily="34" charset="0"/>
                  <a:cs typeface="Amazon Ember" panose="020B0603020204020204" pitchFamily="34" charset="0"/>
                </a:rPr>
                <a:t> garante que os usuários não possam usar nenhuma outra ação ou recurso da AWS que não seja essa tabela </a:t>
              </a:r>
              <a:br>
                <a:rPr lang="pt-BR" sz="1300" spc="-23" dirty="0">
                  <a:latin typeface="Amazon Ember" panose="020B0603020204020204" pitchFamily="34" charset="0"/>
                  <a:ea typeface="Amazon Ember" panose="020B0603020204020204" pitchFamily="34" charset="0"/>
                  <a:cs typeface="Amazon Ember" panose="020B0603020204020204" pitchFamily="34" charset="0"/>
                </a:rPr>
              </a:br>
              <a:r>
                <a:rPr lang="pt-BR" sz="1300" spc="-23" dirty="0">
                  <a:latin typeface="Amazon Ember" panose="020B0603020204020204" pitchFamily="34" charset="0"/>
                  <a:ea typeface="Amazon Ember" panose="020B0603020204020204" pitchFamily="34" charset="0"/>
                  <a:cs typeface="Amazon Ember" panose="020B0603020204020204" pitchFamily="34" charset="0"/>
                </a:rPr>
                <a:t>e esses </a:t>
              </a:r>
              <a:r>
                <a:rPr lang="pt-BR" sz="1300" spc="-23" dirty="0" err="1">
                  <a:latin typeface="Amazon Ember" panose="020B0603020204020204" pitchFamily="34" charset="0"/>
                  <a:ea typeface="Amazon Ember" panose="020B0603020204020204" pitchFamily="34" charset="0"/>
                  <a:cs typeface="Amazon Ember" panose="020B0603020204020204" pitchFamily="34" charset="0"/>
                </a:rPr>
                <a:t>buckets</a:t>
              </a:r>
              <a:r>
                <a:rPr lang="pt-BR" sz="1300" spc="-23" dirty="0">
                  <a:latin typeface="Amazon Ember" panose="020B0603020204020204" pitchFamily="34" charset="0"/>
                  <a:ea typeface="Amazon Ember" panose="020B0603020204020204" pitchFamily="34" charset="0"/>
                  <a:cs typeface="Amazon Ember" panose="020B0603020204020204" pitchFamily="34" charset="0"/>
                </a:rPr>
                <a:t>.</a:t>
              </a:r>
            </a:p>
          </p:txBody>
        </p:sp>
      </p:grpSp>
    </p:spTree>
    <p:custDataLst>
      <p:tags r:id="rId1"/>
    </p:custDataLst>
    <p:extLst>
      <p:ext uri="{BB962C8B-B14F-4D97-AF65-F5344CB8AC3E}">
        <p14:creationId xmlns:p14="http://schemas.microsoft.com/office/powerpoint/2010/main" val="19730067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36057-57B5-4F41-BD76-4E8CAA5045D8}"/>
              </a:ext>
            </a:extLst>
          </p:cNvPr>
          <p:cNvSpPr>
            <a:spLocks noGrp="1"/>
          </p:cNvSpPr>
          <p:nvPr>
            <p:ph type="title"/>
          </p:nvPr>
        </p:nvSpPr>
        <p:spPr/>
        <p:txBody>
          <a:bodyPr rtlCol="0"/>
          <a:lstStyle/>
          <a:p>
            <a:pPr rtl="0"/>
            <a:r>
              <a:rPr lang="pt-BR"/>
              <a:t>Políticas baseadas em recursos</a:t>
            </a:r>
          </a:p>
        </p:txBody>
      </p:sp>
      <p:sp>
        <p:nvSpPr>
          <p:cNvPr id="3" name="Content Placeholder 2">
            <a:extLst>
              <a:ext uri="{FF2B5EF4-FFF2-40B4-BE49-F238E27FC236}">
                <a16:creationId xmlns:a16="http://schemas.microsoft.com/office/drawing/2014/main" id="{3195FD5A-3999-1F41-AED7-72A8C6350DD6}"/>
              </a:ext>
            </a:extLst>
          </p:cNvPr>
          <p:cNvSpPr>
            <a:spLocks noGrp="1"/>
          </p:cNvSpPr>
          <p:nvPr>
            <p:ph idx="1"/>
          </p:nvPr>
        </p:nvSpPr>
        <p:spPr>
          <a:xfrm>
            <a:off x="423817" y="1416641"/>
            <a:ext cx="4050836" cy="4939710"/>
          </a:xfrm>
        </p:spPr>
        <p:txBody>
          <a:bodyPr rtlCol="0"/>
          <a:lstStyle/>
          <a:p>
            <a:pPr rtl="0"/>
            <a:r>
              <a:rPr lang="pt-BR" sz="1650" spc="-30" dirty="0"/>
              <a:t>As políticas baseadas em identidade são anexadas a um usuário, um grupo </a:t>
            </a:r>
            <a:br>
              <a:rPr lang="pt-BR" sz="1650" spc="-30" dirty="0"/>
            </a:br>
            <a:r>
              <a:rPr lang="pt-BR" sz="1650" spc="-30" dirty="0"/>
              <a:t>ou uma função</a:t>
            </a:r>
            <a:endParaRPr lang="en-US" sz="1650" spc="-30" dirty="0"/>
          </a:p>
          <a:p>
            <a:pPr rtl="0"/>
            <a:r>
              <a:rPr lang="pt-BR" sz="1650" b="1" spc="-30" dirty="0">
                <a:solidFill>
                  <a:schemeClr val="tx1">
                    <a:lumMod val="85000"/>
                    <a:lumOff val="15000"/>
                  </a:schemeClr>
                </a:solidFill>
              </a:rPr>
              <a:t>As políticas baseadas em recursos</a:t>
            </a:r>
            <a:r>
              <a:rPr lang="pt-BR" sz="1650" spc="-30" dirty="0">
                <a:solidFill>
                  <a:schemeClr val="tx1">
                    <a:lumMod val="85000"/>
                    <a:lumOff val="15000"/>
                  </a:schemeClr>
                </a:solidFill>
              </a:rPr>
              <a:t> </a:t>
            </a:r>
            <a:br>
              <a:rPr lang="pt-BR" sz="1650" spc="-30" dirty="0">
                <a:solidFill>
                  <a:schemeClr val="tx1">
                    <a:lumMod val="85000"/>
                    <a:lumOff val="15000"/>
                  </a:schemeClr>
                </a:solidFill>
              </a:rPr>
            </a:br>
            <a:r>
              <a:rPr lang="pt-BR" sz="1650" spc="-30" dirty="0"/>
              <a:t>são anexadas a um recurso </a:t>
            </a:r>
            <a:br>
              <a:rPr lang="pt-BR" sz="1650" spc="-30" dirty="0"/>
            </a:br>
            <a:r>
              <a:rPr lang="pt-BR" sz="1650" spc="-30" dirty="0"/>
              <a:t>(não a um usuário, um grupo ou uma função)</a:t>
            </a:r>
          </a:p>
          <a:p>
            <a:pPr rtl="0"/>
            <a:r>
              <a:rPr lang="pt-BR" sz="1650" spc="-30" dirty="0"/>
              <a:t>Características das políticas baseadas </a:t>
            </a:r>
            <a:br>
              <a:rPr lang="pt-BR" sz="1650" spc="-30" dirty="0"/>
            </a:br>
            <a:r>
              <a:rPr lang="pt-BR" sz="1650" spc="-30" dirty="0"/>
              <a:t>em recursos – </a:t>
            </a:r>
          </a:p>
          <a:p>
            <a:pPr lvl="1" rtl="0"/>
            <a:r>
              <a:rPr lang="pt-BR" sz="1350" spc="-30" dirty="0"/>
              <a:t>Especificam quem tem acesso ao recurso e quais ações podem ser executadas nele</a:t>
            </a:r>
          </a:p>
          <a:p>
            <a:pPr lvl="1" rtl="0"/>
            <a:r>
              <a:rPr lang="pt-BR" sz="1350" spc="-30" dirty="0"/>
              <a:t>As políticas são apenas em linha, não gerenciadas</a:t>
            </a:r>
          </a:p>
          <a:p>
            <a:pPr rtl="0"/>
            <a:r>
              <a:rPr lang="pt-BR" sz="1650" spc="-30" dirty="0"/>
              <a:t>As políticas baseadas em recursos são compatíveis apenas com alguns serviços </a:t>
            </a:r>
            <a:br>
              <a:rPr lang="pt-BR" sz="1650" spc="-30" dirty="0"/>
            </a:br>
            <a:r>
              <a:rPr lang="pt-BR" sz="1650" spc="-30" dirty="0"/>
              <a:t>da AWS</a:t>
            </a:r>
          </a:p>
          <a:p>
            <a:pPr>
              <a:buNone/>
            </a:pPr>
            <a:endParaRPr lang="en-US" sz="1800" spc="-23" dirty="0"/>
          </a:p>
        </p:txBody>
      </p:sp>
      <p:sp>
        <p:nvSpPr>
          <p:cNvPr id="4" name="Slide Number Placeholder 3">
            <a:extLst>
              <a:ext uri="{FF2B5EF4-FFF2-40B4-BE49-F238E27FC236}">
                <a16:creationId xmlns:a16="http://schemas.microsoft.com/office/drawing/2014/main" id="{BB17009D-87BF-E54E-9737-09A69FC1CA54}"/>
              </a:ext>
              <a:ext uri="{C183D7F6-B498-43B3-948B-1728B52AA6E4}">
                <adec:decorative xmlns:adec="http://schemas.microsoft.com/office/drawing/2017/decorative" val="1"/>
              </a:ext>
            </a:extLst>
          </p:cNvPr>
          <p:cNvSpPr>
            <a:spLocks noGrp="1"/>
          </p:cNvSpPr>
          <p:nvPr>
            <p:ph type="sldNum" sz="quarter" idx="12"/>
          </p:nvPr>
        </p:nvSpPr>
        <p:spPr/>
        <p:txBody>
          <a:bodyPr rtlCol="0"/>
          <a:lstStyle/>
          <a:p>
            <a:pPr rtl="0"/>
            <a:fld id="{B6A95138-A96E-2F42-A959-2EFD44FE4AB7}" type="slidenum">
              <a:rPr lang="en-US" smtClean="0"/>
              <a:t>46</a:t>
            </a:fld>
            <a:endParaRPr lang="en-US" dirty="0"/>
          </a:p>
        </p:txBody>
      </p:sp>
      <p:sp>
        <p:nvSpPr>
          <p:cNvPr id="5" name="Footer Placeholder 4">
            <a:extLst>
              <a:ext uri="{FF2B5EF4-FFF2-40B4-BE49-F238E27FC236}">
                <a16:creationId xmlns:a16="http://schemas.microsoft.com/office/drawing/2014/main" id="{9CE5D4FE-7883-3B47-B801-D1EA4C5D93C6}"/>
              </a:ext>
              <a:ext uri="{C183D7F6-B498-43B3-948B-1728B52AA6E4}">
                <adec:decorative xmlns:adec="http://schemas.microsoft.com/office/drawing/2017/decorative" val="1"/>
              </a:ext>
            </a:extLst>
          </p:cNvPr>
          <p:cNvSpPr>
            <a:spLocks noGrp="1"/>
          </p:cNvSpPr>
          <p:nvPr>
            <p:ph type="ftr" sz="quarter" idx="3"/>
          </p:nvPr>
        </p:nvSpPr>
        <p:spPr/>
        <p:txBody>
          <a:bodyPr rtlCol="0"/>
          <a:lstStyle/>
          <a:p>
            <a:pPr rtl="0"/>
            <a:r>
              <a:rPr lang="pt-BR" dirty="0"/>
              <a:t>© 2019 </a:t>
            </a:r>
            <a:r>
              <a:rPr lang="pt-BR" dirty="0" err="1"/>
              <a:t>Amazon</a:t>
            </a:r>
            <a:r>
              <a:rPr lang="pt-BR" dirty="0"/>
              <a:t> Web Services, Inc. ou suas afiliadas. Todos os direitos reservados.</a:t>
            </a:r>
          </a:p>
        </p:txBody>
      </p:sp>
      <p:grpSp>
        <p:nvGrpSpPr>
          <p:cNvPr id="30" name="Group 29" descr="Diagram shows an AWS account with an S3 bucket named photos in it. The bucket has a resource-based policy defined inline on the bucket. There is also a separate identity-based policy attached to an IAM user named MaryMajors.">
            <a:extLst>
              <a:ext uri="{FF2B5EF4-FFF2-40B4-BE49-F238E27FC236}">
                <a16:creationId xmlns:a16="http://schemas.microsoft.com/office/drawing/2014/main" id="{BA0BDAB4-C322-1A44-948B-52FFEC4326C0}"/>
              </a:ext>
            </a:extLst>
          </p:cNvPr>
          <p:cNvGrpSpPr/>
          <p:nvPr/>
        </p:nvGrpSpPr>
        <p:grpSpPr>
          <a:xfrm>
            <a:off x="4180709" y="2775085"/>
            <a:ext cx="4648966" cy="3134107"/>
            <a:chOff x="6356249" y="1470010"/>
            <a:chExt cx="6245340" cy="4178809"/>
          </a:xfrm>
        </p:grpSpPr>
        <p:pic>
          <p:nvPicPr>
            <p:cNvPr id="9" name="Graphic 8">
              <a:extLst>
                <a:ext uri="{FF2B5EF4-FFF2-40B4-BE49-F238E27FC236}">
                  <a16:creationId xmlns:a16="http://schemas.microsoft.com/office/drawing/2014/main" id="{0625163C-A94C-0843-AFB8-32AB1E3DCF2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48804" y="1470010"/>
              <a:ext cx="469900" cy="469900"/>
            </a:xfrm>
            <a:prstGeom prst="rect">
              <a:avLst/>
            </a:prstGeom>
          </p:spPr>
        </p:pic>
        <p:sp>
          <p:nvSpPr>
            <p:cNvPr id="10" name="TextBox 9">
              <a:extLst>
                <a:ext uri="{FF2B5EF4-FFF2-40B4-BE49-F238E27FC236}">
                  <a16:creationId xmlns:a16="http://schemas.microsoft.com/office/drawing/2014/main" id="{1853B595-7431-CC41-A477-15620FF98604}"/>
                </a:ext>
              </a:extLst>
            </p:cNvPr>
            <p:cNvSpPr txBox="1"/>
            <p:nvPr/>
          </p:nvSpPr>
          <p:spPr>
            <a:xfrm>
              <a:off x="8556694" y="1956913"/>
              <a:ext cx="1654120" cy="677108"/>
            </a:xfrm>
            <a:prstGeom prst="rect">
              <a:avLst/>
            </a:prstGeom>
            <a:noFill/>
          </p:spPr>
          <p:txBody>
            <a:bodyPr wrap="square" rtlCol="0">
              <a:spAutoFit/>
            </a:bodyPr>
            <a:lstStyle/>
            <a:p>
              <a:pPr algn="ctr" rtl="0"/>
              <a:r>
                <a:rPr lang="pt-BR" sz="1350" dirty="0"/>
                <a:t>Conta da AWS</a:t>
              </a:r>
            </a:p>
          </p:txBody>
        </p:sp>
        <p:sp>
          <p:nvSpPr>
            <p:cNvPr id="11" name="TextBox 10">
              <a:extLst>
                <a:ext uri="{FF2B5EF4-FFF2-40B4-BE49-F238E27FC236}">
                  <a16:creationId xmlns:a16="http://schemas.microsoft.com/office/drawing/2014/main" id="{839D9B91-679F-A546-825C-169BBB3A5AFB}"/>
                </a:ext>
              </a:extLst>
            </p:cNvPr>
            <p:cNvSpPr txBox="1"/>
            <p:nvPr/>
          </p:nvSpPr>
          <p:spPr>
            <a:xfrm>
              <a:off x="7375031" y="4213772"/>
              <a:ext cx="1673499" cy="861775"/>
            </a:xfrm>
            <a:prstGeom prst="rect">
              <a:avLst/>
            </a:prstGeom>
            <a:noFill/>
          </p:spPr>
          <p:txBody>
            <a:bodyPr wrap="square" rtlCol="0">
              <a:spAutoFit/>
            </a:bodyPr>
            <a:lstStyle/>
            <a:p>
              <a:pPr algn="ctr" rtl="0"/>
              <a:r>
                <a:rPr lang="pt-BR" sz="1200" b="1" dirty="0"/>
                <a:t>Política </a:t>
              </a:r>
              <a:r>
                <a:rPr lang="pt-BR" sz="1200" b="1" dirty="0">
                  <a:solidFill>
                    <a:schemeClr val="accent5"/>
                  </a:solidFill>
                </a:rPr>
                <a:t>baseada em identidade</a:t>
              </a:r>
            </a:p>
          </p:txBody>
        </p:sp>
        <p:pic>
          <p:nvPicPr>
            <p:cNvPr id="12" name="Graphic 11">
              <a:extLst>
                <a:ext uri="{FF2B5EF4-FFF2-40B4-BE49-F238E27FC236}">
                  <a16:creationId xmlns:a16="http://schemas.microsoft.com/office/drawing/2014/main" id="{D1C8A681-E344-6C4B-8D09-1BE63F8F335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76831" y="3772882"/>
              <a:ext cx="469900" cy="469900"/>
            </a:xfrm>
            <a:prstGeom prst="rect">
              <a:avLst/>
            </a:prstGeom>
          </p:spPr>
        </p:pic>
        <p:sp>
          <p:nvSpPr>
            <p:cNvPr id="13" name="TextBox 12">
              <a:extLst>
                <a:ext uri="{FF2B5EF4-FFF2-40B4-BE49-F238E27FC236}">
                  <a16:creationId xmlns:a16="http://schemas.microsoft.com/office/drawing/2014/main" id="{78F59DDB-8AD6-BF46-8D8F-D31072E14C12}"/>
                </a:ext>
              </a:extLst>
            </p:cNvPr>
            <p:cNvSpPr txBox="1"/>
            <p:nvPr/>
          </p:nvSpPr>
          <p:spPr>
            <a:xfrm>
              <a:off x="9749995" y="4211160"/>
              <a:ext cx="1863309" cy="615553"/>
            </a:xfrm>
            <a:prstGeom prst="rect">
              <a:avLst/>
            </a:prstGeom>
            <a:noFill/>
          </p:spPr>
          <p:txBody>
            <a:bodyPr wrap="square" rtlCol="0">
              <a:spAutoFit/>
            </a:bodyPr>
            <a:lstStyle/>
            <a:p>
              <a:pPr algn="ctr" rtl="0"/>
              <a:r>
                <a:rPr lang="pt-BR" sz="1200" b="1" dirty="0"/>
                <a:t>Política </a:t>
              </a:r>
              <a:r>
                <a:rPr lang="pt-BR" sz="1200" b="1" dirty="0">
                  <a:solidFill>
                    <a:schemeClr val="accent6"/>
                  </a:solidFill>
                </a:rPr>
                <a:t>baseada em recurso</a:t>
              </a:r>
            </a:p>
          </p:txBody>
        </p:sp>
        <p:pic>
          <p:nvPicPr>
            <p:cNvPr id="14" name="Graphic 13">
              <a:extLst>
                <a:ext uri="{FF2B5EF4-FFF2-40B4-BE49-F238E27FC236}">
                  <a16:creationId xmlns:a16="http://schemas.microsoft.com/office/drawing/2014/main" id="{374ADB8A-2978-3A49-BD9D-1F5913FD0F8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46699" y="3770270"/>
              <a:ext cx="469900" cy="469900"/>
            </a:xfrm>
            <a:prstGeom prst="rect">
              <a:avLst/>
            </a:prstGeom>
          </p:spPr>
        </p:pic>
        <p:sp>
          <p:nvSpPr>
            <p:cNvPr id="16" name="Rectangle 15">
              <a:extLst>
                <a:ext uri="{FF2B5EF4-FFF2-40B4-BE49-F238E27FC236}">
                  <a16:creationId xmlns:a16="http://schemas.microsoft.com/office/drawing/2014/main" id="{BD3CDBA7-1EC1-5041-AD35-69EA0720724D}"/>
                </a:ext>
              </a:extLst>
            </p:cNvPr>
            <p:cNvSpPr/>
            <p:nvPr/>
          </p:nvSpPr>
          <p:spPr>
            <a:xfrm>
              <a:off x="9576458" y="4743466"/>
              <a:ext cx="2539356" cy="9053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ctr" rtl="0"/>
              <a:r>
                <a:rPr lang="pt-BR" sz="1350" i="1" dirty="0">
                  <a:solidFill>
                    <a:schemeClr val="tx1"/>
                  </a:solidFill>
                </a:rPr>
                <a:t>A política concede </a:t>
              </a:r>
              <a:br>
                <a:rPr lang="pt-BR" sz="1350" i="1" dirty="0">
                  <a:solidFill>
                    <a:schemeClr val="tx1"/>
                  </a:solidFill>
                </a:rPr>
              </a:br>
              <a:r>
                <a:rPr lang="pt-BR" sz="1350" i="1" dirty="0">
                  <a:solidFill>
                    <a:schemeClr val="tx1"/>
                  </a:solidFill>
                </a:rPr>
                <a:t>ao usuário </a:t>
              </a:r>
              <a:r>
                <a:rPr lang="pt-BR" sz="1350" i="1" dirty="0" err="1">
                  <a:solidFill>
                    <a:schemeClr val="tx1"/>
                  </a:solidFill>
                </a:rPr>
                <a:t>MaryMajor</a:t>
              </a:r>
              <a:r>
                <a:rPr lang="pt-BR" sz="1350" i="1" dirty="0">
                  <a:solidFill>
                    <a:schemeClr val="tx1"/>
                  </a:solidFill>
                </a:rPr>
                <a:t> lista e leitura de objetos</a:t>
              </a:r>
              <a:endParaRPr lang="en-US" sz="1350" i="1" dirty="0">
                <a:solidFill>
                  <a:schemeClr val="tx1"/>
                </a:solidFill>
              </a:endParaRPr>
            </a:p>
            <a:p>
              <a:pPr algn="ctr" rtl="0"/>
              <a:endParaRPr lang="en-US" sz="1350" i="1" dirty="0">
                <a:solidFill>
                  <a:schemeClr val="tx1"/>
                </a:solidFill>
              </a:endParaRPr>
            </a:p>
          </p:txBody>
        </p:sp>
        <p:sp>
          <p:nvSpPr>
            <p:cNvPr id="17" name="Rectangle 16">
              <a:extLst>
                <a:ext uri="{FF2B5EF4-FFF2-40B4-BE49-F238E27FC236}">
                  <a16:creationId xmlns:a16="http://schemas.microsoft.com/office/drawing/2014/main" id="{2C020818-744D-2C45-9339-58C18DDB0B4E}"/>
                </a:ext>
              </a:extLst>
            </p:cNvPr>
            <p:cNvSpPr/>
            <p:nvPr/>
          </p:nvSpPr>
          <p:spPr>
            <a:xfrm>
              <a:off x="6991618" y="4743466"/>
              <a:ext cx="2440326" cy="9053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rtl="0"/>
              <a:r>
                <a:rPr lang="pt-BR" sz="1350" i="1" dirty="0">
                  <a:solidFill>
                    <a:schemeClr val="tx1"/>
                  </a:solidFill>
                </a:rPr>
                <a:t>A política concede lista e leitura de objetos </a:t>
              </a:r>
              <a:br>
                <a:rPr lang="pt-BR" sz="1350" i="1" dirty="0">
                  <a:solidFill>
                    <a:schemeClr val="tx1"/>
                  </a:solidFill>
                </a:rPr>
              </a:br>
              <a:r>
                <a:rPr lang="pt-BR" sz="1350" i="1" dirty="0">
                  <a:solidFill>
                    <a:schemeClr val="tx1"/>
                  </a:solidFill>
                </a:rPr>
                <a:t>ao </a:t>
              </a:r>
              <a:r>
                <a:rPr lang="pt-BR" sz="1350" i="1" dirty="0" err="1">
                  <a:solidFill>
                    <a:schemeClr val="tx1"/>
                  </a:solidFill>
                </a:rPr>
                <a:t>bucket</a:t>
              </a:r>
              <a:r>
                <a:rPr lang="pt-BR" sz="1350" i="1" dirty="0">
                  <a:solidFill>
                    <a:schemeClr val="tx1"/>
                  </a:solidFill>
                </a:rPr>
                <a:t> de fotos</a:t>
              </a:r>
              <a:endParaRPr lang="en-US" sz="1350" i="1" dirty="0">
                <a:solidFill>
                  <a:schemeClr val="tx1"/>
                </a:solidFill>
              </a:endParaRPr>
            </a:p>
          </p:txBody>
        </p:sp>
        <p:pic>
          <p:nvPicPr>
            <p:cNvPr id="18" name="Graphic 17">
              <a:extLst>
                <a:ext uri="{FF2B5EF4-FFF2-40B4-BE49-F238E27FC236}">
                  <a16:creationId xmlns:a16="http://schemas.microsoft.com/office/drawing/2014/main" id="{2A57C84A-C026-3B4F-92CC-DC69A417422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46699" y="2463814"/>
              <a:ext cx="469900" cy="469900"/>
            </a:xfrm>
            <a:prstGeom prst="rect">
              <a:avLst/>
            </a:prstGeom>
          </p:spPr>
        </p:pic>
        <p:sp>
          <p:nvSpPr>
            <p:cNvPr id="19" name="TextBox 18">
              <a:extLst>
                <a:ext uri="{FF2B5EF4-FFF2-40B4-BE49-F238E27FC236}">
                  <a16:creationId xmlns:a16="http://schemas.microsoft.com/office/drawing/2014/main" id="{24EF7843-70BC-FA4D-B06E-0B6F6335C92E}"/>
                </a:ext>
              </a:extLst>
            </p:cNvPr>
            <p:cNvSpPr txBox="1"/>
            <p:nvPr/>
          </p:nvSpPr>
          <p:spPr>
            <a:xfrm>
              <a:off x="10806800" y="2406377"/>
              <a:ext cx="1518562" cy="954108"/>
            </a:xfrm>
            <a:prstGeom prst="rect">
              <a:avLst/>
            </a:prstGeom>
            <a:noFill/>
          </p:spPr>
          <p:txBody>
            <a:bodyPr wrap="square" rtlCol="0">
              <a:spAutoFit/>
            </a:bodyPr>
            <a:lstStyle/>
            <a:p>
              <a:pPr algn="ctr" rtl="0"/>
              <a:r>
                <a:rPr lang="pt-BR" sz="1350" i="1" dirty="0"/>
                <a:t>Fotos </a:t>
              </a:r>
              <a:r>
                <a:rPr lang="pt-BR" sz="1350" dirty="0"/>
                <a:t>do </a:t>
              </a:r>
              <a:r>
                <a:rPr lang="pt-BR" sz="1350" dirty="0" err="1"/>
                <a:t>bucket</a:t>
              </a:r>
              <a:r>
                <a:rPr lang="pt-BR" sz="1350" dirty="0"/>
                <a:t> do S3</a:t>
              </a:r>
            </a:p>
          </p:txBody>
        </p:sp>
        <p:pic>
          <p:nvPicPr>
            <p:cNvPr id="20" name="Graphic 19">
              <a:extLst>
                <a:ext uri="{FF2B5EF4-FFF2-40B4-BE49-F238E27FC236}">
                  <a16:creationId xmlns:a16="http://schemas.microsoft.com/office/drawing/2014/main" id="{256F7C87-540A-9D46-A0C9-89C86870A03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76831" y="2463814"/>
              <a:ext cx="469900" cy="469900"/>
            </a:xfrm>
            <a:prstGeom prst="rect">
              <a:avLst/>
            </a:prstGeom>
          </p:spPr>
        </p:pic>
        <p:sp>
          <p:nvSpPr>
            <p:cNvPr id="21" name="TextBox 20">
              <a:extLst>
                <a:ext uri="{FF2B5EF4-FFF2-40B4-BE49-F238E27FC236}">
                  <a16:creationId xmlns:a16="http://schemas.microsoft.com/office/drawing/2014/main" id="{353EFE2F-3C1F-8748-949E-647066066C47}"/>
                </a:ext>
              </a:extLst>
            </p:cNvPr>
            <p:cNvSpPr txBox="1"/>
            <p:nvPr/>
          </p:nvSpPr>
          <p:spPr>
            <a:xfrm>
              <a:off x="6356249" y="2438267"/>
              <a:ext cx="1729739" cy="954108"/>
            </a:xfrm>
            <a:prstGeom prst="rect">
              <a:avLst/>
            </a:prstGeom>
            <a:noFill/>
          </p:spPr>
          <p:txBody>
            <a:bodyPr wrap="square" rtlCol="0">
              <a:spAutoFit/>
            </a:bodyPr>
            <a:lstStyle/>
            <a:p>
              <a:pPr algn="ctr" rtl="0"/>
              <a:r>
                <a:rPr lang="pt-BR" sz="1350" spc="-30" dirty="0"/>
                <a:t>Usuário do IAM </a:t>
              </a:r>
              <a:r>
                <a:rPr lang="pt-BR" sz="1350" i="1" spc="-30" dirty="0" err="1"/>
                <a:t>MaryMajor</a:t>
              </a:r>
              <a:endParaRPr lang="pt-BR" sz="1350" i="1" spc="-30" dirty="0"/>
            </a:p>
          </p:txBody>
        </p:sp>
        <p:cxnSp>
          <p:nvCxnSpPr>
            <p:cNvPr id="23" name="Straight Arrow Connector 22">
              <a:extLst>
                <a:ext uri="{FF2B5EF4-FFF2-40B4-BE49-F238E27FC236}">
                  <a16:creationId xmlns:a16="http://schemas.microsoft.com/office/drawing/2014/main" id="{2C4E23F6-7FB8-1744-829E-4F5CA8A8DE77}"/>
                </a:ext>
              </a:extLst>
            </p:cNvPr>
            <p:cNvCxnSpPr/>
            <p:nvPr/>
          </p:nvCxnSpPr>
          <p:spPr>
            <a:xfrm flipV="1">
              <a:off x="8210842" y="2933714"/>
              <a:ext cx="1879" cy="710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71EF548-D5DB-2A4D-A148-A43A946C7DEE}"/>
                </a:ext>
              </a:extLst>
            </p:cNvPr>
            <p:cNvCxnSpPr/>
            <p:nvPr/>
          </p:nvCxnSpPr>
          <p:spPr>
            <a:xfrm flipV="1">
              <a:off x="10680710" y="2919086"/>
              <a:ext cx="1879" cy="710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5D59DA2-5570-9448-954A-E9DF4E316CF1}"/>
                </a:ext>
              </a:extLst>
            </p:cNvPr>
            <p:cNvSpPr txBox="1"/>
            <p:nvPr/>
          </p:nvSpPr>
          <p:spPr>
            <a:xfrm>
              <a:off x="7111869" y="3206079"/>
              <a:ext cx="1052002" cy="400109"/>
            </a:xfrm>
            <a:prstGeom prst="rect">
              <a:avLst/>
            </a:prstGeom>
            <a:noFill/>
          </p:spPr>
          <p:txBody>
            <a:bodyPr wrap="none" rtlCol="0">
              <a:spAutoFit/>
            </a:bodyPr>
            <a:lstStyle/>
            <a:p>
              <a:pPr rtl="0"/>
              <a:r>
                <a:rPr lang="pt-BR" sz="1350" i="1" dirty="0">
                  <a:latin typeface="Amazon Ember Light" panose="020B0403020204020204" pitchFamily="34" charset="0"/>
                  <a:ea typeface="Amazon Ember Light" panose="020B0403020204020204" pitchFamily="34" charset="0"/>
                  <a:cs typeface="Amazon Ember Light" panose="020B0403020204020204" pitchFamily="34" charset="0"/>
                </a:rPr>
                <a:t>anexado</a:t>
              </a:r>
            </a:p>
          </p:txBody>
        </p:sp>
        <p:sp>
          <p:nvSpPr>
            <p:cNvPr id="26" name="TextBox 25">
              <a:extLst>
                <a:ext uri="{FF2B5EF4-FFF2-40B4-BE49-F238E27FC236}">
                  <a16:creationId xmlns:a16="http://schemas.microsoft.com/office/drawing/2014/main" id="{8494FDD5-EC37-B744-AE43-06C777E46C07}"/>
                </a:ext>
              </a:extLst>
            </p:cNvPr>
            <p:cNvSpPr txBox="1"/>
            <p:nvPr/>
          </p:nvSpPr>
          <p:spPr>
            <a:xfrm>
              <a:off x="10618917" y="3106305"/>
              <a:ext cx="1982672" cy="677108"/>
            </a:xfrm>
            <a:prstGeom prst="rect">
              <a:avLst/>
            </a:prstGeom>
            <a:noFill/>
          </p:spPr>
          <p:txBody>
            <a:bodyPr wrap="square" rtlCol="0">
              <a:spAutoFit/>
            </a:bodyPr>
            <a:lstStyle/>
            <a:p>
              <a:pPr algn="ctr" rtl="0"/>
              <a:r>
                <a:rPr lang="pt-BR" sz="1350" i="1" spc="-30" dirty="0">
                  <a:latin typeface="Amazon Ember Light" panose="020B0403020204020204" pitchFamily="34" charset="0"/>
                  <a:ea typeface="Amazon Ember Light" panose="020B0403020204020204" pitchFamily="34" charset="0"/>
                  <a:cs typeface="Amazon Ember Light" panose="020B0403020204020204" pitchFamily="34" charset="0"/>
                </a:rPr>
                <a:t>Em linha </a:t>
              </a:r>
              <a:r>
                <a:rPr lang="pt-BR" sz="1350" spc="-30" dirty="0">
                  <a:latin typeface="Amazon Ember Light" panose="020B0403020204020204" pitchFamily="34" charset="0"/>
                  <a:ea typeface="Amazon Ember Light" panose="020B0403020204020204" pitchFamily="34" charset="0"/>
                  <a:cs typeface="Amazon Ember Light" panose="020B0403020204020204" pitchFamily="34" charset="0"/>
                </a:rPr>
                <a:t>definido</a:t>
              </a:r>
              <a:br>
                <a:rPr lang="en-US" sz="1350" i="1" spc="-30" dirty="0">
                  <a:latin typeface="Amazon Ember Light" panose="020B0403020204020204" pitchFamily="34" charset="0"/>
                  <a:ea typeface="Amazon Ember Light" panose="020B0403020204020204" pitchFamily="34" charset="0"/>
                  <a:cs typeface="Amazon Ember Light" panose="020B0403020204020204" pitchFamily="34" charset="0"/>
                </a:rPr>
              </a:br>
              <a:r>
                <a:rPr lang="pt-BR" sz="1350" spc="-30" dirty="0">
                  <a:latin typeface="Amazon Ember Light" panose="020B0403020204020204" pitchFamily="34" charset="0"/>
                  <a:ea typeface="Amazon Ember Light" panose="020B0403020204020204" pitchFamily="34" charset="0"/>
                  <a:cs typeface="Amazon Ember Light" panose="020B0403020204020204" pitchFamily="34" charset="0"/>
                </a:rPr>
                <a:t>no </a:t>
              </a:r>
              <a:r>
                <a:rPr lang="pt-BR" sz="1350" spc="-30" dirty="0" err="1">
                  <a:latin typeface="Amazon Ember Light" panose="020B0403020204020204" pitchFamily="34" charset="0"/>
                  <a:ea typeface="Amazon Ember Light" panose="020B0403020204020204" pitchFamily="34" charset="0"/>
                  <a:cs typeface="Amazon Ember Light" panose="020B0403020204020204" pitchFamily="34" charset="0"/>
                </a:rPr>
                <a:t>bucket</a:t>
              </a:r>
              <a:endParaRPr lang="en-US" sz="1350" spc="-3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Tree>
    <p:custDataLst>
      <p:tags r:id="rId1"/>
    </p:custDataLst>
    <p:extLst>
      <p:ext uri="{BB962C8B-B14F-4D97-AF65-F5344CB8AC3E}">
        <p14:creationId xmlns:p14="http://schemas.microsoft.com/office/powerpoint/2010/main" val="29300299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rtlCol="0"/>
          <a:lstStyle/>
          <a:p>
            <a:pPr rtl="0"/>
            <a:r>
              <a:rPr lang="pt-BR"/>
              <a:t>Permissões do IAM</a:t>
            </a:r>
          </a:p>
        </p:txBody>
      </p:sp>
      <p:sp>
        <p:nvSpPr>
          <p:cNvPr id="3" name="Content Placeholder 2"/>
          <p:cNvSpPr>
            <a:spLocks noGrp="1"/>
          </p:cNvSpPr>
          <p:nvPr>
            <p:ph idx="1"/>
          </p:nvPr>
        </p:nvSpPr>
        <p:spPr>
          <a:xfrm>
            <a:off x="757670" y="1949896"/>
            <a:ext cx="4942233" cy="690427"/>
          </a:xfrm>
        </p:spPr>
        <p:txBody>
          <a:bodyPr rtlCol="0">
            <a:normAutofit/>
          </a:bodyPr>
          <a:lstStyle/>
          <a:p>
            <a:pPr marL="0" indent="0">
              <a:buNone/>
            </a:pPr>
            <a:r>
              <a:rPr lang="pt-BR" dirty="0">
                <a:latin typeface="+mn-lt"/>
              </a:rPr>
              <a:t>Como o IAM determina permissões:</a:t>
            </a:r>
          </a:p>
        </p:txBody>
      </p:sp>
      <p:sp>
        <p:nvSpPr>
          <p:cNvPr id="2" name="Footer Placeholder 1">
            <a:extLst>
              <a:ext uri="{FF2B5EF4-FFF2-40B4-BE49-F238E27FC236}">
                <a16:creationId xmlns:a16="http://schemas.microsoft.com/office/drawing/2014/main" id="{A4E09F2D-CEBE-B747-BE9E-86D0CA499158}"/>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4" name="Slide Number Placeholder 3">
            <a:extLst>
              <a:ext uri="{FF2B5EF4-FFF2-40B4-BE49-F238E27FC236}">
                <a16:creationId xmlns:a16="http://schemas.microsoft.com/office/drawing/2014/main" id="{8767DD25-673F-1747-AF72-7EEB20A0B597}"/>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47</a:t>
            </a:fld>
            <a:endParaRPr lang="en-US" dirty="0"/>
          </a:p>
        </p:txBody>
      </p:sp>
      <p:grpSp>
        <p:nvGrpSpPr>
          <p:cNvPr id="6" name="Group 5" descr="a flow chart that starts with the question &quot;is the permissions explictly denied?&quot; The question has yes and no paths out of it. If No, it goes to the question &quot;Is the permission explicitly allowed?&quot;. Ony of the permission is both not explicitly denied and is explicitly allowed is the permission allowed.">
            <a:extLst>
              <a:ext uri="{FF2B5EF4-FFF2-40B4-BE49-F238E27FC236}">
                <a16:creationId xmlns:a16="http://schemas.microsoft.com/office/drawing/2014/main" id="{1FC87B26-3DE7-164A-80EA-0BAADBDE70D5}"/>
              </a:ext>
            </a:extLst>
          </p:cNvPr>
          <p:cNvGrpSpPr/>
          <p:nvPr/>
        </p:nvGrpSpPr>
        <p:grpSpPr>
          <a:xfrm>
            <a:off x="1075644" y="2626933"/>
            <a:ext cx="7142512" cy="2038101"/>
            <a:chOff x="1434191" y="2359577"/>
            <a:chExt cx="9523349" cy="2717468"/>
          </a:xfrm>
        </p:grpSpPr>
        <p:sp>
          <p:nvSpPr>
            <p:cNvPr id="40" name="Freeform 39"/>
            <p:cNvSpPr/>
            <p:nvPr/>
          </p:nvSpPr>
          <p:spPr>
            <a:xfrm>
              <a:off x="1434192" y="2359577"/>
              <a:ext cx="2476856" cy="13836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19050" cap="flat" cmpd="sng" algn="ctr">
              <a:solidFill>
                <a:srgbClr val="474746"/>
              </a:solidFill>
              <a:prstDash val="solid"/>
            </a:ln>
            <a:effectLst>
              <a:outerShdw blurRad="40000" dist="20000" dir="5400000" rotWithShape="0">
                <a:srgbClr val="000000">
                  <a:alpha val="38000"/>
                </a:srgbClr>
              </a:outerShdw>
            </a:effectLst>
          </p:spPr>
          <p:txBody>
            <a:bodyPr spcFirstLastPara="0" vert="horz" wrap="square" lIns="63969" tIns="63969" rIns="63969" bIns="63969" numCol="1" spcCol="1270" rtlCol="0" anchor="ctr" anchorCtr="0">
              <a:noAutofit/>
            </a:bodyPr>
            <a:lstStyle/>
            <a:p>
              <a:pPr algn="ctr" defTabSz="500063">
                <a:lnSpc>
                  <a:spcPct val="90000"/>
                </a:lnSpc>
                <a:spcBef>
                  <a:spcPct val="0"/>
                </a:spcBef>
                <a:spcAft>
                  <a:spcPct val="35000"/>
                </a:spcAft>
                <a:defRPr/>
              </a:pPr>
              <a:r>
                <a:rPr lang="pt-BR" sz="1350" kern="0" dirty="0">
                  <a:solidFill>
                    <a:srgbClr val="474746"/>
                  </a:solidFill>
                  <a:ea typeface="Amazon Ember" panose="020B0603020204020204" pitchFamily="34" charset="0"/>
                  <a:cs typeface="Amazon Ember" panose="020B0603020204020204" pitchFamily="34" charset="0"/>
                </a:rPr>
                <a:t>A permissão é explicitamente </a:t>
              </a:r>
              <a:r>
                <a:rPr lang="pt-BR" sz="1350" i="1" kern="0" dirty="0">
                  <a:solidFill>
                    <a:srgbClr val="474746"/>
                  </a:solidFill>
                  <a:ea typeface="Amazon Ember" panose="020B0603020204020204" pitchFamily="34" charset="0"/>
                  <a:cs typeface="Amazon Ember" panose="020B0603020204020204" pitchFamily="34" charset="0"/>
                </a:rPr>
                <a:t>negada</a:t>
              </a:r>
              <a:r>
                <a:rPr lang="pt-BR" sz="1350" kern="0" dirty="0">
                  <a:solidFill>
                    <a:srgbClr val="474746"/>
                  </a:solidFill>
                  <a:ea typeface="Amazon Ember" panose="020B0603020204020204" pitchFamily="34" charset="0"/>
                  <a:cs typeface="Amazon Ember" panose="020B0603020204020204" pitchFamily="34" charset="0"/>
                </a:rPr>
                <a:t>?</a:t>
              </a:r>
              <a:endParaRPr lang="en-US" sz="1200" kern="0" dirty="0">
                <a:solidFill>
                  <a:srgbClr val="474746"/>
                </a:solidFill>
                <a:ea typeface="Amazon Ember" panose="020B0603020204020204" pitchFamily="34" charset="0"/>
                <a:cs typeface="Amazon Ember" panose="020B0603020204020204" pitchFamily="34" charset="0"/>
              </a:endParaRPr>
            </a:p>
          </p:txBody>
        </p:sp>
        <p:sp>
          <p:nvSpPr>
            <p:cNvPr id="41" name="Freeform 40"/>
            <p:cNvSpPr/>
            <p:nvPr/>
          </p:nvSpPr>
          <p:spPr>
            <a:xfrm>
              <a:off x="3974378" y="2645543"/>
              <a:ext cx="919730" cy="1001716"/>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ysClr val="window" lastClr="FFFFFF"/>
            </a:solidFill>
            <a:ln w="25400" cap="flat" cmpd="sng" algn="ctr">
              <a:solidFill>
                <a:srgbClr val="474746"/>
              </a:solidFill>
              <a:prstDash val="solid"/>
            </a:ln>
            <a:effectLst/>
          </p:spPr>
          <p:txBody>
            <a:bodyPr spcFirstLastPara="0" vert="horz" wrap="square" lIns="0" tIns="59572" rIns="76386" bIns="59572" numCol="1" spcCol="1270" rtlCol="0" anchor="ctr" anchorCtr="0">
              <a:noAutofit/>
            </a:bodyPr>
            <a:lstStyle/>
            <a:p>
              <a:pPr algn="ctr" defTabSz="400050">
                <a:lnSpc>
                  <a:spcPct val="90000"/>
                </a:lnSpc>
                <a:spcBef>
                  <a:spcPct val="0"/>
                </a:spcBef>
                <a:spcAft>
                  <a:spcPct val="35000"/>
                </a:spcAft>
                <a:defRPr/>
              </a:pPr>
              <a:r>
                <a:rPr lang="pt-BR" sz="1350" kern="0" dirty="0">
                  <a:latin typeface="Amazon Ember" panose="020B0603020204020204" pitchFamily="34" charset="0"/>
                  <a:ea typeface="Amazon Ember" panose="020B0603020204020204" pitchFamily="34" charset="0"/>
                  <a:cs typeface="Amazon Ember" panose="020B0603020204020204" pitchFamily="34" charset="0"/>
                </a:rPr>
                <a:t>Não</a:t>
              </a:r>
              <a:endParaRPr lang="en-US" sz="900" kern="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2" name="Freeform 41"/>
            <p:cNvSpPr/>
            <p:nvPr/>
          </p:nvSpPr>
          <p:spPr>
            <a:xfrm>
              <a:off x="1434191" y="4499657"/>
              <a:ext cx="2476856" cy="577388"/>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25400" cap="flat" cmpd="sng" algn="ctr">
              <a:solidFill>
                <a:srgbClr val="474746"/>
              </a:solidFill>
              <a:prstDash val="solid"/>
            </a:ln>
            <a:effectLst/>
          </p:spPr>
          <p:txBody>
            <a:bodyPr spcFirstLastPara="0" vert="horz" wrap="square" lIns="63969" tIns="63969" rIns="63969" bIns="63969" numCol="1" spcCol="1270" rtlCol="0" anchor="ctr" anchorCtr="0">
              <a:noAutofit/>
            </a:bodyPr>
            <a:lstStyle/>
            <a:p>
              <a:pPr algn="ctr" defTabSz="500063">
                <a:lnSpc>
                  <a:spcPct val="90000"/>
                </a:lnSpc>
                <a:spcBef>
                  <a:spcPct val="0"/>
                </a:spcBef>
                <a:spcAft>
                  <a:spcPct val="35000"/>
                </a:spcAft>
                <a:defRPr/>
              </a:pPr>
              <a:r>
                <a:rPr lang="pt-BR" sz="1350" kern="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Negação</a:t>
              </a:r>
            </a:p>
          </p:txBody>
        </p:sp>
        <p:sp>
          <p:nvSpPr>
            <p:cNvPr id="43" name="Freeform 42"/>
            <p:cNvSpPr/>
            <p:nvPr/>
          </p:nvSpPr>
          <p:spPr>
            <a:xfrm>
              <a:off x="4957438" y="2377430"/>
              <a:ext cx="2476856" cy="13836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19050" cap="flat" cmpd="sng" algn="ctr">
              <a:solidFill>
                <a:srgbClr val="474746"/>
              </a:solidFill>
              <a:prstDash val="solid"/>
            </a:ln>
            <a:effectLst>
              <a:outerShdw blurRad="40000" dist="20000" dir="5400000" rotWithShape="0">
                <a:srgbClr val="000000">
                  <a:alpha val="38000"/>
                </a:srgbClr>
              </a:outerShdw>
            </a:effectLst>
          </p:spPr>
          <p:txBody>
            <a:bodyPr spcFirstLastPara="0" vert="horz" wrap="square" lIns="63969" tIns="63969" rIns="63969" bIns="63969" numCol="1" spcCol="1270" rtlCol="0" anchor="ctr" anchorCtr="0">
              <a:noAutofit/>
            </a:bodyPr>
            <a:lstStyle/>
            <a:p>
              <a:pPr algn="ctr" defTabSz="500063">
                <a:lnSpc>
                  <a:spcPct val="90000"/>
                </a:lnSpc>
                <a:spcBef>
                  <a:spcPct val="0"/>
                </a:spcBef>
                <a:spcAft>
                  <a:spcPct val="35000"/>
                </a:spcAft>
                <a:defRPr/>
              </a:pPr>
              <a:r>
                <a:rPr lang="pt-BR" sz="1350" kern="0" dirty="0">
                  <a:solidFill>
                    <a:srgbClr val="474746"/>
                  </a:solidFill>
                  <a:ea typeface="Amazon Ember" panose="020B0603020204020204" pitchFamily="34" charset="0"/>
                  <a:cs typeface="Amazon Ember" panose="020B0603020204020204" pitchFamily="34" charset="0"/>
                </a:rPr>
                <a:t>A permissão é explicitamente </a:t>
              </a:r>
              <a:r>
                <a:rPr lang="pt-BR" sz="1350" i="1" kern="0" dirty="0">
                  <a:solidFill>
                    <a:srgbClr val="474746"/>
                  </a:solidFill>
                  <a:ea typeface="Amazon Ember" panose="020B0603020204020204" pitchFamily="34" charset="0"/>
                  <a:cs typeface="Amazon Ember" panose="020B0603020204020204" pitchFamily="34" charset="0"/>
                </a:rPr>
                <a:t>permitida</a:t>
              </a:r>
              <a:r>
                <a:rPr lang="pt-BR" sz="1200" kern="0" dirty="0">
                  <a:solidFill>
                    <a:srgbClr val="474746"/>
                  </a:solidFill>
                  <a:ea typeface="Amazon Ember" panose="020B0603020204020204" pitchFamily="34" charset="0"/>
                  <a:cs typeface="Amazon Ember" panose="020B0603020204020204" pitchFamily="34" charset="0"/>
                </a:rPr>
                <a:t>?</a:t>
              </a:r>
            </a:p>
          </p:txBody>
        </p:sp>
        <p:sp>
          <p:nvSpPr>
            <p:cNvPr id="44" name="Freeform 43"/>
            <p:cNvSpPr/>
            <p:nvPr/>
          </p:nvSpPr>
          <p:spPr>
            <a:xfrm>
              <a:off x="4922525" y="4499657"/>
              <a:ext cx="2511769" cy="577388"/>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25400" cap="flat" cmpd="sng" algn="ctr">
              <a:solidFill>
                <a:srgbClr val="474746"/>
              </a:solidFill>
              <a:prstDash val="solid"/>
            </a:ln>
            <a:effectLst/>
          </p:spPr>
          <p:txBody>
            <a:bodyPr spcFirstLastPara="0" vert="horz" wrap="square" lIns="63969" tIns="63969" rIns="63969" bIns="63969" numCol="1" spcCol="1270" rtlCol="0" anchor="ctr" anchorCtr="0">
              <a:noAutofit/>
            </a:bodyPr>
            <a:lstStyle/>
            <a:p>
              <a:pPr algn="ctr" defTabSz="500063">
                <a:lnSpc>
                  <a:spcPct val="90000"/>
                </a:lnSpc>
                <a:spcBef>
                  <a:spcPct val="0"/>
                </a:spcBef>
                <a:spcAft>
                  <a:spcPct val="35000"/>
                </a:spcAft>
                <a:defRPr/>
              </a:pPr>
              <a:r>
                <a:rPr lang="pt-BR" sz="1350" kern="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Permissão</a:t>
              </a:r>
            </a:p>
          </p:txBody>
        </p:sp>
        <p:sp>
          <p:nvSpPr>
            <p:cNvPr id="45" name="Freeform 44"/>
            <p:cNvSpPr/>
            <p:nvPr/>
          </p:nvSpPr>
          <p:spPr>
            <a:xfrm>
              <a:off x="8480684" y="2821315"/>
              <a:ext cx="2476856" cy="607685"/>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25400" cap="flat" cmpd="sng" algn="ctr">
              <a:solidFill>
                <a:srgbClr val="474746"/>
              </a:solidFill>
              <a:prstDash val="solid"/>
            </a:ln>
            <a:effectLst/>
          </p:spPr>
          <p:txBody>
            <a:bodyPr spcFirstLastPara="0" vert="horz" wrap="square" lIns="63969" tIns="63969" rIns="63969" bIns="63969" numCol="1" spcCol="1270" rtlCol="0" anchor="ctr" anchorCtr="0">
              <a:noAutofit/>
            </a:bodyPr>
            <a:lstStyle/>
            <a:p>
              <a:pPr algn="ctr" defTabSz="500063">
                <a:lnSpc>
                  <a:spcPct val="90000"/>
                </a:lnSpc>
                <a:spcBef>
                  <a:spcPct val="0"/>
                </a:spcBef>
                <a:spcAft>
                  <a:spcPct val="35000"/>
                </a:spcAft>
                <a:defRPr/>
              </a:pPr>
              <a:r>
                <a:rPr lang="pt-BR" sz="1350" kern="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Negação</a:t>
              </a:r>
            </a:p>
          </p:txBody>
        </p:sp>
        <p:sp>
          <p:nvSpPr>
            <p:cNvPr id="46" name="Down Arrow 45"/>
            <p:cNvSpPr/>
            <p:nvPr/>
          </p:nvSpPr>
          <p:spPr>
            <a:xfrm>
              <a:off x="2075366" y="3807762"/>
              <a:ext cx="1194507" cy="636471"/>
            </a:xfrm>
            <a:prstGeom prst="downArrow">
              <a:avLst>
                <a:gd name="adj1" fmla="val 65625"/>
                <a:gd name="adj2" fmla="val 50000"/>
              </a:avLst>
            </a:prstGeom>
            <a:solidFill>
              <a:sysClr val="window" lastClr="FFFFFF"/>
            </a:solidFill>
            <a:ln w="25400" cap="flat" cmpd="sng" algn="ctr">
              <a:solidFill>
                <a:srgbClr val="474746"/>
              </a:solidFill>
              <a:prstDash val="solid"/>
            </a:ln>
            <a:effectLst/>
          </p:spPr>
          <p:txBody>
            <a:bodyPr spcFirstLastPara="0" vert="horz" wrap="square" lIns="0" tIns="68580" rIns="0" bIns="0" numCol="1" spcCol="1270" rtlCol="0" anchor="ctr" anchorCtr="0">
              <a:noAutofit/>
            </a:bodyPr>
            <a:lstStyle/>
            <a:p>
              <a:pPr algn="ctr" defTabSz="400050">
                <a:lnSpc>
                  <a:spcPct val="90000"/>
                </a:lnSpc>
                <a:spcBef>
                  <a:spcPct val="0"/>
                </a:spcBef>
                <a:spcAft>
                  <a:spcPct val="35000"/>
                </a:spcAft>
                <a:defRPr/>
              </a:pPr>
              <a:r>
                <a:rPr lang="pt-BR" sz="1350" kern="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Sim</a:t>
              </a:r>
              <a:endParaRPr lang="en-US" sz="900" kern="0" dirty="0">
                <a:solidFill>
                  <a:srgbClr val="FF000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7" name="Freeform 46"/>
            <p:cNvSpPr/>
            <p:nvPr/>
          </p:nvSpPr>
          <p:spPr>
            <a:xfrm>
              <a:off x="7497624" y="2645543"/>
              <a:ext cx="919730" cy="1001716"/>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ysClr val="window" lastClr="FFFFFF"/>
            </a:solidFill>
            <a:ln w="25400" cap="flat" cmpd="sng" algn="ctr">
              <a:solidFill>
                <a:srgbClr val="474746"/>
              </a:solidFill>
              <a:prstDash val="solid"/>
            </a:ln>
            <a:effectLst/>
          </p:spPr>
          <p:txBody>
            <a:bodyPr spcFirstLastPara="0" vert="horz" wrap="square" lIns="0" tIns="59572" rIns="76386" bIns="59572" numCol="1" spcCol="1270" rtlCol="0" anchor="ctr" anchorCtr="0">
              <a:noAutofit/>
            </a:bodyPr>
            <a:lstStyle/>
            <a:p>
              <a:pPr algn="ctr" defTabSz="400050">
                <a:lnSpc>
                  <a:spcPct val="90000"/>
                </a:lnSpc>
                <a:spcBef>
                  <a:spcPct val="0"/>
                </a:spcBef>
                <a:spcAft>
                  <a:spcPct val="35000"/>
                </a:spcAft>
                <a:defRPr/>
              </a:pPr>
              <a:r>
                <a:rPr lang="pt-BR" sz="1350" kern="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Não</a:t>
              </a:r>
              <a:endParaRPr lang="en-US" sz="900" kern="0" dirty="0">
                <a:solidFill>
                  <a:srgbClr val="FF000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8" name="Down Arrow 47"/>
            <p:cNvSpPr/>
            <p:nvPr/>
          </p:nvSpPr>
          <p:spPr>
            <a:xfrm>
              <a:off x="5598612" y="3818452"/>
              <a:ext cx="1194507" cy="636471"/>
            </a:xfrm>
            <a:prstGeom prst="downArrow">
              <a:avLst>
                <a:gd name="adj1" fmla="val 65625"/>
                <a:gd name="adj2" fmla="val 50000"/>
              </a:avLst>
            </a:prstGeom>
            <a:solidFill>
              <a:sysClr val="window" lastClr="FFFFFF"/>
            </a:solidFill>
            <a:ln w="25400" cap="flat" cmpd="sng" algn="ctr">
              <a:solidFill>
                <a:srgbClr val="474746"/>
              </a:solidFill>
              <a:prstDash val="solid"/>
            </a:ln>
            <a:effectLst/>
          </p:spPr>
          <p:txBody>
            <a:bodyPr spcFirstLastPara="0" vert="horz" wrap="square" lIns="0" tIns="68580" rIns="0" bIns="0" numCol="1" spcCol="1270" rtlCol="0" anchor="ctr" anchorCtr="0">
              <a:noAutofit/>
            </a:bodyPr>
            <a:lstStyle/>
            <a:p>
              <a:pPr algn="ctr" defTabSz="400050">
                <a:lnSpc>
                  <a:spcPct val="90000"/>
                </a:lnSpc>
                <a:spcBef>
                  <a:spcPct val="0"/>
                </a:spcBef>
                <a:spcAft>
                  <a:spcPct val="35000"/>
                </a:spcAft>
                <a:defRPr/>
              </a:pPr>
              <a:r>
                <a:rPr lang="pt-BR" sz="1350" kern="0" dirty="0">
                  <a:latin typeface="Amazon Ember" panose="020B0603020204020204" pitchFamily="34" charset="0"/>
                  <a:ea typeface="Amazon Ember" panose="020B0603020204020204" pitchFamily="34" charset="0"/>
                  <a:cs typeface="Amazon Ember" panose="020B0603020204020204" pitchFamily="34" charset="0"/>
                </a:rPr>
                <a:t>Sim</a:t>
              </a:r>
              <a:endParaRPr lang="en-US" sz="900" kern="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6" name="TextBox 15">
              <a:extLst>
                <a:ext uri="{FF2B5EF4-FFF2-40B4-BE49-F238E27FC236}">
                  <a16:creationId xmlns:a16="http://schemas.microsoft.com/office/drawing/2014/main" id="{0221306B-1606-B34A-BFF7-B733BB846CE8}"/>
                </a:ext>
              </a:extLst>
            </p:cNvPr>
            <p:cNvSpPr txBox="1"/>
            <p:nvPr/>
          </p:nvSpPr>
          <p:spPr>
            <a:xfrm>
              <a:off x="8865220" y="3429000"/>
              <a:ext cx="1706136" cy="615553"/>
            </a:xfrm>
            <a:prstGeom prst="rect">
              <a:avLst/>
            </a:prstGeom>
            <a:noFill/>
          </p:spPr>
          <p:txBody>
            <a:bodyPr wrap="square" rtlCol="0">
              <a:spAutoFit/>
            </a:bodyPr>
            <a:lstStyle/>
            <a:p>
              <a:pPr algn="ctr" rtl="0"/>
              <a:r>
                <a:rPr lang="pt-BR" sz="1200" b="1" dirty="0"/>
                <a:t>Negação implícita</a:t>
              </a:r>
              <a:endParaRPr lang="en-US" sz="1050" b="1" dirty="0"/>
            </a:p>
          </p:txBody>
        </p:sp>
      </p:grpSp>
    </p:spTree>
    <p:custDataLst>
      <p:tags r:id="rId1"/>
    </p:custDataLst>
    <p:extLst>
      <p:ext uri="{BB962C8B-B14F-4D97-AF65-F5344CB8AC3E}">
        <p14:creationId xmlns:p14="http://schemas.microsoft.com/office/powerpoint/2010/main" val="5980344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pt-BR"/>
              <a:t>Grupos do IAM</a:t>
            </a:r>
          </a:p>
        </p:txBody>
      </p:sp>
      <p:sp>
        <p:nvSpPr>
          <p:cNvPr id="3" name="Content Placeholder 2"/>
          <p:cNvSpPr>
            <a:spLocks noGrp="1"/>
          </p:cNvSpPr>
          <p:nvPr>
            <p:ph idx="1"/>
          </p:nvPr>
        </p:nvSpPr>
        <p:spPr>
          <a:xfrm>
            <a:off x="566994" y="1903276"/>
            <a:ext cx="4696639" cy="3800294"/>
          </a:xfrm>
        </p:spPr>
        <p:txBody>
          <a:bodyPr rtlCol="0"/>
          <a:lstStyle/>
          <a:p>
            <a:pPr marL="178594" lvl="1" indent="-169069">
              <a:lnSpc>
                <a:spcPct val="150000"/>
              </a:lnSpc>
            </a:pPr>
            <a:r>
              <a:rPr lang="pt-BR" sz="1800" spc="-23" dirty="0"/>
              <a:t>Um </a:t>
            </a:r>
            <a:r>
              <a:rPr lang="pt-BR" sz="1800" b="1" spc="-23" dirty="0">
                <a:solidFill>
                  <a:schemeClr val="tx1">
                    <a:lumMod val="85000"/>
                    <a:lumOff val="15000"/>
                  </a:schemeClr>
                </a:solidFill>
              </a:rPr>
              <a:t>grupo do IAM</a:t>
            </a:r>
            <a:r>
              <a:rPr lang="pt-BR" sz="1800" spc="-23" dirty="0"/>
              <a:t> é um conjunto de usuários do IAM</a:t>
            </a:r>
          </a:p>
          <a:p>
            <a:pPr marL="178594" lvl="1" indent="-169069"/>
            <a:r>
              <a:rPr lang="pt-BR" sz="1800" spc="-23" dirty="0"/>
              <a:t>Um grupo é usado para conceder </a:t>
            </a:r>
            <a:br>
              <a:rPr lang="pt-BR" sz="1800" spc="-23" dirty="0"/>
            </a:br>
            <a:r>
              <a:rPr lang="pt-BR" sz="1800" spc="-23" dirty="0"/>
              <a:t>as mesmas permissões a vários usuários</a:t>
            </a:r>
          </a:p>
          <a:p>
            <a:pPr marL="521494" lvl="2" indent="-169069">
              <a:lnSpc>
                <a:spcPct val="100000"/>
              </a:lnSpc>
            </a:pPr>
            <a:r>
              <a:rPr lang="pt-BR" sz="1400" spc="-23" dirty="0"/>
              <a:t>Permissões concedidas ao anexar </a:t>
            </a:r>
            <a:r>
              <a:rPr lang="pt-BR" sz="1400" i="1" spc="-23" dirty="0"/>
              <a:t>política </a:t>
            </a:r>
            <a:br>
              <a:rPr lang="pt-BR" sz="1400" i="1" spc="-23" dirty="0"/>
            </a:br>
            <a:r>
              <a:rPr lang="pt-BR" sz="1400" spc="-23" dirty="0"/>
              <a:t>ou políticas do IAM ao grupo</a:t>
            </a:r>
          </a:p>
          <a:p>
            <a:pPr marL="178594" lvl="1" indent="-169069">
              <a:lnSpc>
                <a:spcPct val="150000"/>
              </a:lnSpc>
            </a:pPr>
            <a:r>
              <a:rPr lang="pt-BR" sz="1800" spc="-23" dirty="0"/>
              <a:t>Um usuário pode pertencer a vários grupos</a:t>
            </a:r>
          </a:p>
          <a:p>
            <a:pPr marL="178594" lvl="1" indent="-169069">
              <a:lnSpc>
                <a:spcPct val="150000"/>
              </a:lnSpc>
            </a:pPr>
            <a:r>
              <a:rPr lang="pt-BR" sz="1800" spc="-23" dirty="0"/>
              <a:t>Não há grupo padrão</a:t>
            </a:r>
          </a:p>
          <a:p>
            <a:pPr marL="178594" lvl="1" indent="-169069">
              <a:lnSpc>
                <a:spcPct val="150000"/>
              </a:lnSpc>
            </a:pPr>
            <a:r>
              <a:rPr lang="pt-BR" sz="1800" spc="-23" dirty="0"/>
              <a:t>Os grupos não podem ser aninhados</a:t>
            </a:r>
          </a:p>
        </p:txBody>
      </p:sp>
      <p:sp>
        <p:nvSpPr>
          <p:cNvPr id="5" name="Slide Number Placeholder 4">
            <a:extLst>
              <a:ext uri="{FF2B5EF4-FFF2-40B4-BE49-F238E27FC236}">
                <a16:creationId xmlns:a16="http://schemas.microsoft.com/office/drawing/2014/main" id="{D2E544D2-0243-9144-B283-CC358799B220}"/>
              </a:ext>
              <a:ext uri="{C183D7F6-B498-43B3-948B-1728B52AA6E4}">
                <adec:decorative xmlns:adec="http://schemas.microsoft.com/office/drawing/2017/decorative" val="1"/>
              </a:ext>
            </a:extLst>
          </p:cNvPr>
          <p:cNvSpPr>
            <a:spLocks noGrp="1"/>
          </p:cNvSpPr>
          <p:nvPr>
            <p:ph type="sldNum" sz="quarter" idx="12"/>
          </p:nvPr>
        </p:nvSpPr>
        <p:spPr/>
        <p:txBody>
          <a:bodyPr rtlCol="0"/>
          <a:lstStyle/>
          <a:p>
            <a:pPr rtl="0"/>
            <a:fld id="{B6A95138-A96E-2F42-A959-2EFD44FE4AB7}" type="slidenum">
              <a:rPr lang="en-US" smtClean="0"/>
              <a:pPr rtl="0"/>
              <a:t>48</a:t>
            </a:fld>
            <a:endParaRPr lang="en-US" dirty="0"/>
          </a:p>
        </p:txBody>
      </p:sp>
      <p:sp>
        <p:nvSpPr>
          <p:cNvPr id="4" name="Footer Placeholder 3">
            <a:extLst>
              <a:ext uri="{FF2B5EF4-FFF2-40B4-BE49-F238E27FC236}">
                <a16:creationId xmlns:a16="http://schemas.microsoft.com/office/drawing/2014/main" id="{68B08A92-B805-A34D-A455-EEB1B2ECC38B}"/>
              </a:ext>
              <a:ext uri="{C183D7F6-B498-43B3-948B-1728B52AA6E4}">
                <adec:decorative xmlns:adec="http://schemas.microsoft.com/office/drawing/2017/decorative" val="1"/>
              </a:ext>
            </a:extLst>
          </p:cNvPr>
          <p:cNvSpPr>
            <a:spLocks noGrp="1"/>
          </p:cNvSpPr>
          <p:nvPr>
            <p:ph type="ftr" sz="quarter" idx="3"/>
          </p:nvPr>
        </p:nvSpPr>
        <p:spPr/>
        <p:txBody>
          <a:bodyPr rtlCol="0"/>
          <a:lstStyle/>
          <a:p>
            <a:pPr rtl="0"/>
            <a:r>
              <a:rPr lang="pt-BR"/>
              <a:t>© 2019 Amazon Web Services, Inc. ou suas afiliadas. Todos os direitos reservados.</a:t>
            </a:r>
          </a:p>
        </p:txBody>
      </p:sp>
      <p:grpSp>
        <p:nvGrpSpPr>
          <p:cNvPr id="26" name="Group 25" descr="A diagram showing an AWS Account with three IAM groups defined (Admins, Developers, and Testers). Each group has two or three users as members.">
            <a:extLst>
              <a:ext uri="{FF2B5EF4-FFF2-40B4-BE49-F238E27FC236}">
                <a16:creationId xmlns:a16="http://schemas.microsoft.com/office/drawing/2014/main" id="{A71F8802-A305-C248-8C6A-A7E7F902162C}"/>
              </a:ext>
            </a:extLst>
          </p:cNvPr>
          <p:cNvGrpSpPr/>
          <p:nvPr/>
        </p:nvGrpSpPr>
        <p:grpSpPr>
          <a:xfrm>
            <a:off x="4745575" y="2054942"/>
            <a:ext cx="3831431" cy="2613524"/>
            <a:chOff x="6656520" y="1599188"/>
            <a:chExt cx="5108575" cy="3484699"/>
          </a:xfrm>
        </p:grpSpPr>
        <p:pic>
          <p:nvPicPr>
            <p:cNvPr id="30" name="Graphic 29">
              <a:extLst>
                <a:ext uri="{FF2B5EF4-FFF2-40B4-BE49-F238E27FC236}">
                  <a16:creationId xmlns:a16="http://schemas.microsoft.com/office/drawing/2014/main" id="{066B2145-CAC3-4941-9D02-40AA94A107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36832" y="1599188"/>
              <a:ext cx="740597" cy="740597"/>
            </a:xfrm>
            <a:prstGeom prst="rect">
              <a:avLst/>
            </a:prstGeom>
          </p:spPr>
        </p:pic>
        <p:sp>
          <p:nvSpPr>
            <p:cNvPr id="34" name="TextBox 33">
              <a:extLst>
                <a:ext uri="{FF2B5EF4-FFF2-40B4-BE49-F238E27FC236}">
                  <a16:creationId xmlns:a16="http://schemas.microsoft.com/office/drawing/2014/main" id="{8BEFED3A-4F1B-3242-BA7E-651C715DDC4F}"/>
                </a:ext>
              </a:extLst>
            </p:cNvPr>
            <p:cNvSpPr txBox="1"/>
            <p:nvPr/>
          </p:nvSpPr>
          <p:spPr>
            <a:xfrm>
              <a:off x="8430033" y="1851261"/>
              <a:ext cx="1672944" cy="369332"/>
            </a:xfrm>
            <a:prstGeom prst="rect">
              <a:avLst/>
            </a:prstGeom>
            <a:noFill/>
          </p:spPr>
          <p:txBody>
            <a:bodyPr wrap="square" rtlCol="0">
              <a:spAutoFit/>
            </a:bodyPr>
            <a:lstStyle/>
            <a:p>
              <a:pPr algn="ctr" rtl="0"/>
              <a:r>
                <a:rPr lang="pt-BR" sz="1200" b="1" dirty="0"/>
                <a:t>Conta da AWS</a:t>
              </a:r>
            </a:p>
          </p:txBody>
        </p:sp>
        <p:sp>
          <p:nvSpPr>
            <p:cNvPr id="17" name="TextBox 16">
              <a:extLst>
                <a:ext uri="{FF2B5EF4-FFF2-40B4-BE49-F238E27FC236}">
                  <a16:creationId xmlns:a16="http://schemas.microsoft.com/office/drawing/2014/main" id="{90C9B844-4EA4-1742-A219-EEC21786B82F}"/>
                </a:ext>
              </a:extLst>
            </p:cNvPr>
            <p:cNvSpPr txBox="1"/>
            <p:nvPr/>
          </p:nvSpPr>
          <p:spPr>
            <a:xfrm>
              <a:off x="6670463" y="2750456"/>
              <a:ext cx="1617789" cy="615553"/>
            </a:xfrm>
            <a:prstGeom prst="rect">
              <a:avLst/>
            </a:prstGeom>
            <a:solidFill>
              <a:schemeClr val="accent5">
                <a:lumMod val="20000"/>
                <a:lumOff val="80000"/>
              </a:schemeClr>
            </a:solidFill>
            <a:ln>
              <a:solidFill>
                <a:schemeClr val="accent1">
                  <a:shade val="50000"/>
                </a:schemeClr>
              </a:solidFill>
            </a:ln>
          </p:spPr>
          <p:txBody>
            <a:bodyPr wrap="square" rtlCol="0">
              <a:spAutoFit/>
            </a:bodyPr>
            <a:lstStyle/>
            <a:p>
              <a:pPr algn="ctr" rtl="0"/>
              <a:r>
                <a:rPr lang="pt-BR" sz="1200" dirty="0">
                  <a:latin typeface="Amazon Ember Light" panose="020B0403020204020204" pitchFamily="34" charset="0"/>
                  <a:ea typeface="Amazon Ember Light" panose="020B0403020204020204" pitchFamily="34" charset="0"/>
                  <a:cs typeface="Amazon Ember Light" panose="020B0403020204020204" pitchFamily="34" charset="0"/>
                </a:rPr>
                <a:t>Grupo do IAM: </a:t>
              </a:r>
            </a:p>
            <a:p>
              <a:pPr algn="ctr" rtl="0"/>
              <a:r>
                <a:rPr lang="pt-BR" sz="1200" b="1" dirty="0">
                  <a:latin typeface="Amazon Ember Light" panose="020B0403020204020204" pitchFamily="34" charset="0"/>
                  <a:ea typeface="Amazon Ember Light" panose="020B0403020204020204" pitchFamily="34" charset="0"/>
                  <a:cs typeface="Amazon Ember Light" panose="020B0403020204020204" pitchFamily="34" charset="0"/>
                </a:rPr>
                <a:t>administradores</a:t>
              </a:r>
              <a:endParaRPr lang="en-US" sz="12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85" name="TextBox 84">
              <a:extLst>
                <a:ext uri="{FF2B5EF4-FFF2-40B4-BE49-F238E27FC236}">
                  <a16:creationId xmlns:a16="http://schemas.microsoft.com/office/drawing/2014/main" id="{142E8CF6-04AA-4D49-8F61-D0A17CE3A779}"/>
                </a:ext>
              </a:extLst>
            </p:cNvPr>
            <p:cNvSpPr txBox="1"/>
            <p:nvPr/>
          </p:nvSpPr>
          <p:spPr>
            <a:xfrm>
              <a:off x="6656520" y="3549969"/>
              <a:ext cx="1653134" cy="338554"/>
            </a:xfrm>
            <a:prstGeom prst="rect">
              <a:avLst/>
            </a:prstGeom>
            <a:noFill/>
            <a:ln>
              <a:solidFill>
                <a:schemeClr val="accent1">
                  <a:shade val="50000"/>
                </a:schemeClr>
              </a:solidFill>
            </a:ln>
          </p:spPr>
          <p:txBody>
            <a:bodyPr wrap="none" rtlCol="0">
              <a:noAutofit/>
            </a:bodyPr>
            <a:lstStyle/>
            <a:p>
              <a:pPr algn="ctr" rtl="0"/>
              <a:r>
                <a:rPr lang="pt-BR" sz="1350">
                  <a:latin typeface="Amazon Ember Light" panose="020B0403020204020204" pitchFamily="34" charset="0"/>
                  <a:ea typeface="Amazon Ember Light" panose="020B0403020204020204" pitchFamily="34" charset="0"/>
                  <a:cs typeface="Amazon Ember Light" panose="020B0403020204020204" pitchFamily="34" charset="0"/>
                </a:rPr>
                <a:t>Carlos Salazar</a:t>
              </a:r>
            </a:p>
          </p:txBody>
        </p:sp>
        <p:sp>
          <p:nvSpPr>
            <p:cNvPr id="86" name="TextBox 85">
              <a:extLst>
                <a:ext uri="{FF2B5EF4-FFF2-40B4-BE49-F238E27FC236}">
                  <a16:creationId xmlns:a16="http://schemas.microsoft.com/office/drawing/2014/main" id="{28821B09-4B05-FD41-BE13-CA347103E6F3}"/>
                </a:ext>
              </a:extLst>
            </p:cNvPr>
            <p:cNvSpPr txBox="1"/>
            <p:nvPr/>
          </p:nvSpPr>
          <p:spPr>
            <a:xfrm>
              <a:off x="6656520" y="4131346"/>
              <a:ext cx="1653134" cy="338554"/>
            </a:xfrm>
            <a:prstGeom prst="rect">
              <a:avLst/>
            </a:prstGeom>
            <a:noFill/>
            <a:ln>
              <a:solidFill>
                <a:schemeClr val="accent1">
                  <a:shade val="50000"/>
                </a:schemeClr>
              </a:solidFill>
            </a:ln>
          </p:spPr>
          <p:txBody>
            <a:bodyPr wrap="none" rtlCol="0">
              <a:noAutofit/>
            </a:bodyPr>
            <a:lstStyle/>
            <a:p>
              <a:pPr algn="ctr" rtl="0"/>
              <a:r>
                <a:rPr lang="pt-BR" sz="1350"/>
                <a:t>Márcia Oliveira</a:t>
              </a:r>
              <a:endParaRPr lang="en-US" sz="135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88" name="TextBox 87">
              <a:extLst>
                <a:ext uri="{FF2B5EF4-FFF2-40B4-BE49-F238E27FC236}">
                  <a16:creationId xmlns:a16="http://schemas.microsoft.com/office/drawing/2014/main" id="{F0F13199-A3F2-424B-BA5F-9A4E5AEA6419}"/>
                </a:ext>
              </a:extLst>
            </p:cNvPr>
            <p:cNvSpPr txBox="1"/>
            <p:nvPr/>
          </p:nvSpPr>
          <p:spPr>
            <a:xfrm>
              <a:off x="8583268" y="3549818"/>
              <a:ext cx="1371600" cy="338554"/>
            </a:xfrm>
            <a:prstGeom prst="rect">
              <a:avLst/>
            </a:prstGeom>
            <a:noFill/>
            <a:ln>
              <a:solidFill>
                <a:schemeClr val="accent1">
                  <a:shade val="50000"/>
                </a:schemeClr>
              </a:solidFill>
            </a:ln>
          </p:spPr>
          <p:txBody>
            <a:bodyPr wrap="none" rtlCol="0">
              <a:noAutofit/>
            </a:bodyPr>
            <a:lstStyle/>
            <a:p>
              <a:pPr algn="ctr" rtl="0"/>
              <a:r>
                <a:rPr lang="pt-BR" sz="1350" dirty="0"/>
                <a:t>Li Juan</a:t>
              </a:r>
              <a:endParaRPr lang="en-US" sz="135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89" name="TextBox 88">
              <a:extLst>
                <a:ext uri="{FF2B5EF4-FFF2-40B4-BE49-F238E27FC236}">
                  <a16:creationId xmlns:a16="http://schemas.microsoft.com/office/drawing/2014/main" id="{630A0B66-2323-F64B-835E-27873E3FB6CB}"/>
                </a:ext>
              </a:extLst>
            </p:cNvPr>
            <p:cNvSpPr txBox="1"/>
            <p:nvPr/>
          </p:nvSpPr>
          <p:spPr>
            <a:xfrm>
              <a:off x="8564477" y="4131346"/>
              <a:ext cx="1371600" cy="338554"/>
            </a:xfrm>
            <a:prstGeom prst="rect">
              <a:avLst/>
            </a:prstGeom>
            <a:noFill/>
            <a:ln>
              <a:solidFill>
                <a:schemeClr val="accent1">
                  <a:shade val="50000"/>
                </a:schemeClr>
              </a:solidFill>
            </a:ln>
          </p:spPr>
          <p:txBody>
            <a:bodyPr wrap="none" rtlCol="0">
              <a:noAutofit/>
            </a:bodyPr>
            <a:lstStyle/>
            <a:p>
              <a:pPr algn="ctr" rtl="0"/>
              <a:r>
                <a:rPr lang="pt-BR" sz="1350" dirty="0"/>
                <a:t>Mary Major</a:t>
              </a:r>
              <a:endParaRPr lang="en-US" sz="135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0" name="TextBox 89">
              <a:extLst>
                <a:ext uri="{FF2B5EF4-FFF2-40B4-BE49-F238E27FC236}">
                  <a16:creationId xmlns:a16="http://schemas.microsoft.com/office/drawing/2014/main" id="{B15377B5-5BD5-4243-9C7F-A8CAF31FC406}"/>
                </a:ext>
              </a:extLst>
            </p:cNvPr>
            <p:cNvSpPr txBox="1"/>
            <p:nvPr/>
          </p:nvSpPr>
          <p:spPr>
            <a:xfrm>
              <a:off x="8583268" y="4745333"/>
              <a:ext cx="1371600" cy="338554"/>
            </a:xfrm>
            <a:prstGeom prst="rect">
              <a:avLst/>
            </a:prstGeom>
            <a:noFill/>
            <a:ln>
              <a:solidFill>
                <a:schemeClr val="accent1">
                  <a:shade val="50000"/>
                </a:schemeClr>
              </a:solidFill>
            </a:ln>
          </p:spPr>
          <p:txBody>
            <a:bodyPr wrap="none" rtlCol="0">
              <a:noAutofit/>
            </a:bodyPr>
            <a:lstStyle/>
            <a:p>
              <a:pPr algn="ctr" rtl="0"/>
              <a:r>
                <a:rPr lang="pt-BR" sz="1350" dirty="0"/>
                <a:t>Richard </a:t>
              </a:r>
              <a:r>
                <a:rPr lang="pt-BR" sz="1350" dirty="0" err="1"/>
                <a:t>Roe</a:t>
              </a:r>
              <a:endParaRPr lang="en-US" sz="135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2" name="TextBox 91">
              <a:extLst>
                <a:ext uri="{FF2B5EF4-FFF2-40B4-BE49-F238E27FC236}">
                  <a16:creationId xmlns:a16="http://schemas.microsoft.com/office/drawing/2014/main" id="{1DB72958-4F4B-7C4D-B96D-CC83925EE0A3}"/>
                </a:ext>
              </a:extLst>
            </p:cNvPr>
            <p:cNvSpPr txBox="1"/>
            <p:nvPr/>
          </p:nvSpPr>
          <p:spPr>
            <a:xfrm>
              <a:off x="10322756" y="3549818"/>
              <a:ext cx="1371600" cy="338554"/>
            </a:xfrm>
            <a:prstGeom prst="rect">
              <a:avLst/>
            </a:prstGeom>
            <a:noFill/>
            <a:ln>
              <a:solidFill>
                <a:schemeClr val="accent1">
                  <a:shade val="50000"/>
                </a:schemeClr>
              </a:solidFill>
            </a:ln>
          </p:spPr>
          <p:txBody>
            <a:bodyPr wrap="none" rtlCol="0">
              <a:noAutofit/>
            </a:bodyPr>
            <a:lstStyle/>
            <a:p>
              <a:pPr algn="ctr" rtl="0"/>
              <a:r>
                <a:rPr lang="pt-BR" sz="1350"/>
                <a:t>Zhang Wei</a:t>
              </a:r>
              <a:endParaRPr lang="en-US" sz="135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3" name="TextBox 92">
              <a:extLst>
                <a:ext uri="{FF2B5EF4-FFF2-40B4-BE49-F238E27FC236}">
                  <a16:creationId xmlns:a16="http://schemas.microsoft.com/office/drawing/2014/main" id="{1076B15C-8D15-A743-84AA-4593084C771F}"/>
                </a:ext>
              </a:extLst>
            </p:cNvPr>
            <p:cNvSpPr txBox="1"/>
            <p:nvPr/>
          </p:nvSpPr>
          <p:spPr>
            <a:xfrm>
              <a:off x="10322756" y="4131346"/>
              <a:ext cx="1371600" cy="338554"/>
            </a:xfrm>
            <a:prstGeom prst="rect">
              <a:avLst/>
            </a:prstGeom>
            <a:noFill/>
            <a:ln>
              <a:solidFill>
                <a:schemeClr val="accent1">
                  <a:shade val="50000"/>
                </a:schemeClr>
              </a:solidFill>
            </a:ln>
          </p:spPr>
          <p:txBody>
            <a:bodyPr wrap="none" rtlCol="0">
              <a:noAutofit/>
            </a:bodyPr>
            <a:lstStyle/>
            <a:p>
              <a:pPr algn="ctr" rtl="0"/>
              <a:r>
                <a:rPr lang="pt-BR" sz="1350"/>
                <a:t>John Stiles</a:t>
              </a:r>
              <a:endParaRPr lang="en-US" sz="135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4" name="TextBox 93">
              <a:extLst>
                <a:ext uri="{FF2B5EF4-FFF2-40B4-BE49-F238E27FC236}">
                  <a16:creationId xmlns:a16="http://schemas.microsoft.com/office/drawing/2014/main" id="{CBCE4D4F-85FF-6E41-8AE8-D274F5C5A75D}"/>
                </a:ext>
              </a:extLst>
            </p:cNvPr>
            <p:cNvSpPr txBox="1"/>
            <p:nvPr/>
          </p:nvSpPr>
          <p:spPr>
            <a:xfrm>
              <a:off x="10322756" y="4745333"/>
              <a:ext cx="1371600" cy="338554"/>
            </a:xfrm>
            <a:prstGeom prst="rect">
              <a:avLst/>
            </a:prstGeom>
            <a:noFill/>
            <a:ln>
              <a:solidFill>
                <a:schemeClr val="accent1">
                  <a:shade val="50000"/>
                </a:schemeClr>
              </a:solidFill>
            </a:ln>
          </p:spPr>
          <p:txBody>
            <a:bodyPr wrap="none" rtlCol="0">
              <a:noAutofit/>
            </a:bodyPr>
            <a:lstStyle/>
            <a:p>
              <a:pPr algn="ctr" rtl="0"/>
              <a:r>
                <a:rPr lang="pt-BR" sz="1350"/>
                <a:t>Li Juan</a:t>
              </a:r>
              <a:endParaRPr lang="en-US" sz="135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5" name="TextBox 94">
              <a:extLst>
                <a:ext uri="{FF2B5EF4-FFF2-40B4-BE49-F238E27FC236}">
                  <a16:creationId xmlns:a16="http://schemas.microsoft.com/office/drawing/2014/main" id="{41009256-AF7B-3D44-A977-041B3A1ECCFE}"/>
                </a:ext>
              </a:extLst>
            </p:cNvPr>
            <p:cNvSpPr txBox="1"/>
            <p:nvPr/>
          </p:nvSpPr>
          <p:spPr>
            <a:xfrm>
              <a:off x="8392000" y="2750456"/>
              <a:ext cx="1749013" cy="615553"/>
            </a:xfrm>
            <a:prstGeom prst="rect">
              <a:avLst/>
            </a:prstGeom>
            <a:solidFill>
              <a:schemeClr val="accent5">
                <a:lumMod val="20000"/>
                <a:lumOff val="80000"/>
              </a:schemeClr>
            </a:solidFill>
            <a:ln>
              <a:solidFill>
                <a:schemeClr val="accent1">
                  <a:shade val="50000"/>
                </a:schemeClr>
              </a:solidFill>
            </a:ln>
          </p:spPr>
          <p:txBody>
            <a:bodyPr wrap="square" rtlCol="0">
              <a:spAutoFit/>
            </a:bodyPr>
            <a:lstStyle/>
            <a:p>
              <a:pPr algn="ctr" rtl="0"/>
              <a:r>
                <a:rPr lang="pt-BR" sz="1200" dirty="0">
                  <a:latin typeface="Amazon Ember Light" panose="020B0403020204020204" pitchFamily="34" charset="0"/>
                  <a:ea typeface="Amazon Ember Light" panose="020B0403020204020204" pitchFamily="34" charset="0"/>
                  <a:cs typeface="Amazon Ember Light" panose="020B0403020204020204" pitchFamily="34" charset="0"/>
                </a:rPr>
                <a:t>Grupo do IAM: </a:t>
              </a:r>
              <a:r>
                <a:rPr lang="pt-BR" sz="1200" b="1" dirty="0">
                  <a:latin typeface="Amazon Ember Light" panose="020B0403020204020204" pitchFamily="34" charset="0"/>
                  <a:ea typeface="Amazon Ember Light" panose="020B0403020204020204" pitchFamily="34" charset="0"/>
                  <a:cs typeface="Amazon Ember Light" panose="020B0403020204020204" pitchFamily="34" charset="0"/>
                </a:rPr>
                <a:t>desenvolvedores</a:t>
              </a:r>
              <a:endParaRPr lang="en-US" sz="12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6" name="TextBox 95">
              <a:extLst>
                <a:ext uri="{FF2B5EF4-FFF2-40B4-BE49-F238E27FC236}">
                  <a16:creationId xmlns:a16="http://schemas.microsoft.com/office/drawing/2014/main" id="{EF0686A0-B84D-7742-A828-762096AC8EE0}"/>
                </a:ext>
              </a:extLst>
            </p:cNvPr>
            <p:cNvSpPr txBox="1"/>
            <p:nvPr/>
          </p:nvSpPr>
          <p:spPr>
            <a:xfrm>
              <a:off x="10260138" y="2750456"/>
              <a:ext cx="1504957" cy="615553"/>
            </a:xfrm>
            <a:prstGeom prst="rect">
              <a:avLst/>
            </a:prstGeom>
            <a:solidFill>
              <a:schemeClr val="accent5">
                <a:lumMod val="20000"/>
                <a:lumOff val="80000"/>
              </a:schemeClr>
            </a:solidFill>
            <a:ln>
              <a:solidFill>
                <a:schemeClr val="accent1">
                  <a:shade val="50000"/>
                </a:schemeClr>
              </a:solidFill>
            </a:ln>
          </p:spPr>
          <p:txBody>
            <a:bodyPr wrap="square" rtlCol="0">
              <a:spAutoFit/>
            </a:bodyPr>
            <a:lstStyle/>
            <a:p>
              <a:pPr algn="ctr" rtl="0"/>
              <a:r>
                <a:rPr lang="pt-BR" sz="1200" dirty="0">
                  <a:latin typeface="Amazon Ember Light" panose="020B0403020204020204" pitchFamily="34" charset="0"/>
                  <a:ea typeface="Amazon Ember Light" panose="020B0403020204020204" pitchFamily="34" charset="0"/>
                  <a:cs typeface="Amazon Ember Light" panose="020B0403020204020204" pitchFamily="34" charset="0"/>
                </a:rPr>
                <a:t>Grupo do IAM: </a:t>
              </a:r>
              <a:r>
                <a:rPr lang="pt-BR" sz="1200" b="1" dirty="0">
                  <a:latin typeface="Amazon Ember Light" panose="020B0403020204020204" pitchFamily="34" charset="0"/>
                  <a:ea typeface="Amazon Ember Light" panose="020B0403020204020204" pitchFamily="34" charset="0"/>
                  <a:cs typeface="Amazon Ember Light" panose="020B0403020204020204" pitchFamily="34" charset="0"/>
                </a:rPr>
                <a:t>testadores</a:t>
              </a:r>
              <a:endParaRPr lang="en-US" sz="12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cxnSp>
          <p:nvCxnSpPr>
            <p:cNvPr id="19" name="Straight Connector 18">
              <a:extLst>
                <a:ext uri="{FF2B5EF4-FFF2-40B4-BE49-F238E27FC236}">
                  <a16:creationId xmlns:a16="http://schemas.microsoft.com/office/drawing/2014/main" id="{6B6949D7-98F2-434C-8A28-DED29B9A0562}"/>
                </a:ext>
              </a:extLst>
            </p:cNvPr>
            <p:cNvCxnSpPr>
              <a:stCxn id="17" idx="2"/>
              <a:endCxn id="85" idx="0"/>
            </p:cNvCxnSpPr>
            <p:nvPr/>
          </p:nvCxnSpPr>
          <p:spPr>
            <a:xfrm>
              <a:off x="7479357" y="3366010"/>
              <a:ext cx="3729" cy="1839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8958F31-FD0C-E241-AA1D-ECB3FA86560D}"/>
                </a:ext>
              </a:extLst>
            </p:cNvPr>
            <p:cNvCxnSpPr>
              <a:stCxn id="95" idx="2"/>
              <a:endCxn id="88" idx="0"/>
            </p:cNvCxnSpPr>
            <p:nvPr/>
          </p:nvCxnSpPr>
          <p:spPr>
            <a:xfrm>
              <a:off x="9266507" y="3366010"/>
              <a:ext cx="2561" cy="1838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ACBB058-9A07-884F-A855-21B10309BDE9}"/>
                </a:ext>
              </a:extLst>
            </p:cNvPr>
            <p:cNvCxnSpPr>
              <a:stCxn id="96" idx="2"/>
              <a:endCxn id="92" idx="0"/>
            </p:cNvCxnSpPr>
            <p:nvPr/>
          </p:nvCxnSpPr>
          <p:spPr>
            <a:xfrm flipH="1">
              <a:off x="11008556" y="3366010"/>
              <a:ext cx="4060" cy="183808"/>
            </a:xfrm>
            <a:prstGeom prst="line">
              <a:avLst/>
            </a:prstGeom>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9406723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6A01E8-560D-0148-9E8E-78BC8FCAAF43}"/>
              </a:ext>
            </a:extLst>
          </p:cNvPr>
          <p:cNvSpPr>
            <a:spLocks noGrp="1"/>
          </p:cNvSpPr>
          <p:nvPr>
            <p:ph type="title"/>
          </p:nvPr>
        </p:nvSpPr>
        <p:spPr/>
        <p:txBody>
          <a:bodyPr rtlCol="0"/>
          <a:lstStyle/>
          <a:p>
            <a:pPr rtl="0"/>
            <a:r>
              <a:rPr lang="pt-BR" dirty="0"/>
              <a:t>Funções do IAM</a:t>
            </a:r>
          </a:p>
        </p:txBody>
      </p:sp>
      <p:sp>
        <p:nvSpPr>
          <p:cNvPr id="8" name="Content Placeholder 7">
            <a:extLst>
              <a:ext uri="{FF2B5EF4-FFF2-40B4-BE49-F238E27FC236}">
                <a16:creationId xmlns:a16="http://schemas.microsoft.com/office/drawing/2014/main" id="{63B2245D-7705-9A4B-BDC7-EB3E2743BD57}"/>
              </a:ext>
            </a:extLst>
          </p:cNvPr>
          <p:cNvSpPr>
            <a:spLocks noGrp="1"/>
          </p:cNvSpPr>
          <p:nvPr>
            <p:ph idx="1"/>
          </p:nvPr>
        </p:nvSpPr>
        <p:spPr>
          <a:xfrm>
            <a:off x="817418" y="1450109"/>
            <a:ext cx="7446472" cy="4527781"/>
          </a:xfrm>
        </p:spPr>
        <p:txBody>
          <a:bodyPr rtlCol="0">
            <a:normAutofit lnSpcReduction="10000"/>
          </a:bodyPr>
          <a:lstStyle/>
          <a:p>
            <a:pPr rtl="0"/>
            <a:r>
              <a:rPr lang="pt-BR" sz="1800" spc="-23" dirty="0">
                <a:solidFill>
                  <a:schemeClr val="tx1">
                    <a:lumMod val="85000"/>
                    <a:lumOff val="15000"/>
                  </a:schemeClr>
                </a:solidFill>
              </a:rPr>
              <a:t>Uma </a:t>
            </a:r>
            <a:r>
              <a:rPr lang="pt-BR" sz="1800" b="1" spc="-23" dirty="0">
                <a:solidFill>
                  <a:schemeClr val="tx1">
                    <a:lumMod val="85000"/>
                    <a:lumOff val="15000"/>
                  </a:schemeClr>
                </a:solidFill>
              </a:rPr>
              <a:t>função do IAM </a:t>
            </a:r>
            <a:r>
              <a:rPr lang="pt-BR" sz="1800" spc="-23" dirty="0">
                <a:solidFill>
                  <a:schemeClr val="tx1">
                    <a:lumMod val="85000"/>
                    <a:lumOff val="15000"/>
                  </a:schemeClr>
                </a:solidFill>
              </a:rPr>
              <a:t>é uma identidade do IAM com permissões específicas</a:t>
            </a:r>
          </a:p>
          <a:p>
            <a:pPr rtl="0"/>
            <a:r>
              <a:rPr lang="pt-BR" sz="1800" spc="-23" dirty="0">
                <a:solidFill>
                  <a:schemeClr val="tx1">
                    <a:lumMod val="85000"/>
                    <a:lumOff val="15000"/>
                  </a:schemeClr>
                </a:solidFill>
              </a:rPr>
              <a:t>Semelhante a um usuário do IAM</a:t>
            </a:r>
          </a:p>
          <a:p>
            <a:pPr lvl="1" rtl="0"/>
            <a:r>
              <a:rPr lang="pt-BR" sz="1600" spc="-23" dirty="0"/>
              <a:t>Anexe políticas de permissões a ela</a:t>
            </a:r>
          </a:p>
          <a:p>
            <a:pPr rtl="0"/>
            <a:r>
              <a:rPr lang="pt-BR" sz="1800" spc="-23" dirty="0">
                <a:solidFill>
                  <a:schemeClr val="tx1">
                    <a:lumMod val="85000"/>
                    <a:lumOff val="15000"/>
                  </a:schemeClr>
                </a:solidFill>
              </a:rPr>
              <a:t>Diferente de um usuário do IAM </a:t>
            </a:r>
          </a:p>
          <a:p>
            <a:pPr lvl="1" rtl="0"/>
            <a:r>
              <a:rPr lang="pt-BR" sz="1600" spc="-23" dirty="0"/>
              <a:t>Não associada exclusivamente a uma pessoa</a:t>
            </a:r>
          </a:p>
          <a:p>
            <a:pPr lvl="1" rtl="0"/>
            <a:r>
              <a:rPr lang="pt-BR" sz="1600" spc="-23" dirty="0"/>
              <a:t>Destinada a ser </a:t>
            </a:r>
            <a:r>
              <a:rPr lang="pt-BR" sz="1600" spc="-23" dirty="0">
                <a:solidFill>
                  <a:schemeClr val="accent6"/>
                </a:solidFill>
              </a:rPr>
              <a:t>assumida</a:t>
            </a:r>
            <a:r>
              <a:rPr lang="pt-BR" sz="1600" spc="-23" dirty="0"/>
              <a:t> por uma </a:t>
            </a:r>
            <a:r>
              <a:rPr lang="pt-BR" sz="1600" b="1" spc="-23" dirty="0">
                <a:solidFill>
                  <a:schemeClr val="tx1">
                    <a:lumMod val="85000"/>
                    <a:lumOff val="15000"/>
                  </a:schemeClr>
                </a:solidFill>
              </a:rPr>
              <a:t>pessoa</a:t>
            </a:r>
            <a:r>
              <a:rPr lang="pt-BR" sz="1600" spc="-23" dirty="0"/>
              <a:t>, um </a:t>
            </a:r>
            <a:r>
              <a:rPr lang="pt-BR" sz="1600" b="1" spc="-23" dirty="0">
                <a:solidFill>
                  <a:schemeClr val="tx1">
                    <a:lumMod val="85000"/>
                    <a:lumOff val="15000"/>
                  </a:schemeClr>
                </a:solidFill>
              </a:rPr>
              <a:t>aplicativo</a:t>
            </a:r>
            <a:r>
              <a:rPr lang="pt-BR" sz="1600" spc="-23" dirty="0"/>
              <a:t> ou um </a:t>
            </a:r>
            <a:r>
              <a:rPr lang="pt-BR" sz="1600" b="1" spc="-23" dirty="0">
                <a:solidFill>
                  <a:schemeClr val="tx1">
                    <a:lumMod val="85000"/>
                    <a:lumOff val="15000"/>
                  </a:schemeClr>
                </a:solidFill>
              </a:rPr>
              <a:t>serviço</a:t>
            </a:r>
            <a:endParaRPr lang="en-US" spc="-23" dirty="0">
              <a:solidFill>
                <a:schemeClr val="tx1">
                  <a:lumMod val="85000"/>
                  <a:lumOff val="15000"/>
                </a:schemeClr>
              </a:solidFill>
            </a:endParaRPr>
          </a:p>
          <a:p>
            <a:pPr rtl="0"/>
            <a:r>
              <a:rPr lang="pt-BR" sz="1800" spc="-23" dirty="0">
                <a:solidFill>
                  <a:schemeClr val="tx1">
                    <a:lumMod val="85000"/>
                    <a:lumOff val="15000"/>
                  </a:schemeClr>
                </a:solidFill>
              </a:rPr>
              <a:t>A função fornece credenciais de segurança</a:t>
            </a:r>
            <a:r>
              <a:rPr lang="pt-BR" sz="1800" spc="-23" dirty="0"/>
              <a:t> </a:t>
            </a:r>
            <a:r>
              <a:rPr lang="pt-BR" sz="1800" spc="-23" dirty="0">
                <a:solidFill>
                  <a:schemeClr val="accent6"/>
                </a:solidFill>
              </a:rPr>
              <a:t>temporárias </a:t>
            </a:r>
          </a:p>
          <a:p>
            <a:pPr rtl="0"/>
            <a:r>
              <a:rPr lang="pt-BR" sz="1800" spc="-23" dirty="0">
                <a:solidFill>
                  <a:schemeClr val="tx1">
                    <a:lumMod val="85000"/>
                    <a:lumOff val="15000"/>
                  </a:schemeClr>
                </a:solidFill>
              </a:rPr>
              <a:t>Exemplos de como as funções do IAM são usadas para </a:t>
            </a:r>
            <a:r>
              <a:rPr lang="pt-BR" sz="1800" b="1" spc="-23" dirty="0">
                <a:solidFill>
                  <a:schemeClr val="tx1">
                    <a:lumMod val="85000"/>
                    <a:lumOff val="15000"/>
                  </a:schemeClr>
                </a:solidFill>
              </a:rPr>
              <a:t>delegar</a:t>
            </a:r>
            <a:r>
              <a:rPr lang="pt-BR" sz="1800" spc="-23" dirty="0">
                <a:solidFill>
                  <a:schemeClr val="tx1">
                    <a:lumMod val="85000"/>
                    <a:lumOff val="15000"/>
                  </a:schemeClr>
                </a:solidFill>
              </a:rPr>
              <a:t> acesso – </a:t>
            </a:r>
          </a:p>
          <a:p>
            <a:pPr lvl="1" rtl="0"/>
            <a:r>
              <a:rPr lang="pt-BR" sz="1600" spc="-23" dirty="0"/>
              <a:t>Usada por um usuário do IAM na mesma conta da AWS que a função </a:t>
            </a:r>
          </a:p>
          <a:p>
            <a:pPr lvl="1" rtl="0"/>
            <a:r>
              <a:rPr lang="pt-BR" sz="1600" spc="-23" dirty="0"/>
              <a:t>Usada por um serviço da AWS, como o </a:t>
            </a:r>
            <a:r>
              <a:rPr lang="pt-BR" sz="1600" spc="-23" dirty="0" err="1"/>
              <a:t>Amazon</a:t>
            </a:r>
            <a:r>
              <a:rPr lang="pt-BR" sz="1600" spc="-23" dirty="0"/>
              <a:t> EC2, na mesma conta que a função</a:t>
            </a:r>
          </a:p>
          <a:p>
            <a:pPr lvl="1" rtl="0"/>
            <a:r>
              <a:rPr lang="pt-BR" sz="1600" spc="-23" dirty="0"/>
              <a:t>Usada por um usuário do IAM em uma conta da AWS diferente da função</a:t>
            </a:r>
          </a:p>
        </p:txBody>
      </p:sp>
      <p:sp>
        <p:nvSpPr>
          <p:cNvPr id="6" name="Footer Placeholder 5">
            <a:extLst>
              <a:ext uri="{FF2B5EF4-FFF2-40B4-BE49-F238E27FC236}">
                <a16:creationId xmlns:a16="http://schemas.microsoft.com/office/drawing/2014/main" id="{364B904C-A3A8-1940-A0C4-FFEE9A2B6486}"/>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4" name="Slide Number Placeholder 3">
            <a:extLst>
              <a:ext uri="{FF2B5EF4-FFF2-40B4-BE49-F238E27FC236}">
                <a16:creationId xmlns:a16="http://schemas.microsoft.com/office/drawing/2014/main" id="{7AA5159F-880E-4146-A937-036EDCACD017}"/>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49</a:t>
            </a:fld>
            <a:endParaRPr lang="en-US" dirty="0"/>
          </a:p>
        </p:txBody>
      </p:sp>
      <p:pic>
        <p:nvPicPr>
          <p:cNvPr id="9" name="Graphic 8">
            <a:extLst>
              <a:ext uri="{FF2B5EF4-FFF2-40B4-BE49-F238E27FC236}">
                <a16:creationId xmlns:a16="http://schemas.microsoft.com/office/drawing/2014/main" id="{D465B365-4F51-444B-99E8-8936E75A5F5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11820" y="2133477"/>
            <a:ext cx="746061" cy="746061"/>
          </a:xfrm>
          <a:prstGeom prst="rect">
            <a:avLst/>
          </a:prstGeom>
        </p:spPr>
      </p:pic>
      <p:sp>
        <p:nvSpPr>
          <p:cNvPr id="10" name="TextBox 9">
            <a:extLst>
              <a:ext uri="{FF2B5EF4-FFF2-40B4-BE49-F238E27FC236}">
                <a16:creationId xmlns:a16="http://schemas.microsoft.com/office/drawing/2014/main" id="{39650093-E147-004A-A7E4-AD0571DA1596}"/>
              </a:ext>
            </a:extLst>
          </p:cNvPr>
          <p:cNvSpPr txBox="1"/>
          <p:nvPr/>
        </p:nvSpPr>
        <p:spPr>
          <a:xfrm>
            <a:off x="7508531" y="2783246"/>
            <a:ext cx="1178269" cy="461665"/>
          </a:xfrm>
          <a:prstGeom prst="rect">
            <a:avLst/>
          </a:prstGeom>
          <a:noFill/>
        </p:spPr>
        <p:txBody>
          <a:bodyPr wrap="square" rtlCol="0">
            <a:spAutoFit/>
          </a:bodyPr>
          <a:lstStyle/>
          <a:p>
            <a:pPr algn="ctr" rtl="0"/>
            <a:r>
              <a:rPr lang="pt-BR" sz="1200" b="1" dirty="0"/>
              <a:t>Função do IAM</a:t>
            </a:r>
          </a:p>
        </p:txBody>
      </p:sp>
    </p:spTree>
    <p:custDataLst>
      <p:tags r:id="rId1"/>
    </p:custDataLst>
    <p:extLst>
      <p:ext uri="{BB962C8B-B14F-4D97-AF65-F5344CB8AC3E}">
        <p14:creationId xmlns:p14="http://schemas.microsoft.com/office/powerpoint/2010/main" val="31827860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0B966-2A75-3441-A3F3-744B043BF4AE}"/>
              </a:ext>
            </a:extLst>
          </p:cNvPr>
          <p:cNvSpPr>
            <a:spLocks noGrp="1"/>
          </p:cNvSpPr>
          <p:nvPr>
            <p:ph type="title"/>
          </p:nvPr>
        </p:nvSpPr>
        <p:spPr/>
        <p:txBody>
          <a:bodyPr rtlCol="0"/>
          <a:lstStyle/>
          <a:p>
            <a:pPr rtl="0"/>
            <a:r>
              <a:rPr lang="pt-BR"/>
              <a:t>Exemplo de uso de uma função do IAM</a:t>
            </a:r>
          </a:p>
        </p:txBody>
      </p:sp>
      <p:sp>
        <p:nvSpPr>
          <p:cNvPr id="3" name="Content Placeholder 2">
            <a:extLst>
              <a:ext uri="{FF2B5EF4-FFF2-40B4-BE49-F238E27FC236}">
                <a16:creationId xmlns:a16="http://schemas.microsoft.com/office/drawing/2014/main" id="{C42A5133-5791-384E-8F8A-B3FBDC54F030}"/>
              </a:ext>
            </a:extLst>
          </p:cNvPr>
          <p:cNvSpPr>
            <a:spLocks noGrp="1"/>
          </p:cNvSpPr>
          <p:nvPr>
            <p:ph idx="1"/>
          </p:nvPr>
        </p:nvSpPr>
        <p:spPr>
          <a:xfrm>
            <a:off x="419100" y="1325880"/>
            <a:ext cx="3802011" cy="4732019"/>
          </a:xfrm>
        </p:spPr>
        <p:txBody>
          <a:bodyPr rtlCol="0">
            <a:normAutofit/>
          </a:bodyPr>
          <a:lstStyle/>
          <a:p>
            <a:pPr marL="0" indent="0">
              <a:buNone/>
            </a:pPr>
            <a:r>
              <a:rPr lang="pt-BR" sz="2000" b="1" dirty="0">
                <a:solidFill>
                  <a:schemeClr val="tx1">
                    <a:lumMod val="85000"/>
                    <a:lumOff val="15000"/>
                  </a:schemeClr>
                </a:solidFill>
              </a:rPr>
              <a:t>Cenário</a:t>
            </a:r>
            <a:r>
              <a:rPr lang="pt-BR" sz="2000" dirty="0">
                <a:solidFill>
                  <a:schemeClr val="tx1">
                    <a:lumMod val="85000"/>
                    <a:lumOff val="15000"/>
                  </a:schemeClr>
                </a:solidFill>
              </a:rPr>
              <a:t>: </a:t>
            </a:r>
          </a:p>
          <a:p>
            <a:pPr rtl="0"/>
            <a:r>
              <a:rPr lang="pt-BR" sz="1400" dirty="0">
                <a:solidFill>
                  <a:schemeClr val="tx1">
                    <a:lumMod val="85000"/>
                    <a:lumOff val="15000"/>
                  </a:schemeClr>
                </a:solidFill>
              </a:rPr>
              <a:t>Um aplicativo executado em uma instância do EC2 precisa de acesso a um </a:t>
            </a:r>
            <a:r>
              <a:rPr lang="pt-BR" sz="1400" dirty="0" err="1">
                <a:solidFill>
                  <a:schemeClr val="tx1">
                    <a:lumMod val="85000"/>
                    <a:lumOff val="15000"/>
                  </a:schemeClr>
                </a:solidFill>
              </a:rPr>
              <a:t>bucket</a:t>
            </a:r>
            <a:r>
              <a:rPr lang="pt-BR" sz="1400" dirty="0">
                <a:solidFill>
                  <a:schemeClr val="tx1">
                    <a:lumMod val="85000"/>
                    <a:lumOff val="15000"/>
                  </a:schemeClr>
                </a:solidFill>
              </a:rPr>
              <a:t> do S3</a:t>
            </a:r>
          </a:p>
          <a:p>
            <a:pPr marL="0" indent="0">
              <a:buNone/>
            </a:pPr>
            <a:endParaRPr lang="en-US" sz="2000" dirty="0"/>
          </a:p>
          <a:p>
            <a:pPr marL="0" indent="0">
              <a:buNone/>
            </a:pPr>
            <a:r>
              <a:rPr lang="pt-BR" sz="2000" b="1" dirty="0">
                <a:solidFill>
                  <a:schemeClr val="accent6"/>
                </a:solidFill>
              </a:rPr>
              <a:t>Solução</a:t>
            </a:r>
            <a:r>
              <a:rPr lang="pt-BR" sz="2000" dirty="0"/>
              <a:t>:</a:t>
            </a:r>
          </a:p>
          <a:p>
            <a:pPr rtl="0"/>
            <a:r>
              <a:rPr lang="pt-BR" sz="1400" dirty="0">
                <a:solidFill>
                  <a:schemeClr val="tx1">
                    <a:lumMod val="85000"/>
                    <a:lumOff val="15000"/>
                  </a:schemeClr>
                </a:solidFill>
              </a:rPr>
              <a:t>Defina uma política do IAM que conceda acesso ao </a:t>
            </a:r>
            <a:r>
              <a:rPr lang="pt-BR" sz="1400" dirty="0" err="1">
                <a:solidFill>
                  <a:schemeClr val="tx1">
                    <a:lumMod val="85000"/>
                    <a:lumOff val="15000"/>
                  </a:schemeClr>
                </a:solidFill>
              </a:rPr>
              <a:t>bucket</a:t>
            </a:r>
            <a:r>
              <a:rPr lang="pt-BR" sz="1400" dirty="0">
                <a:solidFill>
                  <a:schemeClr val="tx1">
                    <a:lumMod val="85000"/>
                    <a:lumOff val="15000"/>
                  </a:schemeClr>
                </a:solidFill>
              </a:rPr>
              <a:t> do S3.</a:t>
            </a:r>
            <a:endParaRPr lang="en-US" sz="1400" dirty="0">
              <a:solidFill>
                <a:schemeClr val="tx1">
                  <a:lumMod val="85000"/>
                  <a:lumOff val="15000"/>
                </a:schemeClr>
              </a:solidFill>
            </a:endParaRPr>
          </a:p>
          <a:p>
            <a:pPr rtl="0"/>
            <a:r>
              <a:rPr lang="pt-BR" sz="1400" dirty="0">
                <a:solidFill>
                  <a:schemeClr val="tx1">
                    <a:lumMod val="85000"/>
                    <a:lumOff val="15000"/>
                  </a:schemeClr>
                </a:solidFill>
              </a:rPr>
              <a:t>Anexe a política a uma função</a:t>
            </a:r>
          </a:p>
          <a:p>
            <a:pPr rtl="0"/>
            <a:r>
              <a:rPr lang="pt-BR" sz="1400" dirty="0">
                <a:solidFill>
                  <a:schemeClr val="tx1">
                    <a:lumMod val="85000"/>
                    <a:lumOff val="15000"/>
                  </a:schemeClr>
                </a:solidFill>
              </a:rPr>
              <a:t>Permita que a instância do EC2 assuma </a:t>
            </a:r>
            <a:br>
              <a:rPr lang="pt-BR" sz="1400" dirty="0">
                <a:solidFill>
                  <a:schemeClr val="tx1">
                    <a:lumMod val="85000"/>
                    <a:lumOff val="15000"/>
                  </a:schemeClr>
                </a:solidFill>
              </a:rPr>
            </a:br>
            <a:r>
              <a:rPr lang="pt-BR" sz="1400" dirty="0">
                <a:solidFill>
                  <a:schemeClr val="tx1">
                    <a:lumMod val="85000"/>
                    <a:lumOff val="15000"/>
                  </a:schemeClr>
                </a:solidFill>
              </a:rPr>
              <a:t>a função</a:t>
            </a:r>
          </a:p>
          <a:p>
            <a:pPr marL="0" indent="0">
              <a:buNone/>
            </a:pPr>
            <a:endParaRPr lang="en-US" sz="1400" dirty="0"/>
          </a:p>
        </p:txBody>
      </p:sp>
      <p:sp>
        <p:nvSpPr>
          <p:cNvPr id="5" name="Footer Placeholder 4">
            <a:extLst>
              <a:ext uri="{FF2B5EF4-FFF2-40B4-BE49-F238E27FC236}">
                <a16:creationId xmlns:a16="http://schemas.microsoft.com/office/drawing/2014/main" id="{7E765553-71A1-934D-9CED-1AE8776E6388}"/>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4" name="Slide Number Placeholder 3">
            <a:extLst>
              <a:ext uri="{FF2B5EF4-FFF2-40B4-BE49-F238E27FC236}">
                <a16:creationId xmlns:a16="http://schemas.microsoft.com/office/drawing/2014/main" id="{F3C3E2C2-D781-D342-BF87-1DAE86B96FD1}"/>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50</a:t>
            </a:fld>
            <a:endParaRPr lang="en-US" dirty="0"/>
          </a:p>
        </p:txBody>
      </p:sp>
      <p:grpSp>
        <p:nvGrpSpPr>
          <p:cNvPr id="7" name="Group 6" descr="diagram shows an IAM policy attached to an IAM role which is in turn attached to an EC2 instance running an application. The application must access an S3 bucket, and it can, because of the attached permissions.">
            <a:extLst>
              <a:ext uri="{FF2B5EF4-FFF2-40B4-BE49-F238E27FC236}">
                <a16:creationId xmlns:a16="http://schemas.microsoft.com/office/drawing/2014/main" id="{E02C5A3C-3D46-C642-BED7-A6DC7826DB6D}"/>
              </a:ext>
            </a:extLst>
          </p:cNvPr>
          <p:cNvGrpSpPr/>
          <p:nvPr/>
        </p:nvGrpSpPr>
        <p:grpSpPr>
          <a:xfrm>
            <a:off x="3883042" y="2389821"/>
            <a:ext cx="4499372" cy="3196462"/>
            <a:chOff x="4330699" y="1690841"/>
            <a:chExt cx="5999163" cy="4261949"/>
          </a:xfrm>
        </p:grpSpPr>
        <p:sp>
          <p:nvSpPr>
            <p:cNvPr id="6" name="Rectangle 5">
              <a:extLst>
                <a:ext uri="{FF2B5EF4-FFF2-40B4-BE49-F238E27FC236}">
                  <a16:creationId xmlns:a16="http://schemas.microsoft.com/office/drawing/2014/main" id="{2727BDAF-99EE-5049-93DE-8D132CF1872D}"/>
                </a:ext>
              </a:extLst>
            </p:cNvPr>
            <p:cNvSpPr/>
            <p:nvPr/>
          </p:nvSpPr>
          <p:spPr>
            <a:xfrm>
              <a:off x="4330699" y="1690841"/>
              <a:ext cx="5999163" cy="418552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2900" tIns="68580" rIns="68580" bIns="34290" numCol="1" spcCol="0" rtlCol="0" fromWordArt="0" anchor="t" anchorCtr="0" forceAA="0" compatLnSpc="1">
              <a:prstTxWarp prst="textNoShape">
                <a:avLst/>
              </a:prstTxWarp>
              <a:noAutofit/>
            </a:bodyPr>
            <a:lstStyle/>
            <a:p>
              <a:pPr algn="l" rtl="0"/>
              <a:r>
                <a:rPr lang="pt-BR" sz="1200">
                  <a:solidFill>
                    <a:sysClr val="windowText" lastClr="000000"/>
                  </a:solidFill>
                </a:rPr>
                <a:t> Nuvem AWS</a:t>
              </a:r>
            </a:p>
          </p:txBody>
        </p:sp>
        <p:pic>
          <p:nvPicPr>
            <p:cNvPr id="8" name="Graphic 7">
              <a:extLst>
                <a:ext uri="{FF2B5EF4-FFF2-40B4-BE49-F238E27FC236}">
                  <a16:creationId xmlns:a16="http://schemas.microsoft.com/office/drawing/2014/main" id="{9AACEB7D-450D-3746-A732-3D9922B7161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30699" y="1690842"/>
              <a:ext cx="384176" cy="384176"/>
            </a:xfrm>
            <a:prstGeom prst="rect">
              <a:avLst/>
            </a:prstGeom>
          </p:spPr>
        </p:pic>
        <p:pic>
          <p:nvPicPr>
            <p:cNvPr id="10" name="Graphic 9">
              <a:extLst>
                <a:ext uri="{FF2B5EF4-FFF2-40B4-BE49-F238E27FC236}">
                  <a16:creationId xmlns:a16="http://schemas.microsoft.com/office/drawing/2014/main" id="{7B05586E-94D1-9A49-A2DA-A0F76AB4FB1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76428" y="2450035"/>
              <a:ext cx="469900" cy="469900"/>
            </a:xfrm>
            <a:prstGeom prst="rect">
              <a:avLst/>
            </a:prstGeom>
          </p:spPr>
        </p:pic>
        <p:pic>
          <p:nvPicPr>
            <p:cNvPr id="11" name="Picture 10">
              <a:extLst>
                <a:ext uri="{FF2B5EF4-FFF2-40B4-BE49-F238E27FC236}">
                  <a16:creationId xmlns:a16="http://schemas.microsoft.com/office/drawing/2014/main" id="{297076F4-DA0D-AB42-9657-8515853157B5}"/>
                </a:ext>
              </a:extLst>
            </p:cNvPr>
            <p:cNvPicPr>
              <a:picLocks noChangeAspect="1"/>
            </p:cNvPicPr>
            <p:nvPr/>
          </p:nvPicPr>
          <p:blipFill>
            <a:blip r:embed="rId8"/>
            <a:stretch>
              <a:fillRect/>
            </a:stretch>
          </p:blipFill>
          <p:spPr>
            <a:xfrm>
              <a:off x="5255878" y="3001595"/>
              <a:ext cx="496301" cy="469900"/>
            </a:xfrm>
            <a:prstGeom prst="rect">
              <a:avLst/>
            </a:prstGeom>
          </p:spPr>
        </p:pic>
        <p:sp>
          <p:nvSpPr>
            <p:cNvPr id="12" name="Rectangle 11">
              <a:extLst>
                <a:ext uri="{FF2B5EF4-FFF2-40B4-BE49-F238E27FC236}">
                  <a16:creationId xmlns:a16="http://schemas.microsoft.com/office/drawing/2014/main" id="{F95CCFD2-3840-A14C-A043-496062DB193A}"/>
                </a:ext>
              </a:extLst>
            </p:cNvPr>
            <p:cNvSpPr/>
            <p:nvPr/>
          </p:nvSpPr>
          <p:spPr>
            <a:xfrm>
              <a:off x="4556269" y="2454797"/>
              <a:ext cx="2897860" cy="1158434"/>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68580" rIns="68580" bIns="34290" numCol="1" spcCol="0" rtlCol="0" fromWordArt="0" anchor="t" anchorCtr="0" forceAA="0" compatLnSpc="1">
              <a:prstTxWarp prst="textNoShape">
                <a:avLst/>
              </a:prstTxWarp>
              <a:noAutofit/>
            </a:bodyPr>
            <a:lstStyle/>
            <a:p>
              <a:pPr algn="r" rtl="0"/>
              <a:r>
                <a:rPr lang="pt-BR" sz="1200" dirty="0">
                  <a:solidFill>
                    <a:srgbClr val="5A6B86"/>
                  </a:solidFill>
                </a:rPr>
                <a:t>Instância do </a:t>
              </a:r>
              <a:r>
                <a:rPr lang="pt-BR" sz="1200" dirty="0" err="1">
                  <a:solidFill>
                    <a:srgbClr val="5A6B86"/>
                  </a:solidFill>
                </a:rPr>
                <a:t>Amazon</a:t>
              </a:r>
              <a:r>
                <a:rPr lang="pt-BR" sz="1200" dirty="0">
                  <a:solidFill>
                    <a:srgbClr val="5A6B86"/>
                  </a:solidFill>
                </a:rPr>
                <a:t> EC2</a:t>
              </a:r>
            </a:p>
          </p:txBody>
        </p:sp>
        <p:sp>
          <p:nvSpPr>
            <p:cNvPr id="13" name="TextBox 12">
              <a:extLst>
                <a:ext uri="{FF2B5EF4-FFF2-40B4-BE49-F238E27FC236}">
                  <a16:creationId xmlns:a16="http://schemas.microsoft.com/office/drawing/2014/main" id="{6F0EFA60-B864-2F49-93F5-6AC8EF19B091}"/>
                </a:ext>
              </a:extLst>
            </p:cNvPr>
            <p:cNvSpPr txBox="1"/>
            <p:nvPr/>
          </p:nvSpPr>
          <p:spPr>
            <a:xfrm>
              <a:off x="5706563" y="3062611"/>
              <a:ext cx="1063625" cy="369332"/>
            </a:xfrm>
            <a:prstGeom prst="rect">
              <a:avLst/>
            </a:prstGeom>
            <a:noFill/>
          </p:spPr>
          <p:txBody>
            <a:bodyPr wrap="none" rtlCol="0">
              <a:spAutoFit/>
            </a:bodyPr>
            <a:lstStyle/>
            <a:p>
              <a:pPr rtl="0"/>
              <a:r>
                <a:rPr lang="pt-BR" sz="1200" dirty="0">
                  <a:latin typeface="Amazon Ember Light" panose="020B0403020204020204" pitchFamily="34" charset="0"/>
                  <a:ea typeface="Amazon Ember Light" panose="020B0403020204020204" pitchFamily="34" charset="0"/>
                  <a:cs typeface="Amazon Ember Light" panose="020B0403020204020204" pitchFamily="34" charset="0"/>
                </a:rPr>
                <a:t>Aplicativo</a:t>
              </a:r>
            </a:p>
          </p:txBody>
        </p:sp>
        <p:pic>
          <p:nvPicPr>
            <p:cNvPr id="16" name="Graphic 15">
              <a:extLst>
                <a:ext uri="{FF2B5EF4-FFF2-40B4-BE49-F238E27FC236}">
                  <a16:creationId xmlns:a16="http://schemas.microsoft.com/office/drawing/2014/main" id="{7DF3A48E-C74C-304E-802A-BA0B590EE73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51785" y="2765356"/>
              <a:ext cx="635809" cy="635809"/>
            </a:xfrm>
            <a:prstGeom prst="rect">
              <a:avLst/>
            </a:prstGeom>
          </p:spPr>
        </p:pic>
        <p:sp>
          <p:nvSpPr>
            <p:cNvPr id="17" name="TextBox 16">
              <a:extLst>
                <a:ext uri="{FF2B5EF4-FFF2-40B4-BE49-F238E27FC236}">
                  <a16:creationId xmlns:a16="http://schemas.microsoft.com/office/drawing/2014/main" id="{D5A3D44E-2CDC-364E-821E-3C378E66E7E1}"/>
                </a:ext>
              </a:extLst>
            </p:cNvPr>
            <p:cNvSpPr txBox="1"/>
            <p:nvPr/>
          </p:nvSpPr>
          <p:spPr>
            <a:xfrm>
              <a:off x="8930787" y="3411275"/>
              <a:ext cx="1253485" cy="861775"/>
            </a:xfrm>
            <a:prstGeom prst="rect">
              <a:avLst/>
            </a:prstGeom>
            <a:noFill/>
          </p:spPr>
          <p:txBody>
            <a:bodyPr wrap="square" rtlCol="0">
              <a:spAutoFit/>
            </a:bodyPr>
            <a:lstStyle/>
            <a:p>
              <a:pPr algn="ctr" rtl="0"/>
              <a:r>
                <a:rPr lang="pt-BR" sz="1200" i="1" dirty="0"/>
                <a:t>Fotos </a:t>
              </a:r>
              <a:r>
                <a:rPr lang="pt-BR" sz="1200" dirty="0"/>
                <a:t>do </a:t>
              </a:r>
              <a:r>
                <a:rPr lang="pt-BR" sz="1200" dirty="0" err="1"/>
                <a:t>bucket</a:t>
              </a:r>
              <a:r>
                <a:rPr lang="pt-BR" sz="1200" dirty="0"/>
                <a:t> do </a:t>
              </a:r>
              <a:r>
                <a:rPr lang="pt-BR" sz="1200" dirty="0" err="1"/>
                <a:t>Amazon</a:t>
              </a:r>
              <a:r>
                <a:rPr lang="pt-BR" sz="1200" dirty="0"/>
                <a:t> S3</a:t>
              </a:r>
              <a:endParaRPr lang="en-US" sz="1200" dirty="0"/>
            </a:p>
          </p:txBody>
        </p:sp>
        <p:sp>
          <p:nvSpPr>
            <p:cNvPr id="18" name="TextBox 17">
              <a:extLst>
                <a:ext uri="{FF2B5EF4-FFF2-40B4-BE49-F238E27FC236}">
                  <a16:creationId xmlns:a16="http://schemas.microsoft.com/office/drawing/2014/main" id="{D350F102-2DFE-3C41-B019-24298A2D82A3}"/>
                </a:ext>
              </a:extLst>
            </p:cNvPr>
            <p:cNvSpPr txBox="1"/>
            <p:nvPr/>
          </p:nvSpPr>
          <p:spPr>
            <a:xfrm>
              <a:off x="5516019" y="4798629"/>
              <a:ext cx="1037441" cy="615553"/>
            </a:xfrm>
            <a:prstGeom prst="rect">
              <a:avLst/>
            </a:prstGeom>
            <a:noFill/>
          </p:spPr>
          <p:txBody>
            <a:bodyPr wrap="square" rtlCol="0">
              <a:spAutoFit/>
            </a:bodyPr>
            <a:lstStyle/>
            <a:p>
              <a:pPr algn="ctr" rtl="0"/>
              <a:r>
                <a:rPr lang="pt-BR" sz="1200"/>
                <a:t>Função do IAM</a:t>
              </a:r>
            </a:p>
          </p:txBody>
        </p:sp>
        <p:pic>
          <p:nvPicPr>
            <p:cNvPr id="19" name="Graphic 18">
              <a:extLst>
                <a:ext uri="{FF2B5EF4-FFF2-40B4-BE49-F238E27FC236}">
                  <a16:creationId xmlns:a16="http://schemas.microsoft.com/office/drawing/2014/main" id="{B2B56EF9-F4FF-C543-B07C-376794EB2F1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767949" y="4374529"/>
              <a:ext cx="469900" cy="469900"/>
            </a:xfrm>
            <a:prstGeom prst="rect">
              <a:avLst/>
            </a:prstGeom>
          </p:spPr>
        </p:pic>
        <p:sp>
          <p:nvSpPr>
            <p:cNvPr id="20" name="TextBox 19">
              <a:extLst>
                <a:ext uri="{FF2B5EF4-FFF2-40B4-BE49-F238E27FC236}">
                  <a16:creationId xmlns:a16="http://schemas.microsoft.com/office/drawing/2014/main" id="{29FCC8F9-5F26-5C41-888C-23A0A9917B68}"/>
                </a:ext>
              </a:extLst>
            </p:cNvPr>
            <p:cNvSpPr txBox="1"/>
            <p:nvPr/>
          </p:nvSpPr>
          <p:spPr>
            <a:xfrm>
              <a:off x="7783942" y="4844794"/>
              <a:ext cx="1809637" cy="1107996"/>
            </a:xfrm>
            <a:prstGeom prst="rect">
              <a:avLst/>
            </a:prstGeom>
            <a:noFill/>
          </p:spPr>
          <p:txBody>
            <a:bodyPr wrap="square" rtlCol="0">
              <a:spAutoFit/>
            </a:bodyPr>
            <a:lstStyle/>
            <a:p>
              <a:pPr algn="ctr" rtl="0"/>
              <a:r>
                <a:rPr lang="pt-BR" sz="1200" dirty="0"/>
                <a:t>A política do IAM </a:t>
              </a:r>
              <a:r>
                <a:rPr lang="pt-BR" sz="1200" i="1" dirty="0"/>
                <a:t>concede acesso ao </a:t>
              </a:r>
              <a:r>
                <a:rPr lang="pt-BR" sz="1200" i="1" dirty="0" err="1"/>
                <a:t>bucket</a:t>
              </a:r>
              <a:r>
                <a:rPr lang="pt-BR" sz="1200" i="1" dirty="0"/>
                <a:t> de fotos</a:t>
              </a:r>
            </a:p>
          </p:txBody>
        </p:sp>
        <p:pic>
          <p:nvPicPr>
            <p:cNvPr id="21" name="Graphic 20">
              <a:extLst>
                <a:ext uri="{FF2B5EF4-FFF2-40B4-BE49-F238E27FC236}">
                  <a16:creationId xmlns:a16="http://schemas.microsoft.com/office/drawing/2014/main" id="{5D77D14C-8EEF-2D4B-AEB6-371EF8DA1E6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439061" y="4367390"/>
              <a:ext cx="516890" cy="516890"/>
            </a:xfrm>
            <a:prstGeom prst="rect">
              <a:avLst/>
            </a:prstGeom>
          </p:spPr>
        </p:pic>
        <p:cxnSp>
          <p:nvCxnSpPr>
            <p:cNvPr id="23" name="Straight Arrow Connector 22">
              <a:extLst>
                <a:ext uri="{FF2B5EF4-FFF2-40B4-BE49-F238E27FC236}">
                  <a16:creationId xmlns:a16="http://schemas.microsoft.com/office/drawing/2014/main" id="{50AAB94B-4439-5E4C-8413-38A5ED9932BD}"/>
                </a:ext>
              </a:extLst>
            </p:cNvPr>
            <p:cNvCxnSpPr>
              <a:cxnSpLocks/>
              <a:stCxn id="19" idx="0"/>
              <a:endCxn id="12" idx="2"/>
            </p:cNvCxnSpPr>
            <p:nvPr/>
          </p:nvCxnSpPr>
          <p:spPr>
            <a:xfrm flipV="1">
              <a:off x="6002899" y="3613231"/>
              <a:ext cx="2300" cy="7612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DC0A777-4246-1B41-A581-D950A4ABE456}"/>
                </a:ext>
              </a:extLst>
            </p:cNvPr>
            <p:cNvSpPr txBox="1"/>
            <p:nvPr/>
          </p:nvSpPr>
          <p:spPr>
            <a:xfrm>
              <a:off x="6772591" y="4633946"/>
              <a:ext cx="951200" cy="369332"/>
            </a:xfrm>
            <a:prstGeom prst="rect">
              <a:avLst/>
            </a:prstGeom>
            <a:noFill/>
          </p:spPr>
          <p:txBody>
            <a:bodyPr wrap="none" rtlCol="0">
              <a:spAutoFit/>
            </a:bodyPr>
            <a:lstStyle/>
            <a:p>
              <a:pPr rtl="0"/>
              <a:r>
                <a:rPr lang="pt-BR" sz="1200">
                  <a:latin typeface="Amazon Ember Light" panose="020B0403020204020204" pitchFamily="34" charset="0"/>
                  <a:ea typeface="Amazon Ember Light" panose="020B0403020204020204" pitchFamily="34" charset="0"/>
                  <a:cs typeface="Amazon Ember Light" panose="020B0403020204020204" pitchFamily="34" charset="0"/>
                </a:rPr>
                <a:t>anexado</a:t>
              </a:r>
            </a:p>
          </p:txBody>
        </p:sp>
        <p:cxnSp>
          <p:nvCxnSpPr>
            <p:cNvPr id="26" name="Straight Arrow Connector 25">
              <a:extLst>
                <a:ext uri="{FF2B5EF4-FFF2-40B4-BE49-F238E27FC236}">
                  <a16:creationId xmlns:a16="http://schemas.microsoft.com/office/drawing/2014/main" id="{F74246FE-E7D1-7A45-A69E-1396ED45B918}"/>
                </a:ext>
              </a:extLst>
            </p:cNvPr>
            <p:cNvCxnSpPr>
              <a:cxnSpLocks/>
              <a:stCxn id="21" idx="1"/>
              <a:endCxn id="19" idx="3"/>
            </p:cNvCxnSpPr>
            <p:nvPr/>
          </p:nvCxnSpPr>
          <p:spPr>
            <a:xfrm flipH="1" flipV="1">
              <a:off x="6237849" y="4609479"/>
              <a:ext cx="2201212" cy="16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620DB683-8D83-B04B-80FA-74D244A184A0}"/>
                </a:ext>
              </a:extLst>
            </p:cNvPr>
            <p:cNvSpPr txBox="1"/>
            <p:nvPr/>
          </p:nvSpPr>
          <p:spPr>
            <a:xfrm>
              <a:off x="5958492" y="3743770"/>
              <a:ext cx="2014227" cy="615553"/>
            </a:xfrm>
            <a:prstGeom prst="rect">
              <a:avLst/>
            </a:prstGeom>
            <a:noFill/>
          </p:spPr>
          <p:txBody>
            <a:bodyPr wrap="none" rtlCol="0">
              <a:spAutoFit/>
            </a:bodyPr>
            <a:lstStyle/>
            <a:p>
              <a:pPr rtl="0"/>
              <a:r>
                <a:rPr lang="pt-BR" sz="1200">
                  <a:latin typeface="Amazon Ember Light" panose="020B0403020204020204" pitchFamily="34" charset="0"/>
                  <a:ea typeface="Amazon Ember Light" panose="020B0403020204020204" pitchFamily="34" charset="0"/>
                  <a:cs typeface="Amazon Ember Light" panose="020B0403020204020204" pitchFamily="34" charset="0"/>
                </a:rPr>
                <a:t>Função </a:t>
              </a:r>
              <a:r>
                <a:rPr lang="pt-BR" sz="1200" i="1">
                  <a:latin typeface="Amazon Ember Light" panose="020B0403020204020204" pitchFamily="34" charset="0"/>
                  <a:ea typeface="Amazon Ember Light" panose="020B0403020204020204" pitchFamily="34" charset="0"/>
                  <a:cs typeface="Amazon Ember Light" panose="020B0403020204020204" pitchFamily="34" charset="0"/>
                </a:rPr>
                <a:t>assumida</a:t>
              </a:r>
              <a:r>
                <a:rPr lang="pt-BR" sz="1200">
                  <a:latin typeface="Amazon Ember Light" panose="020B0403020204020204" pitchFamily="34" charset="0"/>
                  <a:ea typeface="Amazon Ember Light" panose="020B0403020204020204" pitchFamily="34" charset="0"/>
                  <a:cs typeface="Amazon Ember Light" panose="020B0403020204020204" pitchFamily="34" charset="0"/>
                </a:rPr>
                <a:t> por</a:t>
              </a:r>
              <a:b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br>
              <a:r>
                <a:rPr lang="pt-BR" sz="1200">
                  <a:latin typeface="Amazon Ember Light" panose="020B0403020204020204" pitchFamily="34" charset="0"/>
                  <a:ea typeface="Amazon Ember Light" panose="020B0403020204020204" pitchFamily="34" charset="0"/>
                  <a:cs typeface="Amazon Ember Light" panose="020B0403020204020204" pitchFamily="34" charset="0"/>
                </a:rPr>
                <a:t>a instância do EC2</a:t>
              </a:r>
            </a:p>
          </p:txBody>
        </p:sp>
        <p:cxnSp>
          <p:nvCxnSpPr>
            <p:cNvPr id="40" name="Straight Arrow Connector 39">
              <a:extLst>
                <a:ext uri="{FF2B5EF4-FFF2-40B4-BE49-F238E27FC236}">
                  <a16:creationId xmlns:a16="http://schemas.microsoft.com/office/drawing/2014/main" id="{77DD40B1-47CA-6847-9E3D-816C884E81B2}"/>
                </a:ext>
              </a:extLst>
            </p:cNvPr>
            <p:cNvCxnSpPr>
              <a:cxnSpLocks/>
            </p:cNvCxnSpPr>
            <p:nvPr/>
          </p:nvCxnSpPr>
          <p:spPr>
            <a:xfrm>
              <a:off x="7338455" y="3120152"/>
              <a:ext cx="169124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C9785CA-BB9A-E04A-BEA1-3105190E8662}"/>
                </a:ext>
              </a:extLst>
            </p:cNvPr>
            <p:cNvSpPr txBox="1"/>
            <p:nvPr/>
          </p:nvSpPr>
          <p:spPr>
            <a:xfrm>
              <a:off x="7449367" y="1999834"/>
              <a:ext cx="1692879" cy="1107996"/>
            </a:xfrm>
            <a:prstGeom prst="rect">
              <a:avLst/>
            </a:prstGeom>
            <a:noFill/>
          </p:spPr>
          <p:txBody>
            <a:bodyPr wrap="square" rtlCol="0">
              <a:spAutoFit/>
            </a:bodyPr>
            <a:lstStyle/>
            <a:p>
              <a:pPr rtl="0"/>
              <a:r>
                <a:rPr lang="pt-BR" sz="1200" dirty="0">
                  <a:latin typeface="Amazon Ember Light" panose="020B0403020204020204" pitchFamily="34" charset="0"/>
                  <a:ea typeface="Amazon Ember Light" panose="020B0403020204020204" pitchFamily="34" charset="0"/>
                  <a:cs typeface="Amazon Ember Light" panose="020B0403020204020204" pitchFamily="34" charset="0"/>
                </a:rPr>
                <a:t>O aplicativo tem permissões para acessar o </a:t>
              </a:r>
              <a:r>
                <a:rPr lang="pt-BR" sz="1200" dirty="0" err="1">
                  <a:latin typeface="Amazon Ember Light" panose="020B0403020204020204" pitchFamily="34" charset="0"/>
                  <a:ea typeface="Amazon Ember Light" panose="020B0403020204020204" pitchFamily="34" charset="0"/>
                  <a:cs typeface="Amazon Ember Light" panose="020B0403020204020204" pitchFamily="34" charset="0"/>
                </a:rPr>
                <a:t>bucket</a:t>
              </a:r>
              <a:r>
                <a:rPr lang="pt-BR" sz="1200" dirty="0">
                  <a:latin typeface="Amazon Ember Light" panose="020B0403020204020204" pitchFamily="34" charset="0"/>
                  <a:ea typeface="Amazon Ember Light" panose="020B0403020204020204" pitchFamily="34" charset="0"/>
                  <a:cs typeface="Amazon Ember Light" panose="020B0403020204020204" pitchFamily="34" charset="0"/>
                </a:rPr>
                <a:t> do S3</a:t>
              </a:r>
            </a:p>
          </p:txBody>
        </p:sp>
        <p:sp>
          <p:nvSpPr>
            <p:cNvPr id="48" name="Oval 47">
              <a:extLst>
                <a:ext uri="{FF2B5EF4-FFF2-40B4-BE49-F238E27FC236}">
                  <a16:creationId xmlns:a16="http://schemas.microsoft.com/office/drawing/2014/main" id="{93D86B90-CAF3-E048-A09D-2660A5DDE790}"/>
                </a:ext>
              </a:extLst>
            </p:cNvPr>
            <p:cNvSpPr/>
            <p:nvPr/>
          </p:nvSpPr>
          <p:spPr>
            <a:xfrm>
              <a:off x="7120134" y="4932152"/>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pt-BR" sz="1350"/>
                <a:t>1</a:t>
              </a:r>
            </a:p>
          </p:txBody>
        </p:sp>
        <p:sp>
          <p:nvSpPr>
            <p:cNvPr id="49" name="Oval 48">
              <a:extLst>
                <a:ext uri="{FF2B5EF4-FFF2-40B4-BE49-F238E27FC236}">
                  <a16:creationId xmlns:a16="http://schemas.microsoft.com/office/drawing/2014/main" id="{56A5F209-213D-B946-B7DA-A47508578DC4}"/>
                </a:ext>
              </a:extLst>
            </p:cNvPr>
            <p:cNvSpPr/>
            <p:nvPr/>
          </p:nvSpPr>
          <p:spPr>
            <a:xfrm>
              <a:off x="5680237" y="3885297"/>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pt-BR" sz="1350"/>
                <a:t>2</a:t>
              </a:r>
            </a:p>
          </p:txBody>
        </p:sp>
        <p:sp>
          <p:nvSpPr>
            <p:cNvPr id="51" name="Oval 50">
              <a:extLst>
                <a:ext uri="{FF2B5EF4-FFF2-40B4-BE49-F238E27FC236}">
                  <a16:creationId xmlns:a16="http://schemas.microsoft.com/office/drawing/2014/main" id="{CD8A2209-9DB5-1549-A167-CEB437C109E5}"/>
                </a:ext>
              </a:extLst>
            </p:cNvPr>
            <p:cNvSpPr/>
            <p:nvPr/>
          </p:nvSpPr>
          <p:spPr>
            <a:xfrm>
              <a:off x="7911994" y="3216821"/>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pt-BR" sz="1350"/>
                <a:t>3</a:t>
              </a:r>
            </a:p>
          </p:txBody>
        </p:sp>
      </p:grpSp>
    </p:spTree>
    <p:custDataLst>
      <p:tags r:id="rId1"/>
    </p:custDataLst>
    <p:extLst>
      <p:ext uri="{BB962C8B-B14F-4D97-AF65-F5344CB8AC3E}">
        <p14:creationId xmlns:p14="http://schemas.microsoft.com/office/powerpoint/2010/main" val="4473593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92201" y="531406"/>
            <a:ext cx="8342726" cy="891011"/>
          </a:xfrm>
        </p:spPr>
        <p:txBody>
          <a:bodyPr rtlCol="0"/>
          <a:lstStyle/>
          <a:p>
            <a:pPr rtl="0"/>
            <a:r>
              <a:rPr lang="pt-BR" sz="2700" dirty="0"/>
              <a:t>Acesso de usuário raiz da conta da AWS </a:t>
            </a:r>
            <a:br>
              <a:rPr lang="pt-BR" sz="2700" dirty="0"/>
            </a:br>
            <a:r>
              <a:rPr lang="pt-BR" sz="2700" dirty="0"/>
              <a:t>em comparação ao acesso do IAM</a:t>
            </a:r>
          </a:p>
        </p:txBody>
      </p:sp>
      <p:sp>
        <p:nvSpPr>
          <p:cNvPr id="2" name="Footer Placeholder 1">
            <a:extLst>
              <a:ext uri="{FF2B5EF4-FFF2-40B4-BE49-F238E27FC236}">
                <a16:creationId xmlns:a16="http://schemas.microsoft.com/office/drawing/2014/main" id="{23886842-53D1-4A43-AB4C-3665D65E85F6}"/>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 Imagem gerada pelo copilot.</a:t>
            </a:r>
          </a:p>
        </p:txBody>
      </p:sp>
      <p:sp>
        <p:nvSpPr>
          <p:cNvPr id="3" name="Slide Number Placeholder 2">
            <a:extLst>
              <a:ext uri="{FF2B5EF4-FFF2-40B4-BE49-F238E27FC236}">
                <a16:creationId xmlns:a16="http://schemas.microsoft.com/office/drawing/2014/main" id="{1185E386-25AD-454D-AFAE-AD4AAB32410F}"/>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51</a:t>
            </a:fld>
            <a:endParaRPr lang="en-US" dirty="0"/>
          </a:p>
        </p:txBody>
      </p:sp>
      <p:grpSp>
        <p:nvGrpSpPr>
          <p:cNvPr id="18" name="Group 17" descr="graphic shows that root account user privileges cannot be controlled and has full access to all resources. On the other hand, an IAM user has 4 characteristics that outweight those two root account user characteristics."/>
          <p:cNvGrpSpPr/>
          <p:nvPr/>
        </p:nvGrpSpPr>
        <p:grpSpPr>
          <a:xfrm>
            <a:off x="314326" y="1819618"/>
            <a:ext cx="3446303" cy="3783608"/>
            <a:chOff x="1281422" y="1283158"/>
            <a:chExt cx="4595071" cy="5044810"/>
          </a:xfrm>
        </p:grpSpPr>
        <p:sp>
          <p:nvSpPr>
            <p:cNvPr id="5" name="Freeform 4"/>
            <p:cNvSpPr/>
            <p:nvPr/>
          </p:nvSpPr>
          <p:spPr>
            <a:xfrm>
              <a:off x="1544519" y="1339841"/>
              <a:ext cx="1848255" cy="887511"/>
            </a:xfrm>
            <a:custGeom>
              <a:avLst/>
              <a:gdLst>
                <a:gd name="connsiteX0" fmla="*/ 0 w 1597521"/>
                <a:gd name="connsiteY0" fmla="*/ 88751 h 887511"/>
                <a:gd name="connsiteX1" fmla="*/ 88751 w 1597521"/>
                <a:gd name="connsiteY1" fmla="*/ 0 h 887511"/>
                <a:gd name="connsiteX2" fmla="*/ 1508770 w 1597521"/>
                <a:gd name="connsiteY2" fmla="*/ 0 h 887511"/>
                <a:gd name="connsiteX3" fmla="*/ 1597521 w 1597521"/>
                <a:gd name="connsiteY3" fmla="*/ 88751 h 887511"/>
                <a:gd name="connsiteX4" fmla="*/ 1597521 w 1597521"/>
                <a:gd name="connsiteY4" fmla="*/ 798760 h 887511"/>
                <a:gd name="connsiteX5" fmla="*/ 1508770 w 1597521"/>
                <a:gd name="connsiteY5" fmla="*/ 887511 h 887511"/>
                <a:gd name="connsiteX6" fmla="*/ 88751 w 1597521"/>
                <a:gd name="connsiteY6" fmla="*/ 887511 h 887511"/>
                <a:gd name="connsiteX7" fmla="*/ 0 w 1597521"/>
                <a:gd name="connsiteY7" fmla="*/ 798760 h 887511"/>
                <a:gd name="connsiteX8" fmla="*/ 0 w 1597521"/>
                <a:gd name="connsiteY8" fmla="*/ 88751 h 88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7521" h="887511">
                  <a:moveTo>
                    <a:pt x="0" y="88751"/>
                  </a:moveTo>
                  <a:cubicBezTo>
                    <a:pt x="0" y="39735"/>
                    <a:pt x="39735" y="0"/>
                    <a:pt x="88751" y="0"/>
                  </a:cubicBezTo>
                  <a:lnTo>
                    <a:pt x="1508770" y="0"/>
                  </a:lnTo>
                  <a:cubicBezTo>
                    <a:pt x="1557786" y="0"/>
                    <a:pt x="1597521" y="39735"/>
                    <a:pt x="1597521" y="88751"/>
                  </a:cubicBezTo>
                  <a:lnTo>
                    <a:pt x="1597521" y="798760"/>
                  </a:lnTo>
                  <a:cubicBezTo>
                    <a:pt x="1597521" y="847776"/>
                    <a:pt x="1557786" y="887511"/>
                    <a:pt x="1508770" y="887511"/>
                  </a:cubicBezTo>
                  <a:lnTo>
                    <a:pt x="88751" y="887511"/>
                  </a:lnTo>
                  <a:cubicBezTo>
                    <a:pt x="39735" y="887511"/>
                    <a:pt x="0" y="847776"/>
                    <a:pt x="0" y="798760"/>
                  </a:cubicBezTo>
                  <a:lnTo>
                    <a:pt x="0" y="88751"/>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218" tIns="85218" rIns="85218" bIns="85218" numCol="1" spcCol="1270" rtlCol="0" anchor="ctr" anchorCtr="0">
              <a:noAutofit/>
            </a:bodyPr>
            <a:lstStyle/>
            <a:p>
              <a:pPr algn="ctr" defTabSz="766763">
                <a:lnSpc>
                  <a:spcPct val="90000"/>
                </a:lnSpc>
                <a:spcBef>
                  <a:spcPct val="0"/>
                </a:spcBef>
                <a:spcAft>
                  <a:spcPct val="35000"/>
                </a:spcAft>
              </a:pPr>
              <a:r>
                <a:rPr lang="pt-BR" sz="1725" dirty="0">
                  <a:latin typeface="Amazon Ember" panose="020B0603020204020204" pitchFamily="34" charset="0"/>
                  <a:ea typeface="Amazon Ember" panose="020B0603020204020204" pitchFamily="34" charset="0"/>
                  <a:cs typeface="Amazon Ember" panose="020B0603020204020204" pitchFamily="34" charset="0"/>
                </a:rPr>
                <a:t>Usuário raiz da conta</a:t>
              </a:r>
            </a:p>
          </p:txBody>
        </p:sp>
        <p:sp>
          <p:nvSpPr>
            <p:cNvPr id="7" name="Freeform 6"/>
            <p:cNvSpPr/>
            <p:nvPr/>
          </p:nvSpPr>
          <p:spPr>
            <a:xfrm>
              <a:off x="4007476" y="1283158"/>
              <a:ext cx="1597521" cy="887511"/>
            </a:xfrm>
            <a:custGeom>
              <a:avLst/>
              <a:gdLst>
                <a:gd name="connsiteX0" fmla="*/ 0 w 1597521"/>
                <a:gd name="connsiteY0" fmla="*/ 88751 h 887511"/>
                <a:gd name="connsiteX1" fmla="*/ 88751 w 1597521"/>
                <a:gd name="connsiteY1" fmla="*/ 0 h 887511"/>
                <a:gd name="connsiteX2" fmla="*/ 1508770 w 1597521"/>
                <a:gd name="connsiteY2" fmla="*/ 0 h 887511"/>
                <a:gd name="connsiteX3" fmla="*/ 1597521 w 1597521"/>
                <a:gd name="connsiteY3" fmla="*/ 88751 h 887511"/>
                <a:gd name="connsiteX4" fmla="*/ 1597521 w 1597521"/>
                <a:gd name="connsiteY4" fmla="*/ 798760 h 887511"/>
                <a:gd name="connsiteX5" fmla="*/ 1508770 w 1597521"/>
                <a:gd name="connsiteY5" fmla="*/ 887511 h 887511"/>
                <a:gd name="connsiteX6" fmla="*/ 88751 w 1597521"/>
                <a:gd name="connsiteY6" fmla="*/ 887511 h 887511"/>
                <a:gd name="connsiteX7" fmla="*/ 0 w 1597521"/>
                <a:gd name="connsiteY7" fmla="*/ 798760 h 887511"/>
                <a:gd name="connsiteX8" fmla="*/ 0 w 1597521"/>
                <a:gd name="connsiteY8" fmla="*/ 88751 h 88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7521" h="887511">
                  <a:moveTo>
                    <a:pt x="0" y="88751"/>
                  </a:moveTo>
                  <a:cubicBezTo>
                    <a:pt x="0" y="39735"/>
                    <a:pt x="39735" y="0"/>
                    <a:pt x="88751" y="0"/>
                  </a:cubicBezTo>
                  <a:lnTo>
                    <a:pt x="1508770" y="0"/>
                  </a:lnTo>
                  <a:cubicBezTo>
                    <a:pt x="1557786" y="0"/>
                    <a:pt x="1597521" y="39735"/>
                    <a:pt x="1597521" y="88751"/>
                  </a:cubicBezTo>
                  <a:lnTo>
                    <a:pt x="1597521" y="798760"/>
                  </a:lnTo>
                  <a:cubicBezTo>
                    <a:pt x="1597521" y="847776"/>
                    <a:pt x="1557786" y="887511"/>
                    <a:pt x="1508770" y="887511"/>
                  </a:cubicBezTo>
                  <a:lnTo>
                    <a:pt x="88751" y="887511"/>
                  </a:lnTo>
                  <a:cubicBezTo>
                    <a:pt x="39735" y="887511"/>
                    <a:pt x="0" y="847776"/>
                    <a:pt x="0" y="798760"/>
                  </a:cubicBezTo>
                  <a:lnTo>
                    <a:pt x="0" y="88751"/>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5218" tIns="85218" rIns="85218" bIns="85218" numCol="1" spcCol="1270" rtlCol="0" anchor="ctr" anchorCtr="0">
              <a:noAutofit/>
            </a:bodyPr>
            <a:lstStyle/>
            <a:p>
              <a:pPr algn="ctr" defTabSz="766763">
                <a:lnSpc>
                  <a:spcPct val="90000"/>
                </a:lnSpc>
                <a:spcBef>
                  <a:spcPct val="0"/>
                </a:spcBef>
                <a:spcAft>
                  <a:spcPct val="35000"/>
                </a:spcAft>
              </a:pPr>
              <a:r>
                <a:rPr lang="pt-BR" sz="1725">
                  <a:latin typeface="Amazon Ember" panose="020B0603020204020204" pitchFamily="34" charset="0"/>
                  <a:ea typeface="Amazon Ember" panose="020B0603020204020204" pitchFamily="34" charset="0"/>
                  <a:cs typeface="Amazon Ember" panose="020B0603020204020204" pitchFamily="34" charset="0"/>
                </a:rPr>
                <a:t>IAM</a:t>
              </a:r>
            </a:p>
          </p:txBody>
        </p:sp>
        <p:sp>
          <p:nvSpPr>
            <p:cNvPr id="9" name="Isosceles Triangle 8"/>
            <p:cNvSpPr/>
            <p:nvPr/>
          </p:nvSpPr>
          <p:spPr>
            <a:xfrm>
              <a:off x="3199073" y="5662335"/>
              <a:ext cx="665633" cy="665633"/>
            </a:xfrm>
            <a:prstGeom prst="triangle">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pt-BR" sz="1350"/>
            </a:p>
          </p:txBody>
        </p:sp>
        <p:sp>
          <p:nvSpPr>
            <p:cNvPr id="11" name="Rectangle 10"/>
            <p:cNvSpPr/>
            <p:nvPr/>
          </p:nvSpPr>
          <p:spPr>
            <a:xfrm rot="240000">
              <a:off x="1281422" y="5456535"/>
              <a:ext cx="4500937" cy="283806"/>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pt-BR" sz="1350"/>
            </a:p>
          </p:txBody>
        </p:sp>
        <p:sp>
          <p:nvSpPr>
            <p:cNvPr id="12" name="Freeform 11"/>
            <p:cNvSpPr/>
            <p:nvPr/>
          </p:nvSpPr>
          <p:spPr>
            <a:xfrm rot="240000">
              <a:off x="3691604" y="4739968"/>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8875" tIns="78875" rIns="78875" bIns="78875" numCol="1" spcCol="1270" rtlCol="0" anchor="ctr" anchorCtr="0">
              <a:noAutofit/>
            </a:bodyPr>
            <a:lstStyle/>
            <a:p>
              <a:pPr algn="ctr" defTabSz="533400">
                <a:lnSpc>
                  <a:spcPct val="90000"/>
                </a:lnSpc>
                <a:spcBef>
                  <a:spcPct val="0"/>
                </a:spcBef>
                <a:spcAft>
                  <a:spcPct val="35000"/>
                </a:spcAft>
              </a:pPr>
              <a:r>
                <a:rPr lang="pt-BR" sz="1200">
                  <a:latin typeface="Amazon Ember" panose="020B0603020204020204" pitchFamily="34" charset="0"/>
                  <a:ea typeface="Amazon Ember" panose="020B0603020204020204" pitchFamily="34" charset="0"/>
                  <a:cs typeface="Amazon Ember" panose="020B0603020204020204" pitchFamily="34" charset="0"/>
                </a:rPr>
                <a:t>Permissões granulares</a:t>
              </a:r>
            </a:p>
          </p:txBody>
        </p:sp>
        <p:sp>
          <p:nvSpPr>
            <p:cNvPr id="13" name="Freeform 12"/>
            <p:cNvSpPr/>
            <p:nvPr/>
          </p:nvSpPr>
          <p:spPr>
            <a:xfrm rot="240000">
              <a:off x="3735980" y="3951010"/>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8875" tIns="78875" rIns="78875" bIns="78875" numCol="1" spcCol="1270" rtlCol="0" anchor="ctr" anchorCtr="0">
              <a:noAutofit/>
            </a:bodyPr>
            <a:lstStyle/>
            <a:p>
              <a:pPr algn="ctr" defTabSz="533400">
                <a:lnSpc>
                  <a:spcPct val="90000"/>
                </a:lnSpc>
                <a:spcBef>
                  <a:spcPct val="0"/>
                </a:spcBef>
                <a:spcAft>
                  <a:spcPct val="35000"/>
                </a:spcAft>
              </a:pPr>
              <a:r>
                <a:rPr lang="pt-BR" sz="1200">
                  <a:latin typeface="Amazon Ember" panose="020B0603020204020204" pitchFamily="34" charset="0"/>
                  <a:ea typeface="Amazon Ember" panose="020B0603020204020204" pitchFamily="34" charset="0"/>
                  <a:cs typeface="Amazon Ember" panose="020B0603020204020204" pitchFamily="34" charset="0"/>
                </a:rPr>
                <a:t>Acesso seguro para aplicativos</a:t>
              </a:r>
            </a:p>
          </p:txBody>
        </p:sp>
        <p:sp>
          <p:nvSpPr>
            <p:cNvPr id="14" name="Freeform 13"/>
            <p:cNvSpPr/>
            <p:nvPr/>
          </p:nvSpPr>
          <p:spPr>
            <a:xfrm rot="240000">
              <a:off x="3780356" y="3162052"/>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8875" tIns="78875" rIns="78875" bIns="78875" numCol="1" spcCol="1270" rtlCol="0" anchor="ctr" anchorCtr="0">
              <a:noAutofit/>
            </a:bodyPr>
            <a:lstStyle/>
            <a:p>
              <a:pPr algn="ctr" defTabSz="533400">
                <a:lnSpc>
                  <a:spcPct val="90000"/>
                </a:lnSpc>
                <a:spcBef>
                  <a:spcPct val="0"/>
                </a:spcBef>
                <a:spcAft>
                  <a:spcPct val="35000"/>
                </a:spcAft>
              </a:pPr>
              <a:r>
                <a:rPr lang="pt-BR" sz="1200">
                  <a:latin typeface="Amazon Ember" panose="020B0603020204020204" pitchFamily="34" charset="0"/>
                  <a:ea typeface="Amazon Ember" panose="020B0603020204020204" pitchFamily="34" charset="0"/>
                  <a:cs typeface="Amazon Ember" panose="020B0603020204020204" pitchFamily="34" charset="0"/>
                </a:rPr>
                <a:t>Federação de identidades</a:t>
              </a:r>
            </a:p>
          </p:txBody>
        </p:sp>
        <p:sp>
          <p:nvSpPr>
            <p:cNvPr id="15" name="Freeform 14"/>
            <p:cNvSpPr/>
            <p:nvPr/>
          </p:nvSpPr>
          <p:spPr>
            <a:xfrm rot="240000">
              <a:off x="3824731" y="2373094"/>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8875" tIns="78875" rIns="78875" bIns="78875" numCol="1" spcCol="1270" rtlCol="0" anchor="ctr" anchorCtr="0">
              <a:noAutofit/>
            </a:bodyPr>
            <a:lstStyle/>
            <a:p>
              <a:pPr algn="ctr" defTabSz="533400">
                <a:lnSpc>
                  <a:spcPct val="90000"/>
                </a:lnSpc>
                <a:spcBef>
                  <a:spcPct val="0"/>
                </a:spcBef>
                <a:spcAft>
                  <a:spcPct val="35000"/>
                </a:spcAft>
              </a:pPr>
              <a:r>
                <a:rPr lang="pt-BR" sz="1200">
                  <a:latin typeface="Amazon Ember" panose="020B0603020204020204" pitchFamily="34" charset="0"/>
                  <a:ea typeface="Amazon Ember" panose="020B0603020204020204" pitchFamily="34" charset="0"/>
                  <a:cs typeface="Amazon Ember" panose="020B0603020204020204" pitchFamily="34" charset="0"/>
                </a:rPr>
                <a:t>Integra-se a outros serviços da AWS</a:t>
              </a:r>
            </a:p>
          </p:txBody>
        </p:sp>
        <p:sp>
          <p:nvSpPr>
            <p:cNvPr id="16" name="Freeform 15"/>
            <p:cNvSpPr/>
            <p:nvPr/>
          </p:nvSpPr>
          <p:spPr>
            <a:xfrm rot="240000">
              <a:off x="1384074" y="4580215"/>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8875" tIns="78875" rIns="78875" bIns="78875" numCol="1" spcCol="1270" rtlCol="0" anchor="ctr" anchorCtr="0">
              <a:noAutofit/>
            </a:bodyPr>
            <a:lstStyle/>
            <a:p>
              <a:pPr algn="ctr" defTabSz="533400">
                <a:lnSpc>
                  <a:spcPct val="90000"/>
                </a:lnSpc>
                <a:spcBef>
                  <a:spcPct val="0"/>
                </a:spcBef>
                <a:spcAft>
                  <a:spcPct val="35000"/>
                </a:spcAft>
              </a:pPr>
              <a:r>
                <a:rPr lang="pt-BR" sz="1200">
                  <a:latin typeface="Amazon Ember" panose="020B0603020204020204" pitchFamily="34" charset="0"/>
                  <a:ea typeface="Amazon Ember" panose="020B0603020204020204" pitchFamily="34" charset="0"/>
                  <a:cs typeface="Amazon Ember" panose="020B0603020204020204" pitchFamily="34" charset="0"/>
                </a:rPr>
                <a:t>Acesso total a todos os recursos</a:t>
              </a:r>
            </a:p>
          </p:txBody>
        </p:sp>
        <p:sp>
          <p:nvSpPr>
            <p:cNvPr id="17" name="Freeform 16"/>
            <p:cNvSpPr/>
            <p:nvPr/>
          </p:nvSpPr>
          <p:spPr>
            <a:xfrm rot="240000">
              <a:off x="1428449" y="3778558"/>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8875" tIns="78875" rIns="78875" bIns="78875" numCol="1" spcCol="1270" rtlCol="0" anchor="ctr" anchorCtr="0">
              <a:noAutofit/>
            </a:bodyPr>
            <a:lstStyle/>
            <a:p>
              <a:pPr algn="ctr" defTabSz="533400">
                <a:lnSpc>
                  <a:spcPct val="90000"/>
                </a:lnSpc>
                <a:spcBef>
                  <a:spcPct val="0"/>
                </a:spcBef>
                <a:spcAft>
                  <a:spcPct val="35000"/>
                </a:spcAft>
              </a:pPr>
              <a:r>
                <a:rPr lang="pt-BR" sz="1200" dirty="0">
                  <a:latin typeface="Amazon Ember" panose="020B0603020204020204" pitchFamily="34" charset="0"/>
                  <a:ea typeface="Amazon Ember" panose="020B0603020204020204" pitchFamily="34" charset="0"/>
                  <a:cs typeface="Amazon Ember" panose="020B0603020204020204" pitchFamily="34" charset="0"/>
                </a:rPr>
                <a:t>Os privilégios </a:t>
              </a:r>
              <a:br>
                <a:rPr lang="pt-BR" sz="1200" dirty="0">
                  <a:latin typeface="Amazon Ember" panose="020B0603020204020204" pitchFamily="34" charset="0"/>
                  <a:ea typeface="Amazon Ember" panose="020B0603020204020204" pitchFamily="34" charset="0"/>
                  <a:cs typeface="Amazon Ember" panose="020B0603020204020204" pitchFamily="34" charset="0"/>
                </a:rPr>
              </a:br>
              <a:r>
                <a:rPr lang="pt-BR" sz="1200" dirty="0">
                  <a:latin typeface="Amazon Ember" panose="020B0603020204020204" pitchFamily="34" charset="0"/>
                  <a:ea typeface="Amazon Ember" panose="020B0603020204020204" pitchFamily="34" charset="0"/>
                  <a:cs typeface="Amazon Ember" panose="020B0603020204020204" pitchFamily="34" charset="0"/>
                </a:rPr>
                <a:t>não podem ser controlados</a:t>
              </a:r>
            </a:p>
          </p:txBody>
        </p:sp>
      </p:grpSp>
      <p:sp>
        <p:nvSpPr>
          <p:cNvPr id="10" name="Content Placeholder 2">
            <a:extLst>
              <a:ext uri="{FF2B5EF4-FFF2-40B4-BE49-F238E27FC236}">
                <a16:creationId xmlns:a16="http://schemas.microsoft.com/office/drawing/2014/main" id="{7EF35E08-2B21-9340-83D3-7153605EA629}"/>
              </a:ext>
            </a:extLst>
          </p:cNvPr>
          <p:cNvSpPr txBox="1">
            <a:spLocks/>
          </p:cNvSpPr>
          <p:nvPr/>
        </p:nvSpPr>
        <p:spPr>
          <a:xfrm>
            <a:off x="4036737" y="2989680"/>
            <a:ext cx="4442515" cy="3684981"/>
          </a:xfrm>
          <a:prstGeom prst="rect">
            <a:avLst/>
          </a:prstGeom>
        </p:spPr>
        <p:txBody>
          <a:bodyPr vert="horz" lIns="68580" tIns="34290" rIns="68580" bIns="34290" rtlCol="0">
            <a:normAutofit fontScale="92500"/>
          </a:bodyPr>
          <a:lstStyle>
            <a:lvl1pPr marL="228600" indent="-228600" algn="l" defTabSz="914400" rtl="0" eaLnBrk="1" latinLnBrk="0" hangingPunct="1">
              <a:lnSpc>
                <a:spcPct val="90000"/>
              </a:lnSpc>
              <a:spcBef>
                <a:spcPts val="1000"/>
              </a:spcBef>
              <a:buFontTx/>
              <a:buBlip>
                <a:blip r:embed="rId4"/>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4"/>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4"/>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rtl="0">
              <a:lnSpc>
                <a:spcPct val="100000"/>
              </a:lnSpc>
              <a:buFont typeface="Arial" panose="020B0604020202020204" pitchFamily="34" charset="0"/>
              <a:buChar char="•"/>
            </a:pPr>
            <a:r>
              <a:rPr lang="pt-BR" sz="1800" b="1" dirty="0">
                <a:latin typeface="+mn-lt"/>
                <a:ea typeface="Amazon Ember" panose="020B0603020204020204" pitchFamily="34" charset="0"/>
                <a:cs typeface="Amazon Ember" panose="020B0603020204020204" pitchFamily="34" charset="0"/>
              </a:rPr>
              <a:t>Prática recomendada</a:t>
            </a:r>
            <a:r>
              <a:rPr lang="pt-BR" sz="1800" dirty="0">
                <a:latin typeface="+mn-lt"/>
                <a:ea typeface="Amazon Ember" panose="020B0603020204020204" pitchFamily="34" charset="0"/>
                <a:cs typeface="Amazon Ember" panose="020B0603020204020204" pitchFamily="34" charset="0"/>
              </a:rPr>
              <a:t>: </a:t>
            </a:r>
            <a:r>
              <a:rPr lang="pt-BR" sz="1800" dirty="0">
                <a:solidFill>
                  <a:schemeClr val="accent6"/>
                </a:solidFill>
                <a:latin typeface="+mn-lt"/>
                <a:ea typeface="Amazon Ember" panose="020B0603020204020204" pitchFamily="34" charset="0"/>
                <a:cs typeface="Amazon Ember" panose="020B0603020204020204" pitchFamily="34" charset="0"/>
              </a:rPr>
              <a:t>não use o usuário raiz da conta da AWS, exceto quando necessário</a:t>
            </a:r>
            <a:r>
              <a:rPr lang="pt-BR" sz="1800" dirty="0">
                <a:latin typeface="+mn-lt"/>
                <a:ea typeface="Amazon Ember" panose="020B0603020204020204" pitchFamily="34" charset="0"/>
                <a:cs typeface="Amazon Ember" panose="020B0603020204020204" pitchFamily="34" charset="0"/>
              </a:rPr>
              <a:t>.</a:t>
            </a:r>
          </a:p>
          <a:p>
            <a:pPr lvl="1" rtl="0">
              <a:lnSpc>
                <a:spcPct val="100000"/>
              </a:lnSpc>
              <a:buFont typeface="Arial" panose="020B0604020202020204" pitchFamily="34" charset="0"/>
              <a:buChar char="•"/>
            </a:pPr>
            <a:r>
              <a:rPr lang="pt-BR" sz="1500" dirty="0">
                <a:latin typeface="+mn-lt"/>
                <a:ea typeface="Amazon Ember" panose="020B0603020204020204" pitchFamily="34" charset="0"/>
                <a:cs typeface="Amazon Ember" panose="020B0603020204020204" pitchFamily="34" charset="0"/>
              </a:rPr>
              <a:t>O acesso ao </a:t>
            </a:r>
            <a:r>
              <a:rPr lang="pt-BR" sz="1500" b="1" dirty="0">
                <a:solidFill>
                  <a:schemeClr val="accent5"/>
                </a:solidFill>
                <a:latin typeface="+mn-lt"/>
                <a:ea typeface="Amazon Ember" panose="020B0603020204020204" pitchFamily="34" charset="0"/>
                <a:cs typeface="Amazon Ember" panose="020B0603020204020204" pitchFamily="34" charset="0"/>
              </a:rPr>
              <a:t>usuário raiz da conta </a:t>
            </a:r>
            <a:r>
              <a:rPr lang="pt-BR" sz="1500" dirty="0">
                <a:latin typeface="+mn-lt"/>
                <a:ea typeface="Amazon Ember" panose="020B0603020204020204" pitchFamily="34" charset="0"/>
                <a:cs typeface="Amazon Ember" panose="020B0603020204020204" pitchFamily="34" charset="0"/>
              </a:rPr>
              <a:t>requer o </a:t>
            </a:r>
            <a:r>
              <a:rPr lang="pt-BR" sz="1500" dirty="0" err="1">
                <a:latin typeface="+mn-lt"/>
                <a:ea typeface="Amazon Ember" panose="020B0603020204020204" pitchFamily="34" charset="0"/>
                <a:cs typeface="Amazon Ember" panose="020B0603020204020204" pitchFamily="34" charset="0"/>
              </a:rPr>
              <a:t>login</a:t>
            </a:r>
            <a:r>
              <a:rPr lang="pt-BR" sz="1500" dirty="0">
                <a:latin typeface="+mn-lt"/>
                <a:ea typeface="Amazon Ember" panose="020B0603020204020204" pitchFamily="34" charset="0"/>
                <a:cs typeface="Amazon Ember" panose="020B0603020204020204" pitchFamily="34" charset="0"/>
              </a:rPr>
              <a:t> com o </a:t>
            </a:r>
            <a:r>
              <a:rPr lang="pt-BR" sz="1500" i="1" dirty="0">
                <a:latin typeface="+mn-lt"/>
                <a:ea typeface="Amazon Ember" panose="020B0603020204020204" pitchFamily="34" charset="0"/>
                <a:cs typeface="Amazon Ember" panose="020B0603020204020204" pitchFamily="34" charset="0"/>
              </a:rPr>
              <a:t>endereço de e-mail </a:t>
            </a:r>
            <a:r>
              <a:rPr lang="pt-BR" sz="1500" dirty="0">
                <a:ea typeface="Amazon Ember" panose="020B0603020204020204" pitchFamily="34" charset="0"/>
                <a:cs typeface="Amazon Ember" panose="020B0603020204020204" pitchFamily="34" charset="0"/>
              </a:rPr>
              <a:t>(e a senha) </a:t>
            </a:r>
            <a:r>
              <a:rPr lang="pt-BR" sz="1500" dirty="0">
                <a:latin typeface="+mn-lt"/>
                <a:ea typeface="Amazon Ember" panose="020B0603020204020204" pitchFamily="34" charset="0"/>
                <a:cs typeface="Amazon Ember" panose="020B0603020204020204" pitchFamily="34" charset="0"/>
              </a:rPr>
              <a:t>que você usou para criar a conta.</a:t>
            </a:r>
          </a:p>
          <a:p>
            <a:pPr rtl="0">
              <a:lnSpc>
                <a:spcPct val="100000"/>
              </a:lnSpc>
              <a:buFont typeface="Arial" panose="020B0604020202020204" pitchFamily="34" charset="0"/>
              <a:buChar char="•"/>
            </a:pPr>
            <a:r>
              <a:rPr lang="pt-BR" sz="1800" dirty="0">
                <a:latin typeface="+mn-lt"/>
                <a:ea typeface="Amazon Ember" panose="020B0603020204020204" pitchFamily="34" charset="0"/>
                <a:cs typeface="Amazon Ember" panose="020B0603020204020204" pitchFamily="34" charset="0"/>
              </a:rPr>
              <a:t>Ações de exemplo que só podem ser realizadas com o usuário raiz da conta:</a:t>
            </a:r>
          </a:p>
          <a:p>
            <a:pPr lvl="1" rtl="0">
              <a:lnSpc>
                <a:spcPct val="100000"/>
              </a:lnSpc>
              <a:buFont typeface="Arial" panose="020B0604020202020204" pitchFamily="34" charset="0"/>
              <a:buChar char="•"/>
            </a:pPr>
            <a:r>
              <a:rPr lang="pt-BR" sz="1500" dirty="0">
                <a:latin typeface="+mn-lt"/>
                <a:ea typeface="Amazon Ember" panose="020B0603020204020204" pitchFamily="34" charset="0"/>
                <a:cs typeface="Amazon Ember" panose="020B0603020204020204" pitchFamily="34" charset="0"/>
              </a:rPr>
              <a:t>Atualizar a senha do usuário raiz da conta</a:t>
            </a:r>
          </a:p>
          <a:p>
            <a:pPr lvl="1" rtl="0">
              <a:lnSpc>
                <a:spcPct val="100000"/>
              </a:lnSpc>
              <a:buFont typeface="Arial" panose="020B0604020202020204" pitchFamily="34" charset="0"/>
              <a:buChar char="•"/>
            </a:pPr>
            <a:r>
              <a:rPr lang="pt-BR" sz="1500" dirty="0">
                <a:latin typeface="+mn-lt"/>
                <a:ea typeface="Amazon Ember" panose="020B0603020204020204" pitchFamily="34" charset="0"/>
                <a:cs typeface="Amazon Ember" panose="020B0603020204020204" pitchFamily="34" charset="0"/>
              </a:rPr>
              <a:t>Alterar o plano do AWS Support</a:t>
            </a:r>
          </a:p>
          <a:p>
            <a:pPr lvl="1" rtl="0">
              <a:lnSpc>
                <a:spcPct val="100000"/>
              </a:lnSpc>
              <a:buFont typeface="Arial" panose="020B0604020202020204" pitchFamily="34" charset="0"/>
              <a:buChar char="•"/>
            </a:pPr>
            <a:r>
              <a:rPr lang="pt-BR" sz="1500" dirty="0">
                <a:latin typeface="+mn-lt"/>
                <a:ea typeface="Amazon Ember" panose="020B0603020204020204" pitchFamily="34" charset="0"/>
                <a:cs typeface="Amazon Ember" panose="020B0603020204020204" pitchFamily="34" charset="0"/>
              </a:rPr>
              <a:t>Restaurar as permissões de um usuário do IAM</a:t>
            </a:r>
          </a:p>
          <a:p>
            <a:pPr lvl="1" rtl="0">
              <a:lnSpc>
                <a:spcPct val="100000"/>
              </a:lnSpc>
              <a:buFont typeface="Arial" panose="020B0604020202020204" pitchFamily="34" charset="0"/>
              <a:buChar char="•"/>
            </a:pPr>
            <a:r>
              <a:rPr lang="pt-BR" sz="1500" dirty="0">
                <a:latin typeface="+mn-lt"/>
                <a:ea typeface="Amazon Ember" panose="020B0603020204020204" pitchFamily="34" charset="0"/>
                <a:cs typeface="Amazon Ember" panose="020B0603020204020204" pitchFamily="34" charset="0"/>
              </a:rPr>
              <a:t>Alterar as configurações da conta (por exemplo, informações de contato, regiões permitidas)</a:t>
            </a:r>
          </a:p>
          <a:p>
            <a:pPr lvl="1" rtl="0">
              <a:lnSpc>
                <a:spcPct val="100000"/>
              </a:lnSpc>
              <a:buFont typeface="Arial" panose="020B0604020202020204" pitchFamily="34" charset="0"/>
              <a:buChar char="•"/>
            </a:pPr>
            <a:endParaRPr lang="en-US" sz="1500" dirty="0">
              <a:latin typeface="+mn-lt"/>
              <a:ea typeface="Amazon Ember" panose="020B0603020204020204" pitchFamily="34" charset="0"/>
              <a:cs typeface="Amazon Ember" panose="020B0603020204020204" pitchFamily="34" charset="0"/>
            </a:endParaRPr>
          </a:p>
          <a:p>
            <a:pPr lvl="1" rtl="0">
              <a:lnSpc>
                <a:spcPct val="100000"/>
              </a:lnSpc>
              <a:buFont typeface="Arial" panose="020B0604020202020204" pitchFamily="34" charset="0"/>
              <a:buChar char="•"/>
            </a:pPr>
            <a:endParaRPr lang="en-US" sz="1800" dirty="0">
              <a:latin typeface="+mn-lt"/>
              <a:ea typeface="Amazon Ember" panose="020B0603020204020204" pitchFamily="34" charset="0"/>
              <a:cs typeface="Amazon Ember" panose="020B0603020204020204" pitchFamily="34" charset="0"/>
            </a:endParaRPr>
          </a:p>
        </p:txBody>
      </p:sp>
      <p:pic>
        <p:nvPicPr>
          <p:cNvPr id="2050" name="Picture 2" descr="Elabore uma figura como se fosse um selo de &quot;ponto de atenção&quot; para colocar num slide importante em aula. Você é o professor. Use o estilo do Van Gogh.">
            <a:extLst>
              <a:ext uri="{FF2B5EF4-FFF2-40B4-BE49-F238E27FC236}">
                <a16:creationId xmlns:a16="http://schemas.microsoft.com/office/drawing/2014/main" id="{33EEC5EA-A627-8363-02CA-10CBE22255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9570" y="1013310"/>
            <a:ext cx="1817609" cy="181760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5293830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535871"/>
            <a:ext cx="8220075" cy="832157"/>
          </a:xfrm>
        </p:spPr>
        <p:txBody>
          <a:bodyPr rtlCol="0"/>
          <a:lstStyle/>
          <a:p>
            <a:pPr rtl="0"/>
            <a:r>
              <a:rPr lang="pt-BR" sz="2700" dirty="0"/>
              <a:t>Proteção de novas contas da AWS: </a:t>
            </a:r>
            <a:br>
              <a:rPr lang="pt-BR" sz="2700" dirty="0"/>
            </a:br>
            <a:r>
              <a:rPr lang="pt-BR" sz="2700" dirty="0"/>
              <a:t>usuário raiz da conta</a:t>
            </a:r>
          </a:p>
        </p:txBody>
      </p:sp>
      <p:sp>
        <p:nvSpPr>
          <p:cNvPr id="3" name="Content Placeholder 2"/>
          <p:cNvSpPr>
            <a:spLocks noGrp="1"/>
          </p:cNvSpPr>
          <p:nvPr>
            <p:ph idx="1"/>
          </p:nvPr>
        </p:nvSpPr>
        <p:spPr>
          <a:xfrm>
            <a:off x="461963" y="1854791"/>
            <a:ext cx="8053388" cy="4225969"/>
          </a:xfrm>
        </p:spPr>
        <p:txBody>
          <a:bodyPr rtlCol="0">
            <a:normAutofit fontScale="92500"/>
          </a:bodyPr>
          <a:lstStyle/>
          <a:p>
            <a:pPr marL="0" indent="0">
              <a:buNone/>
            </a:pPr>
            <a:r>
              <a:rPr lang="pt-BR" b="1" dirty="0">
                <a:solidFill>
                  <a:schemeClr val="tx1">
                    <a:lumMod val="85000"/>
                    <a:lumOff val="15000"/>
                  </a:schemeClr>
                </a:solidFill>
              </a:rPr>
              <a:t>Etapa 1: Parar de usar o usuário raiz da conta o mais rápido possível.</a:t>
            </a:r>
          </a:p>
          <a:p>
            <a:pPr lvl="1" rtl="0"/>
            <a:r>
              <a:rPr lang="pt-BR" dirty="0"/>
              <a:t>O usuário raiz da conta tem acesso irrestrito a todos os seus recursos.</a:t>
            </a:r>
          </a:p>
          <a:p>
            <a:pPr marL="342900" lvl="1" indent="0">
              <a:buNone/>
            </a:pPr>
            <a:endParaRPr lang="en-US" sz="1500" dirty="0"/>
          </a:p>
          <a:p>
            <a:pPr rtl="0"/>
            <a:r>
              <a:rPr lang="pt-BR" dirty="0"/>
              <a:t>Para parar de usar o usuário raiz da conta:</a:t>
            </a:r>
          </a:p>
          <a:p>
            <a:pPr marL="685800" lvl="1" indent="-342900">
              <a:buFont typeface="+mj-lt"/>
              <a:buAutoNum type="arabicPeriod"/>
            </a:pPr>
            <a:r>
              <a:rPr lang="pt-BR" sz="1650" dirty="0"/>
              <a:t>Enquanto estiver conectado como o usuário raiz da conta, </a:t>
            </a:r>
            <a:r>
              <a:rPr lang="pt-BR" sz="1650" dirty="0">
                <a:solidFill>
                  <a:schemeClr val="accent6"/>
                </a:solidFill>
              </a:rPr>
              <a:t>crie um usuário </a:t>
            </a:r>
            <a:br>
              <a:rPr lang="pt-BR" sz="1650" dirty="0">
                <a:solidFill>
                  <a:schemeClr val="accent6"/>
                </a:solidFill>
              </a:rPr>
            </a:br>
            <a:r>
              <a:rPr lang="pt-BR" sz="1650" dirty="0">
                <a:solidFill>
                  <a:schemeClr val="accent6"/>
                </a:solidFill>
              </a:rPr>
              <a:t>do IAM </a:t>
            </a:r>
            <a:r>
              <a:rPr lang="pt-BR" sz="1650" dirty="0"/>
              <a:t>para você mesmo. Salve as chaves de acesso, se necessário.</a:t>
            </a:r>
          </a:p>
          <a:p>
            <a:pPr marL="685800" lvl="1" indent="-342900">
              <a:buFont typeface="+mj-lt"/>
              <a:buAutoNum type="arabicPeriod"/>
            </a:pPr>
            <a:r>
              <a:rPr lang="pt-BR" sz="1650" dirty="0"/>
              <a:t>Crie um grupo do IAM, atribua a ele permissões completas de administrador </a:t>
            </a:r>
            <a:br>
              <a:rPr lang="pt-BR" sz="1650" dirty="0"/>
            </a:br>
            <a:r>
              <a:rPr lang="pt-BR" sz="1650" dirty="0"/>
              <a:t>e adicione o usuário do IAM ao grupo.</a:t>
            </a:r>
          </a:p>
          <a:p>
            <a:pPr marL="685800" lvl="1" indent="-342900">
              <a:buFont typeface="+mj-lt"/>
              <a:buAutoNum type="arabicPeriod"/>
            </a:pPr>
            <a:r>
              <a:rPr lang="pt-BR" sz="1650" dirty="0"/>
              <a:t>Desabilite e </a:t>
            </a:r>
            <a:r>
              <a:rPr lang="pt-BR" sz="1650" dirty="0">
                <a:solidFill>
                  <a:schemeClr val="accent6"/>
                </a:solidFill>
              </a:rPr>
              <a:t>remova as chaves de acesso do usuário raiz da conta</a:t>
            </a:r>
            <a:r>
              <a:rPr lang="pt-BR" sz="1650" dirty="0"/>
              <a:t>, se elas existirem.</a:t>
            </a:r>
          </a:p>
          <a:p>
            <a:pPr marL="685800" lvl="1" indent="-342900">
              <a:buFont typeface="+mj-lt"/>
              <a:buAutoNum type="arabicPeriod"/>
            </a:pPr>
            <a:r>
              <a:rPr lang="pt-BR" sz="1650" dirty="0">
                <a:solidFill>
                  <a:schemeClr val="accent6"/>
                </a:solidFill>
              </a:rPr>
              <a:t>Habilite uma política de senha </a:t>
            </a:r>
            <a:r>
              <a:rPr lang="pt-BR" sz="1650" dirty="0"/>
              <a:t>para usuários.</a:t>
            </a:r>
          </a:p>
          <a:p>
            <a:pPr marL="685800" lvl="1" indent="-342900">
              <a:buFont typeface="+mj-lt"/>
              <a:buAutoNum type="arabicPeriod"/>
            </a:pPr>
            <a:r>
              <a:rPr lang="pt-BR" sz="1650" dirty="0"/>
              <a:t>Faça </a:t>
            </a:r>
            <a:r>
              <a:rPr lang="pt-BR" sz="1650" dirty="0" err="1"/>
              <a:t>login</a:t>
            </a:r>
            <a:r>
              <a:rPr lang="pt-BR" sz="1650" dirty="0"/>
              <a:t> com as novas credenciais de usuário do IAM. </a:t>
            </a:r>
          </a:p>
          <a:p>
            <a:pPr marL="685800" lvl="1" indent="-342900">
              <a:buFont typeface="+mj-lt"/>
              <a:buAutoNum type="arabicPeriod"/>
            </a:pPr>
            <a:r>
              <a:rPr lang="pt-BR" sz="1650" dirty="0"/>
              <a:t>Armazene as credenciais de usuário raiz da sua conta em um local seguro.</a:t>
            </a:r>
            <a:endParaRPr lang="en-US" sz="1650" dirty="0"/>
          </a:p>
        </p:txBody>
      </p:sp>
      <p:sp>
        <p:nvSpPr>
          <p:cNvPr id="4" name="Footer Placeholder 3">
            <a:extLst>
              <a:ext uri="{FF2B5EF4-FFF2-40B4-BE49-F238E27FC236}">
                <a16:creationId xmlns:a16="http://schemas.microsoft.com/office/drawing/2014/main" id="{5BEA5A22-7436-E645-9869-BFAB2CCECFB9}"/>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5" name="Slide Number Placeholder 4">
            <a:extLst>
              <a:ext uri="{FF2B5EF4-FFF2-40B4-BE49-F238E27FC236}">
                <a16:creationId xmlns:a16="http://schemas.microsoft.com/office/drawing/2014/main" id="{A5421CEB-5553-DE43-9276-DFE75FA3605C}"/>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52</a:t>
            </a:fld>
            <a:endParaRPr lang="en-US" dirty="0"/>
          </a:p>
        </p:txBody>
      </p:sp>
      <p:pic>
        <p:nvPicPr>
          <p:cNvPr id="6" name="Picture 2" descr="Elabore uma figura como se fosse um selo de &quot;ponto de atenção&quot; para colocar num slide importante em aula. Você é o professor. Use o estilo do Van Gogh.">
            <a:extLst>
              <a:ext uri="{FF2B5EF4-FFF2-40B4-BE49-F238E27FC236}">
                <a16:creationId xmlns:a16="http://schemas.microsoft.com/office/drawing/2014/main" id="{B4491EF8-D898-59E6-D899-41D8A37FA2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7741" y="0"/>
            <a:ext cx="1817609" cy="181760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4361916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pt-BR"/>
              <a:t>Proteção de novas contas da AWS: MFA</a:t>
            </a:r>
          </a:p>
        </p:txBody>
      </p:sp>
      <p:sp>
        <p:nvSpPr>
          <p:cNvPr id="3" name="Content Placeholder 2"/>
          <p:cNvSpPr>
            <a:spLocks noGrp="1"/>
          </p:cNvSpPr>
          <p:nvPr>
            <p:ph idx="1"/>
          </p:nvPr>
        </p:nvSpPr>
        <p:spPr>
          <a:xfrm>
            <a:off x="455769" y="1668781"/>
            <a:ext cx="7054193" cy="4297680"/>
          </a:xfrm>
        </p:spPr>
        <p:txBody>
          <a:bodyPr rtlCol="0">
            <a:normAutofit/>
          </a:bodyPr>
          <a:lstStyle/>
          <a:p>
            <a:pPr marL="0" indent="0">
              <a:buNone/>
            </a:pPr>
            <a:r>
              <a:rPr lang="pt-BR" sz="1800" b="1" dirty="0">
                <a:solidFill>
                  <a:schemeClr val="tx1">
                    <a:lumMod val="85000"/>
                    <a:lumOff val="15000"/>
                  </a:schemeClr>
                </a:solidFill>
              </a:rPr>
              <a:t>Etapa 2: Habilitar </a:t>
            </a:r>
            <a:r>
              <a:rPr lang="pt-BR" sz="1800" b="1" dirty="0" err="1">
                <a:solidFill>
                  <a:schemeClr val="tx1">
                    <a:lumMod val="85000"/>
                    <a:lumOff val="15000"/>
                  </a:schemeClr>
                </a:solidFill>
              </a:rPr>
              <a:t>Multi-Factor</a:t>
            </a:r>
            <a:r>
              <a:rPr lang="pt-BR" sz="1800" b="1" dirty="0">
                <a:solidFill>
                  <a:schemeClr val="tx1">
                    <a:lumMod val="85000"/>
                    <a:lumOff val="15000"/>
                  </a:schemeClr>
                </a:solidFill>
              </a:rPr>
              <a:t> </a:t>
            </a:r>
            <a:r>
              <a:rPr lang="pt-BR" sz="1800" b="1" dirty="0" err="1">
                <a:solidFill>
                  <a:schemeClr val="tx1">
                    <a:lumMod val="85000"/>
                    <a:lumOff val="15000"/>
                  </a:schemeClr>
                </a:solidFill>
              </a:rPr>
              <a:t>Authentication</a:t>
            </a:r>
            <a:r>
              <a:rPr lang="pt-BR" sz="1800" b="1" dirty="0">
                <a:solidFill>
                  <a:schemeClr val="tx1">
                    <a:lumMod val="85000"/>
                    <a:lumOff val="15000"/>
                  </a:schemeClr>
                </a:solidFill>
              </a:rPr>
              <a:t> (MFA)</a:t>
            </a:r>
          </a:p>
          <a:p>
            <a:pPr lvl="1" rtl="0"/>
            <a:r>
              <a:rPr lang="pt-BR" sz="1600" dirty="0"/>
              <a:t>Exija MFA para o </a:t>
            </a:r>
            <a:r>
              <a:rPr lang="pt-BR" sz="1600" dirty="0">
                <a:solidFill>
                  <a:schemeClr val="accent6"/>
                </a:solidFill>
              </a:rPr>
              <a:t>usuário raiz da sua conta </a:t>
            </a:r>
            <a:r>
              <a:rPr lang="pt-BR" sz="1600" dirty="0"/>
              <a:t>e para </a:t>
            </a:r>
            <a:r>
              <a:rPr lang="pt-BR" sz="1600" dirty="0">
                <a:solidFill>
                  <a:schemeClr val="accent6"/>
                </a:solidFill>
              </a:rPr>
              <a:t>todos os usuários do IAM</a:t>
            </a:r>
            <a:r>
              <a:rPr lang="pt-BR" sz="1600" dirty="0"/>
              <a:t>.</a:t>
            </a:r>
          </a:p>
          <a:p>
            <a:pPr lvl="1" rtl="0"/>
            <a:r>
              <a:rPr lang="pt-BR" sz="1600" dirty="0"/>
              <a:t>Você também pode usar a MFA para controlar o acesso às </a:t>
            </a:r>
            <a:r>
              <a:rPr lang="pt-BR" sz="1600" dirty="0" err="1"/>
              <a:t>APIs</a:t>
            </a:r>
            <a:r>
              <a:rPr lang="pt-BR" sz="1600" dirty="0"/>
              <a:t> de serviço da AWS.</a:t>
            </a:r>
          </a:p>
          <a:p>
            <a:pPr lvl="1" rtl="0"/>
            <a:endParaRPr lang="en-US" sz="1600" dirty="0"/>
          </a:p>
          <a:p>
            <a:pPr rtl="0"/>
            <a:r>
              <a:rPr lang="pt-BR" sz="1800" dirty="0"/>
              <a:t>Opções para recuperar o </a:t>
            </a:r>
            <a:r>
              <a:rPr lang="pt-BR" sz="1800" dirty="0" err="1"/>
              <a:t>token</a:t>
            </a:r>
            <a:r>
              <a:rPr lang="pt-BR" sz="1800" dirty="0"/>
              <a:t> de MFA – </a:t>
            </a:r>
          </a:p>
          <a:p>
            <a:pPr lvl="1" rtl="0"/>
            <a:r>
              <a:rPr lang="pt-BR" sz="1600" dirty="0"/>
              <a:t>Aplicativos compatíveis com MFA virtual:</a:t>
            </a:r>
          </a:p>
          <a:p>
            <a:pPr lvl="2" rtl="0"/>
            <a:r>
              <a:rPr lang="pt-BR" sz="1400" dirty="0"/>
              <a:t>Google </a:t>
            </a:r>
            <a:r>
              <a:rPr lang="pt-BR" sz="1400" dirty="0" err="1"/>
              <a:t>Authenticator</a:t>
            </a:r>
            <a:r>
              <a:rPr lang="pt-BR" sz="1400" dirty="0"/>
              <a:t>.</a:t>
            </a:r>
          </a:p>
          <a:p>
            <a:pPr lvl="2" rtl="0"/>
            <a:r>
              <a:rPr lang="pt-BR" sz="1400" dirty="0" err="1"/>
              <a:t>Authy</a:t>
            </a:r>
            <a:r>
              <a:rPr lang="pt-BR" sz="1400" dirty="0"/>
              <a:t> </a:t>
            </a:r>
            <a:r>
              <a:rPr lang="pt-BR" sz="1400" dirty="0" err="1"/>
              <a:t>Authenticator</a:t>
            </a:r>
            <a:r>
              <a:rPr lang="pt-BR" sz="1400" dirty="0"/>
              <a:t> (aplicativo Windows Phone).</a:t>
            </a:r>
          </a:p>
          <a:p>
            <a:pPr lvl="1" rtl="0"/>
            <a:r>
              <a:rPr lang="pt-BR" sz="1600" dirty="0"/>
              <a:t>Dispositivos de chave de segurança U2F:</a:t>
            </a:r>
          </a:p>
          <a:p>
            <a:pPr lvl="2" rtl="0"/>
            <a:r>
              <a:rPr lang="pt-BR" sz="1400" dirty="0"/>
              <a:t>Por exemplo, </a:t>
            </a:r>
            <a:r>
              <a:rPr lang="pt-BR" sz="1400" dirty="0" err="1"/>
              <a:t>YubiKey</a:t>
            </a:r>
            <a:r>
              <a:rPr lang="pt-BR" sz="1400" dirty="0"/>
              <a:t>.</a:t>
            </a:r>
          </a:p>
          <a:p>
            <a:pPr lvl="1" rtl="0"/>
            <a:r>
              <a:rPr lang="pt-BR" sz="1600" dirty="0"/>
              <a:t>Opções de MFA de hardware:</a:t>
            </a:r>
          </a:p>
          <a:p>
            <a:pPr lvl="2" rtl="0"/>
            <a:r>
              <a:rPr lang="pt-BR" sz="1400" dirty="0"/>
              <a:t>Chaveiro ou cartão de exibição oferecido pela </a:t>
            </a:r>
            <a:r>
              <a:rPr lang="pt-BR" sz="1400" dirty="0" err="1">
                <a:hlinkClick r:id="rId4"/>
              </a:rPr>
              <a:t>Gemalto</a:t>
            </a:r>
            <a:r>
              <a:rPr lang="pt-BR" sz="1400" dirty="0"/>
              <a:t>.</a:t>
            </a:r>
          </a:p>
          <a:p>
            <a:pPr rtl="0"/>
            <a:endParaRPr lang="en-US" sz="1800" dirty="0"/>
          </a:p>
        </p:txBody>
      </p:sp>
      <p:sp>
        <p:nvSpPr>
          <p:cNvPr id="4" name="Footer Placeholder 3">
            <a:extLst>
              <a:ext uri="{FF2B5EF4-FFF2-40B4-BE49-F238E27FC236}">
                <a16:creationId xmlns:a16="http://schemas.microsoft.com/office/drawing/2014/main" id="{CF91824E-422E-B44E-8D5D-5A5B906D4387}"/>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5" name="Slide Number Placeholder 4">
            <a:extLst>
              <a:ext uri="{FF2B5EF4-FFF2-40B4-BE49-F238E27FC236}">
                <a16:creationId xmlns:a16="http://schemas.microsoft.com/office/drawing/2014/main" id="{9F8519F2-8D64-DE4A-8C4C-0F4B78466A74}"/>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53</a:t>
            </a:fld>
            <a:endParaRPr lang="en-US" dirty="0"/>
          </a:p>
        </p:txBody>
      </p:sp>
      <p:sp>
        <p:nvSpPr>
          <p:cNvPr id="11" name="TextBox 10">
            <a:extLst>
              <a:ext uri="{FF2B5EF4-FFF2-40B4-BE49-F238E27FC236}">
                <a16:creationId xmlns:a16="http://schemas.microsoft.com/office/drawing/2014/main" id="{4C9B502D-30BF-924A-A260-C8EF48C4B475}"/>
              </a:ext>
            </a:extLst>
          </p:cNvPr>
          <p:cNvSpPr txBox="1"/>
          <p:nvPr/>
        </p:nvSpPr>
        <p:spPr>
          <a:xfrm>
            <a:off x="7509962" y="4600704"/>
            <a:ext cx="1178269" cy="276999"/>
          </a:xfrm>
          <a:prstGeom prst="rect">
            <a:avLst/>
          </a:prstGeom>
          <a:noFill/>
        </p:spPr>
        <p:txBody>
          <a:bodyPr wrap="square" rtlCol="0">
            <a:spAutoFit/>
          </a:bodyPr>
          <a:lstStyle/>
          <a:p>
            <a:pPr algn="ctr" rtl="0"/>
            <a:r>
              <a:rPr lang="pt-BR" sz="1200"/>
              <a:t>Token de MFA</a:t>
            </a:r>
          </a:p>
        </p:txBody>
      </p:sp>
      <p:pic>
        <p:nvPicPr>
          <p:cNvPr id="12" name="Graphic 11">
            <a:extLst>
              <a:ext uri="{FF2B5EF4-FFF2-40B4-BE49-F238E27FC236}">
                <a16:creationId xmlns:a16="http://schemas.microsoft.com/office/drawing/2014/main" id="{E8C11CF0-0AA0-7B49-B8C2-F7535DD6CC5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42856" y="3905663"/>
            <a:ext cx="695041" cy="695041"/>
          </a:xfrm>
          <a:prstGeom prst="rect">
            <a:avLst/>
          </a:prstGeom>
        </p:spPr>
      </p:pic>
    </p:spTree>
    <p:custDataLst>
      <p:tags r:id="rId1"/>
    </p:custDataLst>
    <p:extLst>
      <p:ext uri="{BB962C8B-B14F-4D97-AF65-F5344CB8AC3E}">
        <p14:creationId xmlns:p14="http://schemas.microsoft.com/office/powerpoint/2010/main" val="38335658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613509"/>
            <a:ext cx="8336711" cy="801223"/>
          </a:xfrm>
        </p:spPr>
        <p:txBody>
          <a:bodyPr rtlCol="0">
            <a:normAutofit fontScale="90000"/>
          </a:bodyPr>
          <a:lstStyle/>
          <a:p>
            <a:pPr rtl="0"/>
            <a:r>
              <a:rPr lang="pt-BR" sz="2700"/>
              <a:t>Proteção de novas contas da AWS: AWS CloudTrail</a:t>
            </a:r>
          </a:p>
        </p:txBody>
      </p:sp>
      <p:sp>
        <p:nvSpPr>
          <p:cNvPr id="3" name="Content Placeholder 2"/>
          <p:cNvSpPr>
            <a:spLocks noGrp="1"/>
          </p:cNvSpPr>
          <p:nvPr>
            <p:ph idx="1"/>
          </p:nvPr>
        </p:nvSpPr>
        <p:spPr>
          <a:xfrm>
            <a:off x="314325" y="1691641"/>
            <a:ext cx="8054423" cy="4552850"/>
          </a:xfrm>
        </p:spPr>
        <p:txBody>
          <a:bodyPr rtlCol="0">
            <a:normAutofit fontScale="92500" lnSpcReduction="10000"/>
          </a:bodyPr>
          <a:lstStyle/>
          <a:p>
            <a:pPr marL="0" indent="0">
              <a:buNone/>
            </a:pPr>
            <a:r>
              <a:rPr lang="pt-BR" sz="1600" b="1" dirty="0">
                <a:solidFill>
                  <a:schemeClr val="tx1">
                    <a:lumMod val="85000"/>
                    <a:lumOff val="15000"/>
                  </a:schemeClr>
                </a:solidFill>
              </a:rPr>
              <a:t>Etapa 3: Usar o AWS </a:t>
            </a:r>
            <a:r>
              <a:rPr lang="pt-BR" sz="1600" b="1" dirty="0" err="1">
                <a:solidFill>
                  <a:schemeClr val="tx1">
                    <a:lumMod val="85000"/>
                    <a:lumOff val="15000"/>
                  </a:schemeClr>
                </a:solidFill>
              </a:rPr>
              <a:t>CloudTrail</a:t>
            </a:r>
            <a:r>
              <a:rPr lang="pt-BR" sz="1600" b="1" dirty="0">
                <a:solidFill>
                  <a:schemeClr val="tx1">
                    <a:lumMod val="85000"/>
                    <a:lumOff val="15000"/>
                  </a:schemeClr>
                </a:solidFill>
              </a:rPr>
              <a:t>.</a:t>
            </a:r>
          </a:p>
          <a:p>
            <a:pPr lvl="1" rtl="0"/>
            <a:r>
              <a:rPr lang="pt-BR" sz="1400" dirty="0"/>
              <a:t>O </a:t>
            </a:r>
            <a:r>
              <a:rPr lang="pt-BR" sz="1400" dirty="0" err="1"/>
              <a:t>CloudTrail</a:t>
            </a:r>
            <a:r>
              <a:rPr lang="pt-BR" sz="1400" dirty="0"/>
              <a:t> rastreia as atividades dos usuários em sua conta.</a:t>
            </a:r>
          </a:p>
          <a:p>
            <a:pPr lvl="2" rtl="0"/>
            <a:r>
              <a:rPr lang="pt-BR" sz="1400" dirty="0"/>
              <a:t>Ele registra todas as solicitações de API para recursos em todos os serviços compatíveis da sua conta.</a:t>
            </a:r>
          </a:p>
          <a:p>
            <a:pPr lvl="1" rtl="0"/>
            <a:r>
              <a:rPr lang="pt-BR" sz="1400" dirty="0">
                <a:solidFill>
                  <a:schemeClr val="accent6"/>
                </a:solidFill>
              </a:rPr>
              <a:t>O histórico básico de eventos do AWS </a:t>
            </a:r>
            <a:r>
              <a:rPr lang="pt-BR" sz="1400" dirty="0" err="1">
                <a:solidFill>
                  <a:schemeClr val="accent6"/>
                </a:solidFill>
              </a:rPr>
              <a:t>CloudTrail</a:t>
            </a:r>
            <a:r>
              <a:rPr lang="pt-BR" sz="1400" dirty="0">
                <a:solidFill>
                  <a:schemeClr val="accent6"/>
                </a:solidFill>
              </a:rPr>
              <a:t> é habilitado por padrão</a:t>
            </a:r>
            <a:r>
              <a:rPr lang="pt-BR" sz="1400" dirty="0"/>
              <a:t> e gratuito.</a:t>
            </a:r>
          </a:p>
          <a:p>
            <a:pPr lvl="2" rtl="0"/>
            <a:r>
              <a:rPr lang="pt-BR" sz="1400" dirty="0"/>
              <a:t>Ele contém todos os dados de eventos de gerenciamento nos últimos 90 dias de atividade da conta.</a:t>
            </a:r>
          </a:p>
          <a:p>
            <a:pPr rtl="0"/>
            <a:r>
              <a:rPr lang="pt-BR" sz="1600" dirty="0">
                <a:solidFill>
                  <a:schemeClr val="tx1">
                    <a:lumMod val="85000"/>
                    <a:lumOff val="15000"/>
                  </a:schemeClr>
                </a:solidFill>
              </a:rPr>
              <a:t>Para acessar o </a:t>
            </a:r>
            <a:r>
              <a:rPr lang="pt-BR" sz="1600" dirty="0" err="1">
                <a:solidFill>
                  <a:schemeClr val="tx1">
                    <a:lumMod val="85000"/>
                    <a:lumOff val="15000"/>
                  </a:schemeClr>
                </a:solidFill>
              </a:rPr>
              <a:t>CloudTrail</a:t>
            </a:r>
            <a:r>
              <a:rPr lang="pt-BR" sz="1600" dirty="0">
                <a:solidFill>
                  <a:schemeClr val="tx1">
                    <a:lumMod val="85000"/>
                    <a:lumOff val="15000"/>
                  </a:schemeClr>
                </a:solidFill>
              </a:rPr>
              <a:t> – </a:t>
            </a:r>
          </a:p>
          <a:p>
            <a:pPr marL="685800" lvl="1" indent="-342900">
              <a:buFont typeface="+mj-lt"/>
              <a:buAutoNum type="arabicPeriod"/>
            </a:pPr>
            <a:r>
              <a:rPr lang="pt-BR" sz="1400" dirty="0"/>
              <a:t>Faça </a:t>
            </a:r>
            <a:r>
              <a:rPr lang="pt-BR" sz="1400" dirty="0" err="1"/>
              <a:t>login</a:t>
            </a:r>
            <a:r>
              <a:rPr lang="pt-BR" sz="1400" dirty="0"/>
              <a:t> no </a:t>
            </a:r>
            <a:r>
              <a:rPr lang="pt-BR" sz="1400" b="1" dirty="0"/>
              <a:t>Console de Gerenciamento da AWS</a:t>
            </a:r>
            <a:r>
              <a:rPr lang="pt-BR" sz="1400" dirty="0"/>
              <a:t> e escolha o serviço </a:t>
            </a:r>
            <a:r>
              <a:rPr lang="pt-BR" sz="1400" b="1" dirty="0" err="1"/>
              <a:t>CloudTrail</a:t>
            </a:r>
            <a:r>
              <a:rPr lang="pt-BR" sz="1400" dirty="0"/>
              <a:t> .</a:t>
            </a:r>
          </a:p>
          <a:p>
            <a:pPr marL="685800" lvl="1" indent="-342900">
              <a:buFont typeface="+mj-lt"/>
              <a:buAutoNum type="arabicPeriod"/>
            </a:pPr>
            <a:r>
              <a:rPr lang="pt-BR" sz="1400" dirty="0"/>
              <a:t>Clique em </a:t>
            </a:r>
            <a:r>
              <a:rPr lang="pt-BR" sz="1400" b="1" dirty="0" err="1"/>
              <a:t>Event</a:t>
            </a:r>
            <a:r>
              <a:rPr lang="pt-BR" sz="1400" b="1" dirty="0"/>
              <a:t> </a:t>
            </a:r>
            <a:r>
              <a:rPr lang="pt-BR" sz="1400" b="1" dirty="0" err="1"/>
              <a:t>history</a:t>
            </a:r>
            <a:r>
              <a:rPr lang="pt-BR" sz="1400" b="1" dirty="0"/>
              <a:t> (Histórico de eventos)</a:t>
            </a:r>
            <a:r>
              <a:rPr lang="pt-BR" sz="1400" dirty="0"/>
              <a:t> para visualizar, filtrar e pesquisar os últimos 90 dias </a:t>
            </a:r>
            <a:br>
              <a:rPr lang="pt-BR" sz="1400" dirty="0"/>
            </a:br>
            <a:r>
              <a:rPr lang="pt-BR" sz="1400" dirty="0"/>
              <a:t>de eventos.</a:t>
            </a:r>
          </a:p>
          <a:p>
            <a:pPr rtl="0"/>
            <a:r>
              <a:rPr lang="pt-BR" sz="1600" b="1" dirty="0">
                <a:solidFill>
                  <a:schemeClr val="tx1">
                    <a:lumMod val="85000"/>
                    <a:lumOff val="15000"/>
                  </a:schemeClr>
                </a:solidFill>
              </a:rPr>
              <a:t>Para habilitar logs além de 90 dias e habilitar alertas de eventos especificados, crie uma trilha.</a:t>
            </a:r>
          </a:p>
          <a:p>
            <a:pPr marL="685800" lvl="1" indent="-342900">
              <a:buFont typeface="+mj-lt"/>
              <a:buAutoNum type="arabicPeriod"/>
            </a:pPr>
            <a:r>
              <a:rPr lang="pt-BR" sz="1400" dirty="0"/>
              <a:t>Na página </a:t>
            </a:r>
            <a:r>
              <a:rPr lang="pt-BR" sz="1400" dirty="0" err="1"/>
              <a:t>CloudTrail</a:t>
            </a:r>
            <a:r>
              <a:rPr lang="pt-BR" sz="1400" dirty="0"/>
              <a:t> Console </a:t>
            </a:r>
            <a:r>
              <a:rPr lang="pt-BR" sz="1400" dirty="0" err="1"/>
              <a:t>trails</a:t>
            </a:r>
            <a:r>
              <a:rPr lang="pt-BR" sz="1400" dirty="0"/>
              <a:t> (Trilhas do console do </a:t>
            </a:r>
            <a:r>
              <a:rPr lang="pt-BR" sz="1400" dirty="0" err="1"/>
              <a:t>CloudTrail</a:t>
            </a:r>
            <a:r>
              <a:rPr lang="pt-BR" sz="1400" dirty="0"/>
              <a:t>), clique em </a:t>
            </a:r>
            <a:r>
              <a:rPr lang="pt-BR" sz="1400" b="1" dirty="0" err="1"/>
              <a:t>Create</a:t>
            </a:r>
            <a:r>
              <a:rPr lang="pt-BR" sz="1400" b="1" dirty="0"/>
              <a:t> </a:t>
            </a:r>
            <a:r>
              <a:rPr lang="pt-BR" sz="1400" b="1" dirty="0" err="1"/>
              <a:t>trail</a:t>
            </a:r>
            <a:r>
              <a:rPr lang="pt-BR" sz="1400" b="1" dirty="0"/>
              <a:t> (Criar trilha)</a:t>
            </a:r>
            <a:r>
              <a:rPr lang="pt-BR" sz="1400" dirty="0"/>
              <a:t>.</a:t>
            </a:r>
          </a:p>
          <a:p>
            <a:pPr marL="685800" lvl="1" indent="-342900">
              <a:buFont typeface="+mj-lt"/>
              <a:buAutoNum type="arabicPeriod"/>
            </a:pPr>
            <a:r>
              <a:rPr lang="pt-BR" sz="1400" dirty="0"/>
              <a:t>Atribua um nome a ela, aplique-a a todas as regiões e crie um novo </a:t>
            </a:r>
            <a:r>
              <a:rPr lang="pt-BR" sz="1400" dirty="0" err="1"/>
              <a:t>bucket</a:t>
            </a:r>
            <a:r>
              <a:rPr lang="pt-BR" sz="1400" dirty="0"/>
              <a:t> do </a:t>
            </a:r>
            <a:r>
              <a:rPr lang="pt-BR" sz="1400" dirty="0" err="1"/>
              <a:t>Amazon</a:t>
            </a:r>
            <a:r>
              <a:rPr lang="pt-BR" sz="1400" dirty="0"/>
              <a:t> S3 para armazenamento de logs.</a:t>
            </a:r>
            <a:endParaRPr lang="en-US" sz="1400" dirty="0"/>
          </a:p>
          <a:p>
            <a:pPr marL="685800" lvl="1" indent="-342900">
              <a:buFont typeface="+mj-lt"/>
              <a:buAutoNum type="arabicPeriod"/>
            </a:pPr>
            <a:r>
              <a:rPr lang="pt-BR" sz="1400" dirty="0"/>
              <a:t>Configure restrições de acesso no </a:t>
            </a:r>
            <a:r>
              <a:rPr lang="pt-BR" sz="1400" dirty="0" err="1"/>
              <a:t>bucket</a:t>
            </a:r>
            <a:r>
              <a:rPr lang="pt-BR" sz="1400" dirty="0"/>
              <a:t> do S3 (por exemplo, somente usuários </a:t>
            </a:r>
            <a:r>
              <a:rPr lang="pt-BR" sz="1400" dirty="0" err="1"/>
              <a:t>admin</a:t>
            </a:r>
            <a:r>
              <a:rPr lang="pt-BR" sz="1400" dirty="0"/>
              <a:t> devem ter acesso).</a:t>
            </a:r>
          </a:p>
          <a:p>
            <a:pPr rtl="0"/>
            <a:endParaRPr lang="en-US" dirty="0"/>
          </a:p>
        </p:txBody>
      </p:sp>
      <p:sp>
        <p:nvSpPr>
          <p:cNvPr id="4" name="Footer Placeholder 3">
            <a:extLst>
              <a:ext uri="{FF2B5EF4-FFF2-40B4-BE49-F238E27FC236}">
                <a16:creationId xmlns:a16="http://schemas.microsoft.com/office/drawing/2014/main" id="{5950F6B8-3CA8-9C4B-B476-019BAD0452A0}"/>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5" name="Slide Number Placeholder 4">
            <a:extLst>
              <a:ext uri="{FF2B5EF4-FFF2-40B4-BE49-F238E27FC236}">
                <a16:creationId xmlns:a16="http://schemas.microsoft.com/office/drawing/2014/main" id="{46FDFC53-4EC0-7D44-851F-707C2853C833}"/>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54</a:t>
            </a:fld>
            <a:endParaRPr lang="en-US" dirty="0"/>
          </a:p>
        </p:txBody>
      </p:sp>
    </p:spTree>
    <p:custDataLst>
      <p:tags r:id="rId1"/>
    </p:custDataLst>
    <p:extLst>
      <p:ext uri="{BB962C8B-B14F-4D97-AF65-F5344CB8AC3E}">
        <p14:creationId xmlns:p14="http://schemas.microsoft.com/office/powerpoint/2010/main" val="17887628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rtl="0"/>
            <a:r>
              <a:rPr lang="pt-BR" sz="2700"/>
              <a:t>Proteção de novas contas da AWS: relatórios de faturamento</a:t>
            </a:r>
          </a:p>
        </p:txBody>
      </p:sp>
      <p:sp>
        <p:nvSpPr>
          <p:cNvPr id="3" name="Content Placeholder 2"/>
          <p:cNvSpPr>
            <a:spLocks noGrp="1"/>
          </p:cNvSpPr>
          <p:nvPr>
            <p:ph idx="1"/>
          </p:nvPr>
        </p:nvSpPr>
        <p:spPr>
          <a:xfrm>
            <a:off x="419100" y="1857469"/>
            <a:ext cx="7929769" cy="3684981"/>
          </a:xfrm>
        </p:spPr>
        <p:txBody>
          <a:bodyPr rtlCol="0">
            <a:normAutofit fontScale="92500" lnSpcReduction="20000"/>
          </a:bodyPr>
          <a:lstStyle/>
          <a:p>
            <a:pPr marL="0" indent="0">
              <a:spcBef>
                <a:spcPts val="1800"/>
              </a:spcBef>
              <a:buClr>
                <a:srgbClr val="FF9933"/>
              </a:buClr>
              <a:buNone/>
            </a:pPr>
            <a:r>
              <a:rPr lang="pt-BR" b="1" dirty="0">
                <a:solidFill>
                  <a:schemeClr val="tx1">
                    <a:lumMod val="85000"/>
                    <a:lumOff val="15000"/>
                  </a:schemeClr>
                </a:solidFill>
              </a:rPr>
              <a:t>Etapa 4: Habilitar um </a:t>
            </a:r>
            <a:r>
              <a:rPr lang="pt-BR"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relatório de</a:t>
            </a:r>
            <a:r>
              <a:rPr lang="pt-BR" dirty="0">
                <a:solidFill>
                  <a:schemeClr val="tx1">
                    <a:lumMod val="85000"/>
                    <a:lumOff val="15000"/>
                  </a:schemeClr>
                </a:solidFill>
              </a:rPr>
              <a:t> </a:t>
            </a:r>
            <a:r>
              <a:rPr lang="pt-BR"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faturamento</a:t>
            </a:r>
            <a:r>
              <a:rPr lang="pt-BR" dirty="0">
                <a:solidFill>
                  <a:schemeClr val="tx1">
                    <a:lumMod val="85000"/>
                    <a:lumOff val="15000"/>
                  </a:schemeClr>
                </a:solidFill>
              </a:rPr>
              <a:t>,</a:t>
            </a:r>
            <a:r>
              <a:rPr lang="pt-BR" b="1" dirty="0">
                <a:solidFill>
                  <a:schemeClr val="tx1">
                    <a:lumMod val="85000"/>
                    <a:lumOff val="15000"/>
                  </a:schemeClr>
                </a:solidFill>
              </a:rPr>
              <a:t> como o relatório </a:t>
            </a:r>
            <a:br>
              <a:rPr lang="pt-BR" b="1" dirty="0">
                <a:solidFill>
                  <a:schemeClr val="tx1">
                    <a:lumMod val="85000"/>
                    <a:lumOff val="15000"/>
                  </a:schemeClr>
                </a:solidFill>
              </a:rPr>
            </a:br>
            <a:r>
              <a:rPr lang="pt-BR" b="1" dirty="0">
                <a:solidFill>
                  <a:schemeClr val="tx1">
                    <a:lumMod val="85000"/>
                    <a:lumOff val="15000"/>
                  </a:schemeClr>
                </a:solidFill>
              </a:rPr>
              <a:t>de custos e uso da AWS.</a:t>
            </a:r>
          </a:p>
          <a:p>
            <a:pPr marL="173831" indent="-163116">
              <a:spcBef>
                <a:spcPts val="1800"/>
              </a:spcBef>
              <a:spcAft>
                <a:spcPts val="450"/>
              </a:spcAft>
              <a:buSzPct val="100000"/>
            </a:pPr>
            <a:r>
              <a:rPr lang="pt-BR" sz="1800" dirty="0"/>
              <a:t>Os relatórios de faturamento oferecem informações sobre o uso dos recursos </a:t>
            </a:r>
            <a:br>
              <a:rPr lang="pt-BR" sz="1800" dirty="0"/>
            </a:br>
            <a:r>
              <a:rPr lang="pt-BR" sz="1800" dirty="0"/>
              <a:t>da AWS e os custos estimados para esse uso.</a:t>
            </a:r>
            <a:endParaRPr lang="en-US" sz="1800" dirty="0"/>
          </a:p>
          <a:p>
            <a:pPr marL="173831" indent="-163116">
              <a:spcBef>
                <a:spcPts val="1800"/>
              </a:spcBef>
              <a:spcAft>
                <a:spcPts val="450"/>
              </a:spcAft>
              <a:buSzPct val="100000"/>
            </a:pPr>
            <a:r>
              <a:rPr lang="pt-BR" sz="1800" dirty="0"/>
              <a:t>A AWS entrega os relatórios para o </a:t>
            </a:r>
            <a:r>
              <a:rPr lang="pt-BR" sz="1800" dirty="0" err="1"/>
              <a:t>bucket</a:t>
            </a:r>
            <a:r>
              <a:rPr lang="pt-BR" sz="1800" dirty="0"/>
              <a:t> do </a:t>
            </a:r>
            <a:r>
              <a:rPr lang="pt-BR" sz="1800" dirty="0" err="1"/>
              <a:t>Amazon</a:t>
            </a:r>
            <a:r>
              <a:rPr lang="pt-BR" sz="1800" dirty="0"/>
              <a:t> S3 que você especifica.</a:t>
            </a:r>
          </a:p>
          <a:p>
            <a:pPr marL="516731" lvl="1" indent="-163116">
              <a:spcBef>
                <a:spcPts val="1800"/>
              </a:spcBef>
              <a:spcAft>
                <a:spcPts val="450"/>
              </a:spcAft>
              <a:buSzPct val="100000"/>
            </a:pPr>
            <a:r>
              <a:rPr lang="pt-BR" dirty="0"/>
              <a:t>O relatório é atualizado pelo menos uma vez por dia.</a:t>
            </a:r>
            <a:endParaRPr lang="en-US" dirty="0"/>
          </a:p>
          <a:p>
            <a:pPr marL="173831" indent="-163116">
              <a:spcBef>
                <a:spcPts val="1800"/>
              </a:spcBef>
              <a:spcAft>
                <a:spcPts val="450"/>
              </a:spcAft>
              <a:buSzPct val="100000"/>
            </a:pPr>
            <a:r>
              <a:rPr lang="pt-BR" sz="1800" dirty="0"/>
              <a:t>O </a:t>
            </a:r>
            <a:r>
              <a:rPr lang="pt-BR" sz="1800" b="1" dirty="0"/>
              <a:t>relatório de custos e uso da AWS </a:t>
            </a:r>
            <a:r>
              <a:rPr lang="pt-BR" sz="1800" dirty="0"/>
              <a:t>monitora seu uso da AWS e fornece cobranças estimadas associadas à sua conta da AWS por hora ou por dia.</a:t>
            </a:r>
            <a:endParaRPr lang="en-US" dirty="0"/>
          </a:p>
          <a:p>
            <a:pPr>
              <a:spcBef>
                <a:spcPts val="1800"/>
              </a:spcBef>
              <a:buClr>
                <a:schemeClr val="accent1"/>
              </a:buClr>
            </a:pPr>
            <a:endParaRPr lang="en-US" dirty="0"/>
          </a:p>
        </p:txBody>
      </p:sp>
      <p:sp>
        <p:nvSpPr>
          <p:cNvPr id="4" name="Footer Placeholder 3">
            <a:extLst>
              <a:ext uri="{FF2B5EF4-FFF2-40B4-BE49-F238E27FC236}">
                <a16:creationId xmlns:a16="http://schemas.microsoft.com/office/drawing/2014/main" id="{7F1455CC-0D4F-ED47-B170-D76292D27385}"/>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5" name="Slide Number Placeholder 4">
            <a:extLst>
              <a:ext uri="{FF2B5EF4-FFF2-40B4-BE49-F238E27FC236}">
                <a16:creationId xmlns:a16="http://schemas.microsoft.com/office/drawing/2014/main" id="{71FE6C2F-1BB3-2146-BC84-19B594161D37}"/>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55</a:t>
            </a:fld>
            <a:endParaRPr lang="en-US" dirty="0"/>
          </a:p>
        </p:txBody>
      </p:sp>
    </p:spTree>
    <p:custDataLst>
      <p:tags r:id="rId1"/>
    </p:custDataLst>
    <p:extLst>
      <p:ext uri="{BB962C8B-B14F-4D97-AF65-F5344CB8AC3E}">
        <p14:creationId xmlns:p14="http://schemas.microsoft.com/office/powerpoint/2010/main" val="33408419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42BDCC6A-8682-488F-294F-1A121B0A3FC2}"/>
              </a:ext>
            </a:extLst>
          </p:cNvPr>
          <p:cNvSpPr>
            <a:spLocks noGrp="1"/>
          </p:cNvSpPr>
          <p:nvPr>
            <p:ph type="body" sz="quarter" idx="15"/>
          </p:nvPr>
        </p:nvSpPr>
        <p:spPr/>
        <p:txBody>
          <a:bodyPr/>
          <a:lstStyle/>
          <a:p>
            <a:r>
              <a:rPr lang="pt-BR" sz="3600"/>
              <a:t>Proteção de dados na AWS</a:t>
            </a:r>
            <a:endParaRPr lang="pt-BR"/>
          </a:p>
        </p:txBody>
      </p:sp>
      <p:sp>
        <p:nvSpPr>
          <p:cNvPr id="4" name="Footer Placeholder 3">
            <a:extLst>
              <a:ext uri="{FF2B5EF4-FFF2-40B4-BE49-F238E27FC236}">
                <a16:creationId xmlns:a16="http://schemas.microsoft.com/office/drawing/2014/main" id="{111EFB2D-EB78-7141-8973-BCD5A21FE909}"/>
              </a:ext>
              <a:ext uri="{C183D7F6-B498-43B3-948B-1728B52AA6E4}">
                <adec:decorative xmlns:adec="http://schemas.microsoft.com/office/drawing/2017/decorative" val="1"/>
              </a:ext>
            </a:extLst>
          </p:cNvPr>
          <p:cNvSpPr>
            <a:spLocks noGrp="1"/>
          </p:cNvSpPr>
          <p:nvPr>
            <p:ph type="ftr" sz="quarter" idx="4294967295"/>
          </p:nvPr>
        </p:nvSpPr>
        <p:spPr>
          <a:xfrm>
            <a:off x="3041374" y="6288807"/>
            <a:ext cx="3386138" cy="365125"/>
          </a:xfrm>
        </p:spPr>
        <p:txBody>
          <a:bodyPr rtlCol="0"/>
          <a:lstStyle/>
          <a:p>
            <a:pPr rtl="0"/>
            <a:r>
              <a:rPr lang="pt-BR"/>
              <a:t>© 2019 Amazon Web Services, Inc. ou suas afiliadas. Todos os direitos reservados.</a:t>
            </a:r>
          </a:p>
        </p:txBody>
      </p:sp>
    </p:spTree>
    <p:custDataLst>
      <p:tags r:id="rId1"/>
    </p:custDataLst>
    <p:extLst>
      <p:ext uri="{BB962C8B-B14F-4D97-AF65-F5344CB8AC3E}">
        <p14:creationId xmlns:p14="http://schemas.microsoft.com/office/powerpoint/2010/main" val="7840717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2EF57F-D342-FE4E-904B-84EF23F2FD16}"/>
              </a:ext>
            </a:extLst>
          </p:cNvPr>
          <p:cNvSpPr>
            <a:spLocks noGrp="1"/>
          </p:cNvSpPr>
          <p:nvPr>
            <p:ph type="title"/>
          </p:nvPr>
        </p:nvSpPr>
        <p:spPr/>
        <p:txBody>
          <a:bodyPr rtlCol="0"/>
          <a:lstStyle/>
          <a:p>
            <a:pPr rtl="0"/>
            <a:r>
              <a:rPr lang="pt-BR"/>
              <a:t>Criptografia de dados </a:t>
            </a:r>
            <a:r>
              <a:rPr lang="pt-BR" i="1"/>
              <a:t>em repouso</a:t>
            </a:r>
          </a:p>
        </p:txBody>
      </p:sp>
      <p:sp>
        <p:nvSpPr>
          <p:cNvPr id="6" name="Content Placeholder 5">
            <a:extLst>
              <a:ext uri="{FF2B5EF4-FFF2-40B4-BE49-F238E27FC236}">
                <a16:creationId xmlns:a16="http://schemas.microsoft.com/office/drawing/2014/main" id="{6EC9A840-75A0-E142-B90F-52153AD2824A}"/>
              </a:ext>
            </a:extLst>
          </p:cNvPr>
          <p:cNvSpPr>
            <a:spLocks noGrp="1"/>
          </p:cNvSpPr>
          <p:nvPr>
            <p:ph idx="1"/>
          </p:nvPr>
        </p:nvSpPr>
        <p:spPr>
          <a:xfrm>
            <a:off x="511048" y="1244905"/>
            <a:ext cx="7523841" cy="4710125"/>
          </a:xfrm>
        </p:spPr>
        <p:txBody>
          <a:bodyPr rtlCol="0">
            <a:normAutofit lnSpcReduction="10000"/>
          </a:bodyPr>
          <a:lstStyle/>
          <a:p>
            <a:pPr rtl="0"/>
            <a:r>
              <a:rPr lang="pt-BR" dirty="0"/>
              <a:t>A </a:t>
            </a:r>
            <a:r>
              <a:rPr lang="pt-BR" b="1" dirty="0">
                <a:solidFill>
                  <a:schemeClr val="accent5"/>
                </a:solidFill>
              </a:rPr>
              <a:t>criptografia</a:t>
            </a:r>
            <a:r>
              <a:rPr lang="pt-BR" dirty="0"/>
              <a:t> codifica dados com uma </a:t>
            </a:r>
            <a:r>
              <a:rPr lang="pt-BR" dirty="0">
                <a:solidFill>
                  <a:schemeClr val="accent6"/>
                </a:solidFill>
              </a:rPr>
              <a:t>chave secreta</a:t>
            </a:r>
            <a:r>
              <a:rPr lang="pt-BR" dirty="0"/>
              <a:t>, </a:t>
            </a:r>
            <a:br>
              <a:rPr lang="pt-BR" dirty="0"/>
            </a:br>
            <a:r>
              <a:rPr lang="pt-BR" dirty="0"/>
              <a:t>o que os torna ilegíveis</a:t>
            </a:r>
          </a:p>
          <a:p>
            <a:pPr lvl="1" rtl="0"/>
            <a:r>
              <a:rPr lang="pt-BR" sz="1500" dirty="0"/>
              <a:t>Somente quem tem a chave secreta pode decodificar os dados</a:t>
            </a:r>
          </a:p>
          <a:p>
            <a:pPr lvl="1" rtl="0"/>
            <a:r>
              <a:rPr lang="pt-BR" sz="1500" dirty="0">
                <a:solidFill>
                  <a:schemeClr val="accent6"/>
                </a:solidFill>
              </a:rPr>
              <a:t>O AWS KMS </a:t>
            </a:r>
            <a:r>
              <a:rPr lang="pt-BR" sz="1500" dirty="0"/>
              <a:t>pode gerenciar suas chaves secretas</a:t>
            </a:r>
          </a:p>
          <a:p>
            <a:pPr lvl="1" rtl="0"/>
            <a:endParaRPr lang="en-US" dirty="0"/>
          </a:p>
          <a:p>
            <a:pPr rtl="0"/>
            <a:r>
              <a:rPr lang="pt-BR" spc="-30" dirty="0"/>
              <a:t>A AWS oferece suporte à criptografia de </a:t>
            </a:r>
            <a:r>
              <a:rPr lang="pt-BR" b="1" spc="-30" dirty="0">
                <a:solidFill>
                  <a:schemeClr val="accent5"/>
                </a:solidFill>
              </a:rPr>
              <a:t>dados em repouso</a:t>
            </a:r>
          </a:p>
          <a:p>
            <a:pPr lvl="1" rtl="0"/>
            <a:r>
              <a:rPr lang="pt-BR" sz="1425" dirty="0"/>
              <a:t>Dados em repouso = dados armazenados fisicamente (em disco ou fita)</a:t>
            </a:r>
            <a:endParaRPr lang="en-US" sz="1425" dirty="0"/>
          </a:p>
          <a:p>
            <a:pPr lvl="1" rtl="0"/>
            <a:r>
              <a:rPr lang="pt-BR" sz="1425" dirty="0"/>
              <a:t>Você pode criptografar dados armazenados em qualquer serviço compatível </a:t>
            </a:r>
            <a:br>
              <a:rPr lang="pt-BR" sz="1425" dirty="0"/>
            </a:br>
            <a:r>
              <a:rPr lang="pt-BR" sz="1425" dirty="0"/>
              <a:t>com o </a:t>
            </a:r>
            <a:br>
              <a:rPr lang="pt-BR" sz="1425" dirty="0"/>
            </a:br>
            <a:r>
              <a:rPr lang="pt-BR" sz="1425" dirty="0"/>
              <a:t>AWS KMS, incluindo:</a:t>
            </a:r>
          </a:p>
          <a:p>
            <a:pPr lvl="2" rtl="0"/>
            <a:r>
              <a:rPr lang="pt-BR" sz="1350" dirty="0" err="1"/>
              <a:t>Amazon</a:t>
            </a:r>
            <a:r>
              <a:rPr lang="pt-BR" sz="1350" dirty="0"/>
              <a:t> S3</a:t>
            </a:r>
          </a:p>
          <a:p>
            <a:pPr lvl="2" rtl="0"/>
            <a:r>
              <a:rPr lang="pt-BR" sz="1350" dirty="0" err="1"/>
              <a:t>Amazon</a:t>
            </a:r>
            <a:r>
              <a:rPr lang="pt-BR" sz="1350" dirty="0"/>
              <a:t> EBS</a:t>
            </a:r>
          </a:p>
          <a:p>
            <a:pPr lvl="2" rtl="0"/>
            <a:r>
              <a:rPr lang="pt-BR" sz="1350" dirty="0" err="1"/>
              <a:t>Amazon</a:t>
            </a:r>
            <a:r>
              <a:rPr lang="pt-BR" sz="1350" dirty="0"/>
              <a:t> </a:t>
            </a:r>
            <a:r>
              <a:rPr lang="pt-BR" sz="1350" dirty="0" err="1"/>
              <a:t>Elastic</a:t>
            </a:r>
            <a:r>
              <a:rPr lang="pt-BR" sz="1350" dirty="0"/>
              <a:t> File System (</a:t>
            </a:r>
            <a:r>
              <a:rPr lang="pt-BR" sz="1350" dirty="0" err="1"/>
              <a:t>Amazon</a:t>
            </a:r>
            <a:r>
              <a:rPr lang="pt-BR" sz="1350" dirty="0"/>
              <a:t> EFS)</a:t>
            </a:r>
          </a:p>
          <a:p>
            <a:pPr lvl="2" rtl="0"/>
            <a:r>
              <a:rPr lang="pt-BR" sz="1350" dirty="0"/>
              <a:t>Bancos de dados gerenciados do </a:t>
            </a:r>
            <a:r>
              <a:rPr lang="pt-BR" sz="1350" dirty="0" err="1"/>
              <a:t>Amazon</a:t>
            </a:r>
            <a:r>
              <a:rPr lang="pt-BR" sz="1350" dirty="0"/>
              <a:t> RDS</a:t>
            </a:r>
            <a:endParaRPr lang="en-US" dirty="0"/>
          </a:p>
          <a:p>
            <a:pPr rtl="0"/>
            <a:endParaRPr lang="en-US" dirty="0"/>
          </a:p>
        </p:txBody>
      </p:sp>
      <p:sp>
        <p:nvSpPr>
          <p:cNvPr id="4" name="Footer Placeholder 3">
            <a:extLst>
              <a:ext uri="{FF2B5EF4-FFF2-40B4-BE49-F238E27FC236}">
                <a16:creationId xmlns:a16="http://schemas.microsoft.com/office/drawing/2014/main" id="{E5E882EE-8AE2-7A4E-BE51-382E968ABA73}"/>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11" name="Slide Number Placeholder 10">
            <a:extLst>
              <a:ext uri="{FF2B5EF4-FFF2-40B4-BE49-F238E27FC236}">
                <a16:creationId xmlns:a16="http://schemas.microsoft.com/office/drawing/2014/main" id="{C0FEC8A9-017B-E34D-A2B0-7010071F0328}"/>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57</a:t>
            </a:fld>
            <a:endParaRPr lang="en-US" dirty="0"/>
          </a:p>
        </p:txBody>
      </p:sp>
      <p:pic>
        <p:nvPicPr>
          <p:cNvPr id="7" name="Graphic 6">
            <a:extLst>
              <a:ext uri="{FF2B5EF4-FFF2-40B4-BE49-F238E27FC236}">
                <a16:creationId xmlns:a16="http://schemas.microsoft.com/office/drawing/2014/main" id="{F0AE3648-7335-EC4B-B9DA-3E06651D49C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57410" y="4253608"/>
            <a:ext cx="869090" cy="869090"/>
          </a:xfrm>
          <a:prstGeom prst="rect">
            <a:avLst/>
          </a:prstGeom>
        </p:spPr>
      </p:pic>
      <p:pic>
        <p:nvPicPr>
          <p:cNvPr id="8" name="Graphic 7">
            <a:extLst>
              <a:ext uri="{FF2B5EF4-FFF2-40B4-BE49-F238E27FC236}">
                <a16:creationId xmlns:a16="http://schemas.microsoft.com/office/drawing/2014/main" id="{DD02F647-3426-3F47-8EB3-D0BC18EFF7D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57410" y="2408791"/>
            <a:ext cx="869090" cy="869090"/>
          </a:xfrm>
          <a:prstGeom prst="rect">
            <a:avLst/>
          </a:prstGeom>
        </p:spPr>
      </p:pic>
      <p:pic>
        <p:nvPicPr>
          <p:cNvPr id="9" name="Graphic 8">
            <a:extLst>
              <a:ext uri="{FF2B5EF4-FFF2-40B4-BE49-F238E27FC236}">
                <a16:creationId xmlns:a16="http://schemas.microsoft.com/office/drawing/2014/main" id="{106D1768-F270-514A-AECF-DEB0ACF0F630}"/>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79931" y="3429001"/>
            <a:ext cx="554957" cy="554957"/>
          </a:xfrm>
          <a:prstGeom prst="rect">
            <a:avLst/>
          </a:prstGeom>
        </p:spPr>
      </p:pic>
      <p:pic>
        <p:nvPicPr>
          <p:cNvPr id="10" name="Graphic 9">
            <a:extLst>
              <a:ext uri="{FF2B5EF4-FFF2-40B4-BE49-F238E27FC236}">
                <a16:creationId xmlns:a16="http://schemas.microsoft.com/office/drawing/2014/main" id="{8FDD700D-D77F-D040-9C76-0A641FD106F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187590" y="3429000"/>
            <a:ext cx="445362" cy="445362"/>
          </a:xfrm>
          <a:prstGeom prst="rect">
            <a:avLst/>
          </a:prstGeom>
        </p:spPr>
      </p:pic>
    </p:spTree>
    <p:custDataLst>
      <p:tags r:id="rId1"/>
    </p:custDataLst>
    <p:extLst>
      <p:ext uri="{BB962C8B-B14F-4D97-AF65-F5344CB8AC3E}">
        <p14:creationId xmlns:p14="http://schemas.microsoft.com/office/powerpoint/2010/main" val="11979395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2EF57F-D342-FE4E-904B-84EF23F2FD16}"/>
              </a:ext>
            </a:extLst>
          </p:cNvPr>
          <p:cNvSpPr>
            <a:spLocks noGrp="1"/>
          </p:cNvSpPr>
          <p:nvPr>
            <p:ph type="title"/>
          </p:nvPr>
        </p:nvSpPr>
        <p:spPr/>
        <p:txBody>
          <a:bodyPr rtlCol="0"/>
          <a:lstStyle/>
          <a:p>
            <a:pPr rtl="0"/>
            <a:r>
              <a:rPr lang="pt-BR"/>
              <a:t>Criptografia de dados </a:t>
            </a:r>
            <a:r>
              <a:rPr lang="pt-BR" i="1"/>
              <a:t>em trânsito</a:t>
            </a:r>
          </a:p>
        </p:txBody>
      </p:sp>
      <p:sp>
        <p:nvSpPr>
          <p:cNvPr id="6" name="Content Placeholder 5">
            <a:extLst>
              <a:ext uri="{FF2B5EF4-FFF2-40B4-BE49-F238E27FC236}">
                <a16:creationId xmlns:a16="http://schemas.microsoft.com/office/drawing/2014/main" id="{6EC9A840-75A0-E142-B90F-52153AD2824A}"/>
              </a:ext>
            </a:extLst>
          </p:cNvPr>
          <p:cNvSpPr>
            <a:spLocks noGrp="1"/>
          </p:cNvSpPr>
          <p:nvPr>
            <p:ph idx="1"/>
          </p:nvPr>
        </p:nvSpPr>
        <p:spPr>
          <a:xfrm>
            <a:off x="297180" y="1405643"/>
            <a:ext cx="7930701" cy="3919411"/>
          </a:xfrm>
        </p:spPr>
        <p:txBody>
          <a:bodyPr rtlCol="0">
            <a:normAutofit/>
          </a:bodyPr>
          <a:lstStyle/>
          <a:p>
            <a:pPr rtl="0"/>
            <a:r>
              <a:rPr lang="pt-BR" sz="1800" dirty="0"/>
              <a:t>Criptografia de </a:t>
            </a:r>
            <a:r>
              <a:rPr lang="pt-BR" sz="1800" b="1" dirty="0">
                <a:solidFill>
                  <a:schemeClr val="accent5"/>
                </a:solidFill>
              </a:rPr>
              <a:t>dados em trânsito</a:t>
            </a:r>
            <a:r>
              <a:rPr lang="pt-BR" sz="1800" dirty="0"/>
              <a:t> (dados em movimentação por uma rede)</a:t>
            </a:r>
          </a:p>
          <a:p>
            <a:pPr lvl="1"/>
            <a:r>
              <a:rPr lang="pt-BR" sz="1600" b="1" dirty="0" err="1"/>
              <a:t>Transport</a:t>
            </a:r>
            <a:r>
              <a:rPr lang="pt-BR" sz="1600" b="1" dirty="0"/>
              <a:t> </a:t>
            </a:r>
            <a:r>
              <a:rPr lang="pt-BR" sz="1600" b="1" dirty="0" err="1"/>
              <a:t>Layer</a:t>
            </a:r>
            <a:r>
              <a:rPr lang="pt-BR" sz="1600" b="1" dirty="0"/>
              <a:t> Security (TLS)</a:t>
            </a:r>
            <a:r>
              <a:rPr lang="pt-BR" sz="1600" dirty="0"/>
              <a:t>, anteriormente SSL, é um protocolo de padrão aberto</a:t>
            </a:r>
            <a:endParaRPr lang="en-US" sz="1600" dirty="0"/>
          </a:p>
          <a:p>
            <a:pPr lvl="1"/>
            <a:r>
              <a:rPr lang="pt-BR" sz="1600" b="1" dirty="0">
                <a:solidFill>
                  <a:schemeClr val="tx1">
                    <a:lumMod val="85000"/>
                    <a:lumOff val="15000"/>
                  </a:schemeClr>
                </a:solidFill>
              </a:rPr>
              <a:t>AWS </a:t>
            </a:r>
            <a:r>
              <a:rPr lang="pt-BR" sz="1600" b="1" dirty="0" err="1">
                <a:solidFill>
                  <a:schemeClr val="tx1">
                    <a:lumMod val="85000"/>
                    <a:lumOff val="15000"/>
                  </a:schemeClr>
                </a:solidFill>
              </a:rPr>
              <a:t>Certificate</a:t>
            </a:r>
            <a:r>
              <a:rPr lang="pt-BR" sz="1600" b="1" dirty="0">
                <a:solidFill>
                  <a:schemeClr val="tx1">
                    <a:lumMod val="85000"/>
                    <a:lumOff val="15000"/>
                  </a:schemeClr>
                </a:solidFill>
              </a:rPr>
              <a:t> Manager </a:t>
            </a:r>
            <a:r>
              <a:rPr lang="pt-BR" sz="1600" dirty="0"/>
              <a:t>oferece uma maneira de gerenciar, implantar e renovar certificados TLS ou SSL</a:t>
            </a:r>
            <a:endParaRPr lang="en-US" sz="1600" dirty="0"/>
          </a:p>
          <a:p>
            <a:pPr rtl="0"/>
            <a:r>
              <a:rPr lang="pt-BR" sz="1800" dirty="0"/>
              <a:t>O HTTP seguro (HTTPS) cria um túnel seguro</a:t>
            </a:r>
          </a:p>
          <a:p>
            <a:pPr lvl="1" rtl="0"/>
            <a:r>
              <a:rPr lang="pt-BR" sz="1600" dirty="0"/>
              <a:t>Ele usa TLS ou SSL para a troca bidirecional de dados</a:t>
            </a:r>
            <a:endParaRPr lang="en-US" sz="1600" dirty="0"/>
          </a:p>
          <a:p>
            <a:pPr rtl="0"/>
            <a:r>
              <a:rPr lang="pt-BR" sz="1800" b="1" dirty="0">
                <a:solidFill>
                  <a:schemeClr val="accent5"/>
                </a:solidFill>
              </a:rPr>
              <a:t>Os serviços da AWS oferecem suporte à criptografia de dados em trânsito</a:t>
            </a:r>
            <a:r>
              <a:rPr lang="pt-BR" sz="1800" dirty="0"/>
              <a:t>.</a:t>
            </a:r>
            <a:endParaRPr lang="en-US" sz="1800" dirty="0"/>
          </a:p>
          <a:p>
            <a:pPr lvl="1" rtl="0"/>
            <a:r>
              <a:rPr lang="pt-BR" sz="1600" dirty="0"/>
              <a:t>Dois exemplos:</a:t>
            </a:r>
          </a:p>
          <a:p>
            <a:pPr rtl="0"/>
            <a:endParaRPr lang="en-US" sz="2800" dirty="0"/>
          </a:p>
        </p:txBody>
      </p:sp>
      <p:sp>
        <p:nvSpPr>
          <p:cNvPr id="4" name="Footer Placeholder 3">
            <a:extLst>
              <a:ext uri="{FF2B5EF4-FFF2-40B4-BE49-F238E27FC236}">
                <a16:creationId xmlns:a16="http://schemas.microsoft.com/office/drawing/2014/main" id="{E5E882EE-8AE2-7A4E-BE51-382E968ABA73}"/>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30" name="Slide Number Placeholder 29">
            <a:extLst>
              <a:ext uri="{FF2B5EF4-FFF2-40B4-BE49-F238E27FC236}">
                <a16:creationId xmlns:a16="http://schemas.microsoft.com/office/drawing/2014/main" id="{17D86392-E2DF-1149-B9EA-12D75C9573B4}"/>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58</a:t>
            </a:fld>
            <a:endParaRPr lang="en-US" dirty="0"/>
          </a:p>
        </p:txBody>
      </p:sp>
      <p:pic>
        <p:nvPicPr>
          <p:cNvPr id="7" name="Graphic 6">
            <a:extLst>
              <a:ext uri="{FF2B5EF4-FFF2-40B4-BE49-F238E27FC236}">
                <a16:creationId xmlns:a16="http://schemas.microsoft.com/office/drawing/2014/main" id="{3E975BBF-D113-BF4A-96B0-87632F07914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94481" y="2952089"/>
            <a:ext cx="747233" cy="747233"/>
          </a:xfrm>
          <a:prstGeom prst="rect">
            <a:avLst/>
          </a:prstGeom>
        </p:spPr>
      </p:pic>
      <p:grpSp>
        <p:nvGrpSpPr>
          <p:cNvPr id="33" name="Group 32" descr="diagram shows two services in the AWS cloud: EC2 and Elastic File System and it shows an arrow between them labeled &quot;TLS encrypted data traffic&quot;.">
            <a:extLst>
              <a:ext uri="{FF2B5EF4-FFF2-40B4-BE49-F238E27FC236}">
                <a16:creationId xmlns:a16="http://schemas.microsoft.com/office/drawing/2014/main" id="{CA512BF9-A030-8646-B352-9F28EBE695E0}"/>
              </a:ext>
            </a:extLst>
          </p:cNvPr>
          <p:cNvGrpSpPr/>
          <p:nvPr/>
        </p:nvGrpSpPr>
        <p:grpSpPr>
          <a:xfrm>
            <a:off x="581573" y="5070366"/>
            <a:ext cx="3323737" cy="1175501"/>
            <a:chOff x="1179757" y="4848975"/>
            <a:chExt cx="4431649" cy="1567335"/>
          </a:xfrm>
        </p:grpSpPr>
        <p:pic>
          <p:nvPicPr>
            <p:cNvPr id="20" name="Graphic 19">
              <a:extLst>
                <a:ext uri="{FF2B5EF4-FFF2-40B4-BE49-F238E27FC236}">
                  <a16:creationId xmlns:a16="http://schemas.microsoft.com/office/drawing/2014/main" id="{D168BF77-BBA5-BE4D-9213-2D505967900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23884" y="4853262"/>
              <a:ext cx="330200" cy="330200"/>
            </a:xfrm>
            <a:prstGeom prst="rect">
              <a:avLst/>
            </a:prstGeom>
          </p:spPr>
        </p:pic>
        <p:sp>
          <p:nvSpPr>
            <p:cNvPr id="21" name="Rectangle 20">
              <a:extLst>
                <a:ext uri="{FF2B5EF4-FFF2-40B4-BE49-F238E27FC236}">
                  <a16:creationId xmlns:a16="http://schemas.microsoft.com/office/drawing/2014/main" id="{4BD35962-03E2-D64B-B35C-B069FBD3CD18}"/>
                </a:ext>
              </a:extLst>
            </p:cNvPr>
            <p:cNvSpPr/>
            <p:nvPr/>
          </p:nvSpPr>
          <p:spPr>
            <a:xfrm>
              <a:off x="1223884" y="4848975"/>
              <a:ext cx="4295454" cy="15673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2900" tIns="68580" rIns="68580" bIns="34290" numCol="1" spcCol="0" rtlCol="0" fromWordArt="0" anchor="t" anchorCtr="0" forceAA="0" compatLnSpc="1">
              <a:prstTxWarp prst="textNoShape">
                <a:avLst/>
              </a:prstTxWarp>
              <a:noAutofit/>
            </a:bodyPr>
            <a:lstStyle/>
            <a:p>
              <a:pPr algn="l" rtl="0"/>
              <a:r>
                <a:rPr lang="pt-BR" sz="1200">
                  <a:ln w="0"/>
                  <a:solidFill>
                    <a:sysClr val="windowText" lastClr="000000"/>
                  </a:solidFill>
                </a:rPr>
                <a:t>Nuvem AWS</a:t>
              </a:r>
            </a:p>
          </p:txBody>
        </p:sp>
        <p:sp>
          <p:nvSpPr>
            <p:cNvPr id="22" name="TextBox 21">
              <a:extLst>
                <a:ext uri="{FF2B5EF4-FFF2-40B4-BE49-F238E27FC236}">
                  <a16:creationId xmlns:a16="http://schemas.microsoft.com/office/drawing/2014/main" id="{2DD7E3DC-AE21-F444-BCF8-D43FD8C1105E}"/>
                </a:ext>
              </a:extLst>
            </p:cNvPr>
            <p:cNvSpPr txBox="1"/>
            <p:nvPr/>
          </p:nvSpPr>
          <p:spPr>
            <a:xfrm>
              <a:off x="4104854" y="5915353"/>
              <a:ext cx="1506552" cy="369332"/>
            </a:xfrm>
            <a:prstGeom prst="rect">
              <a:avLst/>
            </a:prstGeom>
            <a:noFill/>
          </p:spPr>
          <p:txBody>
            <a:bodyPr wrap="square" rtlCol="0">
              <a:spAutoFit/>
            </a:bodyPr>
            <a:lstStyle/>
            <a:p>
              <a:pPr algn="ctr" rtl="0"/>
              <a:r>
                <a:rPr lang="pt-BR" sz="1200"/>
                <a:t>Amazon EFS</a:t>
              </a:r>
            </a:p>
          </p:txBody>
        </p:sp>
        <p:pic>
          <p:nvPicPr>
            <p:cNvPr id="23" name="Graphic 22">
              <a:extLst>
                <a:ext uri="{FF2B5EF4-FFF2-40B4-BE49-F238E27FC236}">
                  <a16:creationId xmlns:a16="http://schemas.microsoft.com/office/drawing/2014/main" id="{BCAAAB36-1FE0-1146-BF35-0C4948FB4B5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02530" y="5229224"/>
              <a:ext cx="711200" cy="711200"/>
            </a:xfrm>
            <a:prstGeom prst="rect">
              <a:avLst/>
            </a:prstGeom>
          </p:spPr>
        </p:pic>
        <p:sp>
          <p:nvSpPr>
            <p:cNvPr id="24" name="TextBox 23">
              <a:extLst>
                <a:ext uri="{FF2B5EF4-FFF2-40B4-BE49-F238E27FC236}">
                  <a16:creationId xmlns:a16="http://schemas.microsoft.com/office/drawing/2014/main" id="{E8E0C15C-ED27-A44B-9453-3E4CDAE9C0DC}"/>
                </a:ext>
              </a:extLst>
            </p:cNvPr>
            <p:cNvSpPr txBox="1"/>
            <p:nvPr/>
          </p:nvSpPr>
          <p:spPr>
            <a:xfrm>
              <a:off x="1179757" y="5979971"/>
              <a:ext cx="1513305" cy="369332"/>
            </a:xfrm>
            <a:prstGeom prst="rect">
              <a:avLst/>
            </a:prstGeom>
            <a:noFill/>
          </p:spPr>
          <p:txBody>
            <a:bodyPr wrap="square" rtlCol="0">
              <a:spAutoFit/>
            </a:bodyPr>
            <a:lstStyle/>
            <a:p>
              <a:pPr algn="ctr" rtl="0"/>
              <a:r>
                <a:rPr lang="pt-BR" sz="1200"/>
                <a:t>Amazon EC2</a:t>
              </a:r>
            </a:p>
          </p:txBody>
        </p:sp>
        <p:pic>
          <p:nvPicPr>
            <p:cNvPr id="25" name="Graphic 24">
              <a:extLst>
                <a:ext uri="{FF2B5EF4-FFF2-40B4-BE49-F238E27FC236}">
                  <a16:creationId xmlns:a16="http://schemas.microsoft.com/office/drawing/2014/main" id="{AF9D5CC4-9081-2545-82DD-287CBCC164F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580809" y="5229224"/>
              <a:ext cx="711200" cy="711200"/>
            </a:xfrm>
            <a:prstGeom prst="rect">
              <a:avLst/>
            </a:prstGeom>
          </p:spPr>
        </p:pic>
        <p:cxnSp>
          <p:nvCxnSpPr>
            <p:cNvPr id="26" name="Straight Arrow Connector 25">
              <a:extLst>
                <a:ext uri="{FF2B5EF4-FFF2-40B4-BE49-F238E27FC236}">
                  <a16:creationId xmlns:a16="http://schemas.microsoft.com/office/drawing/2014/main" id="{133C17CC-1070-7548-88C4-8EC91B186D7B}"/>
                </a:ext>
              </a:extLst>
            </p:cNvPr>
            <p:cNvCxnSpPr>
              <a:cxnSpLocks/>
              <a:stCxn id="25" idx="3"/>
              <a:endCxn id="23" idx="1"/>
            </p:cNvCxnSpPr>
            <p:nvPr/>
          </p:nvCxnSpPr>
          <p:spPr>
            <a:xfrm>
              <a:off x="2292009" y="5584824"/>
              <a:ext cx="2210521"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286FBFA-AE07-7040-B255-A34262C53979}"/>
                </a:ext>
              </a:extLst>
            </p:cNvPr>
            <p:cNvSpPr txBox="1"/>
            <p:nvPr/>
          </p:nvSpPr>
          <p:spPr>
            <a:xfrm>
              <a:off x="2208978" y="5284316"/>
              <a:ext cx="2379285" cy="861775"/>
            </a:xfrm>
            <a:prstGeom prst="rect">
              <a:avLst/>
            </a:prstGeom>
            <a:noFill/>
          </p:spPr>
          <p:txBody>
            <a:bodyPr wrap="none" rtlCol="0">
              <a:spAutoFit/>
            </a:bodyPr>
            <a:lstStyle/>
            <a:p>
              <a:pPr algn="ctr" rtl="0"/>
              <a:r>
                <a:rPr lang="pt-BR" sz="1200" dirty="0">
                  <a:ea typeface="Amazon Ember Light" panose="020B0403020204020204" pitchFamily="34" charset="0"/>
                  <a:cs typeface="Amazon Ember Light" panose="020B0403020204020204" pitchFamily="34" charset="0"/>
                </a:rPr>
                <a:t>Tráfego de dados</a:t>
              </a:r>
              <a:br>
                <a:rPr lang="en-US" sz="1200" dirty="0">
                  <a:ea typeface="Amazon Ember Light" panose="020B0403020204020204" pitchFamily="34" charset="0"/>
                  <a:cs typeface="Amazon Ember Light" panose="020B0403020204020204" pitchFamily="34" charset="0"/>
                </a:rPr>
              </a:br>
              <a:r>
                <a:rPr lang="pt-BR" sz="1200" dirty="0">
                  <a:ea typeface="Amazon Ember Light" panose="020B0403020204020204" pitchFamily="34" charset="0"/>
                  <a:cs typeface="Amazon Ember Light" panose="020B0403020204020204" pitchFamily="34" charset="0"/>
                </a:rPr>
                <a:t>criptografados com TLS</a:t>
              </a:r>
              <a:br>
                <a:rPr lang="en-US" sz="1200" dirty="0">
                  <a:ea typeface="Amazon Ember Light" panose="020B0403020204020204" pitchFamily="34" charset="0"/>
                  <a:cs typeface="Amazon Ember Light" panose="020B0403020204020204" pitchFamily="34" charset="0"/>
                </a:rPr>
              </a:br>
              <a:endParaRPr lang="en-US" sz="1200" dirty="0">
                <a:ea typeface="Amazon Ember Light" panose="020B0403020204020204" pitchFamily="34" charset="0"/>
                <a:cs typeface="Amazon Ember Light" panose="020B0403020204020204" pitchFamily="34" charset="0"/>
              </a:endParaRPr>
            </a:p>
          </p:txBody>
        </p:sp>
      </p:grpSp>
      <p:grpSp>
        <p:nvGrpSpPr>
          <p:cNvPr id="9" name="Group 8" descr="graphic shows AWS Storage Gateway in a corporate data center connected to Amazon S3 in the AWS Cloud. The two way connection is shown as TLS or SSL encrypted."/>
          <p:cNvGrpSpPr/>
          <p:nvPr/>
        </p:nvGrpSpPr>
        <p:grpSpPr>
          <a:xfrm>
            <a:off x="4178484" y="5003668"/>
            <a:ext cx="4589699" cy="1237169"/>
            <a:chOff x="5453370" y="4789015"/>
            <a:chExt cx="6119598" cy="1649558"/>
          </a:xfrm>
        </p:grpSpPr>
        <p:sp>
          <p:nvSpPr>
            <p:cNvPr id="8" name="TextBox 7">
              <a:extLst>
                <a:ext uri="{FF2B5EF4-FFF2-40B4-BE49-F238E27FC236}">
                  <a16:creationId xmlns:a16="http://schemas.microsoft.com/office/drawing/2014/main" id="{563B0D2C-4299-C74D-B930-2F79F3496558}"/>
                </a:ext>
              </a:extLst>
            </p:cNvPr>
            <p:cNvSpPr txBox="1"/>
            <p:nvPr/>
          </p:nvSpPr>
          <p:spPr>
            <a:xfrm>
              <a:off x="5453370" y="5915353"/>
              <a:ext cx="2676046" cy="369332"/>
            </a:xfrm>
            <a:prstGeom prst="rect">
              <a:avLst/>
            </a:prstGeom>
            <a:noFill/>
          </p:spPr>
          <p:txBody>
            <a:bodyPr wrap="square" rtlCol="0">
              <a:spAutoFit/>
            </a:bodyPr>
            <a:lstStyle/>
            <a:p>
              <a:pPr algn="ctr" rtl="0"/>
              <a:r>
                <a:rPr lang="pt-BR" sz="1200"/>
                <a:t>AWS Storage Gateway</a:t>
              </a:r>
            </a:p>
          </p:txBody>
        </p:sp>
        <p:pic>
          <p:nvPicPr>
            <p:cNvPr id="10" name="Graphic 9">
              <a:extLst>
                <a:ext uri="{FF2B5EF4-FFF2-40B4-BE49-F238E27FC236}">
                  <a16:creationId xmlns:a16="http://schemas.microsoft.com/office/drawing/2014/main" id="{AEB72ECF-4025-1343-A3B7-92932589A86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435793" y="5208459"/>
              <a:ext cx="711200" cy="711200"/>
            </a:xfrm>
            <a:prstGeom prst="rect">
              <a:avLst/>
            </a:prstGeom>
          </p:spPr>
        </p:pic>
        <p:pic>
          <p:nvPicPr>
            <p:cNvPr id="11" name="Graphic 10">
              <a:extLst>
                <a:ext uri="{FF2B5EF4-FFF2-40B4-BE49-F238E27FC236}">
                  <a16:creationId xmlns:a16="http://schemas.microsoft.com/office/drawing/2014/main" id="{FFDB7C9D-5EDD-C244-80C6-41D18238225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41366" y="5208459"/>
              <a:ext cx="711200" cy="711200"/>
            </a:xfrm>
            <a:prstGeom prst="rect">
              <a:avLst/>
            </a:prstGeom>
          </p:spPr>
        </p:pic>
        <p:sp>
          <p:nvSpPr>
            <p:cNvPr id="12" name="TextBox 11">
              <a:extLst>
                <a:ext uri="{FF2B5EF4-FFF2-40B4-BE49-F238E27FC236}">
                  <a16:creationId xmlns:a16="http://schemas.microsoft.com/office/drawing/2014/main" id="{AD86CB67-7D3B-A349-ACFB-F542C78957A0}"/>
                </a:ext>
              </a:extLst>
            </p:cNvPr>
            <p:cNvSpPr txBox="1"/>
            <p:nvPr/>
          </p:nvSpPr>
          <p:spPr>
            <a:xfrm>
              <a:off x="9271064" y="5868859"/>
              <a:ext cx="2301904" cy="369332"/>
            </a:xfrm>
            <a:prstGeom prst="rect">
              <a:avLst/>
            </a:prstGeom>
            <a:noFill/>
          </p:spPr>
          <p:txBody>
            <a:bodyPr wrap="square" rtlCol="0">
              <a:spAutoFit/>
            </a:bodyPr>
            <a:lstStyle/>
            <a:p>
              <a:pPr algn="ctr" rtl="0"/>
              <a:r>
                <a:rPr lang="pt-BR" sz="1200"/>
                <a:t>Amazon S3</a:t>
              </a:r>
            </a:p>
          </p:txBody>
        </p:sp>
        <p:sp>
          <p:nvSpPr>
            <p:cNvPr id="13" name="Rectangle 12">
              <a:extLst>
                <a:ext uri="{FF2B5EF4-FFF2-40B4-BE49-F238E27FC236}">
                  <a16:creationId xmlns:a16="http://schemas.microsoft.com/office/drawing/2014/main" id="{BA7CEFAA-99D9-F44C-87B2-11BAD1780B53}"/>
                </a:ext>
              </a:extLst>
            </p:cNvPr>
            <p:cNvSpPr/>
            <p:nvPr/>
          </p:nvSpPr>
          <p:spPr>
            <a:xfrm>
              <a:off x="9428887" y="4789015"/>
              <a:ext cx="2092044" cy="1603063"/>
            </a:xfrm>
            <a:prstGeom prst="rect">
              <a:avLst/>
            </a:prstGeom>
            <a:noFill/>
            <a:ln w="12700">
              <a:solidFill>
                <a:srgbClr val="141B2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2900" tIns="68580" rIns="68580" bIns="34290" numCol="1" spcCol="0" rtlCol="0" fromWordArt="0" anchor="t" anchorCtr="0" forceAA="0" compatLnSpc="1">
              <a:prstTxWarp prst="textNoShape">
                <a:avLst/>
              </a:prstTxWarp>
              <a:noAutofit/>
            </a:bodyPr>
            <a:lstStyle/>
            <a:p>
              <a:pPr algn="l" rtl="0"/>
              <a:r>
                <a:rPr lang="pt-BR" sz="1200" dirty="0">
                  <a:solidFill>
                    <a:schemeClr val="tx1"/>
                  </a:solidFill>
                </a:rPr>
                <a:t>Nuvem AWS</a:t>
              </a:r>
            </a:p>
          </p:txBody>
        </p:sp>
        <p:pic>
          <p:nvPicPr>
            <p:cNvPr id="14" name="Graphic 13">
              <a:extLst>
                <a:ext uri="{FF2B5EF4-FFF2-40B4-BE49-F238E27FC236}">
                  <a16:creationId xmlns:a16="http://schemas.microsoft.com/office/drawing/2014/main" id="{2FBCBC44-8C3A-7847-A55D-67864385307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28887" y="4789016"/>
              <a:ext cx="330200" cy="330200"/>
            </a:xfrm>
            <a:prstGeom prst="rect">
              <a:avLst/>
            </a:prstGeom>
          </p:spPr>
        </p:pic>
        <p:sp>
          <p:nvSpPr>
            <p:cNvPr id="15" name="Rectangle 14">
              <a:extLst>
                <a:ext uri="{FF2B5EF4-FFF2-40B4-BE49-F238E27FC236}">
                  <a16:creationId xmlns:a16="http://schemas.microsoft.com/office/drawing/2014/main" id="{FFFDE15F-5EF1-FA40-92A8-198EAAE0EA24}"/>
                </a:ext>
              </a:extLst>
            </p:cNvPr>
            <p:cNvSpPr/>
            <p:nvPr/>
          </p:nvSpPr>
          <p:spPr>
            <a:xfrm>
              <a:off x="5459944" y="4789015"/>
              <a:ext cx="2610136" cy="1649558"/>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42900" tIns="68580" rIns="68580" bIns="34290" numCol="1" spcCol="0" rtlCol="0" fromWordArt="0" anchor="t" anchorCtr="0" forceAA="0" compatLnSpc="1">
              <a:prstTxWarp prst="textNoShape">
                <a:avLst/>
              </a:prstTxWarp>
              <a:noAutofit/>
            </a:bodyPr>
            <a:lstStyle/>
            <a:p>
              <a:pPr algn="l" rtl="0"/>
              <a:r>
                <a:rPr lang="pt-BR" sz="1200" dirty="0">
                  <a:solidFill>
                    <a:srgbClr val="5A6B86"/>
                  </a:solidFill>
                </a:rPr>
                <a:t>Datacenter corporativo</a:t>
              </a:r>
            </a:p>
          </p:txBody>
        </p:sp>
        <p:pic>
          <p:nvPicPr>
            <p:cNvPr id="16" name="Graphic 15">
              <a:extLst>
                <a:ext uri="{FF2B5EF4-FFF2-40B4-BE49-F238E27FC236}">
                  <a16:creationId xmlns:a16="http://schemas.microsoft.com/office/drawing/2014/main" id="{8612BC22-75FB-AB47-937B-6CFD63D059E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468632" y="4791624"/>
              <a:ext cx="330200" cy="330200"/>
            </a:xfrm>
            <a:prstGeom prst="rect">
              <a:avLst/>
            </a:prstGeom>
          </p:spPr>
        </p:pic>
        <p:cxnSp>
          <p:nvCxnSpPr>
            <p:cNvPr id="3" name="Straight Arrow Connector 2">
              <a:extLst>
                <a:ext uri="{FF2B5EF4-FFF2-40B4-BE49-F238E27FC236}">
                  <a16:creationId xmlns:a16="http://schemas.microsoft.com/office/drawing/2014/main" id="{D70BA1CC-3142-3948-9442-45C0446AFE4E}"/>
                </a:ext>
              </a:extLst>
            </p:cNvPr>
            <p:cNvCxnSpPr>
              <a:cxnSpLocks/>
              <a:stCxn id="10" idx="3"/>
              <a:endCxn id="11" idx="1"/>
            </p:cNvCxnSpPr>
            <p:nvPr/>
          </p:nvCxnSpPr>
          <p:spPr>
            <a:xfrm>
              <a:off x="7146993" y="5564059"/>
              <a:ext cx="2994373"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093D105-7A4F-E24B-8CD8-B734B2CD47B2}"/>
                </a:ext>
              </a:extLst>
            </p:cNvPr>
            <p:cNvSpPr txBox="1"/>
            <p:nvPr/>
          </p:nvSpPr>
          <p:spPr>
            <a:xfrm>
              <a:off x="8013935" y="5569701"/>
              <a:ext cx="1478015" cy="861774"/>
            </a:xfrm>
            <a:prstGeom prst="rect">
              <a:avLst/>
            </a:prstGeom>
            <a:noFill/>
          </p:spPr>
          <p:txBody>
            <a:bodyPr wrap="square" rtlCol="0">
              <a:spAutoFit/>
            </a:bodyPr>
            <a:lstStyle/>
            <a:p>
              <a:pPr algn="ctr" rtl="0"/>
              <a:r>
                <a:rPr lang="pt-BR" sz="1200" dirty="0">
                  <a:ea typeface="Amazon Ember Light" panose="020B0403020204020204" pitchFamily="34" charset="0"/>
                  <a:cs typeface="Amazon Ember Light" panose="020B0403020204020204" pitchFamily="34" charset="0"/>
                </a:rPr>
                <a:t>TLS ou SSL criptografados</a:t>
              </a:r>
              <a:endParaRPr lang="en-US" sz="1200" dirty="0">
                <a:ea typeface="Amazon Ember Light" panose="020B0403020204020204" pitchFamily="34" charset="0"/>
                <a:cs typeface="Amazon Ember Light" panose="020B0403020204020204" pitchFamily="34" charset="0"/>
              </a:endParaRPr>
            </a:p>
          </p:txBody>
        </p:sp>
        <p:pic>
          <p:nvPicPr>
            <p:cNvPr id="31" name="Graphic 30">
              <a:extLst>
                <a:ext uri="{FF2B5EF4-FFF2-40B4-BE49-F238E27FC236}">
                  <a16:creationId xmlns:a16="http://schemas.microsoft.com/office/drawing/2014/main" id="{D080BF57-55A1-AD48-8104-32DEE9B55EE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530267" y="5117265"/>
              <a:ext cx="469900" cy="469900"/>
            </a:xfrm>
            <a:prstGeom prst="rect">
              <a:avLst/>
            </a:prstGeom>
          </p:spPr>
        </p:pic>
      </p:grpSp>
    </p:spTree>
    <p:custDataLst>
      <p:tags r:id="rId1"/>
    </p:custDataLst>
    <p:extLst>
      <p:ext uri="{BB962C8B-B14F-4D97-AF65-F5344CB8AC3E}">
        <p14:creationId xmlns:p14="http://schemas.microsoft.com/office/powerpoint/2010/main" val="18458161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43D59-FA0B-C24E-B1FA-56BE7D45A6FE}"/>
              </a:ext>
            </a:extLst>
          </p:cNvPr>
          <p:cNvSpPr>
            <a:spLocks noGrp="1"/>
          </p:cNvSpPr>
          <p:nvPr>
            <p:ph type="title"/>
          </p:nvPr>
        </p:nvSpPr>
        <p:spPr/>
        <p:txBody>
          <a:bodyPr rtlCol="0"/>
          <a:lstStyle/>
          <a:p>
            <a:pPr rtl="0"/>
            <a:r>
              <a:rPr lang="pt-BR" sz="2700" dirty="0"/>
              <a:t>Proteção de </a:t>
            </a:r>
            <a:r>
              <a:rPr lang="pt-BR" sz="2700" dirty="0" err="1"/>
              <a:t>buckets</a:t>
            </a:r>
            <a:r>
              <a:rPr lang="pt-BR" sz="2700" dirty="0"/>
              <a:t> e objetos do </a:t>
            </a:r>
            <a:r>
              <a:rPr lang="pt-BR" sz="2700" dirty="0" err="1"/>
              <a:t>Amazon</a:t>
            </a:r>
            <a:r>
              <a:rPr lang="pt-BR" sz="2700" dirty="0"/>
              <a:t> S3</a:t>
            </a:r>
          </a:p>
        </p:txBody>
      </p:sp>
      <p:sp>
        <p:nvSpPr>
          <p:cNvPr id="3" name="Content Placeholder 2">
            <a:extLst>
              <a:ext uri="{FF2B5EF4-FFF2-40B4-BE49-F238E27FC236}">
                <a16:creationId xmlns:a16="http://schemas.microsoft.com/office/drawing/2014/main" id="{269C8F78-99A8-5B49-AE2D-DA1EB051A759}"/>
              </a:ext>
            </a:extLst>
          </p:cNvPr>
          <p:cNvSpPr>
            <a:spLocks noGrp="1"/>
          </p:cNvSpPr>
          <p:nvPr>
            <p:ph idx="1"/>
          </p:nvPr>
        </p:nvSpPr>
        <p:spPr>
          <a:xfrm>
            <a:off x="419100" y="1485900"/>
            <a:ext cx="7820439" cy="4617720"/>
          </a:xfrm>
        </p:spPr>
        <p:txBody>
          <a:bodyPr rtlCol="0">
            <a:normAutofit fontScale="92500" lnSpcReduction="10000"/>
          </a:bodyPr>
          <a:lstStyle/>
          <a:p>
            <a:pPr rtl="0"/>
            <a:r>
              <a:rPr lang="pt-BR" sz="2000" dirty="0"/>
              <a:t>Os </a:t>
            </a:r>
            <a:r>
              <a:rPr lang="pt-BR" sz="2000" dirty="0" err="1"/>
              <a:t>buckets</a:t>
            </a:r>
            <a:r>
              <a:rPr lang="pt-BR" sz="2000" dirty="0"/>
              <a:t> e objetos do S3 recém-criados são </a:t>
            </a:r>
            <a:r>
              <a:rPr lang="pt-BR" sz="2000" dirty="0">
                <a:solidFill>
                  <a:schemeClr val="accent6"/>
                </a:solidFill>
              </a:rPr>
              <a:t>privados</a:t>
            </a:r>
            <a:r>
              <a:rPr lang="pt-BR" sz="2000" dirty="0"/>
              <a:t> e </a:t>
            </a:r>
            <a:r>
              <a:rPr lang="pt-BR" sz="2000" dirty="0">
                <a:solidFill>
                  <a:schemeClr val="accent6"/>
                </a:solidFill>
              </a:rPr>
              <a:t>protegidos</a:t>
            </a:r>
            <a:r>
              <a:rPr lang="pt-BR" sz="2000" dirty="0"/>
              <a:t> </a:t>
            </a:r>
            <a:br>
              <a:rPr lang="pt-BR" sz="2000" dirty="0"/>
            </a:br>
            <a:r>
              <a:rPr lang="pt-BR" sz="2000" dirty="0"/>
              <a:t>por padrão.</a:t>
            </a:r>
          </a:p>
          <a:p>
            <a:pPr rtl="0"/>
            <a:r>
              <a:rPr lang="pt-BR" sz="2000" dirty="0"/>
              <a:t>Quando os casos de uso exigem o compartilhamento de objetos de dados no </a:t>
            </a:r>
            <a:r>
              <a:rPr lang="pt-BR" sz="2000" dirty="0" err="1"/>
              <a:t>Amazon</a:t>
            </a:r>
            <a:r>
              <a:rPr lang="pt-BR" sz="2000" dirty="0"/>
              <a:t> </a:t>
            </a:r>
            <a:r>
              <a:rPr lang="pt-BR" sz="2000"/>
              <a:t>S3 </a:t>
            </a:r>
            <a:endParaRPr lang="en-US" sz="2000" dirty="0"/>
          </a:p>
          <a:p>
            <a:pPr lvl="1" rtl="0"/>
            <a:r>
              <a:rPr lang="pt-BR" sz="1600" dirty="0"/>
              <a:t>É essencial gerenciar e controlar o acesso aos dados.</a:t>
            </a:r>
          </a:p>
          <a:p>
            <a:pPr lvl="1" rtl="0"/>
            <a:r>
              <a:rPr lang="pt-BR" sz="1600" dirty="0"/>
              <a:t>Siga as </a:t>
            </a:r>
            <a:r>
              <a:rPr lang="pt-BR" sz="1600" b="1" dirty="0">
                <a:solidFill>
                  <a:schemeClr val="tx1">
                    <a:lumMod val="85000"/>
                    <a:lumOff val="15000"/>
                  </a:schemeClr>
                </a:solidFill>
              </a:rPr>
              <a:t>permissões que respeitam o princípio do privilégio mínimo </a:t>
            </a:r>
            <a:r>
              <a:rPr lang="pt-BR" sz="1600" dirty="0"/>
              <a:t>e considere </a:t>
            </a:r>
            <a:br>
              <a:rPr lang="pt-BR" sz="1600" dirty="0"/>
            </a:br>
            <a:r>
              <a:rPr lang="pt-BR" sz="1600" dirty="0"/>
              <a:t>o uso da criptografia do </a:t>
            </a:r>
            <a:r>
              <a:rPr lang="pt-BR" sz="1600" dirty="0" err="1"/>
              <a:t>Amazon</a:t>
            </a:r>
            <a:r>
              <a:rPr lang="pt-BR" sz="1600" dirty="0"/>
              <a:t> S3.</a:t>
            </a:r>
          </a:p>
          <a:p>
            <a:pPr rtl="0"/>
            <a:r>
              <a:rPr lang="pt-BR" sz="2000" dirty="0"/>
              <a:t>Ferramentas e opções para controlar o acesso aos dados do S3 incluem –</a:t>
            </a:r>
            <a:endParaRPr lang="en-US" sz="2000" dirty="0"/>
          </a:p>
          <a:p>
            <a:pPr lvl="1" rtl="0"/>
            <a:r>
              <a:rPr lang="pt-BR" sz="1600" dirty="0">
                <a:hlinkClick r:id="rId4"/>
              </a:rPr>
              <a:t>Recurso </a:t>
            </a:r>
            <a:r>
              <a:rPr lang="pt-BR" sz="1600" dirty="0" err="1"/>
              <a:t>Amazon</a:t>
            </a:r>
            <a:r>
              <a:rPr lang="pt-BR" sz="1600" dirty="0"/>
              <a:t> S3 </a:t>
            </a:r>
            <a:r>
              <a:rPr lang="pt-BR" sz="1600" dirty="0" err="1"/>
              <a:t>Block</a:t>
            </a:r>
            <a:r>
              <a:rPr lang="pt-BR" sz="1600" dirty="0"/>
              <a:t> </a:t>
            </a:r>
            <a:r>
              <a:rPr lang="pt-BR" sz="1600" dirty="0" err="1"/>
              <a:t>Public</a:t>
            </a:r>
            <a:r>
              <a:rPr lang="pt-BR" sz="1600" dirty="0"/>
              <a:t> Access: simples de usar.</a:t>
            </a:r>
          </a:p>
          <a:p>
            <a:pPr lvl="1" rtl="0"/>
            <a:r>
              <a:rPr lang="pt-BR" sz="1600" dirty="0"/>
              <a:t>Políticas do IAM: uma boa opção quando o usuário pode autenticar usando o IAM.</a:t>
            </a:r>
          </a:p>
          <a:p>
            <a:pPr lvl="1" rtl="0"/>
            <a:r>
              <a:rPr lang="pt-BR" sz="1600" dirty="0">
                <a:hlinkClick r:id="rId5"/>
              </a:rPr>
              <a:t>Políticas de </a:t>
            </a:r>
            <a:r>
              <a:rPr lang="pt-BR" sz="1600" dirty="0" err="1">
                <a:hlinkClick r:id="rId5"/>
              </a:rPr>
              <a:t>buckets</a:t>
            </a:r>
            <a:endParaRPr lang="en-US" sz="1600" dirty="0"/>
          </a:p>
          <a:p>
            <a:pPr lvl="1" rtl="0"/>
            <a:r>
              <a:rPr lang="pt-BR" sz="1600" dirty="0">
                <a:hlinkClick r:id="rId6"/>
              </a:rPr>
              <a:t>Listas de controle de acesso</a:t>
            </a:r>
            <a:r>
              <a:rPr lang="pt-BR" sz="1600" dirty="0"/>
              <a:t> (</a:t>
            </a:r>
            <a:r>
              <a:rPr lang="pt-BR" sz="1600" dirty="0" err="1"/>
              <a:t>ACLs</a:t>
            </a:r>
            <a:r>
              <a:rPr lang="pt-BR" sz="1600" dirty="0"/>
              <a:t>): um mecanismo de controle de acesso herdado.</a:t>
            </a:r>
          </a:p>
          <a:p>
            <a:pPr lvl="1" rtl="0"/>
            <a:r>
              <a:rPr lang="pt-BR" sz="1600" dirty="0"/>
              <a:t>Verificação de permissão de </a:t>
            </a:r>
            <a:r>
              <a:rPr lang="pt-BR" sz="1600" dirty="0" err="1"/>
              <a:t>bucket</a:t>
            </a:r>
            <a:r>
              <a:rPr lang="pt-BR" sz="1600" dirty="0"/>
              <a:t> do </a:t>
            </a:r>
            <a:r>
              <a:rPr lang="pt-BR" sz="1600" u="sng" dirty="0">
                <a:hlinkClick r:id="rId7"/>
              </a:rPr>
              <a:t>AWS </a:t>
            </a:r>
            <a:r>
              <a:rPr lang="pt-BR" sz="1600" u="sng" dirty="0" err="1">
                <a:hlinkClick r:id="rId7"/>
              </a:rPr>
              <a:t>Trusted</a:t>
            </a:r>
            <a:r>
              <a:rPr lang="pt-BR" sz="1600" u="sng" dirty="0">
                <a:hlinkClick r:id="rId7"/>
              </a:rPr>
              <a:t> </a:t>
            </a:r>
            <a:r>
              <a:rPr lang="pt-BR" sz="1600" u="sng" dirty="0" err="1">
                <a:hlinkClick r:id="rId7"/>
              </a:rPr>
              <a:t>Advisor</a:t>
            </a:r>
            <a:r>
              <a:rPr lang="pt-BR" sz="1600" dirty="0"/>
              <a:t> : um recurso gratuito.</a:t>
            </a:r>
          </a:p>
          <a:p>
            <a:pPr marL="342900" lvl="1" indent="0">
              <a:buNone/>
            </a:pPr>
            <a:endParaRPr lang="en-US" dirty="0"/>
          </a:p>
          <a:p>
            <a:pPr lvl="1" rtl="0"/>
            <a:endParaRPr lang="en-US" dirty="0"/>
          </a:p>
          <a:p>
            <a:pPr rtl="0"/>
            <a:endParaRPr lang="en-US" sz="2800" dirty="0"/>
          </a:p>
        </p:txBody>
      </p:sp>
      <p:sp>
        <p:nvSpPr>
          <p:cNvPr id="5" name="Footer Placeholder 4">
            <a:extLst>
              <a:ext uri="{FF2B5EF4-FFF2-40B4-BE49-F238E27FC236}">
                <a16:creationId xmlns:a16="http://schemas.microsoft.com/office/drawing/2014/main" id="{FF165FC0-A0D1-4343-B2CA-1816BF4EDEA0}"/>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4" name="Slide Number Placeholder 3">
            <a:extLst>
              <a:ext uri="{FF2B5EF4-FFF2-40B4-BE49-F238E27FC236}">
                <a16:creationId xmlns:a16="http://schemas.microsoft.com/office/drawing/2014/main" id="{2B116061-8C1B-9649-8E49-5F69A2833A68}"/>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59</a:t>
            </a:fld>
            <a:endParaRPr lang="en-US" dirty="0"/>
          </a:p>
        </p:txBody>
      </p:sp>
    </p:spTree>
    <p:custDataLst>
      <p:tags r:id="rId1"/>
    </p:custDataLst>
    <p:extLst>
      <p:ext uri="{BB962C8B-B14F-4D97-AF65-F5344CB8AC3E}">
        <p14:creationId xmlns:p14="http://schemas.microsoft.com/office/powerpoint/2010/main" val="40118757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14A414-993B-874D-7A3F-E95B42DD2C00}"/>
              </a:ext>
            </a:extLst>
          </p:cNvPr>
          <p:cNvSpPr>
            <a:spLocks noGrp="1"/>
          </p:cNvSpPr>
          <p:nvPr>
            <p:ph type="title"/>
          </p:nvPr>
        </p:nvSpPr>
        <p:spPr/>
        <p:txBody>
          <a:bodyPr/>
          <a:lstStyle/>
          <a:p>
            <a:r>
              <a:rPr lang="pt-BR"/>
              <a:t>CLOUD ACT (Você sabia?)</a:t>
            </a:r>
          </a:p>
        </p:txBody>
      </p:sp>
      <p:sp>
        <p:nvSpPr>
          <p:cNvPr id="3" name="Espaço Reservado para Texto 2">
            <a:extLst>
              <a:ext uri="{FF2B5EF4-FFF2-40B4-BE49-F238E27FC236}">
                <a16:creationId xmlns:a16="http://schemas.microsoft.com/office/drawing/2014/main" id="{646FEA60-1956-10F8-9F2F-DE5E408EE2D3}"/>
              </a:ext>
            </a:extLst>
          </p:cNvPr>
          <p:cNvSpPr>
            <a:spLocks noGrp="1"/>
          </p:cNvSpPr>
          <p:nvPr>
            <p:ph type="body" sz="quarter" idx="13"/>
          </p:nvPr>
        </p:nvSpPr>
        <p:spPr/>
        <p:txBody>
          <a:bodyPr>
            <a:normAutofit/>
          </a:bodyPr>
          <a:lstStyle/>
          <a:p>
            <a:r>
              <a:rPr lang="pt-BR"/>
              <a:t>O Cloud Act (Clarifying Lawful Overseas Use of Data Act) é uma lei americana aprovada em 2018 que redefine o acesso a dados eletrônicos armazenados por provedores de serviços baseados nos EUA, mesmo fora de seu território. A legislação busca agilizar investigações criminais transnacionais, como terrorismo, cibercrime e exploração sexual infantil, mas gera debates sobre soberania e privacidade.</a:t>
            </a:r>
          </a:p>
          <a:p>
            <a:r>
              <a:rPr lang="pt-BR"/>
              <a:t>Impactos na Segurança de Dados</a:t>
            </a:r>
          </a:p>
          <a:p>
            <a:pPr lvl="1"/>
            <a:r>
              <a:rPr lang="pt-BR"/>
              <a:t>Para organizações:</a:t>
            </a:r>
          </a:p>
          <a:p>
            <a:pPr lvl="2"/>
            <a:r>
              <a:rPr lang="pt-BR"/>
              <a:t>Risco de exposição de dados a autoridades estrangeiras sem notificação prévia.</a:t>
            </a:r>
          </a:p>
          <a:p>
            <a:pPr lvl="2"/>
            <a:r>
              <a:rPr lang="pt-BR"/>
              <a:t>Conflito com leis locais (e.g., LGPD no Brasil).</a:t>
            </a:r>
          </a:p>
          <a:p>
            <a:pPr lvl="1"/>
            <a:r>
              <a:rPr lang="pt-BR"/>
              <a:t>Para governos:</a:t>
            </a:r>
          </a:p>
          <a:p>
            <a:pPr lvl="2"/>
            <a:r>
              <a:rPr lang="pt-BR"/>
              <a:t>Agilidade em investigações transnacionais vs. soberania jurídica</a:t>
            </a:r>
          </a:p>
        </p:txBody>
      </p:sp>
      <p:sp>
        <p:nvSpPr>
          <p:cNvPr id="5" name="CaixaDeTexto 4">
            <a:extLst>
              <a:ext uri="{FF2B5EF4-FFF2-40B4-BE49-F238E27FC236}">
                <a16:creationId xmlns:a16="http://schemas.microsoft.com/office/drawing/2014/main" id="{0FD9A7B0-106E-96F6-019D-61C19CEBFF01}"/>
              </a:ext>
            </a:extLst>
          </p:cNvPr>
          <p:cNvSpPr txBox="1"/>
          <p:nvPr/>
        </p:nvSpPr>
        <p:spPr>
          <a:xfrm>
            <a:off x="554857" y="6211669"/>
            <a:ext cx="7777931" cy="646331"/>
          </a:xfrm>
          <a:prstGeom prst="rect">
            <a:avLst/>
          </a:prstGeom>
          <a:noFill/>
        </p:spPr>
        <p:txBody>
          <a:bodyPr wrap="square">
            <a:spAutoFit/>
          </a:bodyPr>
          <a:lstStyle/>
          <a:p>
            <a:r>
              <a:rPr lang="pt-BR" sz="1200"/>
              <a:t>https://www.justice.gov/criminal/cloud-act-resources</a:t>
            </a:r>
          </a:p>
          <a:p>
            <a:r>
              <a:rPr lang="pt-BR" sz="1200"/>
              <a:t>https://www.conjur.com.br/2019-nov-22/limite-penal-cloud-act-quando-investigacao-nuvens-americanas/</a:t>
            </a:r>
          </a:p>
          <a:p>
            <a:r>
              <a:rPr lang="pt-BR" sz="1200"/>
              <a:t>https://www.jusbrasil.com.br/noticias/o-que-e-o-cloud-act-e-como-a-lei-americana-pode-refletir-no-brasil/580261760</a:t>
            </a:r>
          </a:p>
        </p:txBody>
      </p:sp>
    </p:spTree>
    <p:extLst>
      <p:ext uri="{BB962C8B-B14F-4D97-AF65-F5344CB8AC3E}">
        <p14:creationId xmlns:p14="http://schemas.microsoft.com/office/powerpoint/2010/main" val="37041693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D84093A4-F23C-332D-B408-3DCFED6B0DB8}"/>
              </a:ext>
            </a:extLst>
          </p:cNvPr>
          <p:cNvSpPr>
            <a:spLocks noGrp="1"/>
          </p:cNvSpPr>
          <p:nvPr>
            <p:ph type="body" sz="quarter" idx="15"/>
          </p:nvPr>
        </p:nvSpPr>
        <p:spPr/>
        <p:txBody>
          <a:bodyPr/>
          <a:lstStyle/>
          <a:p>
            <a:r>
              <a:rPr lang="pt-BR" sz="3600"/>
              <a:t>Serviços e recursos de segurança adicionais</a:t>
            </a:r>
            <a:endParaRPr lang="pt-BR"/>
          </a:p>
        </p:txBody>
      </p:sp>
      <p:sp>
        <p:nvSpPr>
          <p:cNvPr id="4" name="Footer Placeholder 3">
            <a:extLst>
              <a:ext uri="{FF2B5EF4-FFF2-40B4-BE49-F238E27FC236}">
                <a16:creationId xmlns:a16="http://schemas.microsoft.com/office/drawing/2014/main" id="{43C403DA-065D-F349-94D1-EC2E462CC4CC}"/>
              </a:ext>
              <a:ext uri="{C183D7F6-B498-43B3-948B-1728B52AA6E4}">
                <adec:decorative xmlns:adec="http://schemas.microsoft.com/office/drawing/2017/decorative" val="1"/>
              </a:ext>
            </a:extLst>
          </p:cNvPr>
          <p:cNvSpPr>
            <a:spLocks noGrp="1"/>
          </p:cNvSpPr>
          <p:nvPr>
            <p:ph type="ftr" sz="quarter" idx="4294967295"/>
          </p:nvPr>
        </p:nvSpPr>
        <p:spPr>
          <a:xfrm>
            <a:off x="2723322" y="6326532"/>
            <a:ext cx="3386138" cy="365125"/>
          </a:xfrm>
        </p:spPr>
        <p:txBody>
          <a:bodyPr rtlCol="0"/>
          <a:lstStyle/>
          <a:p>
            <a:pPr rtl="0"/>
            <a:r>
              <a:rPr lang="pt-BR"/>
              <a:t>© 2019 Amazon Web Services, Inc. ou suas afiliadas. Todos os direitos reservados.</a:t>
            </a:r>
          </a:p>
        </p:txBody>
      </p:sp>
    </p:spTree>
    <p:custDataLst>
      <p:tags r:id="rId1"/>
    </p:custDataLst>
    <p:extLst>
      <p:ext uri="{BB962C8B-B14F-4D97-AF65-F5344CB8AC3E}">
        <p14:creationId xmlns:p14="http://schemas.microsoft.com/office/powerpoint/2010/main" val="30046355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rtlCol="0">
            <a:noAutofit/>
          </a:bodyPr>
          <a:lstStyle/>
          <a:p>
            <a:pPr rtl="0"/>
            <a:r>
              <a:rPr lang="pt-BR"/>
              <a:t>AWS Service Catalog</a:t>
            </a:r>
          </a:p>
        </p:txBody>
      </p:sp>
      <p:sp>
        <p:nvSpPr>
          <p:cNvPr id="8" name="Content Placeholder 7">
            <a:extLst>
              <a:ext uri="{FF2B5EF4-FFF2-40B4-BE49-F238E27FC236}">
                <a16:creationId xmlns:a16="http://schemas.microsoft.com/office/drawing/2014/main" id="{5E09A744-5380-794D-8A7E-547ED37578BE}"/>
              </a:ext>
            </a:extLst>
          </p:cNvPr>
          <p:cNvSpPr>
            <a:spLocks noGrp="1"/>
          </p:cNvSpPr>
          <p:nvPr>
            <p:ph idx="1"/>
          </p:nvPr>
        </p:nvSpPr>
        <p:spPr>
          <a:xfrm>
            <a:off x="1284180" y="1565910"/>
            <a:ext cx="7816958" cy="4457699"/>
          </a:xfrm>
        </p:spPr>
        <p:txBody>
          <a:bodyPr rtlCol="0">
            <a:normAutofit/>
          </a:bodyPr>
          <a:lstStyle/>
          <a:p>
            <a:pPr rtl="0" fontAlgn="ctr"/>
            <a:r>
              <a:rPr lang="pt-BR" sz="1800" b="1" spc="-23" dirty="0">
                <a:solidFill>
                  <a:schemeClr val="accent5"/>
                </a:solidFill>
              </a:rPr>
              <a:t>Crie e gerencie catálogos de serviços de TI aprovados pela sua organização</a:t>
            </a:r>
            <a:endParaRPr lang="en-US" sz="1800" spc="-23" dirty="0"/>
          </a:p>
          <a:p>
            <a:pPr lvl="1" rtl="0" fontAlgn="ctr"/>
            <a:r>
              <a:rPr lang="pt-BR" sz="1600" dirty="0"/>
              <a:t>Ajuda os funcionários a encontrar e implantar serviços de TI aprovados</a:t>
            </a:r>
          </a:p>
          <a:p>
            <a:pPr lvl="1" rtl="0" fontAlgn="ctr"/>
            <a:r>
              <a:rPr lang="pt-BR" sz="1600" dirty="0"/>
              <a:t>Um serviço de TI pode incluir um ou mais recursos da AWS</a:t>
            </a:r>
          </a:p>
          <a:p>
            <a:pPr lvl="1" rtl="0" fontAlgn="ctr"/>
            <a:r>
              <a:rPr lang="pt-BR" sz="1600" dirty="0"/>
              <a:t>Exemplo: </a:t>
            </a:r>
          </a:p>
          <a:p>
            <a:pPr lvl="2" rtl="0" fontAlgn="ctr"/>
            <a:r>
              <a:rPr lang="pt-BR" sz="1400" dirty="0"/>
              <a:t>Instâncias do EC2, volumes de armazenamento, bancos de dados e componentes de rede</a:t>
            </a:r>
          </a:p>
          <a:p>
            <a:pPr rtl="0" fontAlgn="ctr"/>
            <a:r>
              <a:rPr lang="pt-BR" sz="1800" dirty="0"/>
              <a:t>Controle o uso do serviço da AWS especificando restrições – </a:t>
            </a:r>
          </a:p>
          <a:p>
            <a:pPr lvl="1" rtl="0" fontAlgn="ctr"/>
            <a:r>
              <a:rPr lang="pt-BR" sz="1600" dirty="0"/>
              <a:t>Exemplos de restrições:</a:t>
            </a:r>
          </a:p>
          <a:p>
            <a:pPr lvl="2" rtl="0" fontAlgn="ctr"/>
            <a:r>
              <a:rPr lang="pt-BR" sz="1400" dirty="0"/>
              <a:t>A região da AWS em que um produto pode ser lançado</a:t>
            </a:r>
          </a:p>
          <a:p>
            <a:pPr lvl="2" rtl="0" fontAlgn="ctr"/>
            <a:r>
              <a:rPr lang="pt-BR" sz="1400" dirty="0"/>
              <a:t>Intervalos de endereços IP permitidos</a:t>
            </a:r>
          </a:p>
          <a:p>
            <a:pPr rtl="0"/>
            <a:r>
              <a:rPr lang="pt-BR" sz="1800" dirty="0"/>
              <a:t>Gerencie o ciclo de vida de serviços de TI centralizada</a:t>
            </a:r>
          </a:p>
          <a:p>
            <a:pPr rtl="0"/>
            <a:r>
              <a:rPr lang="pt-BR" sz="1800" dirty="0"/>
              <a:t>Ajude a cumprir requisitos de conformidade</a:t>
            </a:r>
          </a:p>
        </p:txBody>
      </p:sp>
      <p:sp>
        <p:nvSpPr>
          <p:cNvPr id="2" name="Footer Placeholder 1">
            <a:extLst>
              <a:ext uri="{FF2B5EF4-FFF2-40B4-BE49-F238E27FC236}">
                <a16:creationId xmlns:a16="http://schemas.microsoft.com/office/drawing/2014/main" id="{71AC0082-D68C-3A4D-A96F-8F4F01B81D0F}"/>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5" name="Slide Number Placeholder 4">
            <a:extLst>
              <a:ext uri="{FF2B5EF4-FFF2-40B4-BE49-F238E27FC236}">
                <a16:creationId xmlns:a16="http://schemas.microsoft.com/office/drawing/2014/main" id="{AFA97AB5-1F85-A44C-BD2A-21BA83B534C4}"/>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62</a:t>
            </a:fld>
            <a:endParaRPr lang="en-US" dirty="0"/>
          </a:p>
        </p:txBody>
      </p:sp>
      <p:sp>
        <p:nvSpPr>
          <p:cNvPr id="11" name="TextBox 10">
            <a:extLst>
              <a:ext uri="{FF2B5EF4-FFF2-40B4-BE49-F238E27FC236}">
                <a16:creationId xmlns:a16="http://schemas.microsoft.com/office/drawing/2014/main" id="{3A512C6C-2ED1-3B44-A1C3-466972A3B827}"/>
              </a:ext>
            </a:extLst>
          </p:cNvPr>
          <p:cNvSpPr txBox="1"/>
          <p:nvPr/>
        </p:nvSpPr>
        <p:spPr>
          <a:xfrm>
            <a:off x="154266" y="2665413"/>
            <a:ext cx="1129914" cy="461665"/>
          </a:xfrm>
          <a:prstGeom prst="rect">
            <a:avLst/>
          </a:prstGeom>
          <a:noFill/>
        </p:spPr>
        <p:txBody>
          <a:bodyPr wrap="square" rtlCol="0">
            <a:spAutoFit/>
          </a:bodyPr>
          <a:lstStyle/>
          <a:p>
            <a:pPr algn="ctr" rtl="0"/>
            <a:r>
              <a:rPr lang="pt-BR" sz="1200" dirty="0"/>
              <a:t>AWS Service </a:t>
            </a:r>
            <a:r>
              <a:rPr lang="pt-BR" sz="1200" dirty="0" err="1"/>
              <a:t>Catalog</a:t>
            </a:r>
            <a:endParaRPr lang="en-US" sz="1200" dirty="0"/>
          </a:p>
        </p:txBody>
      </p:sp>
      <p:pic>
        <p:nvPicPr>
          <p:cNvPr id="13" name="Graphic 12">
            <a:extLst>
              <a:ext uri="{FF2B5EF4-FFF2-40B4-BE49-F238E27FC236}">
                <a16:creationId xmlns:a16="http://schemas.microsoft.com/office/drawing/2014/main" id="{0E5710D0-119A-B840-8A89-8885834B3FD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2523" y="2113478"/>
            <a:ext cx="533400" cy="533400"/>
          </a:xfrm>
          <a:prstGeom prst="rect">
            <a:avLst/>
          </a:prstGeom>
        </p:spPr>
      </p:pic>
    </p:spTree>
    <p:custDataLst>
      <p:tags r:id="rId1"/>
    </p:custDataLst>
    <p:extLst>
      <p:ext uri="{BB962C8B-B14F-4D97-AF65-F5344CB8AC3E}">
        <p14:creationId xmlns:p14="http://schemas.microsoft.com/office/powerpoint/2010/main" val="35935849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14FD8-78EC-904A-9099-70F2C7B18044}"/>
              </a:ext>
            </a:extLst>
          </p:cNvPr>
          <p:cNvSpPr>
            <a:spLocks noGrp="1"/>
          </p:cNvSpPr>
          <p:nvPr>
            <p:ph type="title"/>
          </p:nvPr>
        </p:nvSpPr>
        <p:spPr/>
        <p:txBody>
          <a:bodyPr rtlCol="0">
            <a:normAutofit fontScale="90000"/>
          </a:bodyPr>
          <a:lstStyle/>
          <a:p>
            <a:pPr rtl="0"/>
            <a:r>
              <a:rPr lang="pt-BR"/>
              <a:t>Serviços de segurança adicionais selecionados</a:t>
            </a:r>
          </a:p>
        </p:txBody>
      </p:sp>
      <p:sp>
        <p:nvSpPr>
          <p:cNvPr id="3" name="Content Placeholder 2">
            <a:extLst>
              <a:ext uri="{FF2B5EF4-FFF2-40B4-BE49-F238E27FC236}">
                <a16:creationId xmlns:a16="http://schemas.microsoft.com/office/drawing/2014/main" id="{1529A156-181C-4E4A-AE54-C31C659C84AA}"/>
              </a:ext>
            </a:extLst>
          </p:cNvPr>
          <p:cNvSpPr>
            <a:spLocks noGrp="1"/>
          </p:cNvSpPr>
          <p:nvPr>
            <p:ph idx="1"/>
          </p:nvPr>
        </p:nvSpPr>
        <p:spPr>
          <a:xfrm>
            <a:off x="1576811" y="3119051"/>
            <a:ext cx="6438476" cy="533400"/>
          </a:xfrm>
        </p:spPr>
        <p:txBody>
          <a:bodyPr rtlCol="0">
            <a:normAutofit fontScale="92500" lnSpcReduction="10000"/>
          </a:bodyPr>
          <a:lstStyle/>
          <a:p>
            <a:pPr marL="0" indent="0">
              <a:buNone/>
            </a:pPr>
            <a:r>
              <a:rPr lang="pt-BR" sz="1800" dirty="0"/>
              <a:t>Defina os padrões e as melhores práticas para seus aplicativos e </a:t>
            </a:r>
            <a:r>
              <a:rPr lang="pt-BR" sz="1800" b="1" dirty="0">
                <a:solidFill>
                  <a:schemeClr val="accent5"/>
                </a:solidFill>
              </a:rPr>
              <a:t>valide a adesão</a:t>
            </a:r>
            <a:r>
              <a:rPr lang="pt-BR" sz="1800" dirty="0"/>
              <a:t> a esses </a:t>
            </a:r>
            <a:r>
              <a:rPr lang="pt-BR" sz="1800" b="1" dirty="0">
                <a:solidFill>
                  <a:schemeClr val="accent5"/>
                </a:solidFill>
              </a:rPr>
              <a:t>padrões</a:t>
            </a:r>
            <a:r>
              <a:rPr lang="pt-BR" sz="1800" dirty="0"/>
              <a:t>.</a:t>
            </a:r>
          </a:p>
        </p:txBody>
      </p:sp>
      <p:sp>
        <p:nvSpPr>
          <p:cNvPr id="5" name="Footer Placeholder 4">
            <a:extLst>
              <a:ext uri="{FF2B5EF4-FFF2-40B4-BE49-F238E27FC236}">
                <a16:creationId xmlns:a16="http://schemas.microsoft.com/office/drawing/2014/main" id="{F19DB831-73FF-3E4A-B965-109259502840}"/>
              </a:ext>
              <a:ext uri="{C183D7F6-B498-43B3-948B-1728B52AA6E4}">
                <adec:decorative xmlns:adec="http://schemas.microsoft.com/office/drawing/2017/decorative" val="1"/>
              </a:ext>
            </a:extLst>
          </p:cNvPr>
          <p:cNvSpPr>
            <a:spLocks noGrp="1"/>
          </p:cNvSpPr>
          <p:nvPr>
            <p:ph type="ftr" sz="quarter" idx="11"/>
          </p:nvPr>
        </p:nvSpPr>
        <p:spPr>
          <a:prstGeom prst="rect">
            <a:avLst/>
          </a:prstGeom>
        </p:spPr>
        <p:txBody>
          <a:bodyPr vert="horz" lIns="91440" tIns="45720" rIns="91440" bIns="45720" rtlCol="0" anchor="ctr"/>
          <a:lstStyle>
            <a:defPPr>
              <a:defRPr lang="pt-BR"/>
            </a:defPPr>
            <a:lvl1pPr algn="l" rtl="0" eaLnBrk="1" fontAlgn="auto" hangingPunct="1">
              <a:spcBef>
                <a:spcPts val="0"/>
              </a:spcBef>
              <a:spcAft>
                <a:spcPts val="0"/>
              </a:spcAft>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r>
              <a:rPr lang="pt-BR"/>
              <a:t>© 2019, Amazon Web Services, Inc. ou suas afiliadas. Todos os direitos reservados.</a:t>
            </a:r>
          </a:p>
        </p:txBody>
      </p:sp>
      <p:sp>
        <p:nvSpPr>
          <p:cNvPr id="4" name="Slide Number Placeholder 3">
            <a:extLst>
              <a:ext uri="{FF2B5EF4-FFF2-40B4-BE49-F238E27FC236}">
                <a16:creationId xmlns:a16="http://schemas.microsoft.com/office/drawing/2014/main" id="{F7937303-7906-EE43-AB16-E81BF3E1B107}"/>
              </a:ext>
              <a:ext uri="{C183D7F6-B498-43B3-948B-1728B52AA6E4}">
                <adec:decorative xmlns:adec="http://schemas.microsoft.com/office/drawing/2017/decorative" val="1"/>
              </a:ext>
            </a:extLst>
          </p:cNvPr>
          <p:cNvSpPr>
            <a:spLocks noGrp="1"/>
          </p:cNvSpPr>
          <p:nvPr>
            <p:ph type="sldNum" sz="quarter" idx="12"/>
          </p:nvPr>
        </p:nvSpPr>
        <p:spPr>
          <a:prstGeom prst="rect">
            <a:avLst/>
          </a:prstGeom>
        </p:spPr>
        <p:txBody>
          <a:bodyPr vert="horz" lIns="91440" tIns="45720" rIns="91440" bIns="45720" rtlCol="0" anchor="ctr"/>
          <a:lstStyle>
            <a:defPPr>
              <a:defRPr lang="pt-BR"/>
            </a:defPPr>
            <a:lvl1pPr algn="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rtl="0"/>
            <a:fld id="{B6A95138-A96E-2F42-A959-2EFD44FE4AB7}" type="slidenum">
              <a:rPr lang="en-US" smtClean="0"/>
              <a:pPr rtl="0"/>
              <a:t>63</a:t>
            </a:fld>
            <a:endParaRPr lang="en-US" dirty="0"/>
          </a:p>
        </p:txBody>
      </p:sp>
      <p:sp>
        <p:nvSpPr>
          <p:cNvPr id="6" name="TextBox 5">
            <a:extLst>
              <a:ext uri="{FF2B5EF4-FFF2-40B4-BE49-F238E27FC236}">
                <a16:creationId xmlns:a16="http://schemas.microsoft.com/office/drawing/2014/main" id="{9A6CAB5A-E962-EF46-A0EC-A8A452BDBA75}"/>
              </a:ext>
            </a:extLst>
          </p:cNvPr>
          <p:cNvSpPr txBox="1"/>
          <p:nvPr/>
        </p:nvSpPr>
        <p:spPr>
          <a:xfrm>
            <a:off x="281209" y="4715919"/>
            <a:ext cx="927491" cy="461665"/>
          </a:xfrm>
          <a:prstGeom prst="rect">
            <a:avLst/>
          </a:prstGeom>
          <a:noFill/>
        </p:spPr>
        <p:txBody>
          <a:bodyPr wrap="square" rtlCol="0">
            <a:spAutoFit/>
          </a:bodyPr>
          <a:lstStyle/>
          <a:p>
            <a:pPr algn="ctr" rtl="0"/>
            <a:r>
              <a:rPr lang="pt-BR" sz="1200"/>
              <a:t>Amazon GuardDuty</a:t>
            </a:r>
            <a:endParaRPr lang="en-US" sz="1200" dirty="0"/>
          </a:p>
        </p:txBody>
      </p:sp>
      <p:pic>
        <p:nvPicPr>
          <p:cNvPr id="7" name="Graphic 6">
            <a:extLst>
              <a:ext uri="{FF2B5EF4-FFF2-40B4-BE49-F238E27FC236}">
                <a16:creationId xmlns:a16="http://schemas.microsoft.com/office/drawing/2014/main" id="{9A90EB79-BC64-4245-BFED-67B22502FA8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8255" y="4210322"/>
            <a:ext cx="533400" cy="533400"/>
          </a:xfrm>
          <a:prstGeom prst="rect">
            <a:avLst/>
          </a:prstGeom>
        </p:spPr>
      </p:pic>
      <p:sp>
        <p:nvSpPr>
          <p:cNvPr id="8" name="Content Placeholder 2">
            <a:extLst>
              <a:ext uri="{FF2B5EF4-FFF2-40B4-BE49-F238E27FC236}">
                <a16:creationId xmlns:a16="http://schemas.microsoft.com/office/drawing/2014/main" id="{A98C4F8A-5B0D-A844-82D1-DE5C81B961F1}"/>
              </a:ext>
            </a:extLst>
          </p:cNvPr>
          <p:cNvSpPr txBox="1">
            <a:spLocks/>
          </p:cNvSpPr>
          <p:nvPr/>
        </p:nvSpPr>
        <p:spPr>
          <a:xfrm>
            <a:off x="1576811" y="2029124"/>
            <a:ext cx="6567064" cy="530711"/>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sz="1800" b="1" dirty="0">
                <a:solidFill>
                  <a:schemeClr val="accent5"/>
                </a:solidFill>
              </a:rPr>
              <a:t>Proteja </a:t>
            </a:r>
            <a:r>
              <a:rPr lang="pt-BR" sz="1800" b="1" dirty="0" err="1">
                <a:solidFill>
                  <a:schemeClr val="accent5"/>
                </a:solidFill>
              </a:rPr>
              <a:t>proativamente</a:t>
            </a:r>
            <a:r>
              <a:rPr lang="pt-BR" sz="1800" b="1" dirty="0">
                <a:solidFill>
                  <a:schemeClr val="accent5"/>
                </a:solidFill>
              </a:rPr>
              <a:t> informações de identificação pessoal</a:t>
            </a:r>
            <a:r>
              <a:rPr lang="pt-BR" sz="1800" dirty="0"/>
              <a:t> (PII) e saiba quando elas se movimentam.</a:t>
            </a:r>
          </a:p>
        </p:txBody>
      </p:sp>
      <p:sp>
        <p:nvSpPr>
          <p:cNvPr id="9" name="Content Placeholder 2">
            <a:extLst>
              <a:ext uri="{FF2B5EF4-FFF2-40B4-BE49-F238E27FC236}">
                <a16:creationId xmlns:a16="http://schemas.microsoft.com/office/drawing/2014/main" id="{E86334ED-7EB6-E943-B68A-0CDAB413906F}"/>
              </a:ext>
            </a:extLst>
          </p:cNvPr>
          <p:cNvSpPr txBox="1">
            <a:spLocks/>
          </p:cNvSpPr>
          <p:nvPr/>
        </p:nvSpPr>
        <p:spPr>
          <a:xfrm>
            <a:off x="1576811" y="4210322"/>
            <a:ext cx="6352752" cy="533400"/>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sz="1800" b="1" dirty="0">
                <a:solidFill>
                  <a:schemeClr val="accent5"/>
                </a:solidFill>
              </a:rPr>
              <a:t>Detecção de ameaças</a:t>
            </a:r>
            <a:r>
              <a:rPr lang="pt-BR" sz="1800" dirty="0">
                <a:solidFill>
                  <a:schemeClr val="accent5"/>
                </a:solidFill>
              </a:rPr>
              <a:t> </a:t>
            </a:r>
            <a:r>
              <a:rPr lang="pt-BR" sz="1800" dirty="0"/>
              <a:t>inteligente e monitoramento contínuo para proteger contas e cargas de trabalho da AWS.</a:t>
            </a:r>
          </a:p>
        </p:txBody>
      </p:sp>
      <p:sp>
        <p:nvSpPr>
          <p:cNvPr id="11" name="TextBox 10">
            <a:extLst>
              <a:ext uri="{FF2B5EF4-FFF2-40B4-BE49-F238E27FC236}">
                <a16:creationId xmlns:a16="http://schemas.microsoft.com/office/drawing/2014/main" id="{66B40372-19D5-D549-A451-DB0C3D66E439}"/>
              </a:ext>
            </a:extLst>
          </p:cNvPr>
          <p:cNvSpPr txBox="1"/>
          <p:nvPr/>
        </p:nvSpPr>
        <p:spPr>
          <a:xfrm>
            <a:off x="350190" y="3623341"/>
            <a:ext cx="814905" cy="461665"/>
          </a:xfrm>
          <a:prstGeom prst="rect">
            <a:avLst/>
          </a:prstGeom>
          <a:noFill/>
        </p:spPr>
        <p:txBody>
          <a:bodyPr wrap="square" rtlCol="0">
            <a:spAutoFit/>
          </a:bodyPr>
          <a:lstStyle/>
          <a:p>
            <a:pPr algn="ctr" rtl="0"/>
            <a:r>
              <a:rPr lang="pt-BR" sz="1200"/>
              <a:t>Amazon Inspector</a:t>
            </a:r>
            <a:endParaRPr lang="en-US" sz="1200" dirty="0"/>
          </a:p>
        </p:txBody>
      </p:sp>
      <p:pic>
        <p:nvPicPr>
          <p:cNvPr id="12" name="Graphic 11">
            <a:extLst>
              <a:ext uri="{FF2B5EF4-FFF2-40B4-BE49-F238E27FC236}">
                <a16:creationId xmlns:a16="http://schemas.microsoft.com/office/drawing/2014/main" id="{52FDFEA5-6CBD-974A-9ECD-F6927F703FA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0943" y="3119051"/>
            <a:ext cx="533400" cy="533400"/>
          </a:xfrm>
          <a:prstGeom prst="rect">
            <a:avLst/>
          </a:prstGeom>
        </p:spPr>
      </p:pic>
      <p:pic>
        <p:nvPicPr>
          <p:cNvPr id="13" name="Graphic 12">
            <a:extLst>
              <a:ext uri="{FF2B5EF4-FFF2-40B4-BE49-F238E27FC236}">
                <a16:creationId xmlns:a16="http://schemas.microsoft.com/office/drawing/2014/main" id="{F9DBC27A-8907-0E40-905E-0A6AF4121F6A}"/>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0943" y="2027780"/>
            <a:ext cx="533400" cy="533400"/>
          </a:xfrm>
          <a:prstGeom prst="rect">
            <a:avLst/>
          </a:prstGeom>
        </p:spPr>
      </p:pic>
      <p:sp>
        <p:nvSpPr>
          <p:cNvPr id="14" name="TextBox 13">
            <a:extLst>
              <a:ext uri="{FF2B5EF4-FFF2-40B4-BE49-F238E27FC236}">
                <a16:creationId xmlns:a16="http://schemas.microsoft.com/office/drawing/2014/main" id="{E92E456D-E954-3949-B14C-1B40767ED3A4}"/>
              </a:ext>
            </a:extLst>
          </p:cNvPr>
          <p:cNvSpPr txBox="1"/>
          <p:nvPr/>
        </p:nvSpPr>
        <p:spPr>
          <a:xfrm>
            <a:off x="337502" y="2538275"/>
            <a:ext cx="814905" cy="461665"/>
          </a:xfrm>
          <a:prstGeom prst="rect">
            <a:avLst/>
          </a:prstGeom>
          <a:noFill/>
        </p:spPr>
        <p:txBody>
          <a:bodyPr wrap="square" rtlCol="0">
            <a:spAutoFit/>
          </a:bodyPr>
          <a:lstStyle/>
          <a:p>
            <a:pPr algn="ctr" rtl="0"/>
            <a:r>
              <a:rPr lang="pt-BR" sz="1200"/>
              <a:t>Amazon Macie</a:t>
            </a:r>
            <a:endParaRPr lang="en-US" sz="1200" dirty="0"/>
          </a:p>
        </p:txBody>
      </p:sp>
    </p:spTree>
    <p:custDataLst>
      <p:tags r:id="rId1"/>
    </p:custDataLst>
    <p:extLst>
      <p:ext uri="{BB962C8B-B14F-4D97-AF65-F5344CB8AC3E}">
        <p14:creationId xmlns:p14="http://schemas.microsoft.com/office/powerpoint/2010/main" val="37409899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ECEE1ADE-1F0E-03D5-F9AB-4C557DD82597}"/>
              </a:ext>
            </a:extLst>
          </p:cNvPr>
          <p:cNvSpPr>
            <a:spLocks noGrp="1"/>
          </p:cNvSpPr>
          <p:nvPr>
            <p:ph type="body" sz="quarter" idx="15"/>
          </p:nvPr>
        </p:nvSpPr>
        <p:spPr/>
        <p:txBody>
          <a:bodyPr/>
          <a:lstStyle/>
          <a:p>
            <a:r>
              <a:rPr lang="pt-BR"/>
              <a:t>Organizações data-driven</a:t>
            </a:r>
          </a:p>
        </p:txBody>
      </p:sp>
      <p:sp>
        <p:nvSpPr>
          <p:cNvPr id="5" name="Espaço Reservado para Texto 4">
            <a:extLst>
              <a:ext uri="{FF2B5EF4-FFF2-40B4-BE49-F238E27FC236}">
                <a16:creationId xmlns:a16="http://schemas.microsoft.com/office/drawing/2014/main" id="{C69475E6-3034-FD69-CBC0-94CFD5778B33}"/>
              </a:ext>
            </a:extLst>
          </p:cNvPr>
          <p:cNvSpPr>
            <a:spLocks noGrp="1"/>
          </p:cNvSpPr>
          <p:nvPr>
            <p:ph type="body" sz="quarter" idx="16"/>
          </p:nvPr>
        </p:nvSpPr>
        <p:spPr/>
        <p:txBody>
          <a:bodyPr>
            <a:normAutofit fontScale="92500" lnSpcReduction="10000"/>
          </a:bodyPr>
          <a:lstStyle/>
          <a:p>
            <a:pPr marL="0" indent="0">
              <a:buNone/>
            </a:pPr>
            <a:r>
              <a:rPr lang="pt-BR"/>
              <a:t>07</a:t>
            </a:r>
          </a:p>
        </p:txBody>
      </p:sp>
    </p:spTree>
    <p:extLst>
      <p:ext uri="{BB962C8B-B14F-4D97-AF65-F5344CB8AC3E}">
        <p14:creationId xmlns:p14="http://schemas.microsoft.com/office/powerpoint/2010/main" val="37422702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C34E62F3-062F-AFC1-5B6C-FB5D5971DB79}"/>
              </a:ext>
            </a:extLst>
          </p:cNvPr>
          <p:cNvSpPr>
            <a:spLocks noGrp="1"/>
          </p:cNvSpPr>
          <p:nvPr>
            <p:ph type="body" sz="quarter" idx="10"/>
          </p:nvPr>
        </p:nvSpPr>
        <p:spPr/>
        <p:txBody>
          <a:bodyPr/>
          <a:lstStyle/>
          <a:p>
            <a:endParaRPr lang="pt-BR"/>
          </a:p>
        </p:txBody>
      </p:sp>
      <p:sp>
        <p:nvSpPr>
          <p:cNvPr id="5" name="Title 3">
            <a:extLst>
              <a:ext uri="{FF2B5EF4-FFF2-40B4-BE49-F238E27FC236}">
                <a16:creationId xmlns:a16="http://schemas.microsoft.com/office/drawing/2014/main" id="{E47F49B1-1C7D-419E-76EC-966F8B1D3A62}"/>
              </a:ext>
            </a:extLst>
          </p:cNvPr>
          <p:cNvSpPr txBox="1">
            <a:spLocks/>
          </p:cNvSpPr>
          <p:nvPr/>
        </p:nvSpPr>
        <p:spPr>
          <a:xfrm>
            <a:off x="548966" y="958965"/>
            <a:ext cx="7801995" cy="2293938"/>
          </a:xfrm>
          <a:prstGeom prst="rect">
            <a:avLst/>
          </a:prstGeom>
        </p:spPr>
        <p:txBody>
          <a:bodyPr vert="horz" wrap="square" lIns="0" tIns="0" rIns="0" bIns="0" rtlCol="0" anchor="t">
            <a:normAutofit fontScale="97500"/>
          </a:bodyPr>
          <a:lstStyle>
            <a:lvl1pPr algn="l" defTabSz="914400" rtl="0" eaLnBrk="1" latinLnBrk="0" hangingPunct="1">
              <a:lnSpc>
                <a:spcPct val="95000"/>
              </a:lnSpc>
              <a:spcBef>
                <a:spcPct val="0"/>
              </a:spcBef>
              <a:buNone/>
              <a:defRPr sz="2800" b="1" kern="1200" spc="-150">
                <a:solidFill>
                  <a:schemeClr val="tx2"/>
                </a:solidFill>
                <a:latin typeface="+mj-lt"/>
                <a:ea typeface="+mj-ea"/>
                <a:cs typeface="+mj-cs"/>
              </a:defRPr>
            </a:lvl1pPr>
          </a:lstStyle>
          <a:p>
            <a:r>
              <a:rPr lang="en-US"/>
              <a:t>"Through 2026, organizations will accelerate their investments in data and analytics services by 45 percent to become more data driven and digital."</a:t>
            </a:r>
            <a:endParaRPr lang="en-US" dirty="0"/>
          </a:p>
        </p:txBody>
      </p:sp>
      <p:sp>
        <p:nvSpPr>
          <p:cNvPr id="6" name="Subtitle 4">
            <a:extLst>
              <a:ext uri="{FF2B5EF4-FFF2-40B4-BE49-F238E27FC236}">
                <a16:creationId xmlns:a16="http://schemas.microsoft.com/office/drawing/2014/main" id="{6B153A65-50D9-8E6A-2813-B56BA0B9E7A5}"/>
              </a:ext>
            </a:extLst>
          </p:cNvPr>
          <p:cNvSpPr txBox="1">
            <a:spLocks/>
          </p:cNvSpPr>
          <p:nvPr/>
        </p:nvSpPr>
        <p:spPr>
          <a:xfrm>
            <a:off x="548966" y="3252903"/>
            <a:ext cx="7212347" cy="1735038"/>
          </a:xfrm>
          <a:custGeom>
            <a:avLst/>
            <a:gdLst>
              <a:gd name="connsiteX0" fmla="*/ 0 w 9341062"/>
              <a:gd name="connsiteY0" fmla="*/ 2159767 h 2159767"/>
              <a:gd name="connsiteX1" fmla="*/ 539942 w 9341062"/>
              <a:gd name="connsiteY1" fmla="*/ 0 h 2159767"/>
              <a:gd name="connsiteX2" fmla="*/ 8801120 w 9341062"/>
              <a:gd name="connsiteY2" fmla="*/ 0 h 2159767"/>
              <a:gd name="connsiteX3" fmla="*/ 9341062 w 9341062"/>
              <a:gd name="connsiteY3" fmla="*/ 2159767 h 2159767"/>
              <a:gd name="connsiteX4" fmla="*/ 0 w 9341062"/>
              <a:gd name="connsiteY4" fmla="*/ 2159767 h 2159767"/>
              <a:gd name="connsiteX0" fmla="*/ 1479 w 9342541"/>
              <a:gd name="connsiteY0" fmla="*/ 2171799 h 2171799"/>
              <a:gd name="connsiteX1" fmla="*/ 0 w 9342541"/>
              <a:gd name="connsiteY1" fmla="*/ 0 h 2171799"/>
              <a:gd name="connsiteX2" fmla="*/ 8802599 w 9342541"/>
              <a:gd name="connsiteY2" fmla="*/ 12032 h 2171799"/>
              <a:gd name="connsiteX3" fmla="*/ 9342541 w 9342541"/>
              <a:gd name="connsiteY3" fmla="*/ 2171799 h 2171799"/>
              <a:gd name="connsiteX4" fmla="*/ 1479 w 9342541"/>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1479 w 9356052"/>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5132950 w 9356052"/>
              <a:gd name="connsiteY4" fmla="*/ 2165682 h 2171799"/>
              <a:gd name="connsiteX5" fmla="*/ 1479 w 9356052"/>
              <a:gd name="connsiteY5" fmla="*/ 2171799 h 2171799"/>
              <a:gd name="connsiteX0" fmla="*/ 1479 w 9356070"/>
              <a:gd name="connsiteY0" fmla="*/ 2171799 h 2171799"/>
              <a:gd name="connsiteX1" fmla="*/ 0 w 9356070"/>
              <a:gd name="connsiteY1" fmla="*/ 0 h 2171799"/>
              <a:gd name="connsiteX2" fmla="*/ 9356052 w 9356070"/>
              <a:gd name="connsiteY2" fmla="*/ 12032 h 2171799"/>
              <a:gd name="connsiteX3" fmla="*/ 9354572 w 9356070"/>
              <a:gd name="connsiteY3" fmla="*/ 740041 h 2171799"/>
              <a:gd name="connsiteX4" fmla="*/ 5132950 w 9356070"/>
              <a:gd name="connsiteY4" fmla="*/ 2165682 h 2171799"/>
              <a:gd name="connsiteX5" fmla="*/ 1479 w 9356070"/>
              <a:gd name="connsiteY5" fmla="*/ 2171799 h 2171799"/>
              <a:gd name="connsiteX0" fmla="*/ 1479 w 9475004"/>
              <a:gd name="connsiteY0" fmla="*/ 2171799 h 2171799"/>
              <a:gd name="connsiteX1" fmla="*/ 0 w 9475004"/>
              <a:gd name="connsiteY1" fmla="*/ 0 h 2171799"/>
              <a:gd name="connsiteX2" fmla="*/ 9356052 w 9475004"/>
              <a:gd name="connsiteY2" fmla="*/ 12032 h 2171799"/>
              <a:gd name="connsiteX3" fmla="*/ 9474888 w 9475004"/>
              <a:gd name="connsiteY3" fmla="*/ 703946 h 2171799"/>
              <a:gd name="connsiteX4" fmla="*/ 5132950 w 9475004"/>
              <a:gd name="connsiteY4" fmla="*/ 2165682 h 2171799"/>
              <a:gd name="connsiteX5" fmla="*/ 1479 w 9475004"/>
              <a:gd name="connsiteY5" fmla="*/ 2171799 h 2171799"/>
              <a:gd name="connsiteX0" fmla="*/ 1479 w 9474888"/>
              <a:gd name="connsiteY0" fmla="*/ 2171799 h 2171799"/>
              <a:gd name="connsiteX1" fmla="*/ 0 w 9474888"/>
              <a:gd name="connsiteY1" fmla="*/ 0 h 2171799"/>
              <a:gd name="connsiteX2" fmla="*/ 9356052 w 9474888"/>
              <a:gd name="connsiteY2" fmla="*/ 12032 h 2171799"/>
              <a:gd name="connsiteX3" fmla="*/ 9474888 w 9474888"/>
              <a:gd name="connsiteY3" fmla="*/ 703946 h 2171799"/>
              <a:gd name="connsiteX4" fmla="*/ 5132950 w 9474888"/>
              <a:gd name="connsiteY4" fmla="*/ 2165682 h 2171799"/>
              <a:gd name="connsiteX5" fmla="*/ 1479 w 9474888"/>
              <a:gd name="connsiteY5" fmla="*/ 2171799 h 2171799"/>
              <a:gd name="connsiteX0" fmla="*/ 1479 w 9366604"/>
              <a:gd name="connsiteY0" fmla="*/ 2171799 h 2171799"/>
              <a:gd name="connsiteX1" fmla="*/ 0 w 9366604"/>
              <a:gd name="connsiteY1" fmla="*/ 0 h 2171799"/>
              <a:gd name="connsiteX2" fmla="*/ 9356052 w 9366604"/>
              <a:gd name="connsiteY2" fmla="*/ 12032 h 2171799"/>
              <a:gd name="connsiteX3" fmla="*/ 9366604 w 9366604"/>
              <a:gd name="connsiteY3" fmla="*/ 728009 h 2171799"/>
              <a:gd name="connsiteX4" fmla="*/ 5132950 w 9366604"/>
              <a:gd name="connsiteY4" fmla="*/ 2165682 h 2171799"/>
              <a:gd name="connsiteX5" fmla="*/ 1479 w 9366604"/>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28009 h 2171799"/>
              <a:gd name="connsiteX4" fmla="*/ 5132950 w 9356052"/>
              <a:gd name="connsiteY4" fmla="*/ 2165682 h 2171799"/>
              <a:gd name="connsiteX5" fmla="*/ 1479 w 9356052"/>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64104 h 2171799"/>
              <a:gd name="connsiteX4" fmla="*/ 5132950 w 9356052"/>
              <a:gd name="connsiteY4" fmla="*/ 2165682 h 2171799"/>
              <a:gd name="connsiteX5" fmla="*/ 1479 w 9356052"/>
              <a:gd name="connsiteY5" fmla="*/ 2171799 h 2171799"/>
              <a:gd name="connsiteX0" fmla="*/ 1479 w 9342541"/>
              <a:gd name="connsiteY0" fmla="*/ 2171799 h 2171799"/>
              <a:gd name="connsiteX1" fmla="*/ 0 w 9342541"/>
              <a:gd name="connsiteY1" fmla="*/ 0 h 2171799"/>
              <a:gd name="connsiteX2" fmla="*/ 9331989 w 9342541"/>
              <a:gd name="connsiteY2" fmla="*/ 12032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4021"/>
              <a:gd name="connsiteY0" fmla="*/ 2171799 h 2171799"/>
              <a:gd name="connsiteX1" fmla="*/ 0 w 9344021"/>
              <a:gd name="connsiteY1" fmla="*/ 0 h 2171799"/>
              <a:gd name="connsiteX2" fmla="*/ 9344021 w 9344021"/>
              <a:gd name="connsiteY2" fmla="*/ 12032 h 2171799"/>
              <a:gd name="connsiteX3" fmla="*/ 9342541 w 9344021"/>
              <a:gd name="connsiteY3" fmla="*/ 764104 h 2171799"/>
              <a:gd name="connsiteX4" fmla="*/ 5132950 w 9344021"/>
              <a:gd name="connsiteY4" fmla="*/ 2165682 h 2171799"/>
              <a:gd name="connsiteX5" fmla="*/ 1479 w 9344021"/>
              <a:gd name="connsiteY5" fmla="*/ 2171799 h 2171799"/>
              <a:gd name="connsiteX0" fmla="*/ 1479 w 9342541"/>
              <a:gd name="connsiteY0" fmla="*/ 2171799 h 2171799"/>
              <a:gd name="connsiteX1" fmla="*/ 0 w 9342541"/>
              <a:gd name="connsiteY1" fmla="*/ 0 h 2171799"/>
              <a:gd name="connsiteX2" fmla="*/ 9340846 w 9342541"/>
              <a:gd name="connsiteY2" fmla="*/ 1520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0929 h 2171799"/>
              <a:gd name="connsiteX4" fmla="*/ 5132950 w 9342541"/>
              <a:gd name="connsiteY4" fmla="*/ 2165682 h 2171799"/>
              <a:gd name="connsiteX5" fmla="*/ 1479 w 9342541"/>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0846"/>
              <a:gd name="connsiteY0" fmla="*/ 2171799 h 2171799"/>
              <a:gd name="connsiteX1" fmla="*/ 0 w 9340846"/>
              <a:gd name="connsiteY1" fmla="*/ 0 h 2171799"/>
              <a:gd name="connsiteX2" fmla="*/ 9340846 w 9340846"/>
              <a:gd name="connsiteY2" fmla="*/ 8857 h 2171799"/>
              <a:gd name="connsiteX3" fmla="*/ 9339366 w 9340846"/>
              <a:gd name="connsiteY3" fmla="*/ 779979 h 2171799"/>
              <a:gd name="connsiteX4" fmla="*/ 5132950 w 9340846"/>
              <a:gd name="connsiteY4" fmla="*/ 2165682 h 2171799"/>
              <a:gd name="connsiteX5" fmla="*/ 1479 w 9340846"/>
              <a:gd name="connsiteY5" fmla="*/ 2171799 h 2171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40846" h="2171799">
                <a:moveTo>
                  <a:pt x="1479" y="2171799"/>
                </a:moveTo>
                <a:lnTo>
                  <a:pt x="0" y="0"/>
                </a:lnTo>
                <a:lnTo>
                  <a:pt x="9340846" y="8857"/>
                </a:lnTo>
                <a:cubicBezTo>
                  <a:pt x="9336342" y="728779"/>
                  <a:pt x="9341363" y="742849"/>
                  <a:pt x="9339366" y="779979"/>
                </a:cubicBezTo>
                <a:lnTo>
                  <a:pt x="5132950" y="2165682"/>
                </a:lnTo>
                <a:lnTo>
                  <a:pt x="1479" y="2171799"/>
                </a:lnTo>
                <a:close/>
              </a:path>
            </a:pathLst>
          </a:custGeom>
        </p:spPr>
        <p:txBody>
          <a:bodyPr/>
          <a:lstStyle>
            <a:lvl1pPr marL="0" indent="0" algn="l" defTabSz="914400" rtl="0" eaLnBrk="1" latinLnBrk="0" hangingPunct="1">
              <a:lnSpc>
                <a:spcPct val="120000"/>
              </a:lnSpc>
              <a:spcBef>
                <a:spcPts val="600"/>
              </a:spcBef>
              <a:spcAft>
                <a:spcPts val="1200"/>
              </a:spcAft>
              <a:buFont typeface="Arial" panose="020B0604020202020204" pitchFamily="34" charset="0"/>
              <a:buChar char="​"/>
              <a:defRPr sz="1500" b="0" i="1" kern="1200">
                <a:solidFill>
                  <a:schemeClr val="accent1"/>
                </a:solidFill>
                <a:latin typeface="Corbel" panose="020B0503020204020204" pitchFamily="34" charset="0"/>
                <a:ea typeface="+mn-ea"/>
                <a:cs typeface="+mn-cs"/>
              </a:defRPr>
            </a:lvl1pPr>
            <a:lvl2pPr marL="0" indent="0" algn="l" defTabSz="914400" rtl="0" eaLnBrk="1" latinLnBrk="0" hangingPunct="1">
              <a:lnSpc>
                <a:spcPct val="100000"/>
              </a:lnSpc>
              <a:spcBef>
                <a:spcPts val="0"/>
              </a:spcBef>
              <a:spcAft>
                <a:spcPts val="600"/>
              </a:spcAft>
              <a:buFont typeface="Arial" panose="020B0604020202020204" pitchFamily="34" charset="0"/>
              <a:buChar char="​"/>
              <a:defRPr sz="1500" i="1" kern="1200">
                <a:solidFill>
                  <a:schemeClr val="tx2"/>
                </a:solidFill>
                <a:latin typeface="Corbel" panose="020B0503020204020204" pitchFamily="34" charset="0"/>
                <a:ea typeface="+mn-ea"/>
                <a:cs typeface="+mn-cs"/>
              </a:defRPr>
            </a:lvl2pPr>
            <a:lvl3pPr marL="0" indent="0" algn="l" defTabSz="914400" rtl="0" eaLnBrk="1" latinLnBrk="0" hangingPunct="1">
              <a:lnSpc>
                <a:spcPct val="110000"/>
              </a:lnSpc>
              <a:spcBef>
                <a:spcPts val="600"/>
              </a:spcBef>
              <a:spcAft>
                <a:spcPts val="0"/>
              </a:spcAft>
              <a:buFont typeface="Arial" panose="020B0604020202020204" pitchFamily="34" charset="0"/>
              <a:buChar char="​"/>
              <a:defRPr sz="1100" b="1" kern="1200">
                <a:solidFill>
                  <a:schemeClr val="accent4"/>
                </a:solidFill>
                <a:latin typeface="Microsoft New Tai Lue" panose="020B0502040204020203" pitchFamily="34" charset="0"/>
                <a:ea typeface="+mn-ea"/>
                <a:cs typeface="Microsoft New Tai Lue" panose="020B0502040204020203" pitchFamily="34" charset="0"/>
              </a:defRPr>
            </a:lvl3pPr>
            <a:lvl4pPr marL="0" indent="0" algn="l" defTabSz="914400" rtl="0" eaLnBrk="1" latinLnBrk="0" hangingPunct="1">
              <a:lnSpc>
                <a:spcPct val="114000"/>
              </a:lnSpc>
              <a:spcBef>
                <a:spcPts val="60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4pPr>
            <a:lvl5pPr marL="171450" indent="-171450" algn="l" defTabSz="914400" rtl="0" eaLnBrk="1" latinLnBrk="0" hangingPunct="1">
              <a:lnSpc>
                <a:spcPct val="95000"/>
              </a:lnSpc>
              <a:spcBef>
                <a:spcPts val="0"/>
              </a:spcBef>
              <a:spcAft>
                <a:spcPts val="600"/>
              </a:spcAft>
              <a:buFont typeface="Arial" panose="020B0604020202020204" pitchFamily="34" charset="0"/>
              <a:buChar char="•"/>
              <a:defRPr sz="1100" kern="1200">
                <a:solidFill>
                  <a:schemeClr val="tx2"/>
                </a:solidFill>
                <a:latin typeface="Microsoft New Tai Lue" panose="020B0502040204020203" pitchFamily="34" charset="0"/>
                <a:ea typeface="+mn-ea"/>
                <a:cs typeface="Microsoft New Tai Lue" panose="020B0502040204020203" pitchFamily="34" charset="0"/>
              </a:defRPr>
            </a:lvl5pPr>
            <a:lvl6pPr marL="344488" indent="-173038" algn="l" defTabSz="914400" rtl="0" eaLnBrk="1" latinLnBrk="0" hangingPunct="1">
              <a:lnSpc>
                <a:spcPct val="85000"/>
              </a:lnSpc>
              <a:spcBef>
                <a:spcPct val="20000"/>
              </a:spcBef>
              <a:spcAft>
                <a:spcPts val="600"/>
              </a:spcAft>
              <a:buFont typeface="Arial" panose="020B0604020202020204" pitchFamily="34" charset="0"/>
              <a:buChar char="•"/>
              <a:defRPr sz="1100" kern="1200" baseline="0">
                <a:solidFill>
                  <a:schemeClr val="tx2"/>
                </a:solidFill>
                <a:latin typeface="+mn-lt"/>
                <a:ea typeface="+mn-ea"/>
                <a:cs typeface="+mn-cs"/>
              </a:defRPr>
            </a:lvl6pPr>
            <a:lvl7pPr marL="0" indent="0" algn="l" defTabSz="914400" rtl="0" eaLnBrk="1" latinLnBrk="0" hangingPunct="1">
              <a:spcBef>
                <a:spcPts val="600"/>
              </a:spcBef>
              <a:spcAft>
                <a:spcPts val="600"/>
              </a:spcAft>
              <a:buClr>
                <a:schemeClr val="bg2"/>
              </a:buClr>
              <a:buFont typeface="Arial" panose="020B0604020202020204" pitchFamily="34" charset="0"/>
              <a:buChar char="​"/>
              <a:defRPr sz="1500" i="1" kern="1200" baseline="0">
                <a:solidFill>
                  <a:schemeClr val="bg2"/>
                </a:solidFill>
                <a:latin typeface="Corbel" panose="020B0503020204020204" pitchFamily="34" charset="0"/>
                <a:ea typeface="+mn-ea"/>
                <a:cs typeface="+mn-cs"/>
              </a:defRPr>
            </a:lvl7pPr>
            <a:lvl8pPr marL="171450" indent="-171450" algn="l" defTabSz="914400" rtl="0" eaLnBrk="1" latinLnBrk="0" hangingPunct="1">
              <a:spcBef>
                <a:spcPts val="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8pPr>
            <a:lvl9pPr marL="344488" indent="-173038" algn="l" defTabSz="914400" rtl="0" eaLnBrk="1" latinLnBrk="0" hangingPunct="1">
              <a:spcBef>
                <a:spcPct val="20000"/>
              </a:spcBef>
              <a:spcAft>
                <a:spcPts val="600"/>
              </a:spcAft>
              <a:buFont typeface="Arial" panose="020B0604020202020204" pitchFamily="34" charset="0"/>
              <a:buChar char="•"/>
              <a:defRPr sz="1100" kern="1200">
                <a:solidFill>
                  <a:schemeClr val="bg2"/>
                </a:solidFill>
                <a:latin typeface="Corbel" panose="020B0503020204020204" pitchFamily="34" charset="0"/>
                <a:ea typeface="+mn-ea"/>
                <a:cs typeface="+mn-cs"/>
              </a:defRPr>
            </a:lvl9pPr>
          </a:lstStyle>
          <a:p>
            <a:pPr>
              <a:spcBef>
                <a:spcPts val="0"/>
              </a:spcBef>
              <a:spcAft>
                <a:spcPts val="0"/>
              </a:spcAft>
            </a:pPr>
            <a:r>
              <a:rPr lang="en-US"/>
              <a:t>Gartner</a:t>
            </a:r>
          </a:p>
          <a:p>
            <a:pPr>
              <a:spcBef>
                <a:spcPts val="0"/>
              </a:spcBef>
              <a:spcAft>
                <a:spcPts val="0"/>
              </a:spcAft>
            </a:pPr>
            <a:r>
              <a:rPr lang="en-US"/>
              <a:t>Forecast Analysis: Data and Analytics Services, Worldwide,</a:t>
            </a:r>
          </a:p>
          <a:p>
            <a:pPr>
              <a:spcBef>
                <a:spcPts val="0"/>
              </a:spcBef>
              <a:spcAft>
                <a:spcPts val="0"/>
              </a:spcAft>
            </a:pPr>
            <a:r>
              <a:rPr lang="en-US"/>
              <a:t>Twiggy Lo, March 2022</a:t>
            </a:r>
            <a:endParaRPr lang="en-US" dirty="0"/>
          </a:p>
        </p:txBody>
      </p:sp>
    </p:spTree>
    <p:extLst>
      <p:ext uri="{BB962C8B-B14F-4D97-AF65-F5344CB8AC3E}">
        <p14:creationId xmlns:p14="http://schemas.microsoft.com/office/powerpoint/2010/main" val="10234267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242168-29ED-A8A0-0AEA-04FF1DF496E3}"/>
              </a:ext>
            </a:extLst>
          </p:cNvPr>
          <p:cNvSpPr>
            <a:spLocks noGrp="1"/>
          </p:cNvSpPr>
          <p:nvPr>
            <p:ph type="title"/>
          </p:nvPr>
        </p:nvSpPr>
        <p:spPr/>
        <p:txBody>
          <a:bodyPr/>
          <a:lstStyle/>
          <a:p>
            <a:r>
              <a:rPr lang="pt-BR"/>
              <a:t>Como você decide ...</a:t>
            </a:r>
          </a:p>
        </p:txBody>
      </p:sp>
      <p:sp>
        <p:nvSpPr>
          <p:cNvPr id="3" name="Espaço Reservado para Conteúdo 2">
            <a:extLst>
              <a:ext uri="{FF2B5EF4-FFF2-40B4-BE49-F238E27FC236}">
                <a16:creationId xmlns:a16="http://schemas.microsoft.com/office/drawing/2014/main" id="{48ABF105-69FD-E09A-6B6A-954C3833E8A3}"/>
              </a:ext>
            </a:extLst>
          </p:cNvPr>
          <p:cNvSpPr>
            <a:spLocks noGrp="1"/>
          </p:cNvSpPr>
          <p:nvPr>
            <p:ph idx="1"/>
          </p:nvPr>
        </p:nvSpPr>
        <p:spPr/>
        <p:txBody>
          <a:bodyPr/>
          <a:lstStyle/>
          <a:p>
            <a:r>
              <a:rPr lang="pt-BR" sz="1800"/>
              <a:t>Qual restaurante perto de mim serve a melhor comida tailandesa?</a:t>
            </a:r>
          </a:p>
          <a:p>
            <a:r>
              <a:rPr lang="pt-BR" sz="1800"/>
              <a:t>Onde posso encontrar uma bicicleta infantil usada?</a:t>
            </a:r>
          </a:p>
          <a:p>
            <a:r>
              <a:rPr lang="pt-BR" sz="1800"/>
              <a:t>Quais jogadores devo escolher para o meu time de futebol no game?</a:t>
            </a:r>
          </a:p>
          <a:p>
            <a:r>
              <a:rPr lang="pt-BR" sz="1800"/>
              <a:t>Que tipo de trabalho devo seguir?</a:t>
            </a:r>
          </a:p>
          <a:p>
            <a:r>
              <a:rPr lang="pt-BR" sz="1800"/>
              <a:t>Quanto devo pagar por esta casa?</a:t>
            </a:r>
          </a:p>
          <a:p>
            <a:endParaRPr lang="pt-BR" sz="1800"/>
          </a:p>
        </p:txBody>
      </p:sp>
      <p:sp>
        <p:nvSpPr>
          <p:cNvPr id="4" name="Espaço Reservado para Texto 3">
            <a:extLst>
              <a:ext uri="{FF2B5EF4-FFF2-40B4-BE49-F238E27FC236}">
                <a16:creationId xmlns:a16="http://schemas.microsoft.com/office/drawing/2014/main" id="{AD0AA551-47EF-0DD2-7C7D-765004B6257E}"/>
              </a:ext>
            </a:extLst>
          </p:cNvPr>
          <p:cNvSpPr>
            <a:spLocks noGrp="1"/>
          </p:cNvSpPr>
          <p:nvPr>
            <p:ph type="body" sz="quarter" idx="10"/>
          </p:nvPr>
        </p:nvSpPr>
        <p:spPr/>
        <p:txBody>
          <a:bodyPr/>
          <a:lstStyle/>
          <a:p>
            <a:r>
              <a:rPr lang="en-US" sz="800" kern="1200">
                <a:solidFill>
                  <a:schemeClr val="tx2"/>
                </a:solidFill>
                <a:effectLst/>
                <a:latin typeface="+mn-lt"/>
                <a:ea typeface="+mn-ea"/>
                <a:cs typeface="+mn-cs"/>
              </a:rPr>
              <a:t>© 2022, Amazon Web Services, Inc. or its affiliates. All rights reserved.</a:t>
            </a:r>
          </a:p>
          <a:p>
            <a:endParaRPr lang="pt-BR"/>
          </a:p>
        </p:txBody>
      </p:sp>
    </p:spTree>
    <p:extLst>
      <p:ext uri="{BB962C8B-B14F-4D97-AF65-F5344CB8AC3E}">
        <p14:creationId xmlns:p14="http://schemas.microsoft.com/office/powerpoint/2010/main" val="33881319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242168-29ED-A8A0-0AEA-04FF1DF496E3}"/>
              </a:ext>
            </a:extLst>
          </p:cNvPr>
          <p:cNvSpPr>
            <a:spLocks noGrp="1"/>
          </p:cNvSpPr>
          <p:nvPr>
            <p:ph type="title"/>
          </p:nvPr>
        </p:nvSpPr>
        <p:spPr/>
        <p:txBody>
          <a:bodyPr/>
          <a:lstStyle/>
          <a:p>
            <a:r>
              <a:rPr lang="pt-BR"/>
              <a:t>Como as organizações decidem…</a:t>
            </a:r>
          </a:p>
        </p:txBody>
      </p:sp>
      <p:sp>
        <p:nvSpPr>
          <p:cNvPr id="3" name="Espaço Reservado para Conteúdo 2">
            <a:extLst>
              <a:ext uri="{FF2B5EF4-FFF2-40B4-BE49-F238E27FC236}">
                <a16:creationId xmlns:a16="http://schemas.microsoft.com/office/drawing/2014/main" id="{48ABF105-69FD-E09A-6B6A-954C3833E8A3}"/>
              </a:ext>
            </a:extLst>
          </p:cNvPr>
          <p:cNvSpPr>
            <a:spLocks noGrp="1"/>
          </p:cNvSpPr>
          <p:nvPr>
            <p:ph idx="1"/>
          </p:nvPr>
        </p:nvSpPr>
        <p:spPr/>
        <p:txBody>
          <a:bodyPr/>
          <a:lstStyle/>
          <a:p>
            <a:r>
              <a:rPr lang="pt-BR" sz="1800"/>
              <a:t>Quais dessas transações de clientes devem ser sinalizadas como fraude?</a:t>
            </a:r>
          </a:p>
          <a:p>
            <a:r>
              <a:rPr lang="pt-BR" sz="1800"/>
              <a:t>Qual design de página web leva ao maior número de vendas concluídas?</a:t>
            </a:r>
          </a:p>
          <a:p>
            <a:r>
              <a:rPr lang="pt-BR" sz="1800"/>
              <a:t>Quais pacientes são mais propensos a ter uma recaída?</a:t>
            </a:r>
          </a:p>
          <a:p>
            <a:r>
              <a:rPr lang="pt-BR" sz="1800"/>
              <a:t>Qual tipo de atividade online representa um problema de segurança?</a:t>
            </a:r>
          </a:p>
          <a:p>
            <a:r>
              <a:rPr lang="pt-BR" sz="1800"/>
              <a:t>Qual é a época ideal para colher a safra deste ano?</a:t>
            </a:r>
          </a:p>
          <a:p>
            <a:endParaRPr lang="pt-BR" sz="1800"/>
          </a:p>
          <a:p>
            <a:pPr lvl="1"/>
            <a:r>
              <a:rPr lang="pt-BR" sz="1800"/>
              <a:t>Reflita sobre um exemplo de sua organização...</a:t>
            </a:r>
          </a:p>
        </p:txBody>
      </p:sp>
      <p:sp>
        <p:nvSpPr>
          <p:cNvPr id="4" name="Espaço Reservado para Texto 3">
            <a:extLst>
              <a:ext uri="{FF2B5EF4-FFF2-40B4-BE49-F238E27FC236}">
                <a16:creationId xmlns:a16="http://schemas.microsoft.com/office/drawing/2014/main" id="{AD0AA551-47EF-0DD2-7C7D-765004B6257E}"/>
              </a:ext>
            </a:extLst>
          </p:cNvPr>
          <p:cNvSpPr>
            <a:spLocks noGrp="1"/>
          </p:cNvSpPr>
          <p:nvPr>
            <p:ph type="body" sz="quarter" idx="10"/>
          </p:nvPr>
        </p:nvSpPr>
        <p:spPr/>
        <p:txBody>
          <a:bodyPr/>
          <a:lstStyle/>
          <a:p>
            <a:r>
              <a:rPr lang="en-US" sz="800" kern="1200">
                <a:solidFill>
                  <a:schemeClr val="tx2"/>
                </a:solidFill>
                <a:effectLst/>
                <a:latin typeface="+mn-lt"/>
                <a:ea typeface="+mn-ea"/>
                <a:cs typeface="+mn-cs"/>
              </a:rPr>
              <a:t>© 2022, Amazon Web Services, Inc. or its affiliates. All rights reserved.</a:t>
            </a:r>
          </a:p>
          <a:p>
            <a:endParaRPr lang="pt-BR"/>
          </a:p>
        </p:txBody>
      </p:sp>
    </p:spTree>
    <p:extLst>
      <p:ext uri="{BB962C8B-B14F-4D97-AF65-F5344CB8AC3E}">
        <p14:creationId xmlns:p14="http://schemas.microsoft.com/office/powerpoint/2010/main" val="18718958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528012-822E-5CAA-BD0D-CA6E930715B3}"/>
              </a:ext>
            </a:extLst>
          </p:cNvPr>
          <p:cNvSpPr>
            <a:spLocks noGrp="1"/>
          </p:cNvSpPr>
          <p:nvPr>
            <p:ph type="title"/>
          </p:nvPr>
        </p:nvSpPr>
        <p:spPr>
          <a:xfrm>
            <a:off x="457200" y="685799"/>
            <a:ext cx="3182052" cy="1715655"/>
          </a:xfrm>
        </p:spPr>
        <p:txBody>
          <a:bodyPr>
            <a:normAutofit fontScale="90000"/>
          </a:bodyPr>
          <a:lstStyle/>
          <a:p>
            <a:r>
              <a:rPr lang="en-US"/>
              <a:t>More human than human: measuring ChatGPT political bias</a:t>
            </a:r>
            <a:endParaRPr lang="pt-BR"/>
          </a:p>
        </p:txBody>
      </p:sp>
      <p:sp>
        <p:nvSpPr>
          <p:cNvPr id="3" name="Espaço Reservado para Conteúdo 2">
            <a:extLst>
              <a:ext uri="{FF2B5EF4-FFF2-40B4-BE49-F238E27FC236}">
                <a16:creationId xmlns:a16="http://schemas.microsoft.com/office/drawing/2014/main" id="{703F9820-0C97-B45B-4241-409C72DD79A7}"/>
              </a:ext>
            </a:extLst>
          </p:cNvPr>
          <p:cNvSpPr>
            <a:spLocks noGrp="1"/>
          </p:cNvSpPr>
          <p:nvPr>
            <p:ph idx="1"/>
          </p:nvPr>
        </p:nvSpPr>
        <p:spPr/>
        <p:txBody>
          <a:bodyPr>
            <a:normAutofit fontScale="85000" lnSpcReduction="10000"/>
          </a:bodyPr>
          <a:lstStyle/>
          <a:p>
            <a:r>
              <a:rPr lang="pt-BR"/>
              <a:t>Professor e Pesquisador Valdemar Pinho Neto da FGV EPGE e FGV CEEE publica artigo que explica e mensura o viés político do ChatGPT.</a:t>
            </a:r>
          </a:p>
          <a:p>
            <a:r>
              <a:rPr lang="pt-BR"/>
              <a:t>Artigo teve grande repercussão.</a:t>
            </a:r>
          </a:p>
          <a:p>
            <a:endParaRPr lang="pt-BR"/>
          </a:p>
        </p:txBody>
      </p:sp>
      <p:sp>
        <p:nvSpPr>
          <p:cNvPr id="4" name="Espaço Reservado para Conteúdo 3">
            <a:extLst>
              <a:ext uri="{FF2B5EF4-FFF2-40B4-BE49-F238E27FC236}">
                <a16:creationId xmlns:a16="http://schemas.microsoft.com/office/drawing/2014/main" id="{0694A6BD-F1A7-7C52-7D51-3FF20EBE2448}"/>
              </a:ext>
            </a:extLst>
          </p:cNvPr>
          <p:cNvSpPr>
            <a:spLocks noGrp="1"/>
          </p:cNvSpPr>
          <p:nvPr>
            <p:ph idx="10"/>
          </p:nvPr>
        </p:nvSpPr>
        <p:spPr/>
        <p:txBody>
          <a:bodyPr>
            <a:normAutofit fontScale="85000" lnSpcReduction="10000"/>
          </a:bodyPr>
          <a:lstStyle/>
          <a:p>
            <a:r>
              <a:rPr lang="pt-BR"/>
              <a:t>A própria notícia no Washington post tem viés. Com apenas um co-autor do Reino Unido, a notícia começa assim:</a:t>
            </a:r>
          </a:p>
          <a:p>
            <a:pPr lvl="2"/>
            <a:r>
              <a:rPr lang="en-US"/>
              <a:t>A paper from </a:t>
            </a:r>
            <a:r>
              <a:rPr lang="en-US">
                <a:highlight>
                  <a:srgbClr val="FFFF00"/>
                </a:highlight>
              </a:rPr>
              <a:t>U.K.-based researchers</a:t>
            </a:r>
            <a:r>
              <a:rPr lang="en-US"/>
              <a:t> suggests that OpenAI’s ChatGPT has a liberal bias…</a:t>
            </a:r>
          </a:p>
          <a:p>
            <a:pPr lvl="2"/>
            <a:r>
              <a:rPr lang="en-US"/>
              <a:t>(</a:t>
            </a:r>
            <a:r>
              <a:rPr lang="en-US">
                <a:hlinkClick r:id="rId2"/>
              </a:rPr>
              <a:t>www</a:t>
            </a:r>
            <a:r>
              <a:rPr lang="en-US"/>
              <a:t>)</a:t>
            </a:r>
            <a:endParaRPr lang="pt-BR"/>
          </a:p>
        </p:txBody>
      </p:sp>
      <p:pic>
        <p:nvPicPr>
          <p:cNvPr id="7" name="Picture 6" descr="Curso Pioneiro da FGV EPGE apresenta pesquisa sobre viés político do Chat GPT">
            <a:extLst>
              <a:ext uri="{FF2B5EF4-FFF2-40B4-BE49-F238E27FC236}">
                <a16:creationId xmlns:a16="http://schemas.microsoft.com/office/drawing/2014/main" id="{A8651D86-93D0-F46E-D969-36786F292429}"/>
              </a:ext>
            </a:extLst>
          </p:cNvPr>
          <p:cNvPicPr>
            <a:picLocks noGrp="1" noChangeAspect="1" noChangeArrowheads="1"/>
          </p:cNvPicPr>
          <p:nvPr>
            <p:ph idx="11"/>
          </p:nvPr>
        </p:nvPicPr>
        <p:blipFill>
          <a:blip r:embed="rId3">
            <a:extLst>
              <a:ext uri="{28A0092B-C50C-407E-A947-70E740481C1C}">
                <a14:useLocalDpi xmlns:a14="http://schemas.microsoft.com/office/drawing/2010/main" val="0"/>
              </a:ext>
            </a:extLst>
          </a:blip>
          <a:srcRect/>
          <a:stretch>
            <a:fillRect/>
          </a:stretch>
        </p:blipFill>
        <p:spPr bwMode="auto">
          <a:xfrm>
            <a:off x="528185" y="3429000"/>
            <a:ext cx="3011364" cy="1879820"/>
          </a:xfrm>
          <a:prstGeom prst="rect">
            <a:avLst/>
          </a:prstGeom>
          <a:noFill/>
          <a:extLst>
            <a:ext uri="{909E8E84-426E-40DD-AFC4-6F175D3DCCD1}">
              <a14:hiddenFill xmlns:a14="http://schemas.microsoft.com/office/drawing/2010/main">
                <a:solidFill>
                  <a:srgbClr val="FFFFFF"/>
                </a:solidFill>
              </a14:hiddenFill>
            </a:ext>
          </a:extLst>
        </p:spPr>
      </p:pic>
      <p:sp>
        <p:nvSpPr>
          <p:cNvPr id="6" name="Espaço Reservado para Texto 5">
            <a:extLst>
              <a:ext uri="{FF2B5EF4-FFF2-40B4-BE49-F238E27FC236}">
                <a16:creationId xmlns:a16="http://schemas.microsoft.com/office/drawing/2014/main" id="{757BC965-C392-0F5A-F00D-CDD97BEDEAF7}"/>
              </a:ext>
            </a:extLst>
          </p:cNvPr>
          <p:cNvSpPr>
            <a:spLocks noGrp="1"/>
          </p:cNvSpPr>
          <p:nvPr>
            <p:ph type="body" sz="quarter" idx="12"/>
          </p:nvPr>
        </p:nvSpPr>
        <p:spPr/>
        <p:txBody>
          <a:bodyPr/>
          <a:lstStyle/>
          <a:p>
            <a:endParaRPr lang="pt-BR"/>
          </a:p>
        </p:txBody>
      </p:sp>
      <p:sp>
        <p:nvSpPr>
          <p:cNvPr id="8" name="CaixaDeTexto 7">
            <a:extLst>
              <a:ext uri="{FF2B5EF4-FFF2-40B4-BE49-F238E27FC236}">
                <a16:creationId xmlns:a16="http://schemas.microsoft.com/office/drawing/2014/main" id="{1DF4552F-CE5B-254A-A3F0-14F8A4F6E5B4}"/>
              </a:ext>
            </a:extLst>
          </p:cNvPr>
          <p:cNvSpPr txBox="1"/>
          <p:nvPr/>
        </p:nvSpPr>
        <p:spPr>
          <a:xfrm>
            <a:off x="1746738" y="6407150"/>
            <a:ext cx="6096000" cy="307777"/>
          </a:xfrm>
          <a:prstGeom prst="rect">
            <a:avLst/>
          </a:prstGeom>
          <a:noFill/>
        </p:spPr>
        <p:txBody>
          <a:bodyPr wrap="square">
            <a:spAutoFit/>
          </a:bodyPr>
          <a:lstStyle/>
          <a:p>
            <a:r>
              <a:rPr lang="en-US" sz="1400">
                <a:hlinkClick r:id="rId4"/>
              </a:rPr>
              <a:t>More human than human: measuring ChatGPT political bias (springer.com)</a:t>
            </a:r>
            <a:endParaRPr lang="pt-BR" sz="1400"/>
          </a:p>
        </p:txBody>
      </p:sp>
    </p:spTree>
    <p:extLst>
      <p:ext uri="{BB962C8B-B14F-4D97-AF65-F5344CB8AC3E}">
        <p14:creationId xmlns:p14="http://schemas.microsoft.com/office/powerpoint/2010/main" val="23028057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8EE2C7-2AAA-E988-D7B3-DB141BD656B4}"/>
              </a:ext>
            </a:extLst>
          </p:cNvPr>
          <p:cNvSpPr>
            <a:spLocks noGrp="1"/>
          </p:cNvSpPr>
          <p:nvPr>
            <p:ph type="title"/>
          </p:nvPr>
        </p:nvSpPr>
        <p:spPr/>
        <p:txBody>
          <a:bodyPr/>
          <a:lstStyle/>
          <a:p>
            <a:r>
              <a:rPr lang="pt-BR"/>
              <a:t>Dando base para decisões com ciência de dados</a:t>
            </a:r>
          </a:p>
        </p:txBody>
      </p:sp>
      <p:sp>
        <p:nvSpPr>
          <p:cNvPr id="3" name="Espaço Reservado para Conteúdo 2">
            <a:extLst>
              <a:ext uri="{FF2B5EF4-FFF2-40B4-BE49-F238E27FC236}">
                <a16:creationId xmlns:a16="http://schemas.microsoft.com/office/drawing/2014/main" id="{660AF659-08EA-8CEE-545B-E08324FC53EF}"/>
              </a:ext>
            </a:extLst>
          </p:cNvPr>
          <p:cNvSpPr>
            <a:spLocks noGrp="1"/>
          </p:cNvSpPr>
          <p:nvPr>
            <p:ph idx="1"/>
          </p:nvPr>
        </p:nvSpPr>
        <p:spPr/>
        <p:txBody>
          <a:bodyPr>
            <a:normAutofit fontScale="92500" lnSpcReduction="20000"/>
          </a:bodyPr>
          <a:lstStyle/>
          <a:p>
            <a:pPr>
              <a:lnSpc>
                <a:spcPct val="110000"/>
              </a:lnSpc>
            </a:pPr>
            <a:r>
              <a:rPr lang="pt-BR"/>
              <a:t>Data Analytics</a:t>
            </a:r>
          </a:p>
          <a:p>
            <a:pPr lvl="1">
              <a:lnSpc>
                <a:spcPct val="110000"/>
              </a:lnSpc>
            </a:pPr>
            <a:r>
              <a:rPr lang="pt-BR"/>
              <a:t>Análise sistemática de grandes conjuntos de dados (big data) para encontrar padrões e tendências para produzir insights acionáveis.</a:t>
            </a:r>
          </a:p>
          <a:p>
            <a:pPr lvl="1">
              <a:lnSpc>
                <a:spcPct val="110000"/>
              </a:lnSpc>
            </a:pPr>
            <a:r>
              <a:rPr lang="pt-BR"/>
              <a:t>Usa lógica de programação para responder a perguntas a partir de dados.</a:t>
            </a:r>
          </a:p>
          <a:p>
            <a:pPr lvl="1">
              <a:lnSpc>
                <a:spcPct val="110000"/>
              </a:lnSpc>
            </a:pPr>
            <a:r>
              <a:rPr lang="pt-BR"/>
              <a:t>É bom para dados estruturados com um número limitado de variáveis.</a:t>
            </a:r>
          </a:p>
        </p:txBody>
      </p:sp>
      <p:sp>
        <p:nvSpPr>
          <p:cNvPr id="4" name="Espaço Reservado para Conteúdo 3">
            <a:extLst>
              <a:ext uri="{FF2B5EF4-FFF2-40B4-BE49-F238E27FC236}">
                <a16:creationId xmlns:a16="http://schemas.microsoft.com/office/drawing/2014/main" id="{D8829882-DAAA-597C-F91F-37EABD35E8C8}"/>
              </a:ext>
            </a:extLst>
          </p:cNvPr>
          <p:cNvSpPr>
            <a:spLocks noGrp="1"/>
          </p:cNvSpPr>
          <p:nvPr>
            <p:ph idx="10"/>
          </p:nvPr>
        </p:nvSpPr>
        <p:spPr/>
        <p:txBody>
          <a:bodyPr>
            <a:normAutofit fontScale="85000" lnSpcReduction="10000"/>
          </a:bodyPr>
          <a:lstStyle/>
          <a:p>
            <a:pPr>
              <a:lnSpc>
                <a:spcPct val="110000"/>
              </a:lnSpc>
            </a:pPr>
            <a:r>
              <a:rPr lang="en-US"/>
              <a:t>AI/ML</a:t>
            </a:r>
            <a:endParaRPr lang="pt-BR"/>
          </a:p>
          <a:p>
            <a:pPr lvl="1">
              <a:lnSpc>
                <a:spcPct val="110000"/>
              </a:lnSpc>
            </a:pPr>
            <a:r>
              <a:rPr lang="pt-BR"/>
              <a:t>É um conjunto de modelos matemáticos que são usados para fazer previsões a partir de dados em uma escala que é difícil ou impossível para humanos.</a:t>
            </a:r>
          </a:p>
          <a:p>
            <a:pPr lvl="1">
              <a:lnSpc>
                <a:spcPct val="110000"/>
              </a:lnSpc>
            </a:pPr>
            <a:r>
              <a:rPr lang="pt-BR"/>
              <a:t>Usa exemplos de grandes quantidades de dados para aprender sobre os dados e responder a perguntas.</a:t>
            </a:r>
          </a:p>
          <a:p>
            <a:pPr lvl="1">
              <a:lnSpc>
                <a:spcPct val="110000"/>
              </a:lnSpc>
            </a:pPr>
            <a:r>
              <a:rPr lang="pt-BR"/>
              <a:t>É bom para dados não estruturados e onde as variáveis são complexas.</a:t>
            </a:r>
            <a:endParaRPr lang="en-US"/>
          </a:p>
        </p:txBody>
      </p:sp>
      <p:sp>
        <p:nvSpPr>
          <p:cNvPr id="5" name="Espaço Reservado para Texto 4">
            <a:extLst>
              <a:ext uri="{FF2B5EF4-FFF2-40B4-BE49-F238E27FC236}">
                <a16:creationId xmlns:a16="http://schemas.microsoft.com/office/drawing/2014/main" id="{9B938E9A-B446-0840-CD65-CAD531DA04AE}"/>
              </a:ext>
            </a:extLst>
          </p:cNvPr>
          <p:cNvSpPr>
            <a:spLocks noGrp="1"/>
          </p:cNvSpPr>
          <p:nvPr>
            <p:ph type="body" sz="quarter" idx="11"/>
          </p:nvPr>
        </p:nvSpPr>
        <p:spPr/>
        <p:txBody>
          <a:bodyPr/>
          <a:lstStyle/>
          <a:p>
            <a:endParaRPr lang="pt-BR"/>
          </a:p>
        </p:txBody>
      </p:sp>
    </p:spTree>
    <p:extLst>
      <p:ext uri="{BB962C8B-B14F-4D97-AF65-F5344CB8AC3E}">
        <p14:creationId xmlns:p14="http://schemas.microsoft.com/office/powerpoint/2010/main" val="22339032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24">
            <a:extLst>
              <a:ext uri="{FF2B5EF4-FFF2-40B4-BE49-F238E27FC236}">
                <a16:creationId xmlns:a16="http://schemas.microsoft.com/office/drawing/2014/main" id="{A57DEFC8-21C0-4CB3-9285-E37F7DBF0073}"/>
              </a:ext>
            </a:extLst>
          </p:cNvPr>
          <p:cNvSpPr>
            <a:spLocks noGrp="1"/>
          </p:cNvSpPr>
          <p:nvPr>
            <p:ph type="sldNum" sz="quarter" idx="12"/>
          </p:nvPr>
        </p:nvSpPr>
        <p:spPr/>
        <p:txBody>
          <a:bodyPr/>
          <a:lstStyle/>
          <a:p>
            <a:fld id="{12509B67-24CA-421B-9C4A-2018A54CE0A4}" type="slidenum">
              <a:rPr lang="en-US" smtClean="0"/>
              <a:t>70</a:t>
            </a:fld>
            <a:endParaRPr lang="en-US" dirty="0"/>
          </a:p>
        </p:txBody>
      </p:sp>
      <p:sp>
        <p:nvSpPr>
          <p:cNvPr id="4" name="Title 3">
            <a:extLst>
              <a:ext uri="{FF2B5EF4-FFF2-40B4-BE49-F238E27FC236}">
                <a16:creationId xmlns:a16="http://schemas.microsoft.com/office/drawing/2014/main" id="{3C1760C5-9E8F-44D8-A0E9-E4ED83738BB5}"/>
              </a:ext>
            </a:extLst>
          </p:cNvPr>
          <p:cNvSpPr>
            <a:spLocks noGrp="1"/>
          </p:cNvSpPr>
          <p:nvPr>
            <p:ph type="title"/>
          </p:nvPr>
        </p:nvSpPr>
        <p:spPr>
          <a:xfrm>
            <a:off x="478731" y="509066"/>
            <a:ext cx="8322577" cy="548489"/>
          </a:xfrm>
        </p:spPr>
        <p:txBody>
          <a:bodyPr/>
          <a:lstStyle/>
          <a:p>
            <a:r>
              <a:rPr lang="en-US"/>
              <a:t>Examplo: identificar fotos com cães</a:t>
            </a:r>
            <a:endParaRPr lang="en-US" dirty="0"/>
          </a:p>
        </p:txBody>
      </p:sp>
      <p:sp>
        <p:nvSpPr>
          <p:cNvPr id="5" name="Text Placeholder 4">
            <a:extLst>
              <a:ext uri="{FF2B5EF4-FFF2-40B4-BE49-F238E27FC236}">
                <a16:creationId xmlns:a16="http://schemas.microsoft.com/office/drawing/2014/main" id="{9D7E84EB-F2FE-4A46-9DE4-982D1E6B730D}"/>
              </a:ext>
            </a:extLst>
          </p:cNvPr>
          <p:cNvSpPr>
            <a:spLocks noGrp="1"/>
          </p:cNvSpPr>
          <p:nvPr>
            <p:ph type="body" idx="14"/>
          </p:nvPr>
        </p:nvSpPr>
        <p:spPr>
          <a:xfrm>
            <a:off x="704000" y="1645920"/>
            <a:ext cx="3692509" cy="330247"/>
          </a:xfrm>
        </p:spPr>
        <p:txBody>
          <a:bodyPr/>
          <a:lstStyle/>
          <a:p>
            <a:r>
              <a:rPr lang="en-US" dirty="0"/>
              <a:t>Data analytics approach	</a:t>
            </a:r>
          </a:p>
        </p:txBody>
      </p:sp>
      <p:sp>
        <p:nvSpPr>
          <p:cNvPr id="6" name="Text Placeholder 5">
            <a:extLst>
              <a:ext uri="{FF2B5EF4-FFF2-40B4-BE49-F238E27FC236}">
                <a16:creationId xmlns:a16="http://schemas.microsoft.com/office/drawing/2014/main" id="{84446129-5EB5-498D-BDA9-B448F26BAFD3}"/>
              </a:ext>
            </a:extLst>
          </p:cNvPr>
          <p:cNvSpPr>
            <a:spLocks noGrp="1"/>
          </p:cNvSpPr>
          <p:nvPr>
            <p:ph type="body" sz="quarter" idx="18"/>
          </p:nvPr>
        </p:nvSpPr>
        <p:spPr>
          <a:xfrm>
            <a:off x="792956" y="2050542"/>
            <a:ext cx="3784600" cy="1378458"/>
          </a:xfrm>
        </p:spPr>
        <p:txBody>
          <a:bodyPr>
            <a:normAutofit fontScale="92500"/>
          </a:bodyPr>
          <a:lstStyle/>
          <a:p>
            <a:pPr>
              <a:buNone/>
            </a:pPr>
            <a:r>
              <a:rPr lang="pt-BR">
                <a:solidFill>
                  <a:schemeClr val="tx2"/>
                </a:solidFill>
              </a:rPr>
              <a:t>Com base num conjunto de características definidas, quais destas imagens são cães?</a:t>
            </a:r>
          </a:p>
          <a:p>
            <a:pPr>
              <a:buNone/>
            </a:pPr>
            <a:r>
              <a:rPr lang="pt-BR" sz="1200">
                <a:solidFill>
                  <a:schemeClr val="tx2"/>
                </a:solidFill>
              </a:rPr>
              <a:t>Imaginem mapear todas as características.</a:t>
            </a:r>
            <a:endParaRPr lang="en-US" sz="1200" dirty="0">
              <a:solidFill>
                <a:schemeClr val="tx2"/>
              </a:solidFill>
            </a:endParaRPr>
          </a:p>
        </p:txBody>
      </p:sp>
      <p:sp>
        <p:nvSpPr>
          <p:cNvPr id="7" name="Text Placeholder 6">
            <a:extLst>
              <a:ext uri="{FF2B5EF4-FFF2-40B4-BE49-F238E27FC236}">
                <a16:creationId xmlns:a16="http://schemas.microsoft.com/office/drawing/2014/main" id="{A6265789-25F2-4450-8845-227CF16E4D1C}"/>
              </a:ext>
            </a:extLst>
          </p:cNvPr>
          <p:cNvSpPr>
            <a:spLocks noGrp="1"/>
          </p:cNvSpPr>
          <p:nvPr>
            <p:ph type="body" idx="19"/>
          </p:nvPr>
        </p:nvSpPr>
        <p:spPr>
          <a:xfrm>
            <a:off x="4610311" y="1645920"/>
            <a:ext cx="3991731" cy="330247"/>
          </a:xfrm>
        </p:spPr>
        <p:txBody>
          <a:bodyPr/>
          <a:lstStyle/>
          <a:p>
            <a:r>
              <a:rPr lang="en-US" dirty="0"/>
              <a:t>AI/ML approach</a:t>
            </a:r>
          </a:p>
        </p:txBody>
      </p:sp>
      <p:sp>
        <p:nvSpPr>
          <p:cNvPr id="9" name="Text Placeholder 8">
            <a:extLst>
              <a:ext uri="{FF2B5EF4-FFF2-40B4-BE49-F238E27FC236}">
                <a16:creationId xmlns:a16="http://schemas.microsoft.com/office/drawing/2014/main" id="{6FFCB4BD-74F8-4551-B57F-79D4941C857F}"/>
              </a:ext>
            </a:extLst>
          </p:cNvPr>
          <p:cNvSpPr>
            <a:spLocks noGrp="1"/>
          </p:cNvSpPr>
          <p:nvPr>
            <p:ph type="body" sz="quarter" idx="20"/>
          </p:nvPr>
        </p:nvSpPr>
        <p:spPr>
          <a:xfrm>
            <a:off x="4610311" y="2050542"/>
            <a:ext cx="3991731" cy="1378458"/>
          </a:xfrm>
        </p:spPr>
        <p:txBody>
          <a:bodyPr/>
          <a:lstStyle/>
          <a:p>
            <a:pPr>
              <a:buNone/>
            </a:pPr>
            <a:r>
              <a:rPr lang="pt-BR">
                <a:solidFill>
                  <a:schemeClr val="tx2"/>
                </a:solidFill>
              </a:rPr>
              <a:t>Quais destas imagens têm as mesmas características das imagens que vi e que foram rotuladas como cães?</a:t>
            </a:r>
            <a:endParaRPr lang="en-US" dirty="0">
              <a:solidFill>
                <a:schemeClr val="tx2"/>
              </a:solidFill>
            </a:endParaRPr>
          </a:p>
        </p:txBody>
      </p:sp>
      <p:pic>
        <p:nvPicPr>
          <p:cNvPr id="10" name="Picture 1" descr="Two curly-haired dogs laying on the floor at a distance.">
            <a:extLst>
              <a:ext uri="{FF2B5EF4-FFF2-40B4-BE49-F238E27FC236}">
                <a16:creationId xmlns:a16="http://schemas.microsoft.com/office/drawing/2014/main" id="{36F6828B-48BD-42CD-80A4-3EEF2F06BB8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23158" y="3733825"/>
            <a:ext cx="2045798" cy="1535167"/>
          </a:xfrm>
          <a:prstGeom prst="rect">
            <a:avLst/>
          </a:prstGeom>
        </p:spPr>
      </p:pic>
      <p:pic>
        <p:nvPicPr>
          <p:cNvPr id="12" name="Picture 2" descr="Close up of a puppy sitting and looking up into the camera.">
            <a:extLst>
              <a:ext uri="{FF2B5EF4-FFF2-40B4-BE49-F238E27FC236}">
                <a16:creationId xmlns:a16="http://schemas.microsoft.com/office/drawing/2014/main" id="{BDAB047F-E7C2-4241-8505-BA8E08FFA45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349619" y="3733825"/>
            <a:ext cx="2046890" cy="1535167"/>
          </a:xfrm>
          <a:prstGeom prst="rect">
            <a:avLst/>
          </a:prstGeom>
        </p:spPr>
      </p:pic>
      <p:pic>
        <p:nvPicPr>
          <p:cNvPr id="18" name="Picture 3" descr="Golden retriever dog resting its head among a pile of stuffed animals.">
            <a:extLst>
              <a:ext uri="{FF2B5EF4-FFF2-40B4-BE49-F238E27FC236}">
                <a16:creationId xmlns:a16="http://schemas.microsoft.com/office/drawing/2014/main" id="{8CAE38DA-0522-4861-BA6C-5E854621A4B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530547" y="3733825"/>
            <a:ext cx="1988576" cy="1535167"/>
          </a:xfrm>
          <a:prstGeom prst="rect">
            <a:avLst/>
          </a:prstGeom>
        </p:spPr>
      </p:pic>
      <p:pic>
        <p:nvPicPr>
          <p:cNvPr id="24" name="Picture 4" descr="Long-haired cat crouched on the edge of a desk looking into the camera.">
            <a:extLst>
              <a:ext uri="{FF2B5EF4-FFF2-40B4-BE49-F238E27FC236}">
                <a16:creationId xmlns:a16="http://schemas.microsoft.com/office/drawing/2014/main" id="{70EF21E4-6330-479E-9716-DB77EAE57298}"/>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6606176" y="3733825"/>
            <a:ext cx="2043208" cy="1535167"/>
          </a:xfrm>
          <a:prstGeom prst="rect">
            <a:avLst/>
          </a:prstGeom>
        </p:spPr>
      </p:pic>
    </p:spTree>
    <p:custDataLst>
      <p:tags r:id="rId1"/>
    </p:custDataLst>
    <p:extLst>
      <p:ext uri="{BB962C8B-B14F-4D97-AF65-F5344CB8AC3E}">
        <p14:creationId xmlns:p14="http://schemas.microsoft.com/office/powerpoint/2010/main" val="8173014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1760C5-9E8F-44D8-A0E9-E4ED83738BB5}"/>
              </a:ext>
            </a:extLst>
          </p:cNvPr>
          <p:cNvSpPr>
            <a:spLocks noGrp="1"/>
          </p:cNvSpPr>
          <p:nvPr>
            <p:ph type="title"/>
          </p:nvPr>
        </p:nvSpPr>
        <p:spPr>
          <a:xfrm>
            <a:off x="260792" y="583803"/>
            <a:ext cx="8708908" cy="548489"/>
          </a:xfrm>
        </p:spPr>
        <p:txBody>
          <a:bodyPr>
            <a:normAutofit fontScale="90000"/>
          </a:bodyPr>
          <a:lstStyle/>
          <a:p>
            <a:r>
              <a:rPr lang="en-US" sz="3000"/>
              <a:t>Exemplo de negócio: CRM</a:t>
            </a:r>
            <a:endParaRPr lang="en-US" sz="3000" dirty="0"/>
          </a:p>
        </p:txBody>
      </p:sp>
      <p:sp>
        <p:nvSpPr>
          <p:cNvPr id="5" name="Text Placeholder 4">
            <a:extLst>
              <a:ext uri="{FF2B5EF4-FFF2-40B4-BE49-F238E27FC236}">
                <a16:creationId xmlns:a16="http://schemas.microsoft.com/office/drawing/2014/main" id="{9D7E84EB-F2FE-4A46-9DE4-982D1E6B730D}"/>
              </a:ext>
            </a:extLst>
          </p:cNvPr>
          <p:cNvSpPr>
            <a:spLocks noGrp="1"/>
          </p:cNvSpPr>
          <p:nvPr>
            <p:ph type="body" idx="14"/>
          </p:nvPr>
        </p:nvSpPr>
        <p:spPr>
          <a:xfrm>
            <a:off x="473548" y="1645920"/>
            <a:ext cx="3910044" cy="330247"/>
          </a:xfrm>
        </p:spPr>
        <p:txBody>
          <a:bodyPr/>
          <a:lstStyle/>
          <a:p>
            <a:r>
              <a:rPr lang="en-US" dirty="0"/>
              <a:t>Data analytics approach	</a:t>
            </a:r>
          </a:p>
        </p:txBody>
      </p:sp>
      <p:sp>
        <p:nvSpPr>
          <p:cNvPr id="6" name="Text Placeholder 5">
            <a:extLst>
              <a:ext uri="{FF2B5EF4-FFF2-40B4-BE49-F238E27FC236}">
                <a16:creationId xmlns:a16="http://schemas.microsoft.com/office/drawing/2014/main" id="{84446129-5EB5-498D-BDA9-B448F26BAFD3}"/>
              </a:ext>
            </a:extLst>
          </p:cNvPr>
          <p:cNvSpPr>
            <a:spLocks noGrp="1"/>
          </p:cNvSpPr>
          <p:nvPr>
            <p:ph type="body" sz="quarter" idx="18"/>
          </p:nvPr>
        </p:nvSpPr>
        <p:spPr>
          <a:xfrm>
            <a:off x="473548" y="2071324"/>
            <a:ext cx="3910044" cy="3607308"/>
          </a:xfrm>
        </p:spPr>
        <p:txBody>
          <a:bodyPr/>
          <a:lstStyle/>
          <a:p>
            <a:r>
              <a:rPr lang="pt-BR">
                <a:solidFill>
                  <a:schemeClr val="tx2"/>
                </a:solidFill>
              </a:rPr>
              <a:t>Uma empresa de varejo analisa a receita total por cliente e segmenta os clientes em categorias com base nos gastos.</a:t>
            </a:r>
          </a:p>
          <a:p>
            <a:r>
              <a:rPr lang="pt-BR">
                <a:solidFill>
                  <a:schemeClr val="tx2"/>
                </a:solidFill>
              </a:rPr>
              <a:t>A segmentação pode ser usada para oferecer um nível mais alto de atendimento aos clientes que gastam mais.</a:t>
            </a:r>
            <a:endParaRPr lang="en-US" dirty="0">
              <a:solidFill>
                <a:schemeClr val="tx2"/>
              </a:solidFill>
            </a:endParaRPr>
          </a:p>
        </p:txBody>
      </p:sp>
      <p:sp>
        <p:nvSpPr>
          <p:cNvPr id="7" name="Text Placeholder 6">
            <a:extLst>
              <a:ext uri="{FF2B5EF4-FFF2-40B4-BE49-F238E27FC236}">
                <a16:creationId xmlns:a16="http://schemas.microsoft.com/office/drawing/2014/main" id="{A6265789-25F2-4450-8845-227CF16E4D1C}"/>
              </a:ext>
            </a:extLst>
          </p:cNvPr>
          <p:cNvSpPr>
            <a:spLocks noGrp="1"/>
          </p:cNvSpPr>
          <p:nvPr>
            <p:ph type="body" idx="19"/>
          </p:nvPr>
        </p:nvSpPr>
        <p:spPr>
          <a:xfrm>
            <a:off x="4610311" y="1645920"/>
            <a:ext cx="4060141" cy="330247"/>
          </a:xfrm>
        </p:spPr>
        <p:txBody>
          <a:bodyPr/>
          <a:lstStyle/>
          <a:p>
            <a:r>
              <a:rPr lang="en-US" dirty="0"/>
              <a:t>AI/ML approach</a:t>
            </a:r>
          </a:p>
        </p:txBody>
      </p:sp>
      <p:sp>
        <p:nvSpPr>
          <p:cNvPr id="9" name="Text Placeholder 8">
            <a:extLst>
              <a:ext uri="{FF2B5EF4-FFF2-40B4-BE49-F238E27FC236}">
                <a16:creationId xmlns:a16="http://schemas.microsoft.com/office/drawing/2014/main" id="{6FFCB4BD-74F8-4551-B57F-79D4941C857F}"/>
              </a:ext>
            </a:extLst>
          </p:cNvPr>
          <p:cNvSpPr>
            <a:spLocks noGrp="1"/>
          </p:cNvSpPr>
          <p:nvPr>
            <p:ph type="body" sz="quarter" idx="20"/>
          </p:nvPr>
        </p:nvSpPr>
        <p:spPr>
          <a:xfrm>
            <a:off x="4610311" y="2050542"/>
            <a:ext cx="4060141" cy="3607308"/>
          </a:xfrm>
        </p:spPr>
        <p:txBody>
          <a:bodyPr/>
          <a:lstStyle/>
          <a:p>
            <a:r>
              <a:rPr lang="pt-BR">
                <a:solidFill>
                  <a:schemeClr val="tx2"/>
                </a:solidFill>
              </a:rPr>
              <a:t>Uma empresa de varejo usa IA/ML para analisar a rotatividade de clientes (por que e com que frequência os clientes entram e saem).</a:t>
            </a:r>
          </a:p>
          <a:p>
            <a:r>
              <a:rPr lang="pt-BR">
                <a:solidFill>
                  <a:schemeClr val="tx2"/>
                </a:solidFill>
              </a:rPr>
              <a:t>A IA/ML pode descobrir fatores que influenciam a rotatividade para que a empresa possa fazer mudanças para reter melhor os clientes.</a:t>
            </a:r>
            <a:endParaRPr lang="en-US" dirty="0">
              <a:solidFill>
                <a:schemeClr val="tx2"/>
              </a:solidFill>
            </a:endParaRPr>
          </a:p>
        </p:txBody>
      </p:sp>
    </p:spTree>
    <p:custDataLst>
      <p:tags r:id="rId1"/>
    </p:custDataLst>
    <p:extLst>
      <p:ext uri="{BB962C8B-B14F-4D97-AF65-F5344CB8AC3E}">
        <p14:creationId xmlns:p14="http://schemas.microsoft.com/office/powerpoint/2010/main" val="8594366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413D6D7-9B1D-4FA5-8406-067E677263E9}"/>
              </a:ext>
            </a:extLst>
          </p:cNvPr>
          <p:cNvSpPr>
            <a:spLocks noGrp="1"/>
          </p:cNvSpPr>
          <p:nvPr>
            <p:ph type="title"/>
          </p:nvPr>
        </p:nvSpPr>
        <p:spPr>
          <a:xfrm>
            <a:off x="356991" y="773508"/>
            <a:ext cx="8430017" cy="548489"/>
          </a:xfrm>
        </p:spPr>
        <p:txBody>
          <a:bodyPr>
            <a:normAutofit/>
          </a:bodyPr>
          <a:lstStyle/>
          <a:p>
            <a:r>
              <a:rPr lang="pt-BR" dirty="0"/>
              <a:t>Insights mais valiosos são mais difíceis de obter</a:t>
            </a:r>
            <a:endParaRPr lang="en-US" dirty="0"/>
          </a:p>
        </p:txBody>
      </p:sp>
      <p:sp>
        <p:nvSpPr>
          <p:cNvPr id="14" name="Subtitle 13">
            <a:extLst>
              <a:ext uri="{FF2B5EF4-FFF2-40B4-BE49-F238E27FC236}">
                <a16:creationId xmlns:a16="http://schemas.microsoft.com/office/drawing/2014/main" id="{29B3614D-85A4-47A9-998F-B709F63D8683}"/>
              </a:ext>
            </a:extLst>
          </p:cNvPr>
          <p:cNvSpPr>
            <a:spLocks noGrp="1"/>
          </p:cNvSpPr>
          <p:nvPr>
            <p:ph type="subTitle" idx="5"/>
          </p:nvPr>
        </p:nvSpPr>
        <p:spPr>
          <a:xfrm>
            <a:off x="996542" y="4122057"/>
            <a:ext cx="1714500" cy="330247"/>
          </a:xfrm>
        </p:spPr>
        <p:txBody>
          <a:bodyPr/>
          <a:lstStyle/>
          <a:p>
            <a:r>
              <a:rPr lang="en-US"/>
              <a:t>Descritivo</a:t>
            </a:r>
            <a:endParaRPr lang="en-US" dirty="0"/>
          </a:p>
        </p:txBody>
      </p:sp>
      <p:sp>
        <p:nvSpPr>
          <p:cNvPr id="10" name="Text Placeholder 9">
            <a:extLst>
              <a:ext uri="{FF2B5EF4-FFF2-40B4-BE49-F238E27FC236}">
                <a16:creationId xmlns:a16="http://schemas.microsoft.com/office/drawing/2014/main" id="{02D40494-1588-41F5-8C92-CCB2A45511CD}"/>
              </a:ext>
            </a:extLst>
          </p:cNvPr>
          <p:cNvSpPr>
            <a:spLocks noGrp="1"/>
          </p:cNvSpPr>
          <p:nvPr>
            <p:ph type="body" idx="1"/>
          </p:nvPr>
        </p:nvSpPr>
        <p:spPr>
          <a:xfrm>
            <a:off x="996542" y="4520216"/>
            <a:ext cx="1714500" cy="482152"/>
          </a:xfrm>
          <a:ln>
            <a:noFill/>
          </a:ln>
        </p:spPr>
        <p:txBody>
          <a:bodyPr/>
          <a:lstStyle/>
          <a:p>
            <a:pPr algn="ctr">
              <a:buNone/>
            </a:pPr>
            <a:r>
              <a:rPr lang="en-US" sz="1500"/>
              <a:t>O que aconteceu?</a:t>
            </a:r>
            <a:endParaRPr lang="en-US" sz="1500" dirty="0"/>
          </a:p>
        </p:txBody>
      </p:sp>
      <p:sp>
        <p:nvSpPr>
          <p:cNvPr id="15" name="Subtitle 14">
            <a:extLst>
              <a:ext uri="{FF2B5EF4-FFF2-40B4-BE49-F238E27FC236}">
                <a16:creationId xmlns:a16="http://schemas.microsoft.com/office/drawing/2014/main" id="{D640798F-707E-4D19-8372-3BB4F3482CFC}"/>
              </a:ext>
            </a:extLst>
          </p:cNvPr>
          <p:cNvSpPr>
            <a:spLocks noGrp="1"/>
          </p:cNvSpPr>
          <p:nvPr>
            <p:ph type="subTitle" idx="6"/>
          </p:nvPr>
        </p:nvSpPr>
        <p:spPr>
          <a:xfrm>
            <a:off x="2916451" y="3474054"/>
            <a:ext cx="1714500" cy="330247"/>
          </a:xfrm>
        </p:spPr>
        <p:txBody>
          <a:bodyPr/>
          <a:lstStyle/>
          <a:p>
            <a:r>
              <a:rPr lang="en-US"/>
              <a:t>Diagnóstico</a:t>
            </a:r>
            <a:endParaRPr lang="en-US" dirty="0"/>
          </a:p>
        </p:txBody>
      </p:sp>
      <p:sp>
        <p:nvSpPr>
          <p:cNvPr id="11" name="Text Placeholder 10">
            <a:extLst>
              <a:ext uri="{FF2B5EF4-FFF2-40B4-BE49-F238E27FC236}">
                <a16:creationId xmlns:a16="http://schemas.microsoft.com/office/drawing/2014/main" id="{FD13F63E-672A-4EA4-9AB5-D1A65CF3A720}"/>
              </a:ext>
            </a:extLst>
          </p:cNvPr>
          <p:cNvSpPr>
            <a:spLocks noGrp="1"/>
          </p:cNvSpPr>
          <p:nvPr>
            <p:ph type="body" idx="2"/>
          </p:nvPr>
        </p:nvSpPr>
        <p:spPr>
          <a:xfrm>
            <a:off x="2916451" y="3852123"/>
            <a:ext cx="1714500" cy="1550286"/>
          </a:xfrm>
          <a:ln>
            <a:noFill/>
          </a:ln>
        </p:spPr>
        <p:txBody>
          <a:bodyPr/>
          <a:lstStyle/>
          <a:p>
            <a:pPr algn="ctr">
              <a:buNone/>
            </a:pPr>
            <a:r>
              <a:rPr lang="en-US" sz="1500"/>
              <a:t>Por que algo aconteceu?</a:t>
            </a:r>
            <a:endParaRPr lang="en-US" sz="1500" dirty="0"/>
          </a:p>
        </p:txBody>
      </p:sp>
      <p:sp>
        <p:nvSpPr>
          <p:cNvPr id="16" name="Subtitle 15">
            <a:extLst>
              <a:ext uri="{FF2B5EF4-FFF2-40B4-BE49-F238E27FC236}">
                <a16:creationId xmlns:a16="http://schemas.microsoft.com/office/drawing/2014/main" id="{01A8D71F-F1E9-436B-94E1-86CEF4136D25}"/>
              </a:ext>
            </a:extLst>
          </p:cNvPr>
          <p:cNvSpPr>
            <a:spLocks noGrp="1"/>
          </p:cNvSpPr>
          <p:nvPr>
            <p:ph type="subTitle" idx="7"/>
          </p:nvPr>
        </p:nvSpPr>
        <p:spPr>
          <a:xfrm>
            <a:off x="4836360" y="2671139"/>
            <a:ext cx="1714500" cy="330247"/>
          </a:xfrm>
        </p:spPr>
        <p:txBody>
          <a:bodyPr/>
          <a:lstStyle/>
          <a:p>
            <a:r>
              <a:rPr lang="en-US"/>
              <a:t>Preditivo</a:t>
            </a:r>
            <a:endParaRPr lang="en-US" dirty="0"/>
          </a:p>
        </p:txBody>
      </p:sp>
      <p:sp>
        <p:nvSpPr>
          <p:cNvPr id="12" name="Text Placeholder 11">
            <a:extLst>
              <a:ext uri="{FF2B5EF4-FFF2-40B4-BE49-F238E27FC236}">
                <a16:creationId xmlns:a16="http://schemas.microsoft.com/office/drawing/2014/main" id="{669F1B3C-DE54-4743-B797-795FD6AF8590}"/>
              </a:ext>
            </a:extLst>
          </p:cNvPr>
          <p:cNvSpPr>
            <a:spLocks noGrp="1"/>
          </p:cNvSpPr>
          <p:nvPr>
            <p:ph type="body" idx="3"/>
          </p:nvPr>
        </p:nvSpPr>
        <p:spPr>
          <a:xfrm>
            <a:off x="4836360" y="3064372"/>
            <a:ext cx="1714500" cy="2338037"/>
          </a:xfrm>
          <a:ln>
            <a:noFill/>
          </a:ln>
        </p:spPr>
        <p:txBody>
          <a:bodyPr/>
          <a:lstStyle/>
          <a:p>
            <a:pPr algn="ctr">
              <a:buNone/>
            </a:pPr>
            <a:r>
              <a:rPr lang="en-US" sz="1500"/>
              <a:t>O que vai acontecer?</a:t>
            </a:r>
            <a:endParaRPr lang="en-US" sz="1500" dirty="0"/>
          </a:p>
        </p:txBody>
      </p:sp>
      <p:sp>
        <p:nvSpPr>
          <p:cNvPr id="17" name="Subtitle 16">
            <a:extLst>
              <a:ext uri="{FF2B5EF4-FFF2-40B4-BE49-F238E27FC236}">
                <a16:creationId xmlns:a16="http://schemas.microsoft.com/office/drawing/2014/main" id="{8D1EE17E-D881-4DBA-93F3-A5A0A8576F7E}"/>
              </a:ext>
            </a:extLst>
          </p:cNvPr>
          <p:cNvSpPr>
            <a:spLocks noGrp="1"/>
          </p:cNvSpPr>
          <p:nvPr>
            <p:ph type="subTitle" idx="8"/>
          </p:nvPr>
        </p:nvSpPr>
        <p:spPr>
          <a:xfrm>
            <a:off x="6756269" y="2104721"/>
            <a:ext cx="1714500" cy="330247"/>
          </a:xfrm>
        </p:spPr>
        <p:txBody>
          <a:bodyPr/>
          <a:lstStyle/>
          <a:p>
            <a:r>
              <a:rPr lang="en-US"/>
              <a:t>Prescritivo</a:t>
            </a:r>
            <a:endParaRPr lang="en-US" dirty="0"/>
          </a:p>
        </p:txBody>
      </p:sp>
      <p:sp>
        <p:nvSpPr>
          <p:cNvPr id="13" name="Text Placeholder 12">
            <a:extLst>
              <a:ext uri="{FF2B5EF4-FFF2-40B4-BE49-F238E27FC236}">
                <a16:creationId xmlns:a16="http://schemas.microsoft.com/office/drawing/2014/main" id="{CA550120-BE94-4108-AD73-A1CB5964DCE3}"/>
              </a:ext>
            </a:extLst>
          </p:cNvPr>
          <p:cNvSpPr>
            <a:spLocks noGrp="1"/>
          </p:cNvSpPr>
          <p:nvPr>
            <p:ph type="body" idx="4"/>
          </p:nvPr>
        </p:nvSpPr>
        <p:spPr>
          <a:xfrm>
            <a:off x="6756269" y="2475226"/>
            <a:ext cx="1714500" cy="2927183"/>
          </a:xfrm>
          <a:ln>
            <a:noFill/>
          </a:ln>
        </p:spPr>
        <p:txBody>
          <a:bodyPr/>
          <a:lstStyle/>
          <a:p>
            <a:pPr algn="ctr">
              <a:buNone/>
            </a:pPr>
            <a:r>
              <a:rPr lang="pt-BR" sz="1500"/>
              <a:t>Como podemos fazer algo acontecer ou impedir que algo aconteça?</a:t>
            </a:r>
            <a:endParaRPr lang="en-US" sz="1500" dirty="0"/>
          </a:p>
        </p:txBody>
      </p:sp>
      <p:sp>
        <p:nvSpPr>
          <p:cNvPr id="20" name="TextBox less value">
            <a:extLst>
              <a:ext uri="{FF2B5EF4-FFF2-40B4-BE49-F238E27FC236}">
                <a16:creationId xmlns:a16="http://schemas.microsoft.com/office/drawing/2014/main" id="{507E8250-3A11-4E08-A760-A4493F0D9324}"/>
              </a:ext>
            </a:extLst>
          </p:cNvPr>
          <p:cNvSpPr txBox="1"/>
          <p:nvPr/>
        </p:nvSpPr>
        <p:spPr>
          <a:xfrm>
            <a:off x="756231" y="5002367"/>
            <a:ext cx="1580569" cy="461665"/>
          </a:xfrm>
          <a:prstGeom prst="rect">
            <a:avLst/>
          </a:prstGeom>
          <a:noFill/>
        </p:spPr>
        <p:txBody>
          <a:bodyPr wrap="square" rtlCol="0">
            <a:spAutoFit/>
          </a:bodyPr>
          <a:lstStyle/>
          <a:p>
            <a:pPr algn="ctr"/>
            <a:r>
              <a:rPr lang="pt-BR" sz="1200">
                <a:solidFill>
                  <a:schemeClr val="tx2"/>
                </a:solidFill>
              </a:rPr>
              <a:t>Menos valioso, mais fácil de fazer</a:t>
            </a:r>
            <a:endParaRPr lang="en-US" sz="1200" dirty="0">
              <a:solidFill>
                <a:schemeClr val="tx2"/>
              </a:solidFill>
            </a:endParaRPr>
          </a:p>
        </p:txBody>
      </p:sp>
      <p:cxnSp>
        <p:nvCxnSpPr>
          <p:cNvPr id="18" name="Arrow More value">
            <a:extLst>
              <a:ext uri="{FF2B5EF4-FFF2-40B4-BE49-F238E27FC236}">
                <a16:creationId xmlns:a16="http://schemas.microsoft.com/office/drawing/2014/main" id="{49D5C6B8-1937-4840-926B-4A276EEB4A28}"/>
              </a:ext>
              <a:ext uri="{C183D7F6-B498-43B3-948B-1728B52AA6E4}">
                <adec:decorative xmlns:adec="http://schemas.microsoft.com/office/drawing/2017/decorative" val="1"/>
              </a:ext>
            </a:extLst>
          </p:cNvPr>
          <p:cNvCxnSpPr>
            <a:cxnSpLocks/>
          </p:cNvCxnSpPr>
          <p:nvPr/>
        </p:nvCxnSpPr>
        <p:spPr>
          <a:xfrm flipV="1">
            <a:off x="805046" y="1857638"/>
            <a:ext cx="0" cy="3510421"/>
          </a:xfrm>
          <a:prstGeom prst="straightConnector1">
            <a:avLst/>
          </a:prstGeom>
          <a:ln w="44450" cap="flat" cmpd="sng" algn="ctr">
            <a:solidFill>
              <a:schemeClr val="accent4"/>
            </a:solidFill>
            <a:prstDash val="solid"/>
            <a:round/>
            <a:headEnd type="none" w="med" len="med"/>
            <a:tailEnd type="arrow" w="lg" len="med"/>
          </a:ln>
          <a:effectLst>
            <a:outerShdw blurRad="63500" dist="53881" dir="2700016" rotWithShape="0">
              <a:scrgbClr r="0" g="0" b="0">
                <a:alpha val="25000"/>
              </a:scrgbClr>
            </a:outerShdw>
          </a:effectLst>
        </p:spPr>
        <p:style>
          <a:lnRef idx="0">
            <a:scrgbClr r="0" g="0" b="0"/>
          </a:lnRef>
          <a:fillRef idx="0">
            <a:scrgbClr r="0" g="0" b="0"/>
          </a:fillRef>
          <a:effectRef idx="0">
            <a:scrgbClr r="0" g="0" b="0"/>
          </a:effectRef>
          <a:fontRef idx="minor">
            <a:schemeClr val="tx1"/>
          </a:fontRef>
        </p:style>
      </p:cxnSp>
      <p:sp>
        <p:nvSpPr>
          <p:cNvPr id="19" name="TextBox More value">
            <a:extLst>
              <a:ext uri="{FF2B5EF4-FFF2-40B4-BE49-F238E27FC236}">
                <a16:creationId xmlns:a16="http://schemas.microsoft.com/office/drawing/2014/main" id="{24CAA127-4AA1-4F50-BB54-5F37160F802C}"/>
              </a:ext>
            </a:extLst>
          </p:cNvPr>
          <p:cNvSpPr txBox="1"/>
          <p:nvPr/>
        </p:nvSpPr>
        <p:spPr>
          <a:xfrm>
            <a:off x="996542" y="2097748"/>
            <a:ext cx="1269509" cy="323165"/>
          </a:xfrm>
          <a:prstGeom prst="rect">
            <a:avLst/>
          </a:prstGeom>
          <a:solidFill>
            <a:schemeClr val="bg1"/>
          </a:solidFill>
        </p:spPr>
        <p:txBody>
          <a:bodyPr wrap="square" rtlCol="0">
            <a:spAutoFit/>
          </a:bodyPr>
          <a:lstStyle/>
          <a:p>
            <a:pPr algn="ctr"/>
            <a:r>
              <a:rPr lang="en-US" sz="1500">
                <a:solidFill>
                  <a:schemeClr val="tx2"/>
                </a:solidFill>
              </a:rPr>
              <a:t>Mais valioso</a:t>
            </a:r>
            <a:endParaRPr lang="en-US" sz="1500" dirty="0">
              <a:solidFill>
                <a:schemeClr val="tx2"/>
              </a:solidFill>
            </a:endParaRPr>
          </a:p>
        </p:txBody>
      </p:sp>
      <p:cxnSp>
        <p:nvCxnSpPr>
          <p:cNvPr id="22" name="Arrow greater difficulty">
            <a:extLst>
              <a:ext uri="{FF2B5EF4-FFF2-40B4-BE49-F238E27FC236}">
                <a16:creationId xmlns:a16="http://schemas.microsoft.com/office/drawing/2014/main" id="{CBE1C6AB-8E9B-434A-9E77-D26FF41A27CE}"/>
              </a:ext>
              <a:ext uri="{C183D7F6-B498-43B3-948B-1728B52AA6E4}">
                <adec:decorative xmlns:adec="http://schemas.microsoft.com/office/drawing/2017/decorative" val="1"/>
              </a:ext>
            </a:extLst>
          </p:cNvPr>
          <p:cNvCxnSpPr>
            <a:cxnSpLocks/>
          </p:cNvCxnSpPr>
          <p:nvPr/>
        </p:nvCxnSpPr>
        <p:spPr>
          <a:xfrm>
            <a:off x="947345" y="5503881"/>
            <a:ext cx="7603135" cy="0"/>
          </a:xfrm>
          <a:prstGeom prst="straightConnector1">
            <a:avLst/>
          </a:prstGeom>
          <a:ln w="44450">
            <a:solidFill>
              <a:schemeClr val="hlink"/>
            </a:solidFill>
            <a:tailEnd type="arrow" w="lg"/>
          </a:ln>
          <a:effectLst>
            <a:outerShdw blurRad="63500" dist="53881" dir="2700016" rotWithShape="0">
              <a:srgbClr val="232F3E">
                <a:alpha val="25000"/>
              </a:srgbClr>
            </a:outerShdw>
          </a:effectLst>
        </p:spPr>
        <p:style>
          <a:lnRef idx="1">
            <a:schemeClr val="accent1"/>
          </a:lnRef>
          <a:fillRef idx="0">
            <a:schemeClr val="accent1"/>
          </a:fillRef>
          <a:effectRef idx="0">
            <a:schemeClr val="accent1"/>
          </a:effectRef>
          <a:fontRef idx="minor">
            <a:schemeClr val="tx1"/>
          </a:fontRef>
        </p:style>
      </p:cxnSp>
      <p:sp>
        <p:nvSpPr>
          <p:cNvPr id="24" name="TextBox greater difficulty">
            <a:extLst>
              <a:ext uri="{FF2B5EF4-FFF2-40B4-BE49-F238E27FC236}">
                <a16:creationId xmlns:a16="http://schemas.microsoft.com/office/drawing/2014/main" id="{BA2789F1-94BE-456A-8A1D-6076C94281D2}"/>
              </a:ext>
            </a:extLst>
          </p:cNvPr>
          <p:cNvSpPr txBox="1"/>
          <p:nvPr/>
        </p:nvSpPr>
        <p:spPr>
          <a:xfrm>
            <a:off x="6433782" y="5101377"/>
            <a:ext cx="1905173" cy="323165"/>
          </a:xfrm>
          <a:prstGeom prst="rect">
            <a:avLst/>
          </a:prstGeom>
          <a:solidFill>
            <a:schemeClr val="bg1"/>
          </a:solidFill>
        </p:spPr>
        <p:txBody>
          <a:bodyPr wrap="square" rtlCol="0">
            <a:spAutoFit/>
          </a:bodyPr>
          <a:lstStyle/>
          <a:p>
            <a:pPr algn="ctr"/>
            <a:r>
              <a:rPr lang="en-US" sz="1500">
                <a:solidFill>
                  <a:schemeClr val="tx2"/>
                </a:solidFill>
              </a:rPr>
              <a:t>Mais difícil</a:t>
            </a:r>
            <a:endParaRPr lang="en-US" sz="1500" dirty="0">
              <a:solidFill>
                <a:schemeClr val="tx2"/>
              </a:solidFill>
            </a:endParaRPr>
          </a:p>
        </p:txBody>
      </p:sp>
    </p:spTree>
    <p:custDataLst>
      <p:tags r:id="rId1"/>
    </p:custDataLst>
    <p:extLst>
      <p:ext uri="{BB962C8B-B14F-4D97-AF65-F5344CB8AC3E}">
        <p14:creationId xmlns:p14="http://schemas.microsoft.com/office/powerpoint/2010/main" val="39769809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806F5B-27BE-4AB3-8B32-E24E5F1CC54C}"/>
              </a:ext>
            </a:extLst>
          </p:cNvPr>
          <p:cNvSpPr>
            <a:spLocks noGrp="1"/>
          </p:cNvSpPr>
          <p:nvPr>
            <p:ph type="title" idx="4294967295"/>
          </p:nvPr>
        </p:nvSpPr>
        <p:spPr>
          <a:xfrm>
            <a:off x="387350" y="440014"/>
            <a:ext cx="7562853" cy="628650"/>
          </a:xfrm>
        </p:spPr>
        <p:txBody>
          <a:bodyPr>
            <a:normAutofit fontScale="90000"/>
          </a:bodyPr>
          <a:lstStyle/>
          <a:p>
            <a:r>
              <a:rPr lang="pt-BR" sz="2700"/>
              <a:t>Mais dados e menos barreiras = mais decisões baseadas em dados</a:t>
            </a:r>
            <a:endParaRPr lang="en-US" sz="2700" dirty="0"/>
          </a:p>
        </p:txBody>
      </p:sp>
      <p:grpSp>
        <p:nvGrpSpPr>
          <p:cNvPr id="2" name="dereasing costs">
            <a:extLst>
              <a:ext uri="{FF2B5EF4-FFF2-40B4-BE49-F238E27FC236}">
                <a16:creationId xmlns:a16="http://schemas.microsoft.com/office/drawing/2014/main" id="{E41BDA3E-C1CD-4471-9B86-F3D1E4497589}"/>
              </a:ext>
            </a:extLst>
          </p:cNvPr>
          <p:cNvGrpSpPr/>
          <p:nvPr/>
        </p:nvGrpSpPr>
        <p:grpSpPr>
          <a:xfrm>
            <a:off x="1413026" y="4371382"/>
            <a:ext cx="4457700" cy="784830"/>
            <a:chOff x="1884035" y="4972589"/>
            <a:chExt cx="5943600" cy="1046439"/>
          </a:xfrm>
        </p:grpSpPr>
        <p:cxnSp>
          <p:nvCxnSpPr>
            <p:cNvPr id="8" name="Arrow Decreasing costs">
              <a:extLst>
                <a:ext uri="{FF2B5EF4-FFF2-40B4-BE49-F238E27FC236}">
                  <a16:creationId xmlns:a16="http://schemas.microsoft.com/office/drawing/2014/main" id="{3E4B79EA-A23C-429D-A1B2-C73F774238CC}"/>
                </a:ext>
                <a:ext uri="{C183D7F6-B498-43B3-948B-1728B52AA6E4}">
                  <adec:decorative xmlns:adec="http://schemas.microsoft.com/office/drawing/2017/decorative" val="1"/>
                </a:ext>
              </a:extLst>
            </p:cNvPr>
            <p:cNvCxnSpPr>
              <a:cxnSpLocks/>
            </p:cNvCxnSpPr>
            <p:nvPr/>
          </p:nvCxnSpPr>
          <p:spPr>
            <a:xfrm rot="1200000">
              <a:off x="1884035" y="5085788"/>
              <a:ext cx="5943600" cy="91440"/>
            </a:xfrm>
            <a:prstGeom prst="straightConnector1">
              <a:avLst/>
            </a:prstGeom>
            <a:ln w="762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dropping costs">
              <a:extLst>
                <a:ext uri="{FF2B5EF4-FFF2-40B4-BE49-F238E27FC236}">
                  <a16:creationId xmlns:a16="http://schemas.microsoft.com/office/drawing/2014/main" id="{C2651AE5-0BC9-4325-901F-706F5715D61F}"/>
                </a:ext>
              </a:extLst>
            </p:cNvPr>
            <p:cNvSpPr txBox="1"/>
            <p:nvPr/>
          </p:nvSpPr>
          <p:spPr>
            <a:xfrm>
              <a:off x="3183287" y="4972589"/>
              <a:ext cx="2233171" cy="1046439"/>
            </a:xfrm>
            <a:prstGeom prst="rect">
              <a:avLst/>
            </a:prstGeom>
            <a:solidFill>
              <a:schemeClr val="bg1"/>
            </a:solidFill>
          </p:spPr>
          <p:txBody>
            <a:bodyPr wrap="square" rtlCol="0">
              <a:spAutoFit/>
            </a:bodyPr>
            <a:lstStyle/>
            <a:p>
              <a:r>
                <a:rPr lang="pt-BR" sz="1500">
                  <a:solidFill>
                    <a:schemeClr val="tx2"/>
                  </a:solidFill>
                </a:rPr>
                <a:t>Menos barreiras para analisar e prever</a:t>
              </a:r>
              <a:endParaRPr lang="en-US" sz="1500" dirty="0">
                <a:solidFill>
                  <a:schemeClr val="tx2"/>
                </a:solidFill>
              </a:endParaRPr>
            </a:p>
          </p:txBody>
        </p:sp>
      </p:grpSp>
      <p:grpSp>
        <p:nvGrpSpPr>
          <p:cNvPr id="3" name="Increasnig data">
            <a:extLst>
              <a:ext uri="{FF2B5EF4-FFF2-40B4-BE49-F238E27FC236}">
                <a16:creationId xmlns:a16="http://schemas.microsoft.com/office/drawing/2014/main" id="{58C6DE3A-BA1A-425F-8274-274FC579B833}"/>
              </a:ext>
            </a:extLst>
          </p:cNvPr>
          <p:cNvGrpSpPr/>
          <p:nvPr/>
        </p:nvGrpSpPr>
        <p:grpSpPr>
          <a:xfrm>
            <a:off x="1449701" y="2596618"/>
            <a:ext cx="4389120" cy="1015663"/>
            <a:chOff x="1932935" y="2606236"/>
            <a:chExt cx="5852160" cy="1354216"/>
          </a:xfrm>
        </p:grpSpPr>
        <p:cxnSp>
          <p:nvCxnSpPr>
            <p:cNvPr id="9" name="Arrow Increasing data">
              <a:extLst>
                <a:ext uri="{FF2B5EF4-FFF2-40B4-BE49-F238E27FC236}">
                  <a16:creationId xmlns:a16="http://schemas.microsoft.com/office/drawing/2014/main" id="{C7443395-CFB5-496A-8069-F1B2D6D73034}"/>
                </a:ext>
                <a:ext uri="{C183D7F6-B498-43B3-948B-1728B52AA6E4}">
                  <adec:decorative xmlns:adec="http://schemas.microsoft.com/office/drawing/2017/decorative" val="1"/>
                </a:ext>
              </a:extLst>
            </p:cNvPr>
            <p:cNvCxnSpPr>
              <a:cxnSpLocks/>
            </p:cNvCxnSpPr>
            <p:nvPr/>
          </p:nvCxnSpPr>
          <p:spPr>
            <a:xfrm rot="-1200000" flipV="1">
              <a:off x="1932935" y="2933934"/>
              <a:ext cx="5852160" cy="0"/>
            </a:xfrm>
            <a:prstGeom prst="straightConnector1">
              <a:avLst/>
            </a:prstGeom>
            <a:ln w="762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TextBox increasing data">
              <a:extLst>
                <a:ext uri="{FF2B5EF4-FFF2-40B4-BE49-F238E27FC236}">
                  <a16:creationId xmlns:a16="http://schemas.microsoft.com/office/drawing/2014/main" id="{B4167026-C07D-40A5-BCD8-8742CA0AD8B7}"/>
                </a:ext>
              </a:extLst>
            </p:cNvPr>
            <p:cNvSpPr txBox="1"/>
            <p:nvPr/>
          </p:nvSpPr>
          <p:spPr>
            <a:xfrm>
              <a:off x="3183287" y="2606236"/>
              <a:ext cx="2175004" cy="1354216"/>
            </a:xfrm>
            <a:prstGeom prst="rect">
              <a:avLst/>
            </a:prstGeom>
            <a:solidFill>
              <a:schemeClr val="bg1"/>
            </a:solidFill>
          </p:spPr>
          <p:txBody>
            <a:bodyPr wrap="square" rtlCol="0">
              <a:spAutoFit/>
            </a:bodyPr>
            <a:lstStyle/>
            <a:p>
              <a:r>
                <a:rPr lang="pt-BR" sz="1500">
                  <a:solidFill>
                    <a:schemeClr val="tx2"/>
                  </a:solidFill>
                </a:rPr>
                <a:t>Aumento do volume de dados disponíveis</a:t>
              </a:r>
              <a:endParaRPr lang="en-US" sz="1500" dirty="0">
                <a:solidFill>
                  <a:schemeClr val="tx2"/>
                </a:solidFill>
              </a:endParaRPr>
            </a:p>
          </p:txBody>
        </p:sp>
      </p:grpSp>
      <p:grpSp>
        <p:nvGrpSpPr>
          <p:cNvPr id="4" name="Greater Opportunity">
            <a:extLst>
              <a:ext uri="{FF2B5EF4-FFF2-40B4-BE49-F238E27FC236}">
                <a16:creationId xmlns:a16="http://schemas.microsoft.com/office/drawing/2014/main" id="{B06BA246-C62C-4F45-AA0D-B55007C0C860}"/>
              </a:ext>
            </a:extLst>
          </p:cNvPr>
          <p:cNvGrpSpPr/>
          <p:nvPr/>
        </p:nvGrpSpPr>
        <p:grpSpPr>
          <a:xfrm>
            <a:off x="5780864" y="2141180"/>
            <a:ext cx="2169339" cy="2991950"/>
            <a:chOff x="7707819" y="1998986"/>
            <a:chExt cx="2892452" cy="3989266"/>
          </a:xfrm>
        </p:grpSpPr>
        <p:cxnSp>
          <p:nvCxnSpPr>
            <p:cNvPr id="23" name="Arrow Increasing opportunity">
              <a:extLst>
                <a:ext uri="{FF2B5EF4-FFF2-40B4-BE49-F238E27FC236}">
                  <a16:creationId xmlns:a16="http://schemas.microsoft.com/office/drawing/2014/main" id="{219E92D2-FA69-44EF-AEE2-F6108C831F0D}"/>
                </a:ext>
                <a:ext uri="{C183D7F6-B498-43B3-948B-1728B52AA6E4}">
                  <adec:decorative xmlns:adec="http://schemas.microsoft.com/office/drawing/2017/decorative" val="1"/>
                </a:ext>
              </a:extLst>
            </p:cNvPr>
            <p:cNvCxnSpPr>
              <a:cxnSpLocks/>
            </p:cNvCxnSpPr>
            <p:nvPr/>
          </p:nvCxnSpPr>
          <p:spPr>
            <a:xfrm flipV="1">
              <a:off x="7707819" y="1998986"/>
              <a:ext cx="0" cy="3989266"/>
            </a:xfrm>
            <a:prstGeom prst="straightConnector1">
              <a:avLst/>
            </a:prstGeom>
            <a:ln w="7620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2" name="Textbox More opportunty">
              <a:extLst>
                <a:ext uri="{FF2B5EF4-FFF2-40B4-BE49-F238E27FC236}">
                  <a16:creationId xmlns:a16="http://schemas.microsoft.com/office/drawing/2014/main" id="{57CF05C8-E5D5-422D-BDB1-29C53A70FF1A}"/>
                </a:ext>
              </a:extLst>
            </p:cNvPr>
            <p:cNvSpPr txBox="1"/>
            <p:nvPr/>
          </p:nvSpPr>
          <p:spPr>
            <a:xfrm>
              <a:off x="8049312" y="3362583"/>
              <a:ext cx="2550959" cy="1046440"/>
            </a:xfrm>
            <a:prstGeom prst="rect">
              <a:avLst/>
            </a:prstGeom>
            <a:noFill/>
          </p:spPr>
          <p:txBody>
            <a:bodyPr wrap="square" rtlCol="0">
              <a:spAutoFit/>
            </a:bodyPr>
            <a:lstStyle/>
            <a:p>
              <a:r>
                <a:rPr lang="pt-BR" sz="1500">
                  <a:solidFill>
                    <a:schemeClr val="tx2"/>
                  </a:solidFill>
                </a:rPr>
                <a:t>Maior oportunidade para decisões baseadas em dados</a:t>
              </a:r>
              <a:endParaRPr lang="en-US" sz="1500" dirty="0">
                <a:solidFill>
                  <a:schemeClr val="tx2"/>
                </a:solidFill>
              </a:endParaRPr>
            </a:p>
          </p:txBody>
        </p:sp>
      </p:grpSp>
    </p:spTree>
    <p:custDataLst>
      <p:tags r:id="rId1"/>
    </p:custDataLst>
    <p:extLst>
      <p:ext uri="{BB962C8B-B14F-4D97-AF65-F5344CB8AC3E}">
        <p14:creationId xmlns:p14="http://schemas.microsoft.com/office/powerpoint/2010/main" val="17126973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DBEBD3-5336-4D34-BBEB-1CF3D611869F}"/>
              </a:ext>
            </a:extLst>
          </p:cNvPr>
          <p:cNvSpPr>
            <a:spLocks noGrp="1"/>
          </p:cNvSpPr>
          <p:nvPr>
            <p:ph type="title"/>
          </p:nvPr>
        </p:nvSpPr>
        <p:spPr>
          <a:xfrm>
            <a:off x="576446" y="717938"/>
            <a:ext cx="8322577" cy="548489"/>
          </a:xfrm>
        </p:spPr>
        <p:txBody>
          <a:bodyPr/>
          <a:lstStyle/>
          <a:p>
            <a:r>
              <a:rPr lang="pt-BR"/>
              <a:t>Mais ciência de dados no dia a dia</a:t>
            </a:r>
            <a:endParaRPr lang="en-US" dirty="0"/>
          </a:p>
        </p:txBody>
      </p:sp>
      <p:sp>
        <p:nvSpPr>
          <p:cNvPr id="4" name="Text Placeholder 3">
            <a:extLst>
              <a:ext uri="{FF2B5EF4-FFF2-40B4-BE49-F238E27FC236}">
                <a16:creationId xmlns:a16="http://schemas.microsoft.com/office/drawing/2014/main" id="{EC29A483-B8E6-48D2-80C5-DCEFCF6404F9}"/>
              </a:ext>
            </a:extLst>
          </p:cNvPr>
          <p:cNvSpPr>
            <a:spLocks noGrp="1"/>
          </p:cNvSpPr>
          <p:nvPr>
            <p:ph idx="1"/>
          </p:nvPr>
        </p:nvSpPr>
        <p:spPr>
          <a:xfrm>
            <a:off x="576446" y="1745673"/>
            <a:ext cx="8087493" cy="4152207"/>
          </a:xfrm>
        </p:spPr>
        <p:txBody>
          <a:bodyPr>
            <a:normAutofit fontScale="92500" lnSpcReduction="10000"/>
          </a:bodyPr>
          <a:lstStyle/>
          <a:p>
            <a:r>
              <a:rPr lang="pt-BR"/>
              <a:t>Você está comprando sapatos online e começa a ver muitos anúncios relacionados a calçados.</a:t>
            </a:r>
          </a:p>
          <a:p>
            <a:r>
              <a:rPr lang="pt-BR"/>
              <a:t>Você assiste a um filme ou ouve uma música em uma plataforma de streaming e começa a receber recomendações de filmes ou músicas de que também pode gostar.</a:t>
            </a:r>
          </a:p>
          <a:p>
            <a:r>
              <a:rPr lang="pt-BR"/>
              <a:t>Você pede pizza online e fica atualizado sobre cada etapa do processo de preparação e entrega.</a:t>
            </a:r>
          </a:p>
          <a:p>
            <a:r>
              <a:rPr lang="pt-BR"/>
              <a:t>Você usa seu cartão de crédito fora de sua área geográfica habitual e recebe alertas adicionais de fraude de seu banco.</a:t>
            </a:r>
          </a:p>
          <a:p>
            <a:r>
              <a:rPr lang="pt-BR"/>
              <a:t>O aplicativo de navegação do telefone alerta você sobre um engarrafamento.</a:t>
            </a:r>
            <a:endParaRPr lang="en-US" dirty="0"/>
          </a:p>
        </p:txBody>
      </p:sp>
      <p:sp>
        <p:nvSpPr>
          <p:cNvPr id="2" name="Slide Number Placeholder 1">
            <a:extLst>
              <a:ext uri="{FF2B5EF4-FFF2-40B4-BE49-F238E27FC236}">
                <a16:creationId xmlns:a16="http://schemas.microsoft.com/office/drawing/2014/main" id="{D7D6A70C-80AF-47E6-ABD0-ACE725A4A97E}"/>
              </a:ext>
            </a:extLst>
          </p:cNvPr>
          <p:cNvSpPr>
            <a:spLocks noGrp="1"/>
          </p:cNvSpPr>
          <p:nvPr>
            <p:ph type="sldNum" sz="quarter" idx="12"/>
          </p:nvPr>
        </p:nvSpPr>
        <p:spPr/>
        <p:txBody>
          <a:bodyPr/>
          <a:lstStyle/>
          <a:p>
            <a:r>
              <a:rPr lang="en-US"/>
              <a:t>.</a:t>
            </a:r>
            <a:endParaRPr lang="en-US" dirty="0"/>
          </a:p>
        </p:txBody>
      </p:sp>
    </p:spTree>
    <p:custDataLst>
      <p:tags r:id="rId1"/>
    </p:custDataLst>
    <p:extLst>
      <p:ext uri="{BB962C8B-B14F-4D97-AF65-F5344CB8AC3E}">
        <p14:creationId xmlns:p14="http://schemas.microsoft.com/office/powerpoint/2010/main" val="27426417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E710A3-E7CE-4549-BEC8-F61659DF2CCC}"/>
              </a:ext>
            </a:extLst>
          </p:cNvPr>
          <p:cNvSpPr>
            <a:spLocks noGrp="1"/>
          </p:cNvSpPr>
          <p:nvPr>
            <p:ph type="sldNum" sz="quarter" idx="10"/>
          </p:nvPr>
        </p:nvSpPr>
        <p:spPr/>
        <p:txBody>
          <a:bodyPr/>
          <a:lstStyle/>
          <a:p>
            <a:fld id="{363DB862-5E2B-42BB-8337-D46E9881345F}" type="slidenum">
              <a:rPr lang="en-US" smtClean="0"/>
              <a:pPr/>
              <a:t>75</a:t>
            </a:fld>
            <a:endParaRPr lang="en-US" dirty="0"/>
          </a:p>
        </p:txBody>
      </p:sp>
      <p:sp>
        <p:nvSpPr>
          <p:cNvPr id="6" name="Title 5">
            <a:extLst>
              <a:ext uri="{FF2B5EF4-FFF2-40B4-BE49-F238E27FC236}">
                <a16:creationId xmlns:a16="http://schemas.microsoft.com/office/drawing/2014/main" id="{60806F5B-27BE-4AB3-8B32-E24E5F1CC54C}"/>
              </a:ext>
            </a:extLst>
          </p:cNvPr>
          <p:cNvSpPr>
            <a:spLocks noGrp="1"/>
          </p:cNvSpPr>
          <p:nvPr>
            <p:ph type="title"/>
          </p:nvPr>
        </p:nvSpPr>
        <p:spPr/>
        <p:txBody>
          <a:bodyPr/>
          <a:lstStyle/>
          <a:p>
            <a:r>
              <a:rPr lang="pt-BR"/>
              <a:t>Mais dados não são necessariamente iguais a mais valor</a:t>
            </a:r>
            <a:endParaRPr lang="en-US" dirty="0"/>
          </a:p>
        </p:txBody>
      </p:sp>
      <p:grpSp>
        <p:nvGrpSpPr>
          <p:cNvPr id="3" name="Increasnig data">
            <a:extLst>
              <a:ext uri="{FF2B5EF4-FFF2-40B4-BE49-F238E27FC236}">
                <a16:creationId xmlns:a16="http://schemas.microsoft.com/office/drawing/2014/main" id="{58C6DE3A-BA1A-425F-8274-274FC579B833}"/>
              </a:ext>
            </a:extLst>
          </p:cNvPr>
          <p:cNvGrpSpPr/>
          <p:nvPr/>
        </p:nvGrpSpPr>
        <p:grpSpPr>
          <a:xfrm>
            <a:off x="2114348" y="2302817"/>
            <a:ext cx="2139474" cy="2745296"/>
            <a:chOff x="3715478" y="2228830"/>
            <a:chExt cx="2852632" cy="3660395"/>
          </a:xfrm>
        </p:grpSpPr>
        <p:cxnSp>
          <p:nvCxnSpPr>
            <p:cNvPr id="9" name="Arrow Increasing data">
              <a:extLst>
                <a:ext uri="{FF2B5EF4-FFF2-40B4-BE49-F238E27FC236}">
                  <a16:creationId xmlns:a16="http://schemas.microsoft.com/office/drawing/2014/main" id="{C7443395-CFB5-496A-8069-F1B2D6D73034}"/>
                </a:ext>
                <a:ext uri="{C183D7F6-B498-43B3-948B-1728B52AA6E4}">
                  <adec:decorative xmlns:adec="http://schemas.microsoft.com/office/drawing/2017/decorative" val="1"/>
                </a:ext>
              </a:extLst>
            </p:cNvPr>
            <p:cNvCxnSpPr>
              <a:cxnSpLocks/>
            </p:cNvCxnSpPr>
            <p:nvPr/>
          </p:nvCxnSpPr>
          <p:spPr>
            <a:xfrm flipV="1">
              <a:off x="3828048" y="2228830"/>
              <a:ext cx="2740062" cy="3660395"/>
            </a:xfrm>
            <a:prstGeom prst="straightConnector1">
              <a:avLst/>
            </a:prstGeom>
            <a:ln w="762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TextBox increasing data">
              <a:extLst>
                <a:ext uri="{FF2B5EF4-FFF2-40B4-BE49-F238E27FC236}">
                  <a16:creationId xmlns:a16="http://schemas.microsoft.com/office/drawing/2014/main" id="{B4167026-C07D-40A5-BCD8-8742CA0AD8B7}"/>
                </a:ext>
              </a:extLst>
            </p:cNvPr>
            <p:cNvSpPr txBox="1"/>
            <p:nvPr/>
          </p:nvSpPr>
          <p:spPr>
            <a:xfrm>
              <a:off x="3715478" y="3817555"/>
              <a:ext cx="2678468" cy="738664"/>
            </a:xfrm>
            <a:prstGeom prst="rect">
              <a:avLst/>
            </a:prstGeom>
            <a:solidFill>
              <a:schemeClr val="bg1"/>
            </a:solidFill>
          </p:spPr>
          <p:txBody>
            <a:bodyPr wrap="square" rtlCol="0">
              <a:spAutoFit/>
            </a:bodyPr>
            <a:lstStyle/>
            <a:p>
              <a:r>
                <a:rPr lang="pt-BR" sz="1500">
                  <a:solidFill>
                    <a:schemeClr val="tx2"/>
                  </a:solidFill>
                </a:rPr>
                <a:t>Mais dados coletados e armazenados</a:t>
              </a:r>
              <a:endParaRPr lang="en-US" sz="1500" dirty="0">
                <a:solidFill>
                  <a:schemeClr val="tx2"/>
                </a:solidFill>
              </a:endParaRPr>
            </a:p>
          </p:txBody>
        </p:sp>
      </p:grpSp>
      <p:grpSp>
        <p:nvGrpSpPr>
          <p:cNvPr id="110" name="Blocks of Data">
            <a:extLst>
              <a:ext uri="{FF2B5EF4-FFF2-40B4-BE49-F238E27FC236}">
                <a16:creationId xmlns:a16="http://schemas.microsoft.com/office/drawing/2014/main" id="{03FB967F-7463-4F17-B0C4-115C3E4E8EE6}"/>
              </a:ext>
            </a:extLst>
          </p:cNvPr>
          <p:cNvGrpSpPr/>
          <p:nvPr/>
        </p:nvGrpSpPr>
        <p:grpSpPr>
          <a:xfrm>
            <a:off x="3148432" y="2595324"/>
            <a:ext cx="1797482" cy="2657375"/>
            <a:chOff x="4197908" y="2317432"/>
            <a:chExt cx="2396643" cy="3543166"/>
          </a:xfrm>
        </p:grpSpPr>
        <p:sp>
          <p:nvSpPr>
            <p:cNvPr id="33" name="Rectangle">
              <a:extLst>
                <a:ext uri="{FF2B5EF4-FFF2-40B4-BE49-F238E27FC236}">
                  <a16:creationId xmlns:a16="http://schemas.microsoft.com/office/drawing/2014/main" id="{37B1F7F7-23C9-4CC1-B551-038656D1B800}"/>
                </a:ext>
                <a:ext uri="{C183D7F6-B498-43B3-948B-1728B52AA6E4}">
                  <adec:decorative xmlns:adec="http://schemas.microsoft.com/office/drawing/2017/decorative" val="1"/>
                </a:ext>
              </a:extLst>
            </p:cNvPr>
            <p:cNvSpPr/>
            <p:nvPr/>
          </p:nvSpPr>
          <p:spPr>
            <a:xfrm>
              <a:off x="6228791" y="2714608"/>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1" name="Rectangle 50">
              <a:extLst>
                <a:ext uri="{FF2B5EF4-FFF2-40B4-BE49-F238E27FC236}">
                  <a16:creationId xmlns:a16="http://schemas.microsoft.com/office/drawing/2014/main" id="{AE8584E1-CA92-4DEC-9FEF-3CE75CAC8AB5}"/>
                </a:ext>
                <a:ext uri="{C183D7F6-B498-43B3-948B-1728B52AA6E4}">
                  <adec:decorative xmlns:adec="http://schemas.microsoft.com/office/drawing/2017/decorative" val="1"/>
                </a:ext>
              </a:extLst>
            </p:cNvPr>
            <p:cNvSpPr/>
            <p:nvPr/>
          </p:nvSpPr>
          <p:spPr>
            <a:xfrm>
              <a:off x="6228791" y="3111784"/>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2" name="Rectangle 51">
              <a:extLst>
                <a:ext uri="{FF2B5EF4-FFF2-40B4-BE49-F238E27FC236}">
                  <a16:creationId xmlns:a16="http://schemas.microsoft.com/office/drawing/2014/main" id="{744C7BFF-A0D2-4968-864B-E0739569E074}"/>
                </a:ext>
                <a:ext uri="{C183D7F6-B498-43B3-948B-1728B52AA6E4}">
                  <adec:decorative xmlns:adec="http://schemas.microsoft.com/office/drawing/2017/decorative" val="1"/>
                </a:ext>
              </a:extLst>
            </p:cNvPr>
            <p:cNvSpPr/>
            <p:nvPr/>
          </p:nvSpPr>
          <p:spPr>
            <a:xfrm>
              <a:off x="6228791" y="3508960"/>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3" name="Rectangle 52">
              <a:extLst>
                <a:ext uri="{FF2B5EF4-FFF2-40B4-BE49-F238E27FC236}">
                  <a16:creationId xmlns:a16="http://schemas.microsoft.com/office/drawing/2014/main" id="{853965E8-62A5-495E-AB83-16BC42EAE3E9}"/>
                </a:ext>
                <a:ext uri="{C183D7F6-B498-43B3-948B-1728B52AA6E4}">
                  <adec:decorative xmlns:adec="http://schemas.microsoft.com/office/drawing/2017/decorative" val="1"/>
                </a:ext>
              </a:extLst>
            </p:cNvPr>
            <p:cNvSpPr/>
            <p:nvPr/>
          </p:nvSpPr>
          <p:spPr>
            <a:xfrm>
              <a:off x="6228791" y="3906136"/>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4" name="Rectangle 53">
              <a:extLst>
                <a:ext uri="{FF2B5EF4-FFF2-40B4-BE49-F238E27FC236}">
                  <a16:creationId xmlns:a16="http://schemas.microsoft.com/office/drawing/2014/main" id="{07869751-375E-4EDA-87DF-4D21F69972F5}"/>
                </a:ext>
                <a:ext uri="{C183D7F6-B498-43B3-948B-1728B52AA6E4}">
                  <adec:decorative xmlns:adec="http://schemas.microsoft.com/office/drawing/2017/decorative" val="1"/>
                </a:ext>
              </a:extLst>
            </p:cNvPr>
            <p:cNvSpPr/>
            <p:nvPr/>
          </p:nvSpPr>
          <p:spPr>
            <a:xfrm>
              <a:off x="6228791" y="4303312"/>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5" name="Rectangle 54">
              <a:extLst>
                <a:ext uri="{FF2B5EF4-FFF2-40B4-BE49-F238E27FC236}">
                  <a16:creationId xmlns:a16="http://schemas.microsoft.com/office/drawing/2014/main" id="{6948922E-91EA-412A-B635-62745B45A157}"/>
                </a:ext>
                <a:ext uri="{C183D7F6-B498-43B3-948B-1728B52AA6E4}">
                  <adec:decorative xmlns:adec="http://schemas.microsoft.com/office/drawing/2017/decorative" val="1"/>
                </a:ext>
              </a:extLst>
            </p:cNvPr>
            <p:cNvSpPr/>
            <p:nvPr/>
          </p:nvSpPr>
          <p:spPr>
            <a:xfrm>
              <a:off x="6228791" y="4699397"/>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6" name="Rectangle 55">
              <a:extLst>
                <a:ext uri="{FF2B5EF4-FFF2-40B4-BE49-F238E27FC236}">
                  <a16:creationId xmlns:a16="http://schemas.microsoft.com/office/drawing/2014/main" id="{E28119A2-CBA8-4777-8FF7-50CF81C48FE4}"/>
                </a:ext>
                <a:ext uri="{C183D7F6-B498-43B3-948B-1728B52AA6E4}">
                  <adec:decorative xmlns:adec="http://schemas.microsoft.com/office/drawing/2017/decorative" val="1"/>
                </a:ext>
              </a:extLst>
            </p:cNvPr>
            <p:cNvSpPr/>
            <p:nvPr/>
          </p:nvSpPr>
          <p:spPr>
            <a:xfrm>
              <a:off x="6228791" y="5095135"/>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7" name="Rectangle 56">
              <a:extLst>
                <a:ext uri="{FF2B5EF4-FFF2-40B4-BE49-F238E27FC236}">
                  <a16:creationId xmlns:a16="http://schemas.microsoft.com/office/drawing/2014/main" id="{6205BB68-1927-4DAF-88D7-CE3C75944E13}"/>
                </a:ext>
                <a:ext uri="{C183D7F6-B498-43B3-948B-1728B52AA6E4}">
                  <adec:decorative xmlns:adec="http://schemas.microsoft.com/office/drawing/2017/decorative" val="1"/>
                </a:ext>
              </a:extLst>
            </p:cNvPr>
            <p:cNvSpPr/>
            <p:nvPr/>
          </p:nvSpPr>
          <p:spPr>
            <a:xfrm>
              <a:off x="6228791" y="5494838"/>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1" name="Rectangle 60">
              <a:extLst>
                <a:ext uri="{FF2B5EF4-FFF2-40B4-BE49-F238E27FC236}">
                  <a16:creationId xmlns:a16="http://schemas.microsoft.com/office/drawing/2014/main" id="{FFE698EB-80FE-4F8C-A70F-278DC384AD3E}"/>
                </a:ext>
                <a:ext uri="{C183D7F6-B498-43B3-948B-1728B52AA6E4}">
                  <adec:decorative xmlns:adec="http://schemas.microsoft.com/office/drawing/2017/decorative" val="1"/>
                </a:ext>
              </a:extLst>
            </p:cNvPr>
            <p:cNvSpPr/>
            <p:nvPr/>
          </p:nvSpPr>
          <p:spPr>
            <a:xfrm>
              <a:off x="5822616" y="3111784"/>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2" name="Rectangle 61">
              <a:extLst>
                <a:ext uri="{FF2B5EF4-FFF2-40B4-BE49-F238E27FC236}">
                  <a16:creationId xmlns:a16="http://schemas.microsoft.com/office/drawing/2014/main" id="{BB5D22DC-2A14-47FA-8CD9-4F62CDD2E6EA}"/>
                </a:ext>
                <a:ext uri="{C183D7F6-B498-43B3-948B-1728B52AA6E4}">
                  <adec:decorative xmlns:adec="http://schemas.microsoft.com/office/drawing/2017/decorative" val="1"/>
                </a:ext>
              </a:extLst>
            </p:cNvPr>
            <p:cNvSpPr/>
            <p:nvPr/>
          </p:nvSpPr>
          <p:spPr>
            <a:xfrm>
              <a:off x="5822616" y="3508960"/>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3" name="Rectangle 62">
              <a:extLst>
                <a:ext uri="{FF2B5EF4-FFF2-40B4-BE49-F238E27FC236}">
                  <a16:creationId xmlns:a16="http://schemas.microsoft.com/office/drawing/2014/main" id="{5B999029-1CB6-4E67-A522-5870EA12FEAC}"/>
                </a:ext>
                <a:ext uri="{C183D7F6-B498-43B3-948B-1728B52AA6E4}">
                  <adec:decorative xmlns:adec="http://schemas.microsoft.com/office/drawing/2017/decorative" val="1"/>
                </a:ext>
              </a:extLst>
            </p:cNvPr>
            <p:cNvSpPr/>
            <p:nvPr/>
          </p:nvSpPr>
          <p:spPr>
            <a:xfrm>
              <a:off x="5822616" y="3906136"/>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4" name="Rectangle 63">
              <a:extLst>
                <a:ext uri="{FF2B5EF4-FFF2-40B4-BE49-F238E27FC236}">
                  <a16:creationId xmlns:a16="http://schemas.microsoft.com/office/drawing/2014/main" id="{CFF89DB5-BB89-4C11-8BD0-F9E4B76C2748}"/>
                </a:ext>
                <a:ext uri="{C183D7F6-B498-43B3-948B-1728B52AA6E4}">
                  <adec:decorative xmlns:adec="http://schemas.microsoft.com/office/drawing/2017/decorative" val="1"/>
                </a:ext>
              </a:extLst>
            </p:cNvPr>
            <p:cNvSpPr/>
            <p:nvPr/>
          </p:nvSpPr>
          <p:spPr>
            <a:xfrm>
              <a:off x="5822616" y="4303312"/>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5" name="Rectangle 64">
              <a:extLst>
                <a:ext uri="{FF2B5EF4-FFF2-40B4-BE49-F238E27FC236}">
                  <a16:creationId xmlns:a16="http://schemas.microsoft.com/office/drawing/2014/main" id="{4ABFF88C-B9F6-40AA-ACE3-896B5FD6B35C}"/>
                </a:ext>
                <a:ext uri="{C183D7F6-B498-43B3-948B-1728B52AA6E4}">
                  <adec:decorative xmlns:adec="http://schemas.microsoft.com/office/drawing/2017/decorative" val="1"/>
                </a:ext>
              </a:extLst>
            </p:cNvPr>
            <p:cNvSpPr/>
            <p:nvPr/>
          </p:nvSpPr>
          <p:spPr>
            <a:xfrm>
              <a:off x="5822616" y="4699397"/>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6" name="Rectangle 65">
              <a:extLst>
                <a:ext uri="{FF2B5EF4-FFF2-40B4-BE49-F238E27FC236}">
                  <a16:creationId xmlns:a16="http://schemas.microsoft.com/office/drawing/2014/main" id="{1FE45DFC-65C3-413A-BD38-1322BAA3C1E9}"/>
                </a:ext>
                <a:ext uri="{C183D7F6-B498-43B3-948B-1728B52AA6E4}">
                  <adec:decorative xmlns:adec="http://schemas.microsoft.com/office/drawing/2017/decorative" val="1"/>
                </a:ext>
              </a:extLst>
            </p:cNvPr>
            <p:cNvSpPr/>
            <p:nvPr/>
          </p:nvSpPr>
          <p:spPr>
            <a:xfrm>
              <a:off x="5822616" y="5095135"/>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67" name="Rectangle 66">
              <a:extLst>
                <a:ext uri="{FF2B5EF4-FFF2-40B4-BE49-F238E27FC236}">
                  <a16:creationId xmlns:a16="http://schemas.microsoft.com/office/drawing/2014/main" id="{3EF4267A-23FA-48B6-8CF2-A6F2600C23B5}"/>
                </a:ext>
                <a:ext uri="{C183D7F6-B498-43B3-948B-1728B52AA6E4}">
                  <adec:decorative xmlns:adec="http://schemas.microsoft.com/office/drawing/2017/decorative" val="1"/>
                </a:ext>
              </a:extLst>
            </p:cNvPr>
            <p:cNvSpPr/>
            <p:nvPr/>
          </p:nvSpPr>
          <p:spPr>
            <a:xfrm>
              <a:off x="5822616" y="5494838"/>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72" name="Rectangle 71">
              <a:extLst>
                <a:ext uri="{FF2B5EF4-FFF2-40B4-BE49-F238E27FC236}">
                  <a16:creationId xmlns:a16="http://schemas.microsoft.com/office/drawing/2014/main" id="{36A786D8-A53C-4513-B469-48BA93170CE2}"/>
                </a:ext>
                <a:ext uri="{C183D7F6-B498-43B3-948B-1728B52AA6E4}">
                  <adec:decorative xmlns:adec="http://schemas.microsoft.com/office/drawing/2017/decorative" val="1"/>
                </a:ext>
              </a:extLst>
            </p:cNvPr>
            <p:cNvSpPr/>
            <p:nvPr/>
          </p:nvSpPr>
          <p:spPr>
            <a:xfrm>
              <a:off x="5416439" y="3508960"/>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73" name="Rectangle 72">
              <a:extLst>
                <a:ext uri="{FF2B5EF4-FFF2-40B4-BE49-F238E27FC236}">
                  <a16:creationId xmlns:a16="http://schemas.microsoft.com/office/drawing/2014/main" id="{F5020193-10B5-439A-8EA4-F144B9C94AF2}"/>
                </a:ext>
                <a:ext uri="{C183D7F6-B498-43B3-948B-1728B52AA6E4}">
                  <adec:decorative xmlns:adec="http://schemas.microsoft.com/office/drawing/2017/decorative" val="1"/>
                </a:ext>
              </a:extLst>
            </p:cNvPr>
            <p:cNvSpPr/>
            <p:nvPr/>
          </p:nvSpPr>
          <p:spPr>
            <a:xfrm>
              <a:off x="5416439" y="3906136"/>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74" name="Rectangle 73">
              <a:extLst>
                <a:ext uri="{FF2B5EF4-FFF2-40B4-BE49-F238E27FC236}">
                  <a16:creationId xmlns:a16="http://schemas.microsoft.com/office/drawing/2014/main" id="{C8AEF0B6-67C4-462C-AEB1-CF38C8243628}"/>
                </a:ext>
                <a:ext uri="{C183D7F6-B498-43B3-948B-1728B52AA6E4}">
                  <adec:decorative xmlns:adec="http://schemas.microsoft.com/office/drawing/2017/decorative" val="1"/>
                </a:ext>
              </a:extLst>
            </p:cNvPr>
            <p:cNvSpPr/>
            <p:nvPr/>
          </p:nvSpPr>
          <p:spPr>
            <a:xfrm>
              <a:off x="5416439" y="4303312"/>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75" name="Rectangle 74">
              <a:extLst>
                <a:ext uri="{FF2B5EF4-FFF2-40B4-BE49-F238E27FC236}">
                  <a16:creationId xmlns:a16="http://schemas.microsoft.com/office/drawing/2014/main" id="{473D89DD-C64C-4D9B-A274-769C98F268D4}"/>
                </a:ext>
                <a:ext uri="{C183D7F6-B498-43B3-948B-1728B52AA6E4}">
                  <adec:decorative xmlns:adec="http://schemas.microsoft.com/office/drawing/2017/decorative" val="1"/>
                </a:ext>
              </a:extLst>
            </p:cNvPr>
            <p:cNvSpPr/>
            <p:nvPr/>
          </p:nvSpPr>
          <p:spPr>
            <a:xfrm>
              <a:off x="5416439" y="4699397"/>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76" name="Rectangle 75">
              <a:extLst>
                <a:ext uri="{FF2B5EF4-FFF2-40B4-BE49-F238E27FC236}">
                  <a16:creationId xmlns:a16="http://schemas.microsoft.com/office/drawing/2014/main" id="{1B11251A-3460-4BA7-AC6F-EB42EA7EAD61}"/>
                </a:ext>
                <a:ext uri="{C183D7F6-B498-43B3-948B-1728B52AA6E4}">
                  <adec:decorative xmlns:adec="http://schemas.microsoft.com/office/drawing/2017/decorative" val="1"/>
                </a:ext>
              </a:extLst>
            </p:cNvPr>
            <p:cNvSpPr/>
            <p:nvPr/>
          </p:nvSpPr>
          <p:spPr>
            <a:xfrm>
              <a:off x="5416439" y="5095135"/>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77" name="Rectangle 76">
              <a:extLst>
                <a:ext uri="{FF2B5EF4-FFF2-40B4-BE49-F238E27FC236}">
                  <a16:creationId xmlns:a16="http://schemas.microsoft.com/office/drawing/2014/main" id="{59C470BA-49B8-43BC-BD27-626A74B4C451}"/>
                </a:ext>
                <a:ext uri="{C183D7F6-B498-43B3-948B-1728B52AA6E4}">
                  <adec:decorative xmlns:adec="http://schemas.microsoft.com/office/drawing/2017/decorative" val="1"/>
                </a:ext>
              </a:extLst>
            </p:cNvPr>
            <p:cNvSpPr/>
            <p:nvPr/>
          </p:nvSpPr>
          <p:spPr>
            <a:xfrm>
              <a:off x="5416439" y="5494838"/>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4" name="Rectangle 83">
              <a:extLst>
                <a:ext uri="{FF2B5EF4-FFF2-40B4-BE49-F238E27FC236}">
                  <a16:creationId xmlns:a16="http://schemas.microsoft.com/office/drawing/2014/main" id="{61B14546-6E2A-4729-B2D5-2F1C34F5CE18}"/>
                </a:ext>
                <a:ext uri="{C183D7F6-B498-43B3-948B-1728B52AA6E4}">
                  <adec:decorative xmlns:adec="http://schemas.microsoft.com/office/drawing/2017/decorative" val="1"/>
                </a:ext>
              </a:extLst>
            </p:cNvPr>
            <p:cNvSpPr/>
            <p:nvPr/>
          </p:nvSpPr>
          <p:spPr>
            <a:xfrm>
              <a:off x="5010262" y="4303312"/>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5" name="Rectangle 84">
              <a:extLst>
                <a:ext uri="{FF2B5EF4-FFF2-40B4-BE49-F238E27FC236}">
                  <a16:creationId xmlns:a16="http://schemas.microsoft.com/office/drawing/2014/main" id="{6CD0DBE8-D415-4184-BCE3-345779392CA6}"/>
                </a:ext>
                <a:ext uri="{C183D7F6-B498-43B3-948B-1728B52AA6E4}">
                  <adec:decorative xmlns:adec="http://schemas.microsoft.com/office/drawing/2017/decorative" val="1"/>
                </a:ext>
              </a:extLst>
            </p:cNvPr>
            <p:cNvSpPr/>
            <p:nvPr/>
          </p:nvSpPr>
          <p:spPr>
            <a:xfrm>
              <a:off x="5010262" y="4699397"/>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6" name="Rectangle 85">
              <a:extLst>
                <a:ext uri="{FF2B5EF4-FFF2-40B4-BE49-F238E27FC236}">
                  <a16:creationId xmlns:a16="http://schemas.microsoft.com/office/drawing/2014/main" id="{924F534C-BD61-4C29-9675-6EAF9131B52F}"/>
                </a:ext>
                <a:ext uri="{C183D7F6-B498-43B3-948B-1728B52AA6E4}">
                  <adec:decorative xmlns:adec="http://schemas.microsoft.com/office/drawing/2017/decorative" val="1"/>
                </a:ext>
              </a:extLst>
            </p:cNvPr>
            <p:cNvSpPr/>
            <p:nvPr/>
          </p:nvSpPr>
          <p:spPr>
            <a:xfrm>
              <a:off x="5010262" y="5095135"/>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7" name="Rectangle 86">
              <a:extLst>
                <a:ext uri="{FF2B5EF4-FFF2-40B4-BE49-F238E27FC236}">
                  <a16:creationId xmlns:a16="http://schemas.microsoft.com/office/drawing/2014/main" id="{C5D4F0ED-B5F1-4679-AABF-10F868F15175}"/>
                </a:ext>
                <a:ext uri="{C183D7F6-B498-43B3-948B-1728B52AA6E4}">
                  <adec:decorative xmlns:adec="http://schemas.microsoft.com/office/drawing/2017/decorative" val="1"/>
                </a:ext>
              </a:extLst>
            </p:cNvPr>
            <p:cNvSpPr/>
            <p:nvPr/>
          </p:nvSpPr>
          <p:spPr>
            <a:xfrm>
              <a:off x="5010262" y="5494838"/>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93" name="Rectangle 92">
              <a:extLst>
                <a:ext uri="{FF2B5EF4-FFF2-40B4-BE49-F238E27FC236}">
                  <a16:creationId xmlns:a16="http://schemas.microsoft.com/office/drawing/2014/main" id="{6AB79BB8-ABDA-4A5E-8C89-C3FF5E77EC95}"/>
                </a:ext>
                <a:ext uri="{C183D7F6-B498-43B3-948B-1728B52AA6E4}">
                  <adec:decorative xmlns:adec="http://schemas.microsoft.com/office/drawing/2017/decorative" val="1"/>
                </a:ext>
              </a:extLst>
            </p:cNvPr>
            <p:cNvSpPr/>
            <p:nvPr/>
          </p:nvSpPr>
          <p:spPr>
            <a:xfrm>
              <a:off x="5822616" y="2714608"/>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94" name="Rectangle 93" descr="Six columns of stacked blocks of increasing height that represent additional stored data.">
              <a:extLst>
                <a:ext uri="{FF2B5EF4-FFF2-40B4-BE49-F238E27FC236}">
                  <a16:creationId xmlns:a16="http://schemas.microsoft.com/office/drawing/2014/main" id="{EDCC70E2-4842-4B9B-ACF1-E3E2AFA4FECB}"/>
                </a:ext>
                <a:ext uri="{C183D7F6-B498-43B3-948B-1728B52AA6E4}">
                  <adec:decorative xmlns:adec="http://schemas.microsoft.com/office/drawing/2017/decorative" val="0"/>
                </a:ext>
              </a:extLst>
            </p:cNvPr>
            <p:cNvSpPr/>
            <p:nvPr/>
          </p:nvSpPr>
          <p:spPr>
            <a:xfrm>
              <a:off x="6228791" y="2317432"/>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96" name="Rectangle 95">
              <a:extLst>
                <a:ext uri="{FF2B5EF4-FFF2-40B4-BE49-F238E27FC236}">
                  <a16:creationId xmlns:a16="http://schemas.microsoft.com/office/drawing/2014/main" id="{D352B69A-CB25-4A3D-A786-2AEC0A77EB80}"/>
                </a:ext>
                <a:ext uri="{C183D7F6-B498-43B3-948B-1728B52AA6E4}">
                  <adec:decorative xmlns:adec="http://schemas.microsoft.com/office/drawing/2017/decorative" val="1"/>
                </a:ext>
              </a:extLst>
            </p:cNvPr>
            <p:cNvSpPr/>
            <p:nvPr/>
          </p:nvSpPr>
          <p:spPr>
            <a:xfrm>
              <a:off x="4599339" y="4699397"/>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97" name="Rectangle 96">
              <a:extLst>
                <a:ext uri="{FF2B5EF4-FFF2-40B4-BE49-F238E27FC236}">
                  <a16:creationId xmlns:a16="http://schemas.microsoft.com/office/drawing/2014/main" id="{728F4C61-6E34-45EF-906F-90E2F68AFC1D}"/>
                </a:ext>
                <a:ext uri="{C183D7F6-B498-43B3-948B-1728B52AA6E4}">
                  <adec:decorative xmlns:adec="http://schemas.microsoft.com/office/drawing/2017/decorative" val="1"/>
                </a:ext>
              </a:extLst>
            </p:cNvPr>
            <p:cNvSpPr/>
            <p:nvPr/>
          </p:nvSpPr>
          <p:spPr>
            <a:xfrm>
              <a:off x="4599339" y="5095135"/>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98" name="Rectangle 97">
              <a:extLst>
                <a:ext uri="{FF2B5EF4-FFF2-40B4-BE49-F238E27FC236}">
                  <a16:creationId xmlns:a16="http://schemas.microsoft.com/office/drawing/2014/main" id="{72DA7A09-A993-4DE8-A155-BEA59654D904}"/>
                </a:ext>
                <a:ext uri="{C183D7F6-B498-43B3-948B-1728B52AA6E4}">
                  <adec:decorative xmlns:adec="http://schemas.microsoft.com/office/drawing/2017/decorative" val="1"/>
                </a:ext>
              </a:extLst>
            </p:cNvPr>
            <p:cNvSpPr/>
            <p:nvPr/>
          </p:nvSpPr>
          <p:spPr>
            <a:xfrm>
              <a:off x="4599339" y="5494838"/>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03" name="Rectangle 102">
              <a:extLst>
                <a:ext uri="{FF2B5EF4-FFF2-40B4-BE49-F238E27FC236}">
                  <a16:creationId xmlns:a16="http://schemas.microsoft.com/office/drawing/2014/main" id="{5C116A17-58B8-4891-9AC6-75C965247F4B}"/>
                </a:ext>
                <a:ext uri="{C183D7F6-B498-43B3-948B-1728B52AA6E4}">
                  <adec:decorative xmlns:adec="http://schemas.microsoft.com/office/drawing/2017/decorative" val="1"/>
                </a:ext>
              </a:extLst>
            </p:cNvPr>
            <p:cNvSpPr/>
            <p:nvPr/>
          </p:nvSpPr>
          <p:spPr>
            <a:xfrm>
              <a:off x="4197908" y="5494838"/>
              <a:ext cx="365760" cy="365760"/>
            </a:xfrm>
            <a:prstGeom prst="rect">
              <a:avLst/>
            </a:prstGeom>
            <a:solidFill>
              <a:schemeClr val="accent6"/>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22" name="Textbox downsides of more data">
            <a:extLst>
              <a:ext uri="{FF2B5EF4-FFF2-40B4-BE49-F238E27FC236}">
                <a16:creationId xmlns:a16="http://schemas.microsoft.com/office/drawing/2014/main" id="{57CF05C8-E5D5-422D-BDB1-29C53A70FF1A}"/>
              </a:ext>
            </a:extLst>
          </p:cNvPr>
          <p:cNvSpPr txBox="1"/>
          <p:nvPr/>
        </p:nvSpPr>
        <p:spPr>
          <a:xfrm>
            <a:off x="5377340" y="2308498"/>
            <a:ext cx="3295603" cy="1246495"/>
          </a:xfrm>
          <a:prstGeom prst="rect">
            <a:avLst/>
          </a:prstGeom>
          <a:noFill/>
        </p:spPr>
        <p:txBody>
          <a:bodyPr wrap="square" rtlCol="0">
            <a:spAutoFit/>
          </a:bodyPr>
          <a:lstStyle/>
          <a:p>
            <a:pPr marL="257175" indent="-257175">
              <a:buFont typeface="Arial" panose="020B0604020202020204" pitchFamily="34" charset="0"/>
              <a:buChar char="•"/>
            </a:pPr>
            <a:r>
              <a:rPr lang="pt-BR" sz="1500">
                <a:solidFill>
                  <a:schemeClr val="tx2"/>
                </a:solidFill>
              </a:rPr>
              <a:t>Custos de dados mais altos
Mais dados não estruturados
Maiores riscos de segurança
Processamento de consultas mais lento</a:t>
            </a:r>
            <a:endParaRPr lang="en-US" sz="1500" dirty="0">
              <a:solidFill>
                <a:schemeClr val="tx2"/>
              </a:solidFill>
            </a:endParaRPr>
          </a:p>
        </p:txBody>
      </p:sp>
      <p:cxnSp>
        <p:nvCxnSpPr>
          <p:cNvPr id="107" name="Arrow Increasing costs">
            <a:extLst>
              <a:ext uri="{FF2B5EF4-FFF2-40B4-BE49-F238E27FC236}">
                <a16:creationId xmlns:a16="http://schemas.microsoft.com/office/drawing/2014/main" id="{8B16478E-F0E7-4E4A-9F6C-53F6AFC2DA13}"/>
              </a:ext>
              <a:ext uri="{C183D7F6-B498-43B3-948B-1728B52AA6E4}">
                <adec:decorative xmlns:adec="http://schemas.microsoft.com/office/drawing/2017/decorative" val="1"/>
              </a:ext>
            </a:extLst>
          </p:cNvPr>
          <p:cNvCxnSpPr>
            <a:cxnSpLocks/>
          </p:cNvCxnSpPr>
          <p:nvPr/>
        </p:nvCxnSpPr>
        <p:spPr>
          <a:xfrm flipV="1">
            <a:off x="5262530" y="2294073"/>
            <a:ext cx="0" cy="2991950"/>
          </a:xfrm>
          <a:prstGeom prst="straightConnector1">
            <a:avLst/>
          </a:prstGeom>
          <a:ln w="7620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ustDataLst>
      <p:tags r:id="rId1"/>
    </p:custDataLst>
    <p:extLst>
      <p:ext uri="{BB962C8B-B14F-4D97-AF65-F5344CB8AC3E}">
        <p14:creationId xmlns:p14="http://schemas.microsoft.com/office/powerpoint/2010/main" val="5229949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B59298-172C-47B3-AA00-B5AACE9558B7}"/>
              </a:ext>
            </a:extLst>
          </p:cNvPr>
          <p:cNvSpPr>
            <a:spLocks noGrp="1"/>
          </p:cNvSpPr>
          <p:nvPr>
            <p:ph type="sldNum" sz="quarter" idx="10"/>
          </p:nvPr>
        </p:nvSpPr>
        <p:spPr/>
        <p:txBody>
          <a:bodyPr/>
          <a:lstStyle/>
          <a:p>
            <a:fld id="{363DB862-5E2B-42BB-8337-D46E9881345F}" type="slidenum">
              <a:rPr lang="en-US" smtClean="0"/>
              <a:pPr/>
              <a:t>76</a:t>
            </a:fld>
            <a:endParaRPr lang="en-US" dirty="0"/>
          </a:p>
        </p:txBody>
      </p:sp>
      <p:sp>
        <p:nvSpPr>
          <p:cNvPr id="3" name="Title 2">
            <a:extLst>
              <a:ext uri="{FF2B5EF4-FFF2-40B4-BE49-F238E27FC236}">
                <a16:creationId xmlns:a16="http://schemas.microsoft.com/office/drawing/2014/main" id="{D84B8FBD-FA17-4055-884A-7BFB67C7CEC6}"/>
              </a:ext>
            </a:extLst>
          </p:cNvPr>
          <p:cNvSpPr>
            <a:spLocks noGrp="1"/>
          </p:cNvSpPr>
          <p:nvPr>
            <p:ph type="title"/>
          </p:nvPr>
        </p:nvSpPr>
        <p:spPr>
          <a:xfrm>
            <a:off x="461119" y="707414"/>
            <a:ext cx="8221762" cy="994172"/>
          </a:xfrm>
        </p:spPr>
        <p:txBody>
          <a:bodyPr>
            <a:normAutofit/>
          </a:bodyPr>
          <a:lstStyle/>
          <a:p>
            <a:r>
              <a:rPr lang="pt-BR" sz="2700"/>
              <a:t>Os dados tornam-se menos valiosos para a tomada de decisões ao longo do tempo</a:t>
            </a:r>
            <a:endParaRPr lang="en-US" sz="2700" dirty="0"/>
          </a:p>
        </p:txBody>
      </p:sp>
      <p:sp>
        <p:nvSpPr>
          <p:cNvPr id="45" name="Arrow: Incoming data">
            <a:extLst>
              <a:ext uri="{FF2B5EF4-FFF2-40B4-BE49-F238E27FC236}">
                <a16:creationId xmlns:a16="http://schemas.microsoft.com/office/drawing/2014/main" id="{06E5A05F-8C82-4C53-A4D4-382999951BF1}"/>
              </a:ext>
            </a:extLst>
          </p:cNvPr>
          <p:cNvSpPr/>
          <p:nvPr/>
        </p:nvSpPr>
        <p:spPr>
          <a:xfrm>
            <a:off x="78973" y="4575784"/>
            <a:ext cx="1519629" cy="994172"/>
          </a:xfrm>
          <a:prstGeom prst="chevron">
            <a:avLst>
              <a:gd name="adj" fmla="val 29118"/>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pt-BR" sz="1200">
                <a:solidFill>
                  <a:schemeClr val="bg1"/>
                </a:solidFill>
              </a:rPr>
              <a:t>Com que rapidez você pode analisar os dados recebidos?</a:t>
            </a:r>
            <a:endParaRPr lang="en-US" sz="1200" dirty="0">
              <a:solidFill>
                <a:schemeClr val="bg1"/>
              </a:solidFill>
            </a:endParaRPr>
          </a:p>
        </p:txBody>
      </p:sp>
      <p:cxnSp>
        <p:nvCxnSpPr>
          <p:cNvPr id="43" name="Straight Arrow Connector 42">
            <a:extLst>
              <a:ext uri="{FF2B5EF4-FFF2-40B4-BE49-F238E27FC236}">
                <a16:creationId xmlns:a16="http://schemas.microsoft.com/office/drawing/2014/main" id="{985BF443-9A86-4D3A-A266-9D32595DCE31}"/>
              </a:ext>
              <a:ext uri="{C183D7F6-B498-43B3-948B-1728B52AA6E4}">
                <adec:decorative xmlns:adec="http://schemas.microsoft.com/office/drawing/2017/decorative" val="1"/>
              </a:ext>
            </a:extLst>
          </p:cNvPr>
          <p:cNvCxnSpPr/>
          <p:nvPr/>
        </p:nvCxnSpPr>
        <p:spPr>
          <a:xfrm>
            <a:off x="1605666" y="5076043"/>
            <a:ext cx="7132320" cy="0"/>
          </a:xfrm>
          <a:prstGeom prst="straightConnector1">
            <a:avLst/>
          </a:prstGeom>
          <a:ln w="44450">
            <a:solidFill>
              <a:schemeClr val="accent4"/>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71313BC7-F923-48B3-981D-75096E2F9BDD}"/>
              </a:ext>
            </a:extLst>
          </p:cNvPr>
          <p:cNvGrpSpPr/>
          <p:nvPr/>
        </p:nvGrpSpPr>
        <p:grpSpPr>
          <a:xfrm>
            <a:off x="1569096" y="1781957"/>
            <a:ext cx="1682178" cy="3873839"/>
            <a:chOff x="2141223" y="1232942"/>
            <a:chExt cx="2193808" cy="5165118"/>
          </a:xfrm>
        </p:grpSpPr>
        <p:sp>
          <p:nvSpPr>
            <p:cNvPr id="23" name="Near real-time">
              <a:extLst>
                <a:ext uri="{FF2B5EF4-FFF2-40B4-BE49-F238E27FC236}">
                  <a16:creationId xmlns:a16="http://schemas.microsoft.com/office/drawing/2014/main" id="{F03DEB20-5989-40C6-9072-F9CCDDCC9D14}"/>
                </a:ext>
              </a:extLst>
            </p:cNvPr>
            <p:cNvSpPr txBox="1"/>
            <p:nvPr/>
          </p:nvSpPr>
          <p:spPr>
            <a:xfrm>
              <a:off x="2141223" y="5700433"/>
              <a:ext cx="2177575" cy="697627"/>
            </a:xfrm>
            <a:prstGeom prst="rect">
              <a:avLst/>
            </a:prstGeom>
            <a:solidFill>
              <a:schemeClr val="bg1"/>
            </a:solidFill>
          </p:spPr>
          <p:txBody>
            <a:bodyPr wrap="square" rtlCol="0">
              <a:spAutoFit/>
            </a:bodyPr>
            <a:lstStyle/>
            <a:p>
              <a:pPr algn="ctr"/>
              <a:r>
                <a:rPr lang="en-US" sz="1400">
                  <a:solidFill>
                    <a:schemeClr val="tx2"/>
                  </a:solidFill>
                </a:rPr>
                <a:t>Quase em tempo real</a:t>
              </a:r>
              <a:endParaRPr lang="en-US" sz="1400" dirty="0">
                <a:solidFill>
                  <a:schemeClr val="tx2"/>
                </a:solidFill>
              </a:endParaRPr>
            </a:p>
          </p:txBody>
        </p:sp>
        <p:sp>
          <p:nvSpPr>
            <p:cNvPr id="4" name="Preventative">
              <a:extLst>
                <a:ext uri="{FF2B5EF4-FFF2-40B4-BE49-F238E27FC236}">
                  <a16:creationId xmlns:a16="http://schemas.microsoft.com/office/drawing/2014/main" id="{66CF99F1-27C1-4E35-91AF-7DAB2304B76E}"/>
                </a:ext>
              </a:extLst>
            </p:cNvPr>
            <p:cNvSpPr/>
            <p:nvPr/>
          </p:nvSpPr>
          <p:spPr>
            <a:xfrm>
              <a:off x="2188507" y="1232942"/>
              <a:ext cx="2146524" cy="4284955"/>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Mais valioso: </a:t>
              </a:r>
              <a:r>
                <a:rPr lang="en-US" sz="1200"/>
                <a:t>Preventivo/ Preditivo</a:t>
              </a:r>
              <a:endParaRPr lang="en-US" sz="1200" dirty="0"/>
            </a:p>
          </p:txBody>
        </p:sp>
      </p:grpSp>
      <p:grpSp>
        <p:nvGrpSpPr>
          <p:cNvPr id="48" name="Group 47">
            <a:extLst>
              <a:ext uri="{FF2B5EF4-FFF2-40B4-BE49-F238E27FC236}">
                <a16:creationId xmlns:a16="http://schemas.microsoft.com/office/drawing/2014/main" id="{6E280AF4-1814-44C4-875E-6BC0372D2485}"/>
              </a:ext>
            </a:extLst>
          </p:cNvPr>
          <p:cNvGrpSpPr/>
          <p:nvPr/>
        </p:nvGrpSpPr>
        <p:grpSpPr>
          <a:xfrm>
            <a:off x="3369114" y="2751762"/>
            <a:ext cx="1658659" cy="2688590"/>
            <a:chOff x="4502947" y="2526016"/>
            <a:chExt cx="2211545" cy="3584786"/>
          </a:xfrm>
        </p:grpSpPr>
        <p:sp>
          <p:nvSpPr>
            <p:cNvPr id="32" name="Within seconds">
              <a:extLst>
                <a:ext uri="{FF2B5EF4-FFF2-40B4-BE49-F238E27FC236}">
                  <a16:creationId xmlns:a16="http://schemas.microsoft.com/office/drawing/2014/main" id="{1E9DEBEB-2B41-49EB-B693-DE275CF0F39B}"/>
                </a:ext>
              </a:extLst>
            </p:cNvPr>
            <p:cNvSpPr txBox="1"/>
            <p:nvPr/>
          </p:nvSpPr>
          <p:spPr>
            <a:xfrm>
              <a:off x="4502947" y="5700433"/>
              <a:ext cx="2194560" cy="410369"/>
            </a:xfrm>
            <a:prstGeom prst="rect">
              <a:avLst/>
            </a:prstGeom>
            <a:solidFill>
              <a:schemeClr val="bg1"/>
            </a:solidFill>
          </p:spPr>
          <p:txBody>
            <a:bodyPr wrap="square" rtlCol="0">
              <a:spAutoFit/>
            </a:bodyPr>
            <a:lstStyle/>
            <a:p>
              <a:pPr algn="ctr"/>
              <a:r>
                <a:rPr lang="en-US" sz="1400">
                  <a:solidFill>
                    <a:schemeClr val="tx2"/>
                  </a:solidFill>
                </a:rPr>
                <a:t>Em segundos</a:t>
              </a:r>
              <a:endParaRPr lang="en-US" sz="1400" dirty="0">
                <a:solidFill>
                  <a:schemeClr val="tx2"/>
                </a:solidFill>
              </a:endParaRPr>
            </a:p>
          </p:txBody>
        </p:sp>
        <p:sp>
          <p:nvSpPr>
            <p:cNvPr id="5" name="Actionable">
              <a:extLst>
                <a:ext uri="{FF2B5EF4-FFF2-40B4-BE49-F238E27FC236}">
                  <a16:creationId xmlns:a16="http://schemas.microsoft.com/office/drawing/2014/main" id="{7587F516-98F7-4C80-AE41-57F57B3BAF51}"/>
                </a:ext>
              </a:extLst>
            </p:cNvPr>
            <p:cNvSpPr/>
            <p:nvPr/>
          </p:nvSpPr>
          <p:spPr>
            <a:xfrm>
              <a:off x="4519932" y="2526016"/>
              <a:ext cx="2194560" cy="2991881"/>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Base de ação</a:t>
              </a:r>
              <a:endParaRPr lang="en-US" sz="1200" dirty="0"/>
            </a:p>
          </p:txBody>
        </p:sp>
      </p:grpSp>
      <p:grpSp>
        <p:nvGrpSpPr>
          <p:cNvPr id="49" name="Group 48">
            <a:extLst>
              <a:ext uri="{FF2B5EF4-FFF2-40B4-BE49-F238E27FC236}">
                <a16:creationId xmlns:a16="http://schemas.microsoft.com/office/drawing/2014/main" id="{5D3D90CD-8200-45EC-B447-ACB5913ED44F}"/>
              </a:ext>
            </a:extLst>
          </p:cNvPr>
          <p:cNvGrpSpPr/>
          <p:nvPr/>
        </p:nvGrpSpPr>
        <p:grpSpPr>
          <a:xfrm>
            <a:off x="5145049" y="3490732"/>
            <a:ext cx="1645920" cy="2165064"/>
            <a:chOff x="6958013" y="3511308"/>
            <a:chExt cx="2194560" cy="2886753"/>
          </a:xfrm>
        </p:grpSpPr>
        <p:sp>
          <p:nvSpPr>
            <p:cNvPr id="33" name="Within minutes">
              <a:extLst>
                <a:ext uri="{FF2B5EF4-FFF2-40B4-BE49-F238E27FC236}">
                  <a16:creationId xmlns:a16="http://schemas.microsoft.com/office/drawing/2014/main" id="{86ECA02D-FB81-46A7-A903-17862654C6B9}"/>
                </a:ext>
              </a:extLst>
            </p:cNvPr>
            <p:cNvSpPr txBox="1"/>
            <p:nvPr/>
          </p:nvSpPr>
          <p:spPr>
            <a:xfrm>
              <a:off x="6958013" y="5700434"/>
              <a:ext cx="2194560" cy="697627"/>
            </a:xfrm>
            <a:prstGeom prst="rect">
              <a:avLst/>
            </a:prstGeom>
            <a:solidFill>
              <a:schemeClr val="bg1"/>
            </a:solidFill>
          </p:spPr>
          <p:txBody>
            <a:bodyPr wrap="square" rtlCol="0">
              <a:spAutoFit/>
            </a:bodyPr>
            <a:lstStyle/>
            <a:p>
              <a:pPr algn="ctr"/>
              <a:r>
                <a:rPr lang="pt-BR" sz="1400">
                  <a:solidFill>
                    <a:schemeClr val="tx2"/>
                  </a:solidFill>
                </a:rPr>
                <a:t>Dentro de minutos a horas</a:t>
              </a:r>
              <a:endParaRPr lang="en-US" sz="1400" dirty="0">
                <a:solidFill>
                  <a:schemeClr val="tx2"/>
                </a:solidFill>
              </a:endParaRPr>
            </a:p>
          </p:txBody>
        </p:sp>
        <p:sp>
          <p:nvSpPr>
            <p:cNvPr id="6" name="Reactive">
              <a:extLst>
                <a:ext uri="{FF2B5EF4-FFF2-40B4-BE49-F238E27FC236}">
                  <a16:creationId xmlns:a16="http://schemas.microsoft.com/office/drawing/2014/main" id="{19941AFC-F919-459A-AA1B-C01D9FA56C61}"/>
                </a:ext>
              </a:extLst>
            </p:cNvPr>
            <p:cNvSpPr/>
            <p:nvPr/>
          </p:nvSpPr>
          <p:spPr>
            <a:xfrm>
              <a:off x="6958013" y="3511308"/>
              <a:ext cx="2194560" cy="2006589"/>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Reativo</a:t>
              </a:r>
              <a:endParaRPr lang="en-US" sz="1200" dirty="0"/>
            </a:p>
          </p:txBody>
        </p:sp>
      </p:grpSp>
      <p:grpSp>
        <p:nvGrpSpPr>
          <p:cNvPr id="50" name="Group 49">
            <a:extLst>
              <a:ext uri="{FF2B5EF4-FFF2-40B4-BE49-F238E27FC236}">
                <a16:creationId xmlns:a16="http://schemas.microsoft.com/office/drawing/2014/main" id="{0DF5E4BE-A264-4855-B655-C90CA6D24A84}"/>
              </a:ext>
            </a:extLst>
          </p:cNvPr>
          <p:cNvGrpSpPr/>
          <p:nvPr/>
        </p:nvGrpSpPr>
        <p:grpSpPr>
          <a:xfrm>
            <a:off x="6908246" y="4128896"/>
            <a:ext cx="1693796" cy="1526897"/>
            <a:chOff x="9210994" y="4362197"/>
            <a:chExt cx="2258395" cy="2035863"/>
          </a:xfrm>
        </p:grpSpPr>
        <p:sp>
          <p:nvSpPr>
            <p:cNvPr id="34" name="within days">
              <a:extLst>
                <a:ext uri="{FF2B5EF4-FFF2-40B4-BE49-F238E27FC236}">
                  <a16:creationId xmlns:a16="http://schemas.microsoft.com/office/drawing/2014/main" id="{0D59B339-929E-474F-A4FC-A3B8FF046339}"/>
                </a:ext>
              </a:extLst>
            </p:cNvPr>
            <p:cNvSpPr txBox="1"/>
            <p:nvPr/>
          </p:nvSpPr>
          <p:spPr>
            <a:xfrm>
              <a:off x="9210994" y="5700433"/>
              <a:ext cx="2194560" cy="697627"/>
            </a:xfrm>
            <a:prstGeom prst="rect">
              <a:avLst/>
            </a:prstGeom>
            <a:solidFill>
              <a:schemeClr val="bg1"/>
            </a:solidFill>
          </p:spPr>
          <p:txBody>
            <a:bodyPr wrap="square" rtlCol="0">
              <a:spAutoFit/>
            </a:bodyPr>
            <a:lstStyle/>
            <a:p>
              <a:pPr algn="ctr"/>
              <a:r>
                <a:rPr lang="pt-BR" sz="1400">
                  <a:solidFill>
                    <a:schemeClr val="tx2"/>
                  </a:solidFill>
                </a:rPr>
                <a:t>Dentro de dias a meses</a:t>
              </a:r>
              <a:endParaRPr lang="en-US" sz="1400" dirty="0">
                <a:solidFill>
                  <a:schemeClr val="tx2"/>
                </a:solidFill>
              </a:endParaRPr>
            </a:p>
          </p:txBody>
        </p:sp>
        <p:sp>
          <p:nvSpPr>
            <p:cNvPr id="7" name="least valuable">
              <a:extLst>
                <a:ext uri="{FF2B5EF4-FFF2-40B4-BE49-F238E27FC236}">
                  <a16:creationId xmlns:a16="http://schemas.microsoft.com/office/drawing/2014/main" id="{99DB4E4C-1BCF-430A-8654-3834C40E7962}"/>
                </a:ext>
              </a:extLst>
            </p:cNvPr>
            <p:cNvSpPr/>
            <p:nvPr/>
          </p:nvSpPr>
          <p:spPr>
            <a:xfrm>
              <a:off x="9274829" y="4362197"/>
              <a:ext cx="2194560" cy="11557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Menos valioso:
</a:t>
              </a:r>
              <a:r>
                <a:rPr lang="en-US" sz="1200"/>
                <a:t>Histórico</a:t>
              </a:r>
              <a:endParaRPr lang="en-US" sz="1200" dirty="0"/>
            </a:p>
          </p:txBody>
        </p:sp>
      </p:grpSp>
    </p:spTree>
    <p:custDataLst>
      <p:tags r:id="rId1"/>
    </p:custDataLst>
    <p:extLst>
      <p:ext uri="{BB962C8B-B14F-4D97-AF65-F5344CB8AC3E}">
        <p14:creationId xmlns:p14="http://schemas.microsoft.com/office/powerpoint/2010/main" val="4316021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A44A9F-1D85-4D91-BB5A-7F9B026F7698}"/>
              </a:ext>
            </a:extLst>
          </p:cNvPr>
          <p:cNvSpPr>
            <a:spLocks noGrp="1"/>
          </p:cNvSpPr>
          <p:nvPr>
            <p:ph type="title"/>
          </p:nvPr>
        </p:nvSpPr>
        <p:spPr/>
        <p:txBody>
          <a:bodyPr/>
          <a:lstStyle/>
          <a:p>
            <a:r>
              <a:rPr lang="pt-BR"/>
              <a:t>Os trade-offs das decisões baseadas em dados</a:t>
            </a:r>
            <a:endParaRPr lang="en-US" dirty="0"/>
          </a:p>
        </p:txBody>
      </p:sp>
      <p:pic>
        <p:nvPicPr>
          <p:cNvPr id="20" name="Content Placeholder 19">
            <a:extLst>
              <a:ext uri="{FF2B5EF4-FFF2-40B4-BE49-F238E27FC236}">
                <a16:creationId xmlns:a16="http://schemas.microsoft.com/office/drawing/2014/main" id="{C91E7737-E825-4CF6-B4C8-010F7EBB25AE}"/>
              </a:ext>
              <a:ext uri="{C183D7F6-B498-43B3-948B-1728B52AA6E4}">
                <adec:decorative xmlns:adec="http://schemas.microsoft.com/office/drawing/2017/decorative" val="1"/>
              </a:ext>
            </a:extLst>
          </p:cNvPr>
          <p:cNvPicPr>
            <a:picLocks noGrp="1" noChangeAspect="1"/>
          </p:cNvPicPr>
          <p:nvPr>
            <p:ph sz="quarter" idx="21"/>
          </p:nvPr>
        </p:nvPicPr>
        <p:blipFill>
          <a:blip r:embed="rId4">
            <a:extLst>
              <a:ext uri="{28A0092B-C50C-407E-A947-70E740481C1C}">
                <a14:useLocalDpi xmlns:a14="http://schemas.microsoft.com/office/drawing/2010/main"/>
              </a:ext>
            </a:extLst>
          </a:blip>
          <a:stretch>
            <a:fillRect/>
          </a:stretch>
        </p:blipFill>
        <p:spPr>
          <a:xfrm>
            <a:off x="822325" y="1336675"/>
            <a:ext cx="1714500" cy="1714500"/>
          </a:xfrm>
        </p:spPr>
      </p:pic>
      <p:sp>
        <p:nvSpPr>
          <p:cNvPr id="8" name="Text Placeholder 7">
            <a:extLst>
              <a:ext uri="{FF2B5EF4-FFF2-40B4-BE49-F238E27FC236}">
                <a16:creationId xmlns:a16="http://schemas.microsoft.com/office/drawing/2014/main" id="{590EA81A-0A25-443E-A383-8525442D96DD}"/>
              </a:ext>
            </a:extLst>
          </p:cNvPr>
          <p:cNvSpPr>
            <a:spLocks noGrp="1"/>
          </p:cNvSpPr>
          <p:nvPr>
            <p:ph type="body" idx="14"/>
          </p:nvPr>
        </p:nvSpPr>
        <p:spPr>
          <a:xfrm>
            <a:off x="274320" y="3364993"/>
            <a:ext cx="2622937" cy="440329"/>
          </a:xfrm>
        </p:spPr>
        <p:txBody>
          <a:bodyPr/>
          <a:lstStyle/>
          <a:p>
            <a:r>
              <a:rPr lang="en-US"/>
              <a:t>Custo</a:t>
            </a:r>
            <a:endParaRPr lang="en-US" dirty="0"/>
          </a:p>
        </p:txBody>
      </p:sp>
      <p:sp>
        <p:nvSpPr>
          <p:cNvPr id="9" name="Text Placeholder 8">
            <a:extLst>
              <a:ext uri="{FF2B5EF4-FFF2-40B4-BE49-F238E27FC236}">
                <a16:creationId xmlns:a16="http://schemas.microsoft.com/office/drawing/2014/main" id="{62B6ABDF-9D34-4190-B46D-F9B5D169F17C}"/>
              </a:ext>
            </a:extLst>
          </p:cNvPr>
          <p:cNvSpPr>
            <a:spLocks noGrp="1"/>
          </p:cNvSpPr>
          <p:nvPr>
            <p:ph type="body" sz="quarter" idx="18"/>
          </p:nvPr>
        </p:nvSpPr>
        <p:spPr>
          <a:xfrm>
            <a:off x="274320" y="3971636"/>
            <a:ext cx="2622937" cy="1802800"/>
          </a:xfrm>
        </p:spPr>
        <p:txBody>
          <a:bodyPr>
            <a:normAutofit fontScale="92500" lnSpcReduction="20000"/>
          </a:bodyPr>
          <a:lstStyle/>
          <a:p>
            <a:r>
              <a:rPr lang="pt-BR" dirty="0"/>
              <a:t>Quanto você deve investir para ir mais rápido ou prever com mais precisão?</a:t>
            </a:r>
          </a:p>
          <a:p>
            <a:r>
              <a:rPr lang="pt-BR" dirty="0"/>
              <a:t>Quanta melhoria incremental justifica o custo adicional?</a:t>
            </a:r>
            <a:endParaRPr lang="en-US" dirty="0"/>
          </a:p>
        </p:txBody>
      </p:sp>
      <p:pic>
        <p:nvPicPr>
          <p:cNvPr id="22" name="Content Placeholder 21">
            <a:extLst>
              <a:ext uri="{FF2B5EF4-FFF2-40B4-BE49-F238E27FC236}">
                <a16:creationId xmlns:a16="http://schemas.microsoft.com/office/drawing/2014/main" id="{92622043-61B5-4352-A4A7-CC87C40B933A}"/>
              </a:ext>
              <a:ext uri="{C183D7F6-B498-43B3-948B-1728B52AA6E4}">
                <adec:decorative xmlns:adec="http://schemas.microsoft.com/office/drawing/2017/decorative" val="1"/>
              </a:ext>
            </a:extLst>
          </p:cNvPr>
          <p:cNvPicPr>
            <a:picLocks noGrp="1" noChangeAspect="1"/>
          </p:cNvPicPr>
          <p:nvPr>
            <p:ph sz="quarter" idx="22"/>
          </p:nvPr>
        </p:nvPicPr>
        <p:blipFill>
          <a:blip r:embed="rId5">
            <a:extLst>
              <a:ext uri="{28A0092B-C50C-407E-A947-70E740481C1C}">
                <a14:useLocalDpi xmlns:a14="http://schemas.microsoft.com/office/drawing/2010/main"/>
              </a:ext>
            </a:extLst>
          </a:blip>
          <a:stretch>
            <a:fillRect/>
          </a:stretch>
        </p:blipFill>
        <p:spPr>
          <a:xfrm>
            <a:off x="3736975" y="1336675"/>
            <a:ext cx="1714500" cy="1714500"/>
          </a:xfrm>
        </p:spPr>
      </p:pic>
      <p:sp>
        <p:nvSpPr>
          <p:cNvPr id="10" name="Text Placeholder 9">
            <a:extLst>
              <a:ext uri="{FF2B5EF4-FFF2-40B4-BE49-F238E27FC236}">
                <a16:creationId xmlns:a16="http://schemas.microsoft.com/office/drawing/2014/main" id="{984C9FA8-F003-4B07-92C8-DA6229EBA032}"/>
              </a:ext>
            </a:extLst>
          </p:cNvPr>
          <p:cNvSpPr>
            <a:spLocks noGrp="1"/>
          </p:cNvSpPr>
          <p:nvPr>
            <p:ph type="body" idx="19"/>
          </p:nvPr>
        </p:nvSpPr>
        <p:spPr>
          <a:xfrm>
            <a:off x="3188970" y="3364993"/>
            <a:ext cx="2622937" cy="440329"/>
          </a:xfrm>
        </p:spPr>
        <p:txBody>
          <a:bodyPr/>
          <a:lstStyle/>
          <a:p>
            <a:r>
              <a:rPr lang="en-US"/>
              <a:t>Velocidade</a:t>
            </a:r>
            <a:endParaRPr lang="en-US" dirty="0"/>
          </a:p>
        </p:txBody>
      </p:sp>
      <p:sp>
        <p:nvSpPr>
          <p:cNvPr id="11" name="Text Placeholder 10">
            <a:extLst>
              <a:ext uri="{FF2B5EF4-FFF2-40B4-BE49-F238E27FC236}">
                <a16:creationId xmlns:a16="http://schemas.microsoft.com/office/drawing/2014/main" id="{503B06C2-89D3-4B34-9C24-8B955642B949}"/>
              </a:ext>
            </a:extLst>
          </p:cNvPr>
          <p:cNvSpPr>
            <a:spLocks noGrp="1"/>
          </p:cNvSpPr>
          <p:nvPr>
            <p:ph type="body" sz="quarter" idx="20"/>
          </p:nvPr>
        </p:nvSpPr>
        <p:spPr>
          <a:xfrm>
            <a:off x="3188970" y="3971636"/>
            <a:ext cx="2622937" cy="2474884"/>
          </a:xfrm>
        </p:spPr>
        <p:txBody>
          <a:bodyPr/>
          <a:lstStyle/>
          <a:p>
            <a:r>
              <a:rPr lang="pt-BR" dirty="0"/>
              <a:t>Com que rapidez você precisa de uma resposta?</a:t>
            </a:r>
          </a:p>
          <a:p>
            <a:r>
              <a:rPr lang="pt-BR" dirty="0"/>
              <a:t>Você pode sacrificar a precisão pela velocidade?</a:t>
            </a:r>
            <a:endParaRPr lang="en-US" dirty="0"/>
          </a:p>
        </p:txBody>
      </p:sp>
      <p:pic>
        <p:nvPicPr>
          <p:cNvPr id="24" name="Content Placeholder 23">
            <a:extLst>
              <a:ext uri="{FF2B5EF4-FFF2-40B4-BE49-F238E27FC236}">
                <a16:creationId xmlns:a16="http://schemas.microsoft.com/office/drawing/2014/main" id="{DDF2C289-A062-4FDC-853B-77DB202EAE62}"/>
              </a:ext>
              <a:ext uri="{C183D7F6-B498-43B3-948B-1728B52AA6E4}">
                <adec:decorative xmlns:adec="http://schemas.microsoft.com/office/drawing/2017/decorative" val="1"/>
              </a:ext>
            </a:extLst>
          </p:cNvPr>
          <p:cNvPicPr>
            <a:picLocks noGrp="1" noChangeAspect="1"/>
          </p:cNvPicPr>
          <p:nvPr>
            <p:ph sz="quarter" idx="25"/>
          </p:nvPr>
        </p:nvPicPr>
        <p:blipFill>
          <a:blip r:embed="rId6">
            <a:extLst>
              <a:ext uri="{28A0092B-C50C-407E-A947-70E740481C1C}">
                <a14:useLocalDpi xmlns:a14="http://schemas.microsoft.com/office/drawing/2010/main"/>
              </a:ext>
            </a:extLst>
          </a:blip>
          <a:stretch>
            <a:fillRect/>
          </a:stretch>
        </p:blipFill>
        <p:spPr>
          <a:xfrm>
            <a:off x="6651625" y="1332389"/>
            <a:ext cx="1714500" cy="1723072"/>
          </a:xfrm>
        </p:spPr>
      </p:pic>
      <p:sp>
        <p:nvSpPr>
          <p:cNvPr id="14" name="Text Placeholder 13">
            <a:extLst>
              <a:ext uri="{FF2B5EF4-FFF2-40B4-BE49-F238E27FC236}">
                <a16:creationId xmlns:a16="http://schemas.microsoft.com/office/drawing/2014/main" id="{CA8048FF-4B90-4EC3-9997-B7E33144AC67}"/>
              </a:ext>
            </a:extLst>
          </p:cNvPr>
          <p:cNvSpPr>
            <a:spLocks noGrp="1"/>
          </p:cNvSpPr>
          <p:nvPr>
            <p:ph type="body" idx="23"/>
          </p:nvPr>
        </p:nvSpPr>
        <p:spPr>
          <a:xfrm>
            <a:off x="6103620" y="3364993"/>
            <a:ext cx="2622937" cy="440329"/>
          </a:xfrm>
        </p:spPr>
        <p:txBody>
          <a:bodyPr/>
          <a:lstStyle/>
          <a:p>
            <a:r>
              <a:rPr lang="en-US"/>
              <a:t>Exatidão</a:t>
            </a:r>
            <a:endParaRPr lang="en-US" dirty="0"/>
          </a:p>
        </p:txBody>
      </p:sp>
      <p:sp>
        <p:nvSpPr>
          <p:cNvPr id="15" name="Text Placeholder 14">
            <a:extLst>
              <a:ext uri="{FF2B5EF4-FFF2-40B4-BE49-F238E27FC236}">
                <a16:creationId xmlns:a16="http://schemas.microsoft.com/office/drawing/2014/main" id="{783E83AE-7835-4E8B-9C0A-EC0E91748141}"/>
              </a:ext>
            </a:extLst>
          </p:cNvPr>
          <p:cNvSpPr>
            <a:spLocks noGrp="1"/>
          </p:cNvSpPr>
          <p:nvPr>
            <p:ph type="body" sz="quarter" idx="24"/>
          </p:nvPr>
        </p:nvSpPr>
        <p:spPr>
          <a:xfrm>
            <a:off x="6103620" y="3895344"/>
            <a:ext cx="2622937" cy="2551176"/>
          </a:xfrm>
        </p:spPr>
        <p:txBody>
          <a:bodyPr/>
          <a:lstStyle/>
          <a:p>
            <a:r>
              <a:rPr lang="pt-BR"/>
              <a:t>Qual o nível de precisão da previsão?</a:t>
            </a:r>
          </a:p>
          <a:p>
            <a:r>
              <a:rPr lang="pt-BR"/>
              <a:t>Esperar por uma resposta melhor compensa responder mais rapidamente?</a:t>
            </a:r>
            <a:endParaRPr lang="en-US" dirty="0"/>
          </a:p>
        </p:txBody>
      </p:sp>
    </p:spTree>
    <p:custDataLst>
      <p:tags r:id="rId1"/>
    </p:custDataLst>
    <p:extLst>
      <p:ext uri="{BB962C8B-B14F-4D97-AF65-F5344CB8AC3E}">
        <p14:creationId xmlns:p14="http://schemas.microsoft.com/office/powerpoint/2010/main" val="26693130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4B450B2-E8A9-4F64-9A30-E7CA8A399F31}"/>
              </a:ext>
            </a:extLst>
          </p:cNvPr>
          <p:cNvSpPr>
            <a:spLocks noGrp="1"/>
          </p:cNvSpPr>
          <p:nvPr>
            <p:ph type="title"/>
          </p:nvPr>
        </p:nvSpPr>
        <p:spPr/>
        <p:txBody>
          <a:bodyPr/>
          <a:lstStyle/>
          <a:p>
            <a:r>
              <a:rPr lang="en-US" dirty="0"/>
              <a:t>Key takeaways: Data-driven decisions</a:t>
            </a:r>
          </a:p>
        </p:txBody>
      </p:sp>
      <p:pic>
        <p:nvPicPr>
          <p:cNvPr id="14" name="Content Placeholder 13">
            <a:extLst>
              <a:ext uri="{FF2B5EF4-FFF2-40B4-BE49-F238E27FC236}">
                <a16:creationId xmlns:a16="http://schemas.microsoft.com/office/drawing/2014/main" id="{A61D6114-D209-4E27-AC9F-BA86AD61B907}"/>
              </a:ext>
              <a:ext uri="{C183D7F6-B498-43B3-948B-1728B52AA6E4}">
                <adec:decorative xmlns:adec="http://schemas.microsoft.com/office/drawing/2017/decorative" val="1"/>
              </a:ext>
            </a:extLst>
          </p:cNvPr>
          <p:cNvPicPr>
            <a:picLocks noGrp="1" noChangeAspect="1"/>
          </p:cNvPicPr>
          <p:nvPr>
            <p:ph idx="1"/>
          </p:nvPr>
        </p:nvPicPr>
        <p:blipFill>
          <a:blip r:embed="rId4" cstate="screen">
            <a:extLst>
              <a:ext uri="{28A0092B-C50C-407E-A947-70E740481C1C}">
                <a14:useLocalDpi xmlns:a14="http://schemas.microsoft.com/office/drawing/2010/main"/>
              </a:ext>
            </a:extLst>
          </a:blip>
          <a:stretch>
            <a:fillRect/>
          </a:stretch>
        </p:blipFill>
        <p:spPr>
          <a:xfrm>
            <a:off x="140686" y="2428909"/>
            <a:ext cx="2511770" cy="2743438"/>
          </a:xfrm>
        </p:spPr>
      </p:pic>
      <p:sp>
        <p:nvSpPr>
          <p:cNvPr id="12" name="Slide Number Placeholder 11">
            <a:extLst>
              <a:ext uri="{FF2B5EF4-FFF2-40B4-BE49-F238E27FC236}">
                <a16:creationId xmlns:a16="http://schemas.microsoft.com/office/drawing/2014/main" id="{D1E767F3-2387-4D45-8440-62E78B886E95}"/>
              </a:ext>
            </a:extLst>
          </p:cNvPr>
          <p:cNvSpPr>
            <a:spLocks noGrp="1"/>
          </p:cNvSpPr>
          <p:nvPr>
            <p:ph type="sldNum" sz="quarter" idx="12"/>
          </p:nvPr>
        </p:nvSpPr>
        <p:spPr/>
        <p:txBody>
          <a:bodyPr/>
          <a:lstStyle/>
          <a:p>
            <a:fld id="{363DB862-5E2B-42BB-8337-D46E9881345F}" type="slidenum">
              <a:rPr lang="en-US" smtClean="0"/>
              <a:t>78</a:t>
            </a:fld>
            <a:endParaRPr lang="en-US" dirty="0"/>
          </a:p>
        </p:txBody>
      </p:sp>
      <p:sp>
        <p:nvSpPr>
          <p:cNvPr id="10" name="Text Placeholder 9">
            <a:extLst>
              <a:ext uri="{FF2B5EF4-FFF2-40B4-BE49-F238E27FC236}">
                <a16:creationId xmlns:a16="http://schemas.microsoft.com/office/drawing/2014/main" id="{3132710A-30C4-475B-B36F-1B4EB123A729}"/>
              </a:ext>
            </a:extLst>
          </p:cNvPr>
          <p:cNvSpPr>
            <a:spLocks noGrp="1"/>
          </p:cNvSpPr>
          <p:nvPr>
            <p:ph type="body" idx="4294967295"/>
          </p:nvPr>
        </p:nvSpPr>
        <p:spPr>
          <a:xfrm>
            <a:off x="3259389" y="1244905"/>
            <a:ext cx="4820478" cy="5079695"/>
          </a:xfrm>
        </p:spPr>
        <p:txBody>
          <a:bodyPr>
            <a:normAutofit fontScale="92500" lnSpcReduction="10000"/>
          </a:bodyPr>
          <a:lstStyle/>
          <a:p>
            <a:r>
              <a:rPr lang="pt-BR"/>
              <a:t>As organizações orientadas por dados usam a ciência de dados para tomar decisões informadas.</a:t>
            </a:r>
          </a:p>
          <a:p>
            <a:r>
              <a:rPr lang="pt-BR"/>
              <a:t>A análise de dados depende de lógica de programação e ferramentas para chegar a previsões a partir dos dados. Essa abordagem é boa para dados estruturados com um número limitado de variáveis.</a:t>
            </a:r>
          </a:p>
          <a:p>
            <a:r>
              <a:rPr lang="pt-BR"/>
              <a:t>AI/ML pode aprender a fazer previsões a partir de exemplos de dados. Essa abordagem é boa para dados não estruturados e onde as variáveis são complexas.</a:t>
            </a:r>
          </a:p>
          <a:p>
            <a:r>
              <a:rPr lang="pt-BR"/>
              <a:t>Um grande aumento de dados disponíveis, juntamente com uma diminuição no custo da tecnologia relevante, aumenta a oportunidade para decisões baseadas em dados.</a:t>
            </a:r>
            <a:endParaRPr lang="en-US" dirty="0"/>
          </a:p>
        </p:txBody>
      </p:sp>
    </p:spTree>
    <p:custDataLst>
      <p:tags r:id="rId1"/>
    </p:custDataLst>
    <p:extLst>
      <p:ext uri="{BB962C8B-B14F-4D97-AF65-F5344CB8AC3E}">
        <p14:creationId xmlns:p14="http://schemas.microsoft.com/office/powerpoint/2010/main" val="28729335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65C6E2-9E97-46E9-B36B-3818BD79DDA0}"/>
              </a:ext>
            </a:extLst>
          </p:cNvPr>
          <p:cNvSpPr>
            <a:spLocks noGrp="1"/>
          </p:cNvSpPr>
          <p:nvPr>
            <p:ph type="title"/>
          </p:nvPr>
        </p:nvSpPr>
        <p:spPr>
          <a:xfrm>
            <a:off x="274320" y="366471"/>
            <a:ext cx="6458989" cy="2293938"/>
          </a:xfrm>
        </p:spPr>
        <p:txBody>
          <a:bodyPr>
            <a:normAutofit fontScale="90000"/>
          </a:bodyPr>
          <a:lstStyle/>
          <a:p>
            <a:r>
              <a:rPr lang="pt-BR"/>
              <a:t>O pipeline de dados – infraestrutura para decisões baseadas em dados</a:t>
            </a:r>
            <a:endParaRPr lang="en-US" dirty="0"/>
          </a:p>
        </p:txBody>
      </p:sp>
      <p:sp>
        <p:nvSpPr>
          <p:cNvPr id="2" name="Subtitle 1">
            <a:extLst>
              <a:ext uri="{FF2B5EF4-FFF2-40B4-BE49-F238E27FC236}">
                <a16:creationId xmlns:a16="http://schemas.microsoft.com/office/drawing/2014/main" id="{262A6CC8-AFFB-42F1-987C-DED6B008A29F}"/>
              </a:ext>
            </a:extLst>
          </p:cNvPr>
          <p:cNvSpPr>
            <a:spLocks noGrp="1"/>
          </p:cNvSpPr>
          <p:nvPr>
            <p:ph type="body" idx="1"/>
          </p:nvPr>
        </p:nvSpPr>
        <p:spPr/>
        <p:txBody>
          <a:bodyPr/>
          <a:lstStyle/>
          <a:p>
            <a:r>
              <a:rPr lang="en-US"/>
              <a:t>Organizações orientadas por dados</a:t>
            </a:r>
            <a:endParaRPr lang="en-US" dirty="0"/>
          </a:p>
        </p:txBody>
      </p:sp>
    </p:spTree>
    <p:custDataLst>
      <p:tags r:id="rId1"/>
    </p:custDataLst>
    <p:extLst>
      <p:ext uri="{BB962C8B-B14F-4D97-AF65-F5344CB8AC3E}">
        <p14:creationId xmlns:p14="http://schemas.microsoft.com/office/powerpoint/2010/main" val="22593220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090681-CF86-4F73-9A5E-CA02690269C0}"/>
              </a:ext>
            </a:extLst>
          </p:cNvPr>
          <p:cNvSpPr>
            <a:spLocks noGrp="1"/>
          </p:cNvSpPr>
          <p:nvPr>
            <p:ph type="sldNum" sz="quarter" idx="12"/>
          </p:nvPr>
        </p:nvSpPr>
        <p:spPr/>
        <p:txBody>
          <a:bodyPr/>
          <a:lstStyle/>
          <a:p>
            <a:fld id="{363DB862-5E2B-42BB-8337-D46E9881345F}" type="slidenum">
              <a:rPr lang="en-US" smtClean="0"/>
              <a:t>80</a:t>
            </a:fld>
            <a:endParaRPr lang="en-US" dirty="0"/>
          </a:p>
        </p:txBody>
      </p:sp>
      <p:sp>
        <p:nvSpPr>
          <p:cNvPr id="7" name="Title 6">
            <a:extLst>
              <a:ext uri="{FF2B5EF4-FFF2-40B4-BE49-F238E27FC236}">
                <a16:creationId xmlns:a16="http://schemas.microsoft.com/office/drawing/2014/main" id="{09E0906E-38CE-4D57-BC5A-6E4C1044DF88}"/>
              </a:ext>
            </a:extLst>
          </p:cNvPr>
          <p:cNvSpPr>
            <a:spLocks noGrp="1"/>
          </p:cNvSpPr>
          <p:nvPr>
            <p:ph type="title"/>
          </p:nvPr>
        </p:nvSpPr>
        <p:spPr/>
        <p:txBody>
          <a:bodyPr>
            <a:normAutofit fontScale="90000"/>
          </a:bodyPr>
          <a:lstStyle/>
          <a:p>
            <a:r>
              <a:rPr lang="pt-BR"/>
              <a:t>Um pipeline de dados em seus termos mais simples</a:t>
            </a:r>
            <a:endParaRPr lang="en-US" dirty="0"/>
          </a:p>
        </p:txBody>
      </p:sp>
      <p:grpSp>
        <p:nvGrpSpPr>
          <p:cNvPr id="8" name="Group 7">
            <a:extLst>
              <a:ext uri="{FF2B5EF4-FFF2-40B4-BE49-F238E27FC236}">
                <a16:creationId xmlns:a16="http://schemas.microsoft.com/office/drawing/2014/main" id="{1A2C1B94-B87A-473B-8F6C-0348FB1AA40E}"/>
              </a:ext>
            </a:extLst>
          </p:cNvPr>
          <p:cNvGrpSpPr/>
          <p:nvPr/>
        </p:nvGrpSpPr>
        <p:grpSpPr>
          <a:xfrm>
            <a:off x="858091" y="2906629"/>
            <a:ext cx="2123768" cy="1333348"/>
            <a:chOff x="1144121" y="2732505"/>
            <a:chExt cx="2831690" cy="1777798"/>
          </a:xfrm>
        </p:grpSpPr>
        <p:sp>
          <p:nvSpPr>
            <p:cNvPr id="2" name="TextBox 1">
              <a:extLst>
                <a:ext uri="{FF2B5EF4-FFF2-40B4-BE49-F238E27FC236}">
                  <a16:creationId xmlns:a16="http://schemas.microsoft.com/office/drawing/2014/main" id="{7146F4EA-C415-40B8-A8D3-3C1014C05374}"/>
                </a:ext>
              </a:extLst>
            </p:cNvPr>
            <p:cNvSpPr txBox="1"/>
            <p:nvPr/>
          </p:nvSpPr>
          <p:spPr>
            <a:xfrm>
              <a:off x="1144121" y="4017860"/>
              <a:ext cx="2831690" cy="492443"/>
            </a:xfrm>
            <a:prstGeom prst="rect">
              <a:avLst/>
            </a:prstGeom>
            <a:noFill/>
          </p:spPr>
          <p:txBody>
            <a:bodyPr wrap="square" rtlCol="0">
              <a:spAutoFit/>
            </a:bodyPr>
            <a:lstStyle/>
            <a:p>
              <a:pPr algn="ctr"/>
              <a:r>
                <a:rPr lang="en-US"/>
                <a:t>Coletar dados</a:t>
              </a:r>
              <a:endParaRPr lang="en-US" dirty="0"/>
            </a:p>
          </p:txBody>
        </p:sp>
        <p:pic>
          <p:nvPicPr>
            <p:cNvPr id="13" name="Picture 1" descr="Messy pile of randomly colored plastic building blocks.">
              <a:extLst>
                <a:ext uri="{FF2B5EF4-FFF2-40B4-BE49-F238E27FC236}">
                  <a16:creationId xmlns:a16="http://schemas.microsoft.com/office/drawing/2014/main" id="{2D0674B7-0551-4FEF-B06E-91002B391C8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416966" y="2732505"/>
              <a:ext cx="2286000" cy="1285355"/>
            </a:xfrm>
            <a:prstGeom prst="rect">
              <a:avLst/>
            </a:prstGeom>
          </p:spPr>
        </p:pic>
      </p:grpSp>
      <p:cxnSp>
        <p:nvCxnSpPr>
          <p:cNvPr id="17" name="Straight Arrow Connector 16">
            <a:extLst>
              <a:ext uri="{FF2B5EF4-FFF2-40B4-BE49-F238E27FC236}">
                <a16:creationId xmlns:a16="http://schemas.microsoft.com/office/drawing/2014/main" id="{38DB0129-EDF7-4231-B84A-B60CE02D9C5C}"/>
              </a:ext>
              <a:ext uri="{C183D7F6-B498-43B3-948B-1728B52AA6E4}">
                <adec:decorative xmlns:adec="http://schemas.microsoft.com/office/drawing/2017/decorative" val="1"/>
              </a:ext>
            </a:extLst>
          </p:cNvPr>
          <p:cNvCxnSpPr>
            <a:cxnSpLocks/>
          </p:cNvCxnSpPr>
          <p:nvPr/>
        </p:nvCxnSpPr>
        <p:spPr>
          <a:xfrm>
            <a:off x="2929965" y="3429000"/>
            <a:ext cx="526415" cy="0"/>
          </a:xfrm>
          <a:prstGeom prst="straightConnector1">
            <a:avLst/>
          </a:prstGeom>
          <a:ln w="44450">
            <a:solidFill>
              <a:schemeClr val="hlink"/>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5FF63A1D-4C79-4F60-AF0B-95664ACFEC06}"/>
              </a:ext>
            </a:extLst>
          </p:cNvPr>
          <p:cNvGrpSpPr/>
          <p:nvPr/>
        </p:nvGrpSpPr>
        <p:grpSpPr>
          <a:xfrm>
            <a:off x="3456379" y="2783566"/>
            <a:ext cx="2123768" cy="1733410"/>
            <a:chOff x="4608506" y="2568421"/>
            <a:chExt cx="2831690" cy="2311214"/>
          </a:xfrm>
        </p:grpSpPr>
        <p:sp>
          <p:nvSpPr>
            <p:cNvPr id="11" name="TextBox 10">
              <a:extLst>
                <a:ext uri="{FF2B5EF4-FFF2-40B4-BE49-F238E27FC236}">
                  <a16:creationId xmlns:a16="http://schemas.microsoft.com/office/drawing/2014/main" id="{5A68A65F-150C-42FB-9412-6D47A0E4BE11}"/>
                </a:ext>
              </a:extLst>
            </p:cNvPr>
            <p:cNvSpPr txBox="1"/>
            <p:nvPr/>
          </p:nvSpPr>
          <p:spPr>
            <a:xfrm>
              <a:off x="4608506" y="4017860"/>
              <a:ext cx="2831690" cy="861775"/>
            </a:xfrm>
            <a:prstGeom prst="rect">
              <a:avLst/>
            </a:prstGeom>
            <a:noFill/>
          </p:spPr>
          <p:txBody>
            <a:bodyPr wrap="square" rtlCol="0">
              <a:spAutoFit/>
            </a:bodyPr>
            <a:lstStyle/>
            <a:p>
              <a:pPr algn="ctr"/>
              <a:r>
                <a:rPr lang="en-US"/>
                <a:t>Armazenar e processar dados</a:t>
              </a:r>
              <a:endParaRPr lang="en-US" dirty="0"/>
            </a:p>
          </p:txBody>
        </p:sp>
        <p:pic>
          <p:nvPicPr>
            <p:cNvPr id="14" name="Picture 2" descr="Set of stacked, well-organized plastic building blocks.">
              <a:extLst>
                <a:ext uri="{FF2B5EF4-FFF2-40B4-BE49-F238E27FC236}">
                  <a16:creationId xmlns:a16="http://schemas.microsoft.com/office/drawing/2014/main" id="{3AAA6926-9C0B-49E2-9D2A-30CE9EE84D2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937272" y="2568421"/>
              <a:ext cx="2174158" cy="1449439"/>
            </a:xfrm>
            <a:prstGeom prst="rect">
              <a:avLst/>
            </a:prstGeom>
          </p:spPr>
        </p:pic>
      </p:grpSp>
      <p:cxnSp>
        <p:nvCxnSpPr>
          <p:cNvPr id="23" name="Straight Arrow Connector 22">
            <a:extLst>
              <a:ext uri="{FF2B5EF4-FFF2-40B4-BE49-F238E27FC236}">
                <a16:creationId xmlns:a16="http://schemas.microsoft.com/office/drawing/2014/main" id="{7B7D31DE-D309-4C92-B405-C3CF3F0816E1}"/>
              </a:ext>
              <a:ext uri="{C183D7F6-B498-43B3-948B-1728B52AA6E4}">
                <adec:decorative xmlns:adec="http://schemas.microsoft.com/office/drawing/2017/decorative" val="1"/>
              </a:ext>
            </a:extLst>
          </p:cNvPr>
          <p:cNvCxnSpPr>
            <a:cxnSpLocks/>
          </p:cNvCxnSpPr>
          <p:nvPr/>
        </p:nvCxnSpPr>
        <p:spPr>
          <a:xfrm>
            <a:off x="5411381" y="3429000"/>
            <a:ext cx="526415" cy="0"/>
          </a:xfrm>
          <a:prstGeom prst="straightConnector1">
            <a:avLst/>
          </a:prstGeom>
          <a:ln w="44450">
            <a:solidFill>
              <a:srgbClr val="18AB4B"/>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E230549F-115F-4970-A786-9BFB9778C7E3}"/>
              </a:ext>
            </a:extLst>
          </p:cNvPr>
          <p:cNvGrpSpPr/>
          <p:nvPr/>
        </p:nvGrpSpPr>
        <p:grpSpPr>
          <a:xfrm>
            <a:off x="5815842" y="2984483"/>
            <a:ext cx="2123768" cy="1532493"/>
            <a:chOff x="7754456" y="2836311"/>
            <a:chExt cx="2831690" cy="2043324"/>
          </a:xfrm>
        </p:grpSpPr>
        <p:sp>
          <p:nvSpPr>
            <p:cNvPr id="12" name="TextBox 11">
              <a:extLst>
                <a:ext uri="{FF2B5EF4-FFF2-40B4-BE49-F238E27FC236}">
                  <a16:creationId xmlns:a16="http://schemas.microsoft.com/office/drawing/2014/main" id="{2B997231-B030-4602-8AD8-0D33A5F9DAD9}"/>
                </a:ext>
              </a:extLst>
            </p:cNvPr>
            <p:cNvSpPr txBox="1"/>
            <p:nvPr/>
          </p:nvSpPr>
          <p:spPr>
            <a:xfrm>
              <a:off x="7754456" y="4017860"/>
              <a:ext cx="2831690" cy="861775"/>
            </a:xfrm>
            <a:prstGeom prst="rect">
              <a:avLst/>
            </a:prstGeom>
            <a:noFill/>
          </p:spPr>
          <p:txBody>
            <a:bodyPr wrap="square" rtlCol="0">
              <a:spAutoFit/>
            </a:bodyPr>
            <a:lstStyle/>
            <a:p>
              <a:pPr algn="ctr"/>
              <a:r>
                <a:rPr lang="pt-BR"/>
                <a:t>Criar algo útil com os dados</a:t>
              </a:r>
              <a:endParaRPr lang="en-US" dirty="0"/>
            </a:p>
          </p:txBody>
        </p:sp>
        <p:pic>
          <p:nvPicPr>
            <p:cNvPr id="15" name="Picture 3" descr="Multi-story house and yard made out of plastic building blocks.">
              <a:extLst>
                <a:ext uri="{FF2B5EF4-FFF2-40B4-BE49-F238E27FC236}">
                  <a16:creationId xmlns:a16="http://schemas.microsoft.com/office/drawing/2014/main" id="{CFFF2A5A-AB33-4189-BC8F-2907813A280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449705" y="2836311"/>
              <a:ext cx="1649128" cy="1181549"/>
            </a:xfrm>
            <a:prstGeom prst="rect">
              <a:avLst/>
            </a:prstGeom>
          </p:spPr>
        </p:pic>
      </p:grpSp>
    </p:spTree>
    <p:custDataLst>
      <p:tags r:id="rId1"/>
    </p:custDataLst>
    <p:extLst>
      <p:ext uri="{BB962C8B-B14F-4D97-AF65-F5344CB8AC3E}">
        <p14:creationId xmlns:p14="http://schemas.microsoft.com/office/powerpoint/2010/main" val="12040468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F6ECEF3-46E8-4198-A4B2-68BC1CC9C8C3}"/>
              </a:ext>
            </a:extLst>
          </p:cNvPr>
          <p:cNvSpPr>
            <a:spLocks noGrp="1"/>
          </p:cNvSpPr>
          <p:nvPr>
            <p:ph type="title"/>
          </p:nvPr>
        </p:nvSpPr>
        <p:spPr>
          <a:xfrm>
            <a:off x="585216" y="1083564"/>
            <a:ext cx="8366011" cy="548489"/>
          </a:xfrm>
        </p:spPr>
        <p:txBody>
          <a:bodyPr>
            <a:normAutofit fontScale="90000"/>
          </a:bodyPr>
          <a:lstStyle/>
          <a:p>
            <a:r>
              <a:rPr lang="pt-BR"/>
              <a:t>Trabalhe de trás para frente ao projetar sua infraestrutura</a:t>
            </a:r>
            <a:endParaRPr lang="en-US" dirty="0"/>
          </a:p>
        </p:txBody>
      </p:sp>
      <p:sp>
        <p:nvSpPr>
          <p:cNvPr id="13" name="Text Placeholder 12">
            <a:extLst>
              <a:ext uri="{FF2B5EF4-FFF2-40B4-BE49-F238E27FC236}">
                <a16:creationId xmlns:a16="http://schemas.microsoft.com/office/drawing/2014/main" id="{82E4BA35-0AA1-43EC-AB32-7F9B1C4F5AB7}"/>
              </a:ext>
            </a:extLst>
          </p:cNvPr>
          <p:cNvSpPr>
            <a:spLocks noGrp="1"/>
          </p:cNvSpPr>
          <p:nvPr>
            <p:ph type="body" idx="1"/>
          </p:nvPr>
        </p:nvSpPr>
        <p:spPr>
          <a:xfrm>
            <a:off x="1527189" y="3918848"/>
            <a:ext cx="6227663" cy="548489"/>
          </a:xfrm>
        </p:spPr>
        <p:txBody>
          <a:bodyPr/>
          <a:lstStyle/>
          <a:p>
            <a:pPr algn="ctr">
              <a:buNone/>
            </a:pPr>
            <a:r>
              <a:rPr lang="pt-BR"/>
              <a:t>Pese as compensações de custo, velocidade e precisão.</a:t>
            </a:r>
            <a:endParaRPr lang="en-US" dirty="0"/>
          </a:p>
        </p:txBody>
      </p:sp>
      <p:pic>
        <p:nvPicPr>
          <p:cNvPr id="14" name="Picture 2 dec">
            <a:extLst>
              <a:ext uri="{FF2B5EF4-FFF2-40B4-BE49-F238E27FC236}">
                <a16:creationId xmlns:a16="http://schemas.microsoft.com/office/drawing/2014/main" id="{70A5A90A-C5B7-4759-AA35-F60860D4719F}"/>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562229" y="2944023"/>
            <a:ext cx="1236846" cy="886162"/>
          </a:xfrm>
          <a:prstGeom prst="rect">
            <a:avLst/>
          </a:prstGeom>
        </p:spPr>
      </p:pic>
      <p:sp>
        <p:nvSpPr>
          <p:cNvPr id="8" name="Arrow: Chevron 7">
            <a:extLst>
              <a:ext uri="{FF2B5EF4-FFF2-40B4-BE49-F238E27FC236}">
                <a16:creationId xmlns:a16="http://schemas.microsoft.com/office/drawing/2014/main" id="{0F64DDC6-4F29-48A3-A1B4-D836858B1124}"/>
              </a:ext>
            </a:extLst>
          </p:cNvPr>
          <p:cNvSpPr/>
          <p:nvPr/>
        </p:nvSpPr>
        <p:spPr>
          <a:xfrm flipH="1">
            <a:off x="4459801" y="3218716"/>
            <a:ext cx="3102428" cy="425440"/>
          </a:xfrm>
          <a:prstGeom prst="chevron">
            <a:avLst/>
          </a:prstGeom>
          <a:solidFill>
            <a:srgbClr val="18AB4B"/>
          </a:solidFill>
          <a:ln>
            <a:solidFill>
              <a:srgbClr val="18AB4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350">
                <a:solidFill>
                  <a:schemeClr val="bg1"/>
                </a:solidFill>
              </a:rPr>
              <a:t>1. Que decisão você está tentando tomar?</a:t>
            </a:r>
            <a:endParaRPr lang="en-US" sz="1350" dirty="0">
              <a:solidFill>
                <a:schemeClr val="bg1"/>
              </a:solidFill>
            </a:endParaRPr>
          </a:p>
        </p:txBody>
      </p:sp>
      <p:sp>
        <p:nvSpPr>
          <p:cNvPr id="10" name="Arrow: Chevron 9">
            <a:extLst>
              <a:ext uri="{FF2B5EF4-FFF2-40B4-BE49-F238E27FC236}">
                <a16:creationId xmlns:a16="http://schemas.microsoft.com/office/drawing/2014/main" id="{2FABC6D9-B466-4182-9202-CD25D3A77A48}"/>
              </a:ext>
            </a:extLst>
          </p:cNvPr>
          <p:cNvSpPr/>
          <p:nvPr/>
        </p:nvSpPr>
        <p:spPr>
          <a:xfrm flipH="1">
            <a:off x="1527189" y="3218717"/>
            <a:ext cx="2932611" cy="425440"/>
          </a:xfrm>
          <a:prstGeom prst="chevron">
            <a:avLst/>
          </a:prstGeom>
          <a:solidFill>
            <a:srgbClr val="262262"/>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pt-BR" sz="1350"/>
              <a:t>2. Que dados você precisa para apoiar isso?</a:t>
            </a:r>
            <a:endParaRPr lang="en-US" sz="1350" dirty="0"/>
          </a:p>
        </p:txBody>
      </p:sp>
      <p:pic>
        <p:nvPicPr>
          <p:cNvPr id="6" name="Picture 1 dec">
            <a:extLst>
              <a:ext uri="{FF2B5EF4-FFF2-40B4-BE49-F238E27FC236}">
                <a16:creationId xmlns:a16="http://schemas.microsoft.com/office/drawing/2014/main" id="{EFE1BF5F-1CA1-4707-B413-26CAC63D94D1}"/>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74320" y="3084705"/>
            <a:ext cx="1252869" cy="704454"/>
          </a:xfrm>
          <a:prstGeom prst="rect">
            <a:avLst/>
          </a:prstGeom>
        </p:spPr>
      </p:pic>
    </p:spTree>
    <p:custDataLst>
      <p:tags r:id="rId1"/>
    </p:custDataLst>
    <p:extLst>
      <p:ext uri="{BB962C8B-B14F-4D97-AF65-F5344CB8AC3E}">
        <p14:creationId xmlns:p14="http://schemas.microsoft.com/office/powerpoint/2010/main" val="1677536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F7052F-73F4-4640-A7F5-2B00A5E0EB07}"/>
              </a:ext>
            </a:extLst>
          </p:cNvPr>
          <p:cNvSpPr>
            <a:spLocks noGrp="1"/>
          </p:cNvSpPr>
          <p:nvPr>
            <p:ph type="sldNum" sz="quarter" idx="10"/>
          </p:nvPr>
        </p:nvSpPr>
        <p:spPr/>
        <p:txBody>
          <a:bodyPr/>
          <a:lstStyle/>
          <a:p>
            <a:fld id="{363DB862-5E2B-42BB-8337-D46E9881345F}" type="slidenum">
              <a:rPr lang="en-US" smtClean="0"/>
              <a:t>82</a:t>
            </a:fld>
            <a:endParaRPr lang="en-US" dirty="0"/>
          </a:p>
        </p:txBody>
      </p:sp>
      <p:sp>
        <p:nvSpPr>
          <p:cNvPr id="13" name="Title 12">
            <a:extLst>
              <a:ext uri="{FF2B5EF4-FFF2-40B4-BE49-F238E27FC236}">
                <a16:creationId xmlns:a16="http://schemas.microsoft.com/office/drawing/2014/main" id="{A8FC0161-1EB3-49D6-823C-D7F27F2FB134}"/>
              </a:ext>
            </a:extLst>
          </p:cNvPr>
          <p:cNvSpPr>
            <a:spLocks noGrp="1"/>
          </p:cNvSpPr>
          <p:nvPr>
            <p:ph type="title"/>
          </p:nvPr>
        </p:nvSpPr>
        <p:spPr>
          <a:xfrm>
            <a:off x="628650" y="1131094"/>
            <a:ext cx="7886700" cy="559778"/>
          </a:xfrm>
        </p:spPr>
        <p:txBody>
          <a:bodyPr>
            <a:normAutofit/>
          </a:bodyPr>
          <a:lstStyle/>
          <a:p>
            <a:r>
              <a:rPr lang="pt-BR"/>
              <a:t>Camadas da infraestrutura de dutos</a:t>
            </a:r>
            <a:endParaRPr lang="en-US" dirty="0"/>
          </a:p>
        </p:txBody>
      </p:sp>
      <p:grpSp>
        <p:nvGrpSpPr>
          <p:cNvPr id="4" name="Group Data">
            <a:extLst>
              <a:ext uri="{FF2B5EF4-FFF2-40B4-BE49-F238E27FC236}">
                <a16:creationId xmlns:a16="http://schemas.microsoft.com/office/drawing/2014/main" id="{224DFE29-D938-4EBA-B5F3-CFB6CD0688DB}"/>
              </a:ext>
            </a:extLst>
          </p:cNvPr>
          <p:cNvGrpSpPr/>
          <p:nvPr/>
        </p:nvGrpSpPr>
        <p:grpSpPr>
          <a:xfrm>
            <a:off x="982036" y="3163291"/>
            <a:ext cx="834071" cy="1186165"/>
            <a:chOff x="269744" y="3224620"/>
            <a:chExt cx="1112094" cy="1581553"/>
          </a:xfrm>
        </p:grpSpPr>
        <p:pic>
          <p:nvPicPr>
            <p:cNvPr id="93" name="Picture lego pile">
              <a:extLst>
                <a:ext uri="{FF2B5EF4-FFF2-40B4-BE49-F238E27FC236}">
                  <a16:creationId xmlns:a16="http://schemas.microsoft.com/office/drawing/2014/main" id="{E9EC6A61-5FE4-4D79-8921-4CAB8881BEFF}"/>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69744" y="3224620"/>
              <a:ext cx="1112094" cy="625300"/>
            </a:xfrm>
            <a:prstGeom prst="rect">
              <a:avLst/>
            </a:prstGeom>
          </p:spPr>
        </p:pic>
        <p:sp>
          <p:nvSpPr>
            <p:cNvPr id="89" name="TextBox 88">
              <a:extLst>
                <a:ext uri="{FF2B5EF4-FFF2-40B4-BE49-F238E27FC236}">
                  <a16:creationId xmlns:a16="http://schemas.microsoft.com/office/drawing/2014/main" id="{0707FA97-9A73-4AD2-8F3F-E085FF167B44}"/>
                </a:ext>
              </a:extLst>
            </p:cNvPr>
            <p:cNvSpPr txBox="1"/>
            <p:nvPr/>
          </p:nvSpPr>
          <p:spPr>
            <a:xfrm>
              <a:off x="289320" y="3852065"/>
              <a:ext cx="1038599" cy="954108"/>
            </a:xfrm>
            <a:prstGeom prst="rect">
              <a:avLst/>
            </a:prstGeom>
            <a:noFill/>
          </p:spPr>
          <p:txBody>
            <a:bodyPr wrap="square" rtlCol="0">
              <a:spAutoFit/>
            </a:bodyPr>
            <a:lstStyle/>
            <a:p>
              <a:pPr algn="ctr"/>
              <a:r>
                <a:rPr lang="en-US" sz="1350"/>
                <a:t>Fontes de dados</a:t>
              </a:r>
              <a:endParaRPr lang="en-US" sz="1350" dirty="0"/>
            </a:p>
          </p:txBody>
        </p:sp>
      </p:grpSp>
      <p:grpSp>
        <p:nvGrpSpPr>
          <p:cNvPr id="7" name="Ingestion">
            <a:extLst>
              <a:ext uri="{FF2B5EF4-FFF2-40B4-BE49-F238E27FC236}">
                <a16:creationId xmlns:a16="http://schemas.microsoft.com/office/drawing/2014/main" id="{0C369501-AEEB-4D59-B40E-3D28C92F7AC3}"/>
              </a:ext>
            </a:extLst>
          </p:cNvPr>
          <p:cNvGrpSpPr/>
          <p:nvPr/>
        </p:nvGrpSpPr>
        <p:grpSpPr>
          <a:xfrm>
            <a:off x="1766485" y="2868641"/>
            <a:ext cx="1783080" cy="1220807"/>
            <a:chOff x="2355313" y="2681855"/>
            <a:chExt cx="2377440" cy="1627742"/>
          </a:xfrm>
        </p:grpSpPr>
        <p:sp>
          <p:nvSpPr>
            <p:cNvPr id="6" name="Arrow: Chevron ingest">
              <a:extLst>
                <a:ext uri="{FF2B5EF4-FFF2-40B4-BE49-F238E27FC236}">
                  <a16:creationId xmlns:a16="http://schemas.microsoft.com/office/drawing/2014/main" id="{219985F6-7E72-4B88-8A5C-356377ACF366}"/>
                </a:ext>
              </a:extLst>
            </p:cNvPr>
            <p:cNvSpPr/>
            <p:nvPr/>
          </p:nvSpPr>
          <p:spPr>
            <a:xfrm>
              <a:off x="2355313" y="3742344"/>
              <a:ext cx="2377440" cy="567253"/>
            </a:xfrm>
            <a:prstGeom prst="chevron">
              <a:avLst/>
            </a:prstGeom>
            <a:solidFill>
              <a:srgbClr val="262262"/>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a:t>Ingestão</a:t>
              </a:r>
              <a:endParaRPr lang="en-US" sz="1350" dirty="0"/>
            </a:p>
          </p:txBody>
        </p:sp>
        <p:pic>
          <p:nvPicPr>
            <p:cNvPr id="91" name="Picture truck">
              <a:extLst>
                <a:ext uri="{FF2B5EF4-FFF2-40B4-BE49-F238E27FC236}">
                  <a16:creationId xmlns:a16="http://schemas.microsoft.com/office/drawing/2014/main" id="{61964BEF-A1FD-4E64-83D6-DFD75BC63A24}"/>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flipH="1">
              <a:off x="2730733" y="2681855"/>
              <a:ext cx="1534452" cy="1022968"/>
            </a:xfrm>
            <a:prstGeom prst="rect">
              <a:avLst/>
            </a:prstGeom>
          </p:spPr>
        </p:pic>
      </p:grpSp>
      <p:grpSp>
        <p:nvGrpSpPr>
          <p:cNvPr id="8" name="StorageAndProcessing">
            <a:extLst>
              <a:ext uri="{FF2B5EF4-FFF2-40B4-BE49-F238E27FC236}">
                <a16:creationId xmlns:a16="http://schemas.microsoft.com/office/drawing/2014/main" id="{A08B9E8F-B9C1-451F-90E8-C135C769D143}"/>
              </a:ext>
            </a:extLst>
          </p:cNvPr>
          <p:cNvGrpSpPr/>
          <p:nvPr/>
        </p:nvGrpSpPr>
        <p:grpSpPr>
          <a:xfrm>
            <a:off x="3664121" y="2401289"/>
            <a:ext cx="1899473" cy="2640471"/>
            <a:chOff x="4885495" y="2058718"/>
            <a:chExt cx="2532631" cy="3520628"/>
          </a:xfrm>
        </p:grpSpPr>
        <p:pic>
          <p:nvPicPr>
            <p:cNvPr id="18" name="Picture storage">
              <a:extLst>
                <a:ext uri="{FF2B5EF4-FFF2-40B4-BE49-F238E27FC236}">
                  <a16:creationId xmlns:a16="http://schemas.microsoft.com/office/drawing/2014/main" id="{911A6928-AE24-440D-ACC2-DAAF961B3FCD}"/>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037920" y="2058718"/>
              <a:ext cx="2041650" cy="1361100"/>
            </a:xfrm>
            <a:prstGeom prst="rect">
              <a:avLst/>
            </a:prstGeom>
          </p:spPr>
        </p:pic>
        <p:sp>
          <p:nvSpPr>
            <p:cNvPr id="20" name="Arrow: Chevron storage">
              <a:extLst>
                <a:ext uri="{FF2B5EF4-FFF2-40B4-BE49-F238E27FC236}">
                  <a16:creationId xmlns:a16="http://schemas.microsoft.com/office/drawing/2014/main" id="{A15DFBD9-184A-4C48-8D25-64BE7322416F}"/>
                </a:ext>
              </a:extLst>
            </p:cNvPr>
            <p:cNvSpPr/>
            <p:nvPr/>
          </p:nvSpPr>
          <p:spPr>
            <a:xfrm>
              <a:off x="4885495" y="3419818"/>
              <a:ext cx="2532631" cy="567253"/>
            </a:xfrm>
            <a:prstGeom prst="chevron">
              <a:avLst/>
            </a:prstGeom>
            <a:solidFill>
              <a:srgbClr val="005276"/>
            </a:solidFill>
            <a:ln>
              <a:solidFill>
                <a:srgbClr val="00527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a:t>Armazenamento</a:t>
              </a:r>
              <a:endParaRPr lang="en-US" sz="1350" dirty="0"/>
            </a:p>
          </p:txBody>
        </p:sp>
        <p:pic>
          <p:nvPicPr>
            <p:cNvPr id="26" name="Picture processing">
              <a:extLst>
                <a:ext uri="{FF2B5EF4-FFF2-40B4-BE49-F238E27FC236}">
                  <a16:creationId xmlns:a16="http://schemas.microsoft.com/office/drawing/2014/main" id="{EF357851-BD7E-47C2-9661-706E30DDB484}"/>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243536" y="4319002"/>
              <a:ext cx="1680459" cy="1260344"/>
            </a:xfrm>
            <a:prstGeom prst="rect">
              <a:avLst/>
            </a:prstGeom>
          </p:spPr>
        </p:pic>
        <p:sp>
          <p:nvSpPr>
            <p:cNvPr id="21" name="Arrow: Chevron Process">
              <a:extLst>
                <a:ext uri="{FF2B5EF4-FFF2-40B4-BE49-F238E27FC236}">
                  <a16:creationId xmlns:a16="http://schemas.microsoft.com/office/drawing/2014/main" id="{269F68B3-A832-41A2-95F0-FF0346E1AE88}"/>
                </a:ext>
              </a:extLst>
            </p:cNvPr>
            <p:cNvSpPr/>
            <p:nvPr/>
          </p:nvSpPr>
          <p:spPr>
            <a:xfrm>
              <a:off x="4885496" y="4064870"/>
              <a:ext cx="2377440" cy="567253"/>
            </a:xfrm>
            <a:prstGeom prst="chevron">
              <a:avLst/>
            </a:prstGeom>
            <a:solidFill>
              <a:srgbClr val="9E1F63"/>
            </a:solidFill>
            <a:ln>
              <a:solidFill>
                <a:srgbClr val="9E1F6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a:t>Processamento</a:t>
              </a:r>
              <a:endParaRPr lang="en-US" sz="1350" dirty="0"/>
            </a:p>
          </p:txBody>
        </p:sp>
      </p:grpSp>
      <p:grpSp>
        <p:nvGrpSpPr>
          <p:cNvPr id="9" name="AnalysisAndVisuazliation">
            <a:extLst>
              <a:ext uri="{FF2B5EF4-FFF2-40B4-BE49-F238E27FC236}">
                <a16:creationId xmlns:a16="http://schemas.microsoft.com/office/drawing/2014/main" id="{F0D73E77-6007-4E6E-82BB-D135998735BB}"/>
              </a:ext>
            </a:extLst>
          </p:cNvPr>
          <p:cNvGrpSpPr/>
          <p:nvPr/>
        </p:nvGrpSpPr>
        <p:grpSpPr>
          <a:xfrm>
            <a:off x="5563595" y="2720210"/>
            <a:ext cx="1783080" cy="1369238"/>
            <a:chOff x="7418127" y="2483946"/>
            <a:chExt cx="2377440" cy="1825651"/>
          </a:xfrm>
        </p:grpSpPr>
        <p:sp>
          <p:nvSpPr>
            <p:cNvPr id="22" name="Arrow: Chevron AandV">
              <a:extLst>
                <a:ext uri="{FF2B5EF4-FFF2-40B4-BE49-F238E27FC236}">
                  <a16:creationId xmlns:a16="http://schemas.microsoft.com/office/drawing/2014/main" id="{91519906-0FB6-4094-8F0B-3311B549DA6C}"/>
                </a:ext>
              </a:extLst>
            </p:cNvPr>
            <p:cNvSpPr/>
            <p:nvPr/>
          </p:nvSpPr>
          <p:spPr>
            <a:xfrm>
              <a:off x="7418127" y="3742344"/>
              <a:ext cx="2377440" cy="567253"/>
            </a:xfrm>
            <a:prstGeom prst="chevron">
              <a:avLst/>
            </a:prstGeom>
            <a:solidFill>
              <a:srgbClr val="18AB4B"/>
            </a:solidFill>
            <a:ln>
              <a:solidFill>
                <a:srgbClr val="18AB4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a:solidFill>
                    <a:schemeClr val="bg1"/>
                  </a:solidFill>
                </a:rPr>
                <a:t>Análise &amp; Visualização</a:t>
              </a:r>
              <a:endParaRPr lang="en-US" sz="1350" dirty="0">
                <a:solidFill>
                  <a:schemeClr val="bg1"/>
                </a:solidFill>
              </a:endParaRPr>
            </a:p>
          </p:txBody>
        </p:sp>
        <p:pic>
          <p:nvPicPr>
            <p:cNvPr id="94" name="Picture house">
              <a:extLst>
                <a:ext uri="{FF2B5EF4-FFF2-40B4-BE49-F238E27FC236}">
                  <a16:creationId xmlns:a16="http://schemas.microsoft.com/office/drawing/2014/main" id="{CD1EF28B-519C-4BF2-A36A-39EE045DD752}"/>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635229" y="2483946"/>
              <a:ext cx="1649128" cy="1181549"/>
            </a:xfrm>
            <a:prstGeom prst="rect">
              <a:avLst/>
            </a:prstGeom>
          </p:spPr>
        </p:pic>
      </p:grpSp>
      <p:sp>
        <p:nvSpPr>
          <p:cNvPr id="90" name="Predictions">
            <a:extLst>
              <a:ext uri="{FF2B5EF4-FFF2-40B4-BE49-F238E27FC236}">
                <a16:creationId xmlns:a16="http://schemas.microsoft.com/office/drawing/2014/main" id="{0FD12746-2EE9-435F-BAE1-0F21C4ECCFF8}"/>
              </a:ext>
            </a:extLst>
          </p:cNvPr>
          <p:cNvSpPr txBox="1"/>
          <p:nvPr/>
        </p:nvSpPr>
        <p:spPr>
          <a:xfrm>
            <a:off x="7297321" y="3536002"/>
            <a:ext cx="1135036" cy="507831"/>
          </a:xfrm>
          <a:prstGeom prst="rect">
            <a:avLst/>
          </a:prstGeom>
          <a:noFill/>
        </p:spPr>
        <p:txBody>
          <a:bodyPr wrap="square" rtlCol="0">
            <a:spAutoFit/>
          </a:bodyPr>
          <a:lstStyle/>
          <a:p>
            <a:pPr algn="ctr"/>
            <a:r>
              <a:rPr lang="en-US" sz="1350"/>
              <a:t>Previsões e decisões</a:t>
            </a:r>
            <a:endParaRPr lang="en-US" sz="1350" dirty="0"/>
          </a:p>
        </p:txBody>
      </p:sp>
    </p:spTree>
    <p:custDataLst>
      <p:tags r:id="rId1"/>
    </p:custDataLst>
    <p:extLst>
      <p:ext uri="{BB962C8B-B14F-4D97-AF65-F5344CB8AC3E}">
        <p14:creationId xmlns:p14="http://schemas.microsoft.com/office/powerpoint/2010/main" val="18149892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F7052F-73F4-4640-A7F5-2B00A5E0EB07}"/>
              </a:ext>
            </a:extLst>
          </p:cNvPr>
          <p:cNvSpPr>
            <a:spLocks noGrp="1"/>
          </p:cNvSpPr>
          <p:nvPr>
            <p:ph type="sldNum" sz="quarter" idx="10"/>
          </p:nvPr>
        </p:nvSpPr>
        <p:spPr/>
        <p:txBody>
          <a:bodyPr/>
          <a:lstStyle/>
          <a:p>
            <a:fld id="{363DB862-5E2B-42BB-8337-D46E9881345F}" type="slidenum">
              <a:rPr lang="en-US" smtClean="0"/>
              <a:t>83</a:t>
            </a:fld>
            <a:endParaRPr lang="en-US" dirty="0"/>
          </a:p>
        </p:txBody>
      </p:sp>
      <p:sp>
        <p:nvSpPr>
          <p:cNvPr id="13" name="Title 12">
            <a:extLst>
              <a:ext uri="{FF2B5EF4-FFF2-40B4-BE49-F238E27FC236}">
                <a16:creationId xmlns:a16="http://schemas.microsoft.com/office/drawing/2014/main" id="{A8FC0161-1EB3-49D6-823C-D7F27F2FB134}"/>
              </a:ext>
            </a:extLst>
          </p:cNvPr>
          <p:cNvSpPr>
            <a:spLocks noGrp="1"/>
          </p:cNvSpPr>
          <p:nvPr>
            <p:ph type="title"/>
          </p:nvPr>
        </p:nvSpPr>
        <p:spPr>
          <a:xfrm>
            <a:off x="628650" y="1131094"/>
            <a:ext cx="7886700" cy="576203"/>
          </a:xfrm>
        </p:spPr>
        <p:txBody>
          <a:bodyPr>
            <a:normAutofit/>
          </a:bodyPr>
          <a:lstStyle/>
          <a:p>
            <a:r>
              <a:rPr lang="pt-BR"/>
              <a:t>Ações tomadas com dados no pipeline</a:t>
            </a:r>
            <a:endParaRPr lang="en-US" dirty="0"/>
          </a:p>
        </p:txBody>
      </p:sp>
      <p:pic>
        <p:nvPicPr>
          <p:cNvPr id="22" name="Picture 21" descr="Pipeline layers from ingestion through analysis &amp; visualization. ">
            <a:extLst>
              <a:ext uri="{FF2B5EF4-FFF2-40B4-BE49-F238E27FC236}">
                <a16:creationId xmlns:a16="http://schemas.microsoft.com/office/drawing/2014/main" id="{EAC7C814-32E3-4EB3-B9A1-36C9509038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525" y="2353093"/>
            <a:ext cx="7466723" cy="2638273"/>
          </a:xfrm>
          <a:prstGeom prst="rect">
            <a:avLst/>
          </a:prstGeom>
        </p:spPr>
      </p:pic>
      <p:sp>
        <p:nvSpPr>
          <p:cNvPr id="57" name="TextBox 56">
            <a:extLst>
              <a:ext uri="{FF2B5EF4-FFF2-40B4-BE49-F238E27FC236}">
                <a16:creationId xmlns:a16="http://schemas.microsoft.com/office/drawing/2014/main" id="{8391ADAA-BBC8-4492-B148-6A6E1D1BED53}"/>
              </a:ext>
            </a:extLst>
          </p:cNvPr>
          <p:cNvSpPr txBox="1"/>
          <p:nvPr/>
        </p:nvSpPr>
        <p:spPr>
          <a:xfrm>
            <a:off x="3862862" y="5135731"/>
            <a:ext cx="1350050" cy="300082"/>
          </a:xfrm>
          <a:prstGeom prst="rect">
            <a:avLst/>
          </a:prstGeom>
          <a:noFill/>
        </p:spPr>
        <p:txBody>
          <a:bodyPr wrap="none" rtlCol="0">
            <a:spAutoFit/>
          </a:bodyPr>
          <a:lstStyle/>
          <a:p>
            <a:r>
              <a:rPr lang="en-US" sz="1350"/>
              <a:t>Transformação</a:t>
            </a:r>
            <a:endParaRPr lang="en-US" sz="1350" dirty="0"/>
          </a:p>
        </p:txBody>
      </p:sp>
      <p:cxnSp>
        <p:nvCxnSpPr>
          <p:cNvPr id="56" name="Straight Arrow Connector 55" descr="Transformation takes place across all layers.">
            <a:extLst>
              <a:ext uri="{FF2B5EF4-FFF2-40B4-BE49-F238E27FC236}">
                <a16:creationId xmlns:a16="http://schemas.microsoft.com/office/drawing/2014/main" id="{D83FB0E8-F322-491E-9BD8-0B8F4034C561}"/>
              </a:ext>
            </a:extLst>
          </p:cNvPr>
          <p:cNvCxnSpPr>
            <a:cxnSpLocks/>
            <a:stCxn id="55" idx="6"/>
          </p:cNvCxnSpPr>
          <p:nvPr/>
        </p:nvCxnSpPr>
        <p:spPr>
          <a:xfrm>
            <a:off x="3293143" y="5063548"/>
            <a:ext cx="2606040" cy="0"/>
          </a:xfrm>
          <a:prstGeom prst="straightConnector1">
            <a:avLst/>
          </a:prstGeom>
          <a:ln w="44450">
            <a:solidFill>
              <a:srgbClr val="504BAB"/>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sp>
        <p:nvSpPr>
          <p:cNvPr id="55" name="DataWrangling">
            <a:extLst>
              <a:ext uri="{FF2B5EF4-FFF2-40B4-BE49-F238E27FC236}">
                <a16:creationId xmlns:a16="http://schemas.microsoft.com/office/drawing/2014/main" id="{420E8634-B577-40C4-BC08-C6D293E4EC4A}"/>
              </a:ext>
            </a:extLst>
          </p:cNvPr>
          <p:cNvSpPr>
            <a:spLocks noChangeAspect="1"/>
          </p:cNvSpPr>
          <p:nvPr/>
        </p:nvSpPr>
        <p:spPr>
          <a:xfrm>
            <a:off x="1918998" y="4377748"/>
            <a:ext cx="1374145" cy="1371600"/>
          </a:xfrm>
          <a:prstGeom prst="ellipse">
            <a:avLst/>
          </a:prstGeom>
          <a:solidFill>
            <a:schemeClr val="bg2"/>
          </a:solidFill>
          <a:ln w="38100">
            <a:solidFill>
              <a:srgbClr val="504BA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pt-BR" sz="1200" b="1">
                <a:solidFill>
                  <a:schemeClr val="tx1"/>
                </a:solidFill>
              </a:rPr>
              <a:t>Organização de dados: </a:t>
            </a:r>
            <a:r>
              <a:rPr lang="pt-BR" sz="1200">
                <a:solidFill>
                  <a:schemeClr val="tx1"/>
                </a:solidFill>
              </a:rPr>
              <a:t>Descubrir</a:t>
            </a:r>
          </a:p>
          <a:p>
            <a:pPr algn="ctr"/>
            <a:r>
              <a:rPr lang="pt-BR" sz="1200">
                <a:solidFill>
                  <a:schemeClr val="tx1"/>
                </a:solidFill>
              </a:rPr>
              <a:t>Limpar</a:t>
            </a:r>
          </a:p>
          <a:p>
            <a:pPr algn="ctr"/>
            <a:r>
              <a:rPr lang="pt-BR" sz="1200">
                <a:solidFill>
                  <a:schemeClr val="tx1"/>
                </a:solidFill>
              </a:rPr>
              <a:t>Normalizar</a:t>
            </a:r>
          </a:p>
          <a:p>
            <a:pPr algn="ctr"/>
            <a:r>
              <a:rPr lang="pt-BR" sz="1200">
                <a:solidFill>
                  <a:schemeClr val="tx1"/>
                </a:solidFill>
              </a:rPr>
              <a:t>Enriquecer</a:t>
            </a:r>
            <a:endParaRPr lang="en-US" sz="1200" dirty="0">
              <a:solidFill>
                <a:schemeClr val="tx1"/>
              </a:solidFill>
            </a:endParaRPr>
          </a:p>
        </p:txBody>
      </p:sp>
    </p:spTree>
    <p:custDataLst>
      <p:tags r:id="rId1"/>
    </p:custDataLst>
    <p:extLst>
      <p:ext uri="{BB962C8B-B14F-4D97-AF65-F5344CB8AC3E}">
        <p14:creationId xmlns:p14="http://schemas.microsoft.com/office/powerpoint/2010/main" val="209049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afterEffect">
                                  <p:stCondLst>
                                    <p:cond delay="0"/>
                                  </p:stCondLst>
                                  <p:childTnLst>
                                    <p:animMotion origin="layout" path="M 3.95833E-6 -4.07407E-6 L 0.43593 -0.00138 " pathEditMode="relative" rAng="0" ptsTypes="AA">
                                      <p:cBhvr>
                                        <p:cTn id="6" dur="1000" fill="hold"/>
                                        <p:tgtEl>
                                          <p:spTgt spid="55"/>
                                        </p:tgtEl>
                                        <p:attrNameLst>
                                          <p:attrName>ppt_x</p:attrName>
                                          <p:attrName>ppt_y</p:attrName>
                                        </p:attrNameLst>
                                      </p:cBhvr>
                                      <p:rCtr x="21797" y="-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F7052F-73F4-4640-A7F5-2B00A5E0EB07}"/>
              </a:ext>
            </a:extLst>
          </p:cNvPr>
          <p:cNvSpPr>
            <a:spLocks noGrp="1"/>
          </p:cNvSpPr>
          <p:nvPr>
            <p:ph type="sldNum" sz="quarter" idx="10"/>
          </p:nvPr>
        </p:nvSpPr>
        <p:spPr/>
        <p:txBody>
          <a:bodyPr/>
          <a:lstStyle/>
          <a:p>
            <a:fld id="{363DB862-5E2B-42BB-8337-D46E9881345F}" type="slidenum">
              <a:rPr lang="en-US" smtClean="0"/>
              <a:t>84</a:t>
            </a:fld>
            <a:endParaRPr lang="en-US" dirty="0"/>
          </a:p>
        </p:txBody>
      </p:sp>
      <p:sp>
        <p:nvSpPr>
          <p:cNvPr id="13" name="Title 12">
            <a:extLst>
              <a:ext uri="{FF2B5EF4-FFF2-40B4-BE49-F238E27FC236}">
                <a16:creationId xmlns:a16="http://schemas.microsoft.com/office/drawing/2014/main" id="{A8FC0161-1EB3-49D6-823C-D7F27F2FB134}"/>
              </a:ext>
            </a:extLst>
          </p:cNvPr>
          <p:cNvSpPr>
            <a:spLocks noGrp="1"/>
          </p:cNvSpPr>
          <p:nvPr>
            <p:ph type="title"/>
          </p:nvPr>
        </p:nvSpPr>
        <p:spPr>
          <a:xfrm>
            <a:off x="457199" y="685800"/>
            <a:ext cx="7694559" cy="1228028"/>
          </a:xfrm>
        </p:spPr>
        <p:txBody>
          <a:bodyPr>
            <a:normAutofit/>
          </a:bodyPr>
          <a:lstStyle/>
          <a:p>
            <a:r>
              <a:rPr lang="pt-BR"/>
              <a:t>Processamento iterativo através do pipeline</a:t>
            </a:r>
            <a:endParaRPr lang="en-US" dirty="0"/>
          </a:p>
        </p:txBody>
      </p:sp>
      <p:cxnSp>
        <p:nvCxnSpPr>
          <p:cNvPr id="26" name="Connector: Decorative behind">
            <a:extLst>
              <a:ext uri="{FF2B5EF4-FFF2-40B4-BE49-F238E27FC236}">
                <a16:creationId xmlns:a16="http://schemas.microsoft.com/office/drawing/2014/main" id="{4746669B-7BE2-4FEE-A104-61F0F58CD539}"/>
              </a:ext>
              <a:ext uri="{C183D7F6-B498-43B3-948B-1728B52AA6E4}">
                <adec:decorative xmlns:adec="http://schemas.microsoft.com/office/drawing/2017/decorative" val="1"/>
              </a:ext>
            </a:extLst>
          </p:cNvPr>
          <p:cNvCxnSpPr>
            <a:cxnSpLocks/>
          </p:cNvCxnSpPr>
          <p:nvPr/>
        </p:nvCxnSpPr>
        <p:spPr>
          <a:xfrm flipH="1" flipV="1">
            <a:off x="1399072" y="3163291"/>
            <a:ext cx="5873864" cy="713438"/>
          </a:xfrm>
          <a:prstGeom prst="bentConnector4">
            <a:avLst>
              <a:gd name="adj1" fmla="val -534"/>
              <a:gd name="adj2" fmla="val 216023"/>
            </a:avLst>
          </a:prstGeom>
          <a:ln w="44450">
            <a:solidFill>
              <a:srgbClr val="504BAB"/>
            </a:solidFill>
            <a:tailEnd type="arrow" w="lg"/>
          </a:ln>
          <a:effectLst>
            <a:outerShdw blurRad="63500" dist="53881" dir="2700016" rotWithShape="0">
              <a:srgbClr val="232F3E">
                <a:alpha val="25000"/>
              </a:srgbClr>
            </a:outerShdw>
          </a:effectLst>
        </p:spPr>
        <p:style>
          <a:lnRef idx="1">
            <a:schemeClr val="accent1"/>
          </a:lnRef>
          <a:fillRef idx="0">
            <a:schemeClr val="accent1"/>
          </a:fillRef>
          <a:effectRef idx="0">
            <a:schemeClr val="accent1"/>
          </a:effectRef>
          <a:fontRef idx="minor">
            <a:schemeClr val="tx1"/>
          </a:fontRef>
        </p:style>
      </p:cxnSp>
      <p:cxnSp>
        <p:nvCxnSpPr>
          <p:cNvPr id="52" name="Connector: Iterate on processing">
            <a:extLst>
              <a:ext uri="{FF2B5EF4-FFF2-40B4-BE49-F238E27FC236}">
                <a16:creationId xmlns:a16="http://schemas.microsoft.com/office/drawing/2014/main" id="{9237E472-4E7C-4B2D-B925-4753FAFEE601}"/>
              </a:ext>
              <a:ext uri="{C183D7F6-B498-43B3-948B-1728B52AA6E4}">
                <adec:decorative xmlns:adec="http://schemas.microsoft.com/office/drawing/2017/decorative" val="1"/>
              </a:ext>
            </a:extLst>
          </p:cNvPr>
          <p:cNvCxnSpPr>
            <a:cxnSpLocks/>
          </p:cNvCxnSpPr>
          <p:nvPr/>
        </p:nvCxnSpPr>
        <p:spPr>
          <a:xfrm rot="10800000" flipV="1">
            <a:off x="4783437" y="3670225"/>
            <a:ext cx="2331720" cy="661118"/>
          </a:xfrm>
          <a:prstGeom prst="bentConnector4">
            <a:avLst>
              <a:gd name="adj1" fmla="val 31334"/>
              <a:gd name="adj2" fmla="val 125933"/>
            </a:avLst>
          </a:prstGeom>
          <a:ln w="44450">
            <a:solidFill>
              <a:srgbClr val="504BAB"/>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grpSp>
        <p:nvGrpSpPr>
          <p:cNvPr id="77" name="Group Data">
            <a:extLst>
              <a:ext uri="{FF2B5EF4-FFF2-40B4-BE49-F238E27FC236}">
                <a16:creationId xmlns:a16="http://schemas.microsoft.com/office/drawing/2014/main" id="{B5ABE14F-7A77-4580-B89F-42ACFE06020E}"/>
              </a:ext>
            </a:extLst>
          </p:cNvPr>
          <p:cNvGrpSpPr/>
          <p:nvPr/>
        </p:nvGrpSpPr>
        <p:grpSpPr>
          <a:xfrm>
            <a:off x="982036" y="3163291"/>
            <a:ext cx="834071" cy="1186165"/>
            <a:chOff x="269744" y="3224620"/>
            <a:chExt cx="1112094" cy="1581553"/>
          </a:xfrm>
        </p:grpSpPr>
        <p:pic>
          <p:nvPicPr>
            <p:cNvPr id="89" name="Picture lego pile">
              <a:extLst>
                <a:ext uri="{FF2B5EF4-FFF2-40B4-BE49-F238E27FC236}">
                  <a16:creationId xmlns:a16="http://schemas.microsoft.com/office/drawing/2014/main" id="{CDD1877C-8820-4CED-BDC2-7DE5546939C9}"/>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69744" y="3224620"/>
              <a:ext cx="1112094" cy="625300"/>
            </a:xfrm>
            <a:prstGeom prst="rect">
              <a:avLst/>
            </a:prstGeom>
          </p:spPr>
        </p:pic>
        <p:sp>
          <p:nvSpPr>
            <p:cNvPr id="90" name="TextBox 89">
              <a:extLst>
                <a:ext uri="{FF2B5EF4-FFF2-40B4-BE49-F238E27FC236}">
                  <a16:creationId xmlns:a16="http://schemas.microsoft.com/office/drawing/2014/main" id="{57A06743-3657-47A3-8F86-7D661CD28FC7}"/>
                </a:ext>
              </a:extLst>
            </p:cNvPr>
            <p:cNvSpPr txBox="1"/>
            <p:nvPr/>
          </p:nvSpPr>
          <p:spPr>
            <a:xfrm>
              <a:off x="289320" y="3852065"/>
              <a:ext cx="1038599" cy="954108"/>
            </a:xfrm>
            <a:prstGeom prst="rect">
              <a:avLst/>
            </a:prstGeom>
            <a:noFill/>
          </p:spPr>
          <p:txBody>
            <a:bodyPr wrap="square" rtlCol="0">
              <a:spAutoFit/>
            </a:bodyPr>
            <a:lstStyle/>
            <a:p>
              <a:pPr algn="ctr"/>
              <a:r>
                <a:rPr lang="en-US" sz="1350"/>
                <a:t>Fontes de dados</a:t>
              </a:r>
              <a:endParaRPr lang="en-US" sz="1350" dirty="0"/>
            </a:p>
          </p:txBody>
        </p:sp>
      </p:grpSp>
      <p:pic>
        <p:nvPicPr>
          <p:cNvPr id="4" name="pipeline" descr="Data pipeline. ">
            <a:extLst>
              <a:ext uri="{FF2B5EF4-FFF2-40B4-BE49-F238E27FC236}">
                <a16:creationId xmlns:a16="http://schemas.microsoft.com/office/drawing/2014/main" id="{B63A3E0F-A1D0-48CE-B4EF-A0989507523B}"/>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5271" y="3423583"/>
            <a:ext cx="5601185" cy="914480"/>
          </a:xfrm>
          <a:prstGeom prst="rect">
            <a:avLst/>
          </a:prstGeom>
        </p:spPr>
      </p:pic>
      <p:sp>
        <p:nvSpPr>
          <p:cNvPr id="98" name="Predictions">
            <a:extLst>
              <a:ext uri="{FF2B5EF4-FFF2-40B4-BE49-F238E27FC236}">
                <a16:creationId xmlns:a16="http://schemas.microsoft.com/office/drawing/2014/main" id="{BE93E22B-3152-44F9-B958-CEEA2B14B351}"/>
              </a:ext>
            </a:extLst>
          </p:cNvPr>
          <p:cNvSpPr txBox="1"/>
          <p:nvPr/>
        </p:nvSpPr>
        <p:spPr>
          <a:xfrm>
            <a:off x="7279667" y="3520009"/>
            <a:ext cx="1135036" cy="507831"/>
          </a:xfrm>
          <a:prstGeom prst="rect">
            <a:avLst/>
          </a:prstGeom>
          <a:noFill/>
        </p:spPr>
        <p:txBody>
          <a:bodyPr wrap="square" rtlCol="0">
            <a:spAutoFit/>
          </a:bodyPr>
          <a:lstStyle/>
          <a:p>
            <a:pPr algn="ctr"/>
            <a:r>
              <a:rPr lang="en-US" sz="1350"/>
              <a:t>Previsões e decisões</a:t>
            </a:r>
            <a:endParaRPr lang="en-US" sz="1350" dirty="0"/>
          </a:p>
        </p:txBody>
      </p:sp>
      <p:sp>
        <p:nvSpPr>
          <p:cNvPr id="84" name="Evaluate and iterate">
            <a:extLst>
              <a:ext uri="{FF2B5EF4-FFF2-40B4-BE49-F238E27FC236}">
                <a16:creationId xmlns:a16="http://schemas.microsoft.com/office/drawing/2014/main" id="{1B312520-5F6F-42E2-8716-2A63244C9416}"/>
              </a:ext>
            </a:extLst>
          </p:cNvPr>
          <p:cNvSpPr>
            <a:spLocks noChangeAspect="1"/>
          </p:cNvSpPr>
          <p:nvPr/>
        </p:nvSpPr>
        <p:spPr>
          <a:xfrm>
            <a:off x="5717894" y="1625802"/>
            <a:ext cx="1285500" cy="1283120"/>
          </a:xfrm>
          <a:prstGeom prst="ellipse">
            <a:avLst/>
          </a:prstGeom>
          <a:solidFill>
            <a:schemeClr val="bg2"/>
          </a:solidFill>
          <a:ln w="25400">
            <a:solidFill>
              <a:srgbClr val="504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Avaliar resultados e iterar</a:t>
            </a:r>
            <a:endParaRPr lang="en-US" sz="1200" dirty="0">
              <a:solidFill>
                <a:schemeClr val="tx1"/>
              </a:solidFill>
            </a:endParaRPr>
          </a:p>
        </p:txBody>
      </p:sp>
      <p:sp>
        <p:nvSpPr>
          <p:cNvPr id="23" name="Oval 1">
            <a:extLst>
              <a:ext uri="{FF2B5EF4-FFF2-40B4-BE49-F238E27FC236}">
                <a16:creationId xmlns:a16="http://schemas.microsoft.com/office/drawing/2014/main" id="{B2335F3C-C3B3-432C-AA37-073B66B8E75E}"/>
              </a:ext>
            </a:extLst>
          </p:cNvPr>
          <p:cNvSpPr/>
          <p:nvPr/>
        </p:nvSpPr>
        <p:spPr>
          <a:xfrm>
            <a:off x="7171183" y="3218121"/>
            <a:ext cx="274320" cy="274320"/>
          </a:xfrm>
          <a:prstGeom prst="ellipse">
            <a:avLst/>
          </a:prstGeom>
          <a:solidFill>
            <a:srgbClr val="18AB4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1</a:t>
            </a:r>
          </a:p>
        </p:txBody>
      </p:sp>
      <p:pic>
        <p:nvPicPr>
          <p:cNvPr id="18" name="Picture legos small" descr="Iteration 1: Plastic building blocks stacked to form a primitive structure.">
            <a:extLst>
              <a:ext uri="{FF2B5EF4-FFF2-40B4-BE49-F238E27FC236}">
                <a16:creationId xmlns:a16="http://schemas.microsoft.com/office/drawing/2014/main" id="{A47490B7-063A-475A-909C-2725F7A6660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467452" y="3107967"/>
            <a:ext cx="706256" cy="417216"/>
          </a:xfrm>
          <a:prstGeom prst="rect">
            <a:avLst/>
          </a:prstGeom>
        </p:spPr>
      </p:pic>
      <p:sp>
        <p:nvSpPr>
          <p:cNvPr id="43" name="Oval 2">
            <a:extLst>
              <a:ext uri="{FF2B5EF4-FFF2-40B4-BE49-F238E27FC236}">
                <a16:creationId xmlns:a16="http://schemas.microsoft.com/office/drawing/2014/main" id="{45DE76C8-162F-4C3D-824E-901F0611FF25}"/>
              </a:ext>
            </a:extLst>
          </p:cNvPr>
          <p:cNvSpPr/>
          <p:nvPr/>
        </p:nvSpPr>
        <p:spPr>
          <a:xfrm>
            <a:off x="7171183" y="2765912"/>
            <a:ext cx="274320" cy="274320"/>
          </a:xfrm>
          <a:prstGeom prst="ellipse">
            <a:avLst/>
          </a:prstGeom>
          <a:solidFill>
            <a:srgbClr val="18AB4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2</a:t>
            </a:r>
          </a:p>
        </p:txBody>
      </p:sp>
      <p:pic>
        <p:nvPicPr>
          <p:cNvPr id="19" name="Picture lego house" descr="Iteration 2: Relatively simple house with door and windows, built out of plastic building blocks.">
            <a:extLst>
              <a:ext uri="{FF2B5EF4-FFF2-40B4-BE49-F238E27FC236}">
                <a16:creationId xmlns:a16="http://schemas.microsoft.com/office/drawing/2014/main" id="{AA237EA8-9D6B-4381-9BE0-2ED1DBE5B18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487467" y="2636302"/>
            <a:ext cx="464711" cy="463553"/>
          </a:xfrm>
          <a:prstGeom prst="rect">
            <a:avLst/>
          </a:prstGeom>
        </p:spPr>
      </p:pic>
      <p:sp>
        <p:nvSpPr>
          <p:cNvPr id="20" name="TextBox 19">
            <a:extLst>
              <a:ext uri="{FF2B5EF4-FFF2-40B4-BE49-F238E27FC236}">
                <a16:creationId xmlns:a16="http://schemas.microsoft.com/office/drawing/2014/main" id="{2BD8DB1F-4EB9-4006-BF73-3317BBC1DB15}"/>
              </a:ext>
            </a:extLst>
          </p:cNvPr>
          <p:cNvSpPr txBox="1"/>
          <p:nvPr/>
        </p:nvSpPr>
        <p:spPr>
          <a:xfrm>
            <a:off x="890873" y="2276609"/>
            <a:ext cx="1147958" cy="507831"/>
          </a:xfrm>
          <a:prstGeom prst="rect">
            <a:avLst/>
          </a:prstGeom>
          <a:solidFill>
            <a:schemeClr val="bg1"/>
          </a:solidFill>
        </p:spPr>
        <p:txBody>
          <a:bodyPr wrap="square" rtlCol="0">
            <a:spAutoFit/>
          </a:bodyPr>
          <a:lstStyle/>
          <a:p>
            <a:pPr algn="ctr"/>
            <a:r>
              <a:rPr lang="en-US" sz="1350"/>
              <a:t>Dados adicionais</a:t>
            </a:r>
            <a:endParaRPr lang="en-US" sz="1350" dirty="0"/>
          </a:p>
        </p:txBody>
      </p:sp>
      <p:pic>
        <p:nvPicPr>
          <p:cNvPr id="45" name="Picture 44">
            <a:extLst>
              <a:ext uri="{FF2B5EF4-FFF2-40B4-BE49-F238E27FC236}">
                <a16:creationId xmlns:a16="http://schemas.microsoft.com/office/drawing/2014/main" id="{629BD6E0-371C-4D88-A3DA-8501D08D5953}"/>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69158" y="1774654"/>
            <a:ext cx="834071" cy="548048"/>
          </a:xfrm>
          <a:prstGeom prst="rect">
            <a:avLst/>
          </a:prstGeom>
        </p:spPr>
      </p:pic>
      <p:sp>
        <p:nvSpPr>
          <p:cNvPr id="44" name="Oval 3">
            <a:extLst>
              <a:ext uri="{FF2B5EF4-FFF2-40B4-BE49-F238E27FC236}">
                <a16:creationId xmlns:a16="http://schemas.microsoft.com/office/drawing/2014/main" id="{9B32C316-4252-4F5F-AD26-79F531CDDEB0}"/>
              </a:ext>
            </a:extLst>
          </p:cNvPr>
          <p:cNvSpPr/>
          <p:nvPr/>
        </p:nvSpPr>
        <p:spPr>
          <a:xfrm>
            <a:off x="7171183" y="2388968"/>
            <a:ext cx="274320" cy="274320"/>
          </a:xfrm>
          <a:prstGeom prst="ellipse">
            <a:avLst/>
          </a:prstGeom>
          <a:solidFill>
            <a:srgbClr val="18AB4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3</a:t>
            </a:r>
          </a:p>
        </p:txBody>
      </p:sp>
      <p:pic>
        <p:nvPicPr>
          <p:cNvPr id="10" name="Picture Lego nice house" descr="Iteration 3: Two-story house with a landscaped yard, built out of plastic building blocks.">
            <a:extLst>
              <a:ext uri="{FF2B5EF4-FFF2-40B4-BE49-F238E27FC236}">
                <a16:creationId xmlns:a16="http://schemas.microsoft.com/office/drawing/2014/main" id="{EFA241A5-FF01-48EA-BDB7-92201DA6EEEB}"/>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7445503" y="2143259"/>
            <a:ext cx="706256" cy="506010"/>
          </a:xfrm>
          <a:prstGeom prst="rect">
            <a:avLst/>
          </a:prstGeom>
        </p:spPr>
      </p:pic>
      <p:cxnSp>
        <p:nvCxnSpPr>
          <p:cNvPr id="16" name="Connector: Iterate on processing">
            <a:extLst>
              <a:ext uri="{FF2B5EF4-FFF2-40B4-BE49-F238E27FC236}">
                <a16:creationId xmlns:a16="http://schemas.microsoft.com/office/drawing/2014/main" id="{4E584AEB-842D-42E2-A474-79593CEEE943}"/>
              </a:ext>
              <a:ext uri="{C183D7F6-B498-43B3-948B-1728B52AA6E4}">
                <adec:decorative xmlns:adec="http://schemas.microsoft.com/office/drawing/2017/decorative" val="1"/>
              </a:ext>
            </a:extLst>
          </p:cNvPr>
          <p:cNvCxnSpPr>
            <a:cxnSpLocks/>
          </p:cNvCxnSpPr>
          <p:nvPr/>
        </p:nvCxnSpPr>
        <p:spPr>
          <a:xfrm rot="16200000" flipV="1">
            <a:off x="4037536" y="3833880"/>
            <a:ext cx="909230" cy="85697"/>
          </a:xfrm>
          <a:prstGeom prst="bentConnector5">
            <a:avLst>
              <a:gd name="adj1" fmla="val -16673"/>
              <a:gd name="adj2" fmla="val 1216300"/>
              <a:gd name="adj3" fmla="val 118857"/>
            </a:avLst>
          </a:prstGeom>
          <a:ln w="44450">
            <a:solidFill>
              <a:srgbClr val="504BAB"/>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cxnSp>
        <p:nvCxnSpPr>
          <p:cNvPr id="92" name="Connector: Elbow 91">
            <a:extLst>
              <a:ext uri="{FF2B5EF4-FFF2-40B4-BE49-F238E27FC236}">
                <a16:creationId xmlns:a16="http://schemas.microsoft.com/office/drawing/2014/main" id="{A99BFE86-75CA-47BC-95A9-38931F2BA9BD}"/>
              </a:ext>
              <a:ext uri="{C183D7F6-B498-43B3-948B-1728B52AA6E4}">
                <adec:decorative xmlns:adec="http://schemas.microsoft.com/office/drawing/2017/decorative" val="1"/>
              </a:ext>
            </a:extLst>
          </p:cNvPr>
          <p:cNvCxnSpPr>
            <a:cxnSpLocks/>
          </p:cNvCxnSpPr>
          <p:nvPr/>
        </p:nvCxnSpPr>
        <p:spPr>
          <a:xfrm rot="16200000" flipV="1">
            <a:off x="5436115" y="2685810"/>
            <a:ext cx="241895" cy="1714500"/>
          </a:xfrm>
          <a:prstGeom prst="bentConnector3">
            <a:avLst>
              <a:gd name="adj1" fmla="val 170878"/>
            </a:avLst>
          </a:prstGeom>
          <a:ln w="44450">
            <a:solidFill>
              <a:schemeClr val="hlink"/>
            </a:solidFill>
            <a:headEnd type="arrow"/>
            <a:tailEnd type="none"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a16="http://schemas.microsoft.com/office/drawing/2014/main" id="{D2F742FD-CD4A-4781-BBC5-4386273BAADB}"/>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038831" y="4337560"/>
            <a:ext cx="4202033" cy="1399154"/>
          </a:xfrm>
          <a:prstGeom prst="rect">
            <a:avLst/>
          </a:prstGeom>
        </p:spPr>
      </p:pic>
    </p:spTree>
    <p:custDataLst>
      <p:tags r:id="rId1"/>
    </p:custDataLst>
    <p:extLst>
      <p:ext uri="{BB962C8B-B14F-4D97-AF65-F5344CB8AC3E}">
        <p14:creationId xmlns:p14="http://schemas.microsoft.com/office/powerpoint/2010/main" val="27690570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090681-CF86-4F73-9A5E-CA02690269C0}"/>
              </a:ext>
            </a:extLst>
          </p:cNvPr>
          <p:cNvSpPr>
            <a:spLocks noGrp="1"/>
          </p:cNvSpPr>
          <p:nvPr>
            <p:ph type="sldNum" sz="quarter" idx="10"/>
          </p:nvPr>
        </p:nvSpPr>
        <p:spPr/>
        <p:txBody>
          <a:bodyPr/>
          <a:lstStyle/>
          <a:p>
            <a:fld id="{363DB862-5E2B-42BB-8337-D46E9881345F}" type="slidenum">
              <a:rPr lang="en-US" smtClean="0"/>
              <a:t>85</a:t>
            </a:fld>
            <a:endParaRPr lang="en-US" dirty="0"/>
          </a:p>
        </p:txBody>
      </p:sp>
      <p:sp>
        <p:nvSpPr>
          <p:cNvPr id="7" name="Title 6">
            <a:extLst>
              <a:ext uri="{FF2B5EF4-FFF2-40B4-BE49-F238E27FC236}">
                <a16:creationId xmlns:a16="http://schemas.microsoft.com/office/drawing/2014/main" id="{09E0906E-38CE-4D57-BC5A-6E4C1044DF88}"/>
              </a:ext>
            </a:extLst>
          </p:cNvPr>
          <p:cNvSpPr>
            <a:spLocks noGrp="1"/>
          </p:cNvSpPr>
          <p:nvPr>
            <p:ph type="title"/>
          </p:nvPr>
        </p:nvSpPr>
        <p:spPr>
          <a:xfrm>
            <a:off x="457199" y="685800"/>
            <a:ext cx="4963925" cy="1228028"/>
          </a:xfrm>
        </p:spPr>
        <p:txBody>
          <a:bodyPr/>
          <a:lstStyle/>
          <a:p>
            <a:r>
              <a:rPr lang="en-US"/>
              <a:t>Exemplo: um pipeline simples</a:t>
            </a:r>
            <a:endParaRPr lang="en-US" dirty="0"/>
          </a:p>
        </p:txBody>
      </p:sp>
      <p:grpSp>
        <p:nvGrpSpPr>
          <p:cNvPr id="2" name="architecture">
            <a:extLst>
              <a:ext uri="{FF2B5EF4-FFF2-40B4-BE49-F238E27FC236}">
                <a16:creationId xmlns:a16="http://schemas.microsoft.com/office/drawing/2014/main" id="{092D1848-2CC8-4225-B4D6-571E587D7B71}"/>
              </a:ext>
            </a:extLst>
          </p:cNvPr>
          <p:cNvGrpSpPr/>
          <p:nvPr/>
        </p:nvGrpSpPr>
        <p:grpSpPr>
          <a:xfrm>
            <a:off x="978804" y="2066237"/>
            <a:ext cx="6818238" cy="2404923"/>
            <a:chOff x="1353844" y="3015538"/>
            <a:chExt cx="9090984" cy="3206564"/>
          </a:xfrm>
        </p:grpSpPr>
        <p:grpSp>
          <p:nvGrpSpPr>
            <p:cNvPr id="17" name="DeveloperUploadsToS3" descr="Flatten: Developer uploads compressed .csv file to Amazon S3.">
              <a:extLst>
                <a:ext uri="{FF2B5EF4-FFF2-40B4-BE49-F238E27FC236}">
                  <a16:creationId xmlns:a16="http://schemas.microsoft.com/office/drawing/2014/main" id="{0953BFDB-B94E-41ED-A270-385F18B939EA}"/>
                </a:ext>
              </a:extLst>
            </p:cNvPr>
            <p:cNvGrpSpPr/>
            <p:nvPr/>
          </p:nvGrpSpPr>
          <p:grpSpPr>
            <a:xfrm>
              <a:off x="1353844" y="3015538"/>
              <a:ext cx="4462270" cy="3206564"/>
              <a:chOff x="354810" y="2585619"/>
              <a:chExt cx="4462270" cy="3206564"/>
            </a:xfrm>
          </p:grpSpPr>
          <p:sp>
            <p:nvSpPr>
              <p:cNvPr id="80" name="TextBox developer">
                <a:extLst>
                  <a:ext uri="{FF2B5EF4-FFF2-40B4-BE49-F238E27FC236}">
                    <a16:creationId xmlns:a16="http://schemas.microsoft.com/office/drawing/2014/main" id="{5E2519F1-FF4A-40CD-887C-9228492738A9}"/>
                  </a:ext>
                </a:extLst>
              </p:cNvPr>
              <p:cNvSpPr txBox="1">
                <a:spLocks noChangeArrowheads="1"/>
              </p:cNvSpPr>
              <p:nvPr/>
            </p:nvSpPr>
            <p:spPr bwMode="auto">
              <a:xfrm>
                <a:off x="413203" y="5366780"/>
                <a:ext cx="17120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mn-lt"/>
                    <a:ea typeface="Amazon Ember" panose="020B0603020204020204" pitchFamily="34" charset="0"/>
                    <a:cs typeface="Arial" panose="020B0604020202020204" pitchFamily="34" charset="0"/>
                  </a:rPr>
                  <a:t>Developer</a:t>
                </a:r>
              </a:p>
            </p:txBody>
          </p:sp>
          <p:pic>
            <p:nvPicPr>
              <p:cNvPr id="65" name="Picture Developer">
                <a:extLst>
                  <a:ext uri="{FF2B5EF4-FFF2-40B4-BE49-F238E27FC236}">
                    <a16:creationId xmlns:a16="http://schemas.microsoft.com/office/drawing/2014/main" id="{95337D23-FD00-47CA-B359-602183B4ACD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54810" y="3963383"/>
                <a:ext cx="1828800" cy="1828800"/>
              </a:xfrm>
              <a:prstGeom prst="rect">
                <a:avLst/>
              </a:prstGeom>
            </p:spPr>
          </p:pic>
          <p:cxnSp>
            <p:nvCxnSpPr>
              <p:cNvPr id="119" name="Connector: Elbow 118">
                <a:extLst>
                  <a:ext uri="{FF2B5EF4-FFF2-40B4-BE49-F238E27FC236}">
                    <a16:creationId xmlns:a16="http://schemas.microsoft.com/office/drawing/2014/main" id="{453A0D15-214F-49DF-9A75-4D51641C5925}"/>
                  </a:ext>
                  <a:ext uri="{C183D7F6-B498-43B3-948B-1728B52AA6E4}">
                    <adec:decorative xmlns:adec="http://schemas.microsoft.com/office/drawing/2017/decorative" val="1"/>
                  </a:ext>
                </a:extLst>
              </p:cNvPr>
              <p:cNvCxnSpPr>
                <a:cxnSpLocks/>
                <a:endCxn id="78" idx="1"/>
              </p:cNvCxnSpPr>
              <p:nvPr/>
            </p:nvCxnSpPr>
            <p:spPr>
              <a:xfrm flipV="1">
                <a:off x="1271581" y="3791102"/>
                <a:ext cx="3505342" cy="914406"/>
              </a:xfrm>
              <a:prstGeom prst="bentConnector3">
                <a:avLst>
                  <a:gd name="adj1" fmla="val -196"/>
                </a:avLst>
              </a:prstGeom>
              <a:ln w="12700">
                <a:solidFill>
                  <a:srgbClr val="232F3E"/>
                </a:solidFill>
                <a:tailEnd type="arrow" w="lg"/>
              </a:ln>
              <a:effectLst/>
            </p:spPr>
            <p:style>
              <a:lnRef idx="1">
                <a:schemeClr val="accent1"/>
              </a:lnRef>
              <a:fillRef idx="0">
                <a:schemeClr val="accent1"/>
              </a:fillRef>
              <a:effectRef idx="0">
                <a:schemeClr val="accent1"/>
              </a:effectRef>
              <a:fontRef idx="minor">
                <a:schemeClr val="tx1"/>
              </a:fontRef>
            </p:style>
          </p:cxnSp>
          <p:sp>
            <p:nvSpPr>
              <p:cNvPr id="82" name="TextBox zip label">
                <a:extLst>
                  <a:ext uri="{FF2B5EF4-FFF2-40B4-BE49-F238E27FC236}">
                    <a16:creationId xmlns:a16="http://schemas.microsoft.com/office/drawing/2014/main" id="{3129B8CB-8343-4148-862D-EE41DF7D8A41}"/>
                  </a:ext>
                </a:extLst>
              </p:cNvPr>
              <p:cNvSpPr txBox="1">
                <a:spLocks noChangeArrowheads="1"/>
              </p:cNvSpPr>
              <p:nvPr/>
            </p:nvSpPr>
            <p:spPr bwMode="auto">
              <a:xfrm>
                <a:off x="2573943" y="2585619"/>
                <a:ext cx="22431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mn-lt"/>
                    <a:ea typeface="Amazon Ember" panose="020B0603020204020204" pitchFamily="34" charset="0"/>
                    <a:cs typeface="Arial" panose="020B0604020202020204" pitchFamily="34" charset="0"/>
                  </a:rPr>
                  <a:t>Compressed .csv file</a:t>
                </a:r>
              </a:p>
            </p:txBody>
          </p:sp>
          <p:pic>
            <p:nvPicPr>
              <p:cNvPr id="1028" name="Picture zip" descr="Zip file being uploaded to Amazon S3. ">
                <a:extLst>
                  <a:ext uri="{FF2B5EF4-FFF2-40B4-BE49-F238E27FC236}">
                    <a16:creationId xmlns:a16="http://schemas.microsoft.com/office/drawing/2014/main" id="{22EB2D55-2ED5-4625-9845-7EAF3AD0088D}"/>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352981" y="2901404"/>
                <a:ext cx="685061" cy="79555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AnalystUsesS3Select" descr="Flatten: Analyst uses S3 Select statements to query data in Amazon S3. ">
              <a:extLst>
                <a:ext uri="{FF2B5EF4-FFF2-40B4-BE49-F238E27FC236}">
                  <a16:creationId xmlns:a16="http://schemas.microsoft.com/office/drawing/2014/main" id="{1DC8D17B-E065-4298-B4EF-4A907094D9A0}"/>
                </a:ext>
              </a:extLst>
            </p:cNvPr>
            <p:cNvGrpSpPr/>
            <p:nvPr/>
          </p:nvGrpSpPr>
          <p:grpSpPr>
            <a:xfrm>
              <a:off x="5036976" y="3015538"/>
              <a:ext cx="5407852" cy="2119883"/>
              <a:chOff x="4037942" y="2585619"/>
              <a:chExt cx="5407852" cy="2119883"/>
            </a:xfrm>
          </p:grpSpPr>
          <p:pic>
            <p:nvPicPr>
              <p:cNvPr id="78" name="Graphic S3">
                <a:extLst>
                  <a:ext uri="{FF2B5EF4-FFF2-40B4-BE49-F238E27FC236}">
                    <a16:creationId xmlns:a16="http://schemas.microsoft.com/office/drawing/2014/main" id="{024EC30A-A532-49AB-8095-31A091A737D3}"/>
                  </a:ext>
                  <a:ext uri="{C183D7F6-B498-43B3-948B-1728B52AA6E4}">
                    <adec:decorative xmlns:adec="http://schemas.microsoft.com/office/drawing/2017/decorative" val="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776923" y="3410102"/>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TextBox S3">
                <a:extLst>
                  <a:ext uri="{FF2B5EF4-FFF2-40B4-BE49-F238E27FC236}">
                    <a16:creationId xmlns:a16="http://schemas.microsoft.com/office/drawing/2014/main" id="{7BF2B399-ECFB-4758-9A3E-206865C2B7D7}"/>
                  </a:ext>
                </a:extLst>
              </p:cNvPr>
              <p:cNvSpPr txBox="1">
                <a:spLocks noChangeArrowheads="1"/>
              </p:cNvSpPr>
              <p:nvPr/>
            </p:nvSpPr>
            <p:spPr bwMode="auto">
              <a:xfrm>
                <a:off x="4037942" y="4265570"/>
                <a:ext cx="22399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mn-lt"/>
                    <a:ea typeface="Amazon Ember" panose="020B0603020204020204" pitchFamily="34" charset="0"/>
                    <a:cs typeface="Arial" panose="020B0604020202020204" pitchFamily="34" charset="0"/>
                  </a:rPr>
                  <a:t>Amazon S3</a:t>
                </a:r>
              </a:p>
            </p:txBody>
          </p:sp>
          <p:sp>
            <p:nvSpPr>
              <p:cNvPr id="81" name="TextBox analyst">
                <a:extLst>
                  <a:ext uri="{FF2B5EF4-FFF2-40B4-BE49-F238E27FC236}">
                    <a16:creationId xmlns:a16="http://schemas.microsoft.com/office/drawing/2014/main" id="{D1233D43-F43C-4172-B995-992BB5566314}"/>
                  </a:ext>
                </a:extLst>
              </p:cNvPr>
              <p:cNvSpPr txBox="1">
                <a:spLocks noChangeArrowheads="1"/>
              </p:cNvSpPr>
              <p:nvPr/>
            </p:nvSpPr>
            <p:spPr bwMode="auto">
              <a:xfrm>
                <a:off x="7972845" y="4265570"/>
                <a:ext cx="1299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mn-lt"/>
                    <a:ea typeface="Amazon Ember" panose="020B0603020204020204" pitchFamily="34" charset="0"/>
                    <a:cs typeface="Arial" panose="020B0604020202020204" pitchFamily="34" charset="0"/>
                  </a:rPr>
                  <a:t>Analyst</a:t>
                </a:r>
              </a:p>
            </p:txBody>
          </p:sp>
          <p:pic>
            <p:nvPicPr>
              <p:cNvPr id="110" name="Picture analyst">
                <a:extLst>
                  <a:ext uri="{FF2B5EF4-FFF2-40B4-BE49-F238E27FC236}">
                    <a16:creationId xmlns:a16="http://schemas.microsoft.com/office/drawing/2014/main" id="{32E882EB-C7C5-4D01-B1B6-F1B397AF5058}"/>
                  </a:ext>
                  <a:ext uri="{C183D7F6-B498-43B3-948B-1728B52AA6E4}">
                    <adec:decorative xmlns:adec="http://schemas.microsoft.com/office/drawing/2017/decorative" val="1"/>
                  </a:ext>
                </a:extLst>
              </p:cNvPr>
              <p:cNvPicPr>
                <a:picLocks noChangeAspect="1"/>
              </p:cNvPicPr>
              <p:nvPr/>
            </p:nvPicPr>
            <p:blipFill rotWithShape="1">
              <a:blip r:embed="rId7">
                <a:extLst>
                  <a:ext uri="{28A0092B-C50C-407E-A947-70E740481C1C}">
                    <a14:useLocalDpi xmlns:a14="http://schemas.microsoft.com/office/drawing/2010/main"/>
                  </a:ext>
                </a:extLst>
              </a:blip>
              <a:srcRect/>
              <a:stretch/>
            </p:blipFill>
            <p:spPr>
              <a:xfrm flipH="1">
                <a:off x="7799874" y="2876702"/>
                <a:ext cx="1645920" cy="1828800"/>
              </a:xfrm>
              <a:prstGeom prst="rect">
                <a:avLst/>
              </a:prstGeom>
            </p:spPr>
          </p:pic>
          <p:pic>
            <p:nvPicPr>
              <p:cNvPr id="1026" name="Picture SQL statements">
                <a:extLst>
                  <a:ext uri="{FF2B5EF4-FFF2-40B4-BE49-F238E27FC236}">
                    <a16:creationId xmlns:a16="http://schemas.microsoft.com/office/drawing/2014/main" id="{F5977A99-8B85-4968-AEB2-4969642EA7D6}"/>
                  </a:ext>
                  <a:ext uri="{C183D7F6-B498-43B3-948B-1728B52AA6E4}">
                    <adec:decorative xmlns:adec="http://schemas.microsoft.com/office/drawing/2017/decorative" val="1"/>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tretch>
                <a:fillRect/>
              </a:stretch>
            </p:blipFill>
            <p:spPr bwMode="auto">
              <a:xfrm>
                <a:off x="6346353" y="2756545"/>
                <a:ext cx="1085273" cy="1085273"/>
              </a:xfrm>
              <a:prstGeom prst="rect">
                <a:avLst/>
              </a:prstGeom>
              <a:noFill/>
              <a:extLst>
                <a:ext uri="{909E8E84-426E-40DD-AFC4-6F175D3DCCD1}">
                  <a14:hiddenFill xmlns:a14="http://schemas.microsoft.com/office/drawing/2010/main">
                    <a:solidFill>
                      <a:srgbClr val="FFFFFF"/>
                    </a:solidFill>
                  </a14:hiddenFill>
                </a:ext>
              </a:extLst>
            </p:spPr>
          </p:pic>
          <p:sp>
            <p:nvSpPr>
              <p:cNvPr id="83" name="TextBox S3 Select">
                <a:extLst>
                  <a:ext uri="{FF2B5EF4-FFF2-40B4-BE49-F238E27FC236}">
                    <a16:creationId xmlns:a16="http://schemas.microsoft.com/office/drawing/2014/main" id="{F7576507-3CF1-4813-86E2-F8D9AB36CA44}"/>
                  </a:ext>
                </a:extLst>
              </p:cNvPr>
              <p:cNvSpPr txBox="1">
                <a:spLocks noChangeArrowheads="1"/>
              </p:cNvSpPr>
              <p:nvPr/>
            </p:nvSpPr>
            <p:spPr bwMode="auto">
              <a:xfrm>
                <a:off x="5767421" y="2585619"/>
                <a:ext cx="22431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dirty="0">
                    <a:latin typeface="+mn-lt"/>
                    <a:ea typeface="Amazon Ember" panose="020B0603020204020204" pitchFamily="34" charset="0"/>
                    <a:cs typeface="Arial" panose="020B0604020202020204" pitchFamily="34" charset="0"/>
                  </a:rPr>
                  <a:t>S3 Select statements</a:t>
                </a:r>
              </a:p>
            </p:txBody>
          </p:sp>
          <p:cxnSp>
            <p:nvCxnSpPr>
              <p:cNvPr id="100" name="Straight Arrow Connector 99">
                <a:extLst>
                  <a:ext uri="{FF2B5EF4-FFF2-40B4-BE49-F238E27FC236}">
                    <a16:creationId xmlns:a16="http://schemas.microsoft.com/office/drawing/2014/main" id="{47F2A917-0249-4D80-8891-EB7BE67FA000}"/>
                  </a:ext>
                  <a:ext uri="{C183D7F6-B498-43B3-948B-1728B52AA6E4}">
                    <adec:decorative xmlns:adec="http://schemas.microsoft.com/office/drawing/2017/decorative" val="1"/>
                  </a:ext>
                </a:extLst>
              </p:cNvPr>
              <p:cNvCxnSpPr>
                <a:cxnSpLocks/>
                <a:stCxn id="110" idx="3"/>
                <a:endCxn id="78" idx="3"/>
              </p:cNvCxnSpPr>
              <p:nvPr/>
            </p:nvCxnSpPr>
            <p:spPr>
              <a:xfrm flipH="1">
                <a:off x="5538923" y="3791102"/>
                <a:ext cx="2260951" cy="0"/>
              </a:xfrm>
              <a:prstGeom prst="straightConnector1">
                <a:avLst/>
              </a:prstGeom>
              <a:ln w="12700">
                <a:solidFill>
                  <a:srgbClr val="232F3E"/>
                </a:solidFill>
                <a:headEnd type="arrow" w="lg"/>
                <a:tailEnd type="arrow" w="lg"/>
              </a:ln>
            </p:spPr>
            <p:style>
              <a:lnRef idx="1">
                <a:schemeClr val="accent1"/>
              </a:lnRef>
              <a:fillRef idx="0">
                <a:schemeClr val="accent1"/>
              </a:fillRef>
              <a:effectRef idx="0">
                <a:schemeClr val="accent1"/>
              </a:effectRef>
              <a:fontRef idx="minor">
                <a:schemeClr val="tx1"/>
              </a:fontRef>
            </p:style>
          </p:cxnSp>
        </p:grpSp>
      </p:grpSp>
      <p:pic>
        <p:nvPicPr>
          <p:cNvPr id="25" name="pipeline">
            <a:extLst>
              <a:ext uri="{FF2B5EF4-FFF2-40B4-BE49-F238E27FC236}">
                <a16:creationId xmlns:a16="http://schemas.microsoft.com/office/drawing/2014/main" id="{26150402-E34C-4C26-BE2A-F4550F155B94}"/>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005387" y="4448251"/>
            <a:ext cx="5601185" cy="914480"/>
          </a:xfrm>
          <a:prstGeom prst="rect">
            <a:avLst/>
          </a:prstGeom>
        </p:spPr>
      </p:pic>
    </p:spTree>
    <p:custDataLst>
      <p:tags r:id="rId1"/>
    </p:custDataLst>
    <p:extLst>
      <p:ext uri="{BB962C8B-B14F-4D97-AF65-F5344CB8AC3E}">
        <p14:creationId xmlns:p14="http://schemas.microsoft.com/office/powerpoint/2010/main" val="228155124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4B450B2-E8A9-4F64-9A30-E7CA8A399F31}"/>
              </a:ext>
            </a:extLst>
          </p:cNvPr>
          <p:cNvSpPr>
            <a:spLocks noGrp="1"/>
          </p:cNvSpPr>
          <p:nvPr>
            <p:ph type="title"/>
          </p:nvPr>
        </p:nvSpPr>
        <p:spPr/>
        <p:txBody>
          <a:bodyPr>
            <a:normAutofit fontScale="90000"/>
          </a:bodyPr>
          <a:lstStyle/>
          <a:p>
            <a:r>
              <a:rPr lang="en-US" dirty="0"/>
              <a:t>Key takeaways: The data pipeline – infrastructure for data-driven decisions</a:t>
            </a:r>
          </a:p>
        </p:txBody>
      </p:sp>
      <p:pic>
        <p:nvPicPr>
          <p:cNvPr id="14" name="Content Placeholder 13">
            <a:extLst>
              <a:ext uri="{FF2B5EF4-FFF2-40B4-BE49-F238E27FC236}">
                <a16:creationId xmlns:a16="http://schemas.microsoft.com/office/drawing/2014/main" id="{A61D6114-D209-4E27-AC9F-BA86AD61B907}"/>
              </a:ext>
              <a:ext uri="{C183D7F6-B498-43B3-948B-1728B52AA6E4}">
                <adec:decorative xmlns:adec="http://schemas.microsoft.com/office/drawing/2017/decorative" val="1"/>
              </a:ext>
            </a:extLst>
          </p:cNvPr>
          <p:cNvPicPr>
            <a:picLocks noGrp="1" noChangeAspect="1"/>
          </p:cNvPicPr>
          <p:nvPr>
            <p:ph idx="1"/>
          </p:nvPr>
        </p:nvPicPr>
        <p:blipFill>
          <a:blip r:embed="rId4" cstate="screen">
            <a:extLst>
              <a:ext uri="{28A0092B-C50C-407E-A947-70E740481C1C}">
                <a14:useLocalDpi xmlns:a14="http://schemas.microsoft.com/office/drawing/2010/main"/>
              </a:ext>
            </a:extLst>
          </a:blip>
          <a:stretch>
            <a:fillRect/>
          </a:stretch>
        </p:blipFill>
        <p:spPr>
          <a:xfrm>
            <a:off x="572915" y="1965206"/>
            <a:ext cx="2511770" cy="2743438"/>
          </a:xfrm>
        </p:spPr>
      </p:pic>
      <p:sp>
        <p:nvSpPr>
          <p:cNvPr id="12" name="Slide Number Placeholder 11">
            <a:extLst>
              <a:ext uri="{FF2B5EF4-FFF2-40B4-BE49-F238E27FC236}">
                <a16:creationId xmlns:a16="http://schemas.microsoft.com/office/drawing/2014/main" id="{D1E767F3-2387-4D45-8440-62E78B886E95}"/>
              </a:ext>
            </a:extLst>
          </p:cNvPr>
          <p:cNvSpPr>
            <a:spLocks noGrp="1"/>
          </p:cNvSpPr>
          <p:nvPr>
            <p:ph type="sldNum" sz="quarter" idx="12"/>
          </p:nvPr>
        </p:nvSpPr>
        <p:spPr/>
        <p:txBody>
          <a:bodyPr/>
          <a:lstStyle/>
          <a:p>
            <a:fld id="{363DB862-5E2B-42BB-8337-D46E9881345F}" type="slidenum">
              <a:rPr lang="en-US" smtClean="0"/>
              <a:t>86</a:t>
            </a:fld>
            <a:endParaRPr lang="en-US" dirty="0"/>
          </a:p>
        </p:txBody>
      </p:sp>
      <p:sp>
        <p:nvSpPr>
          <p:cNvPr id="10" name="Text Placeholder 9">
            <a:extLst>
              <a:ext uri="{FF2B5EF4-FFF2-40B4-BE49-F238E27FC236}">
                <a16:creationId xmlns:a16="http://schemas.microsoft.com/office/drawing/2014/main" id="{3132710A-30C4-475B-B36F-1B4EB123A729}"/>
              </a:ext>
            </a:extLst>
          </p:cNvPr>
          <p:cNvSpPr>
            <a:spLocks noGrp="1"/>
          </p:cNvSpPr>
          <p:nvPr>
            <p:ph type="body" idx="4294967295"/>
          </p:nvPr>
        </p:nvSpPr>
        <p:spPr>
          <a:xfrm>
            <a:off x="3708400" y="1520686"/>
            <a:ext cx="4580835" cy="4803913"/>
          </a:xfrm>
        </p:spPr>
        <p:txBody>
          <a:bodyPr>
            <a:normAutofit fontScale="92500" lnSpcReduction="20000"/>
          </a:bodyPr>
          <a:lstStyle/>
          <a:p>
            <a:r>
              <a:rPr lang="pt-BR"/>
              <a:t>Um pipeline de dados fornece a infraestrutura para a tomada de decisões baseada em dados.</a:t>
            </a:r>
          </a:p>
          <a:p>
            <a:r>
              <a:rPr lang="pt-BR"/>
              <a:t>Ao projetar um pipeline, comece com o problema de negócios a ser resolvido e trabalhe retroativamente até os dados.</a:t>
            </a:r>
          </a:p>
          <a:p>
            <a:r>
              <a:rPr lang="pt-BR"/>
              <a:t>O pipeline inclui camadas para ingerir, armazenar, processar, analisar e visualizar dados que passam por ele.</a:t>
            </a:r>
          </a:p>
          <a:p>
            <a:r>
              <a:rPr lang="pt-BR"/>
              <a:t>A organização de dados refere-se a como os dados são tratados à medida que passam pelo pipeline. As tarefas incluem descoberta, limpeza, normalização, transformação e aumento.</a:t>
            </a:r>
          </a:p>
          <a:p>
            <a:r>
              <a:rPr lang="pt-BR"/>
              <a:t>Os dados são processados iterativamente para avaliar e melhorar os resultados.</a:t>
            </a:r>
            <a:endParaRPr lang="en-US" dirty="0"/>
          </a:p>
        </p:txBody>
      </p:sp>
    </p:spTree>
    <p:custDataLst>
      <p:tags r:id="rId1"/>
    </p:custDataLst>
    <p:extLst>
      <p:ext uri="{BB962C8B-B14F-4D97-AF65-F5344CB8AC3E}">
        <p14:creationId xmlns:p14="http://schemas.microsoft.com/office/powerpoint/2010/main" val="3019710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CF6708-D7FA-4C82-9935-7A2AE202C024}"/>
              </a:ext>
            </a:extLst>
          </p:cNvPr>
          <p:cNvSpPr>
            <a:spLocks noGrp="1"/>
          </p:cNvSpPr>
          <p:nvPr>
            <p:ph type="title"/>
          </p:nvPr>
        </p:nvSpPr>
        <p:spPr/>
        <p:txBody>
          <a:bodyPr>
            <a:normAutofit/>
          </a:bodyPr>
          <a:lstStyle/>
          <a:p>
            <a:r>
              <a:rPr lang="pt-BR"/>
              <a:t>O papel do engenheiro de dados em organizações orientadas a dados</a:t>
            </a:r>
            <a:endParaRPr lang="en-US" dirty="0"/>
          </a:p>
        </p:txBody>
      </p:sp>
      <p:sp>
        <p:nvSpPr>
          <p:cNvPr id="2" name="Subtitle 1">
            <a:extLst>
              <a:ext uri="{FF2B5EF4-FFF2-40B4-BE49-F238E27FC236}">
                <a16:creationId xmlns:a16="http://schemas.microsoft.com/office/drawing/2014/main" id="{15B34B1B-567B-40FE-96D8-1729781A6869}"/>
              </a:ext>
            </a:extLst>
          </p:cNvPr>
          <p:cNvSpPr>
            <a:spLocks noGrp="1"/>
          </p:cNvSpPr>
          <p:nvPr>
            <p:ph type="body" idx="1"/>
          </p:nvPr>
        </p:nvSpPr>
        <p:spPr/>
        <p:txBody>
          <a:bodyPr/>
          <a:lstStyle/>
          <a:p>
            <a:r>
              <a:rPr lang="en-US"/>
              <a:t>Organizações orientadas por dados</a:t>
            </a:r>
            <a:endParaRPr lang="en-US" dirty="0"/>
          </a:p>
        </p:txBody>
      </p:sp>
    </p:spTree>
    <p:custDataLst>
      <p:tags r:id="rId1"/>
    </p:custDataLst>
    <p:extLst>
      <p:ext uri="{BB962C8B-B14F-4D97-AF65-F5344CB8AC3E}">
        <p14:creationId xmlns:p14="http://schemas.microsoft.com/office/powerpoint/2010/main" val="2644644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96A15D01-FB8D-4271-BC63-D0EC4B17EA76}"/>
              </a:ext>
            </a:extLst>
          </p:cNvPr>
          <p:cNvSpPr>
            <a:spLocks noGrp="1"/>
          </p:cNvSpPr>
          <p:nvPr>
            <p:ph type="sldNum" sz="quarter" idx="12"/>
          </p:nvPr>
        </p:nvSpPr>
        <p:spPr/>
        <p:txBody>
          <a:bodyPr/>
          <a:lstStyle/>
          <a:p>
            <a:fld id="{363DB862-5E2B-42BB-8337-D46E9881345F}" type="slidenum">
              <a:rPr lang="en-US" smtClean="0"/>
              <a:t>88</a:t>
            </a:fld>
            <a:endParaRPr lang="en-US" dirty="0"/>
          </a:p>
        </p:txBody>
      </p:sp>
      <p:sp>
        <p:nvSpPr>
          <p:cNvPr id="7" name="Title 6">
            <a:extLst>
              <a:ext uri="{FF2B5EF4-FFF2-40B4-BE49-F238E27FC236}">
                <a16:creationId xmlns:a16="http://schemas.microsoft.com/office/drawing/2014/main" id="{09E0906E-38CE-4D57-BC5A-6E4C1044DF88}"/>
              </a:ext>
            </a:extLst>
          </p:cNvPr>
          <p:cNvSpPr>
            <a:spLocks noGrp="1"/>
          </p:cNvSpPr>
          <p:nvPr>
            <p:ph type="title"/>
          </p:nvPr>
        </p:nvSpPr>
        <p:spPr>
          <a:xfrm>
            <a:off x="152521" y="299945"/>
            <a:ext cx="8676907" cy="484430"/>
          </a:xfrm>
        </p:spPr>
        <p:txBody>
          <a:bodyPr>
            <a:normAutofit fontScale="90000"/>
          </a:bodyPr>
          <a:lstStyle/>
          <a:p>
            <a:r>
              <a:rPr lang="pt-BR"/>
              <a:t>Perguntas comuns sobre pipeline de dados</a:t>
            </a:r>
            <a:endParaRPr lang="en-US" dirty="0"/>
          </a:p>
        </p:txBody>
      </p:sp>
      <p:pic>
        <p:nvPicPr>
          <p:cNvPr id="30" name="DataScientistPic">
            <a:extLst>
              <a:ext uri="{FF2B5EF4-FFF2-40B4-BE49-F238E27FC236}">
                <a16:creationId xmlns:a16="http://schemas.microsoft.com/office/drawing/2014/main" id="{51DC20CF-D836-484B-9512-996FFFC73D98}"/>
              </a:ext>
              <a:ext uri="{C183D7F6-B498-43B3-948B-1728B52AA6E4}">
                <adec:decorative xmlns:adec="http://schemas.microsoft.com/office/drawing/2017/decorative" val="1"/>
              </a:ext>
            </a:extLst>
          </p:cNvPr>
          <p:cNvPicPr>
            <a:picLocks noGrp="1" noChangeAspect="1"/>
          </p:cNvPicPr>
          <p:nvPr>
            <p:ph idx="7"/>
          </p:nvPr>
        </p:nvPicPr>
        <p:blipFill>
          <a:blip r:embed="rId4">
            <a:extLst>
              <a:ext uri="{28A0092B-C50C-407E-A947-70E740481C1C}">
                <a14:useLocalDpi xmlns:a14="http://schemas.microsoft.com/office/drawing/2010/main"/>
              </a:ext>
            </a:extLst>
          </a:blip>
          <a:stretch>
            <a:fillRect/>
          </a:stretch>
        </p:blipFill>
        <p:spPr>
          <a:xfrm>
            <a:off x="7652002" y="3902062"/>
            <a:ext cx="950040" cy="1581185"/>
          </a:xfrm>
        </p:spPr>
      </p:pic>
      <p:pic>
        <p:nvPicPr>
          <p:cNvPr id="29" name="DataEngeineerPic">
            <a:extLst>
              <a:ext uri="{FF2B5EF4-FFF2-40B4-BE49-F238E27FC236}">
                <a16:creationId xmlns:a16="http://schemas.microsoft.com/office/drawing/2014/main" id="{65AD2EF2-FF4F-42FC-A307-3E0CDBEEDDDA}"/>
              </a:ext>
              <a:ext uri="{C183D7F6-B498-43B3-948B-1728B52AA6E4}">
                <adec:decorative xmlns:adec="http://schemas.microsoft.com/office/drawing/2017/decorative" val="1"/>
              </a:ext>
            </a:extLst>
          </p:cNvPr>
          <p:cNvPicPr>
            <a:picLocks noGrp="1" noChangeAspect="1"/>
          </p:cNvPicPr>
          <p:nvPr>
            <p:ph idx="8"/>
          </p:nvPr>
        </p:nvPicPr>
        <p:blipFill>
          <a:blip r:embed="rId5">
            <a:extLst>
              <a:ext uri="{28A0092B-C50C-407E-A947-70E740481C1C}">
                <a14:useLocalDpi xmlns:a14="http://schemas.microsoft.com/office/drawing/2010/main"/>
              </a:ext>
            </a:extLst>
          </a:blip>
          <a:stretch>
            <a:fillRect/>
          </a:stretch>
        </p:blipFill>
        <p:spPr>
          <a:xfrm>
            <a:off x="153060" y="1667537"/>
            <a:ext cx="950040" cy="1440180"/>
          </a:xfrm>
        </p:spPr>
      </p:pic>
      <p:sp>
        <p:nvSpPr>
          <p:cNvPr id="31" name="TextBox 30">
            <a:extLst>
              <a:ext uri="{FF2B5EF4-FFF2-40B4-BE49-F238E27FC236}">
                <a16:creationId xmlns:a16="http://schemas.microsoft.com/office/drawing/2014/main" id="{40F42A6F-A22C-48D7-A50C-B86E38345360}"/>
              </a:ext>
            </a:extLst>
          </p:cNvPr>
          <p:cNvSpPr txBox="1"/>
          <p:nvPr/>
        </p:nvSpPr>
        <p:spPr>
          <a:xfrm>
            <a:off x="152521" y="2998560"/>
            <a:ext cx="950040" cy="507831"/>
          </a:xfrm>
          <a:prstGeom prst="rect">
            <a:avLst/>
          </a:prstGeom>
          <a:noFill/>
        </p:spPr>
        <p:txBody>
          <a:bodyPr wrap="square" rtlCol="0">
            <a:spAutoFit/>
          </a:bodyPr>
          <a:lstStyle/>
          <a:p>
            <a:pPr algn="ctr"/>
            <a:r>
              <a:rPr lang="en-US" sz="1350" dirty="0"/>
              <a:t>Data engineer</a:t>
            </a:r>
          </a:p>
        </p:txBody>
      </p:sp>
      <p:sp>
        <p:nvSpPr>
          <p:cNvPr id="24" name="Text Placeholder 25">
            <a:extLst>
              <a:ext uri="{FF2B5EF4-FFF2-40B4-BE49-F238E27FC236}">
                <a16:creationId xmlns:a16="http://schemas.microsoft.com/office/drawing/2014/main" id="{34F7996D-1DBB-42C0-887D-016D7E10AD95}"/>
              </a:ext>
            </a:extLst>
          </p:cNvPr>
          <p:cNvSpPr txBox="1">
            <a:spLocks/>
          </p:cNvSpPr>
          <p:nvPr/>
        </p:nvSpPr>
        <p:spPr>
          <a:xfrm>
            <a:off x="1292087" y="1022023"/>
            <a:ext cx="6937513" cy="2199188"/>
          </a:xfrm>
          <a:prstGeom prst="rect">
            <a:avLst/>
          </a:prstGeom>
        </p:spPr>
        <p:txBody>
          <a:bodyPr vert="horz" lIns="68580" tIns="34290" rIns="68580" bIns="34290" rtlCol="0" anchor="ctr">
            <a:noAutofit/>
          </a:bodyPr>
          <a:lstStyle>
            <a:lvl1pPr marL="228600" indent="-228600" algn="l" defTabSz="914400" rtl="0" eaLnBrk="1" latinLnBrk="0" hangingPunct="1">
              <a:lnSpc>
                <a:spcPct val="100000"/>
              </a:lnSpc>
              <a:spcBef>
                <a:spcPts val="1000"/>
              </a:spcBef>
              <a:spcAft>
                <a:spcPts val="0"/>
              </a:spcAft>
              <a:buFont typeface="Amazon Ember" panose="020B0604020202020204" pitchFamily="34" charset="0"/>
              <a:buChar char="•"/>
              <a:defRPr sz="24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61963" indent="-228600" algn="l" defTabSz="914400" rtl="0" eaLnBrk="1" latinLnBrk="0" hangingPunct="1">
              <a:lnSpc>
                <a:spcPct val="100000"/>
              </a:lnSpc>
              <a:spcBef>
                <a:spcPts val="500"/>
              </a:spcBef>
              <a:spcAft>
                <a:spcPts val="0"/>
              </a:spcAft>
              <a:buFont typeface="Amazon Ember" panose="020B0604020202020204" pitchFamily="34" charset="0"/>
              <a:buChar char="•"/>
              <a:defRPr sz="20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2pPr>
            <a:lvl3pPr marL="684213" indent="-228600" algn="l" defTabSz="914400" rtl="0" eaLnBrk="1" latinLnBrk="0" hangingPunct="1">
              <a:lnSpc>
                <a:spcPct val="100000"/>
              </a:lnSpc>
              <a:spcBef>
                <a:spcPts val="500"/>
              </a:spcBef>
              <a:spcAft>
                <a:spcPts val="0"/>
              </a:spcAft>
              <a:buFont typeface="Amazon Ember" panose="020B0604020202020204" pitchFamily="34" charset="0"/>
              <a:buChar char="•"/>
              <a:defRPr sz="18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3pPr>
            <a:lvl4pPr marL="914400" indent="-228600" algn="l" defTabSz="914400" rtl="0" eaLnBrk="1" latinLnBrk="0" hangingPunct="1">
              <a:lnSpc>
                <a:spcPct val="100000"/>
              </a:lnSpc>
              <a:spcBef>
                <a:spcPts val="500"/>
              </a:spcBef>
              <a:spcAft>
                <a:spcPts val="0"/>
              </a:spcAft>
              <a:buFont typeface="Amazon Ember" panose="020B0604020202020204" pitchFamily="34" charset="0"/>
              <a:buChar char="•"/>
              <a:defRPr sz="16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4pPr>
            <a:lvl5pPr marL="1144588" indent="-228600" algn="l" defTabSz="914400" rtl="0" eaLnBrk="1" latinLnBrk="0" hangingPunct="1">
              <a:lnSpc>
                <a:spcPct val="100000"/>
              </a:lnSpc>
              <a:spcBef>
                <a:spcPts val="500"/>
              </a:spcBef>
              <a:spcAft>
                <a:spcPts val="0"/>
              </a:spcAft>
              <a:buFont typeface="Amazon Ember" panose="020B0604020202020204" pitchFamily="34" charset="0"/>
              <a:buChar char="•"/>
              <a:defRPr sz="16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9pPr>
          </a:lstStyle>
          <a:p>
            <a:pPr>
              <a:spcBef>
                <a:spcPts val="0"/>
              </a:spcBef>
            </a:pPr>
            <a:r>
              <a:rPr lang="pt-BR" sz="1400"/>
              <a:t>A organização possui os dados que atendem à necessidade? Onde os dados são armazenados e em que formato?</a:t>
            </a:r>
          </a:p>
          <a:p>
            <a:pPr>
              <a:spcBef>
                <a:spcPts val="0"/>
              </a:spcBef>
            </a:pPr>
            <a:r>
              <a:rPr lang="pt-BR" sz="1400"/>
              <a:t>Precisarei combinar dados de múltiplas fontes?</a:t>
            </a:r>
          </a:p>
          <a:p>
            <a:pPr>
              <a:spcBef>
                <a:spcPts val="0"/>
              </a:spcBef>
            </a:pPr>
            <a:r>
              <a:rPr lang="pt-BR" sz="1400"/>
              <a:t>Qual é o tipo e a qualidade dos dados? Qual será a fonte única que leva a verdade?</a:t>
            </a:r>
          </a:p>
          <a:p>
            <a:pPr>
              <a:spcBef>
                <a:spcPts val="0"/>
              </a:spcBef>
            </a:pPr>
            <a:r>
              <a:rPr lang="pt-BR" sz="1400"/>
              <a:t>Quais são os requisitos de segurança para esses dados? Quem precisa de acesso a ele e em que estado?</a:t>
            </a:r>
          </a:p>
          <a:p>
            <a:pPr>
              <a:spcBef>
                <a:spcPts val="0"/>
              </a:spcBef>
            </a:pPr>
            <a:r>
              <a:rPr lang="pt-BR" sz="1400"/>
              <a:t>Que tipos de mecanismos são necessários para transferir os dados de suas localizações para o pipeline?</a:t>
            </a:r>
          </a:p>
          <a:p>
            <a:pPr>
              <a:spcBef>
                <a:spcPts val="0"/>
              </a:spcBef>
            </a:pPr>
            <a:r>
              <a:rPr lang="pt-BR" sz="1400"/>
              <a:t>Quantos dados existem e com que frequência são atualizados ou processados?</a:t>
            </a:r>
          </a:p>
          <a:p>
            <a:pPr>
              <a:spcBef>
                <a:spcPts val="0"/>
              </a:spcBef>
            </a:pPr>
            <a:r>
              <a:rPr lang="pt-BR" sz="1400"/>
              <a:t>Quão importante é a velocidade quando os dados são solicitados?</a:t>
            </a:r>
            <a:endParaRPr lang="en-US" sz="1400" dirty="0"/>
          </a:p>
        </p:txBody>
      </p:sp>
      <p:sp>
        <p:nvSpPr>
          <p:cNvPr id="32" name="TextBox 31">
            <a:extLst>
              <a:ext uri="{FF2B5EF4-FFF2-40B4-BE49-F238E27FC236}">
                <a16:creationId xmlns:a16="http://schemas.microsoft.com/office/drawing/2014/main" id="{F17E3B1D-D0CF-4256-B7AB-7A781F51B3B6}"/>
              </a:ext>
            </a:extLst>
          </p:cNvPr>
          <p:cNvSpPr txBox="1"/>
          <p:nvPr/>
        </p:nvSpPr>
        <p:spPr>
          <a:xfrm>
            <a:off x="7754580" y="5583756"/>
            <a:ext cx="950040" cy="507831"/>
          </a:xfrm>
          <a:prstGeom prst="rect">
            <a:avLst/>
          </a:prstGeom>
          <a:noFill/>
        </p:spPr>
        <p:txBody>
          <a:bodyPr wrap="square" rtlCol="0">
            <a:spAutoFit/>
          </a:bodyPr>
          <a:lstStyle/>
          <a:p>
            <a:pPr algn="ctr"/>
            <a:r>
              <a:rPr lang="en-US" sz="1350" dirty="0"/>
              <a:t>Data scientist</a:t>
            </a:r>
          </a:p>
        </p:txBody>
      </p:sp>
      <p:sp>
        <p:nvSpPr>
          <p:cNvPr id="28" name="Text Placeholder 25">
            <a:extLst>
              <a:ext uri="{FF2B5EF4-FFF2-40B4-BE49-F238E27FC236}">
                <a16:creationId xmlns:a16="http://schemas.microsoft.com/office/drawing/2014/main" id="{03CE40FE-D5FC-445B-938A-7D1B7E1CDDBB}"/>
              </a:ext>
            </a:extLst>
          </p:cNvPr>
          <p:cNvSpPr txBox="1">
            <a:spLocks/>
          </p:cNvSpPr>
          <p:nvPr/>
        </p:nvSpPr>
        <p:spPr>
          <a:xfrm>
            <a:off x="3098928" y="4139710"/>
            <a:ext cx="4798211" cy="1998200"/>
          </a:xfrm>
          <a:prstGeom prst="rect">
            <a:avLst/>
          </a:prstGeom>
        </p:spPr>
        <p:txBody>
          <a:bodyPr vert="horz" lIns="68580" tIns="34290" rIns="68580" bIns="34290" rtlCol="0" anchor="ctr">
            <a:noAutofit/>
          </a:bodyPr>
          <a:lstStyle>
            <a:lvl1pPr marL="228600" indent="-228600" algn="l" defTabSz="914400" rtl="0" eaLnBrk="1" latinLnBrk="0" hangingPunct="1">
              <a:lnSpc>
                <a:spcPct val="100000"/>
              </a:lnSpc>
              <a:spcBef>
                <a:spcPts val="1000"/>
              </a:spcBef>
              <a:spcAft>
                <a:spcPts val="0"/>
              </a:spcAft>
              <a:buFont typeface="Amazon Ember" panose="020B0604020202020204" pitchFamily="34" charset="0"/>
              <a:buChar char="•"/>
              <a:defRPr sz="24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61963" indent="-228600" algn="l" defTabSz="914400" rtl="0" eaLnBrk="1" latinLnBrk="0" hangingPunct="1">
              <a:lnSpc>
                <a:spcPct val="100000"/>
              </a:lnSpc>
              <a:spcBef>
                <a:spcPts val="500"/>
              </a:spcBef>
              <a:spcAft>
                <a:spcPts val="0"/>
              </a:spcAft>
              <a:buFont typeface="Amazon Ember" panose="020B0604020202020204" pitchFamily="34" charset="0"/>
              <a:buChar char="•"/>
              <a:defRPr sz="20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2pPr>
            <a:lvl3pPr marL="684213" indent="-228600" algn="l" defTabSz="914400" rtl="0" eaLnBrk="1" latinLnBrk="0" hangingPunct="1">
              <a:lnSpc>
                <a:spcPct val="100000"/>
              </a:lnSpc>
              <a:spcBef>
                <a:spcPts val="500"/>
              </a:spcBef>
              <a:spcAft>
                <a:spcPts val="0"/>
              </a:spcAft>
              <a:buFont typeface="Amazon Ember" panose="020B0604020202020204" pitchFamily="34" charset="0"/>
              <a:buChar char="•"/>
              <a:defRPr sz="18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3pPr>
            <a:lvl4pPr marL="914400" indent="-228600" algn="l" defTabSz="914400" rtl="0" eaLnBrk="1" latinLnBrk="0" hangingPunct="1">
              <a:lnSpc>
                <a:spcPct val="100000"/>
              </a:lnSpc>
              <a:spcBef>
                <a:spcPts val="500"/>
              </a:spcBef>
              <a:spcAft>
                <a:spcPts val="0"/>
              </a:spcAft>
              <a:buFont typeface="Amazon Ember" panose="020B0604020202020204" pitchFamily="34" charset="0"/>
              <a:buChar char="•"/>
              <a:defRPr sz="16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4pPr>
            <a:lvl5pPr marL="1144588" indent="-228600" algn="l" defTabSz="914400" rtl="0" eaLnBrk="1" latinLnBrk="0" hangingPunct="1">
              <a:lnSpc>
                <a:spcPct val="100000"/>
              </a:lnSpc>
              <a:spcBef>
                <a:spcPts val="500"/>
              </a:spcBef>
              <a:spcAft>
                <a:spcPts val="0"/>
              </a:spcAft>
              <a:buFont typeface="Amazon Ember" panose="020B0604020202020204" pitchFamily="34" charset="0"/>
              <a:buChar char="•"/>
              <a:defRPr sz="16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9pPr>
          </a:lstStyle>
          <a:p>
            <a:pPr marL="214313" indent="-214313">
              <a:spcBef>
                <a:spcPts val="0"/>
              </a:spcBef>
              <a:buFont typeface="Arial" panose="020B0604020202020204" pitchFamily="34" charset="0"/>
              <a:buChar char="•"/>
            </a:pPr>
            <a:r>
              <a:rPr lang="pt-BR" sz="1400"/>
              <a:t>O que os dados podem me dizer?</a:t>
            </a:r>
          </a:p>
          <a:p>
            <a:pPr marL="214313" indent="-214313">
              <a:spcBef>
                <a:spcPts val="0"/>
              </a:spcBef>
              <a:buFont typeface="Arial" panose="020B0604020202020204" pitchFamily="34" charset="0"/>
              <a:buChar char="•"/>
            </a:pPr>
            <a:r>
              <a:rPr lang="pt-BR" sz="1400"/>
              <a:t>Como avaliarei os resultados?</a:t>
            </a:r>
          </a:p>
          <a:p>
            <a:pPr marL="214313" indent="-214313">
              <a:spcBef>
                <a:spcPts val="0"/>
              </a:spcBef>
              <a:buFont typeface="Arial" panose="020B0604020202020204" pitchFamily="34" charset="0"/>
              <a:buChar char="•"/>
            </a:pPr>
            <a:r>
              <a:rPr lang="pt-BR" sz="1400"/>
              <a:t>Que tipo de visualização eu preciso?</a:t>
            </a:r>
          </a:p>
          <a:p>
            <a:pPr marL="214313" indent="-214313">
              <a:spcBef>
                <a:spcPts val="0"/>
              </a:spcBef>
              <a:buFont typeface="Arial" panose="020B0604020202020204" pitchFamily="34" charset="0"/>
              <a:buChar char="•"/>
            </a:pPr>
            <a:r>
              <a:rPr lang="pt-BR" sz="1400"/>
              <a:t>Com quais formatos e ferramentas os analistas estão familiarizados?</a:t>
            </a:r>
          </a:p>
          <a:p>
            <a:pPr marL="214313" indent="-214313">
              <a:spcBef>
                <a:spcPts val="0"/>
              </a:spcBef>
              <a:buFont typeface="Arial" panose="020B0604020202020204" pitchFamily="34" charset="0"/>
              <a:buChar char="•"/>
            </a:pPr>
            <a:r>
              <a:rPr lang="pt-BR" sz="1400"/>
              <a:t>Preciso de uma estrutura de big data?</a:t>
            </a:r>
          </a:p>
          <a:p>
            <a:pPr marL="214313" indent="-214313">
              <a:spcBef>
                <a:spcPts val="0"/>
              </a:spcBef>
              <a:buFont typeface="Arial" panose="020B0604020202020204" pitchFamily="34" charset="0"/>
              <a:buChar char="•"/>
            </a:pPr>
            <a:r>
              <a:rPr lang="pt-BR" sz="1400"/>
              <a:t>Que tipo de modelos de IA/ML são adequados?</a:t>
            </a:r>
          </a:p>
          <a:p>
            <a:pPr marL="214313" indent="-214313">
              <a:spcBef>
                <a:spcPts val="0"/>
              </a:spcBef>
              <a:buFont typeface="Arial" panose="020B0604020202020204" pitchFamily="34" charset="0"/>
              <a:buChar char="•"/>
            </a:pPr>
            <a:r>
              <a:rPr lang="pt-BR" sz="1400"/>
              <a:t>Qual é a maneira mais simples de implementar IA/ML?</a:t>
            </a:r>
            <a:endParaRPr lang="en-US" sz="1400" dirty="0"/>
          </a:p>
        </p:txBody>
      </p:sp>
      <p:pic>
        <p:nvPicPr>
          <p:cNvPr id="14" name="Picture 13">
            <a:extLst>
              <a:ext uri="{FF2B5EF4-FFF2-40B4-BE49-F238E27FC236}">
                <a16:creationId xmlns:a16="http://schemas.microsoft.com/office/drawing/2014/main" id="{098F7E33-B004-44D0-936E-3357A63986D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61712" y="3324225"/>
            <a:ext cx="4620576" cy="754380"/>
          </a:xfrm>
          <a:prstGeom prst="rect">
            <a:avLst/>
          </a:prstGeom>
        </p:spPr>
      </p:pic>
      <p:sp>
        <p:nvSpPr>
          <p:cNvPr id="2" name="Copyright">
            <a:extLst>
              <a:ext uri="{FF2B5EF4-FFF2-40B4-BE49-F238E27FC236}">
                <a16:creationId xmlns:a16="http://schemas.microsoft.com/office/drawing/2014/main" id="{B6F541F2-AA5B-A36B-BB6E-070BBE3FB44C}"/>
              </a:ext>
            </a:extLst>
          </p:cNvPr>
          <p:cNvSpPr txBox="1"/>
          <p:nvPr/>
        </p:nvSpPr>
        <p:spPr>
          <a:xfrm>
            <a:off x="2826811" y="6568819"/>
            <a:ext cx="3433953" cy="219291"/>
          </a:xfrm>
          <a:prstGeom prst="rect">
            <a:avLst/>
          </a:prstGeom>
          <a:noFill/>
        </p:spPr>
        <p:txBody>
          <a:bodyPr wrap="none" rtlCol="0">
            <a:spAutoFit/>
          </a:bodyPr>
          <a:lstStyle/>
          <a:p>
            <a:r>
              <a:rPr lang="en-US" sz="825" kern="1200" dirty="0">
                <a:solidFill>
                  <a:schemeClr val="tx2"/>
                </a:solidFill>
                <a:effectLst/>
                <a:latin typeface="+mn-lt"/>
                <a:ea typeface="+mn-ea"/>
                <a:cs typeface="+mn-cs"/>
              </a:rPr>
              <a:t>© 2022, Amazon Web Services, Inc. or its affiliates. All rights reserved.</a:t>
            </a:r>
          </a:p>
        </p:txBody>
      </p:sp>
    </p:spTree>
    <p:custDataLst>
      <p:tags r:id="rId1"/>
    </p:custDataLst>
    <p:extLst>
      <p:ext uri="{BB962C8B-B14F-4D97-AF65-F5344CB8AC3E}">
        <p14:creationId xmlns:p14="http://schemas.microsoft.com/office/powerpoint/2010/main" val="2984803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8">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4B450B2-E8A9-4F64-9A30-E7CA8A399F31}"/>
              </a:ext>
            </a:extLst>
          </p:cNvPr>
          <p:cNvSpPr>
            <a:spLocks noGrp="1"/>
          </p:cNvSpPr>
          <p:nvPr>
            <p:ph type="title"/>
          </p:nvPr>
        </p:nvSpPr>
        <p:spPr/>
        <p:txBody>
          <a:bodyPr>
            <a:normAutofit fontScale="90000"/>
          </a:bodyPr>
          <a:lstStyle/>
          <a:p>
            <a:r>
              <a:rPr lang="en-US" dirty="0"/>
              <a:t>Key takeaways: The role of the data engineer in data-driven organizations</a:t>
            </a:r>
          </a:p>
        </p:txBody>
      </p:sp>
      <p:pic>
        <p:nvPicPr>
          <p:cNvPr id="14" name="Content Placeholder 13">
            <a:extLst>
              <a:ext uri="{FF2B5EF4-FFF2-40B4-BE49-F238E27FC236}">
                <a16:creationId xmlns:a16="http://schemas.microsoft.com/office/drawing/2014/main" id="{A61D6114-D209-4E27-AC9F-BA86AD61B907}"/>
              </a:ext>
              <a:ext uri="{C183D7F6-B498-43B3-948B-1728B52AA6E4}">
                <adec:decorative xmlns:adec="http://schemas.microsoft.com/office/drawing/2017/decorative" val="1"/>
              </a:ext>
            </a:extLst>
          </p:cNvPr>
          <p:cNvPicPr>
            <a:picLocks noGrp="1" noChangeAspect="1"/>
          </p:cNvPicPr>
          <p:nvPr>
            <p:ph idx="1"/>
          </p:nvPr>
        </p:nvPicPr>
        <p:blipFill>
          <a:blip r:embed="rId4" cstate="screen">
            <a:extLst>
              <a:ext uri="{28A0092B-C50C-407E-A947-70E740481C1C}">
                <a14:useLocalDpi xmlns:a14="http://schemas.microsoft.com/office/drawing/2010/main"/>
              </a:ext>
            </a:extLst>
          </a:blip>
          <a:stretch>
            <a:fillRect/>
          </a:stretch>
        </p:blipFill>
        <p:spPr>
          <a:xfrm>
            <a:off x="374132" y="2223623"/>
            <a:ext cx="2511770" cy="2743438"/>
          </a:xfrm>
        </p:spPr>
      </p:pic>
      <p:sp>
        <p:nvSpPr>
          <p:cNvPr id="12" name="Slide Number Placeholder 11">
            <a:extLst>
              <a:ext uri="{FF2B5EF4-FFF2-40B4-BE49-F238E27FC236}">
                <a16:creationId xmlns:a16="http://schemas.microsoft.com/office/drawing/2014/main" id="{D1E767F3-2387-4D45-8440-62E78B886E95}"/>
              </a:ext>
            </a:extLst>
          </p:cNvPr>
          <p:cNvSpPr>
            <a:spLocks noGrp="1"/>
          </p:cNvSpPr>
          <p:nvPr>
            <p:ph type="sldNum" sz="quarter" idx="12"/>
          </p:nvPr>
        </p:nvSpPr>
        <p:spPr/>
        <p:txBody>
          <a:bodyPr/>
          <a:lstStyle/>
          <a:p>
            <a:fld id="{363DB862-5E2B-42BB-8337-D46E9881345F}" type="slidenum">
              <a:rPr lang="en-US" smtClean="0"/>
              <a:t>89</a:t>
            </a:fld>
            <a:endParaRPr lang="en-US" dirty="0"/>
          </a:p>
        </p:txBody>
      </p:sp>
      <p:sp>
        <p:nvSpPr>
          <p:cNvPr id="10" name="Text Placeholder 9">
            <a:extLst>
              <a:ext uri="{FF2B5EF4-FFF2-40B4-BE49-F238E27FC236}">
                <a16:creationId xmlns:a16="http://schemas.microsoft.com/office/drawing/2014/main" id="{3132710A-30C4-475B-B36F-1B4EB123A729}"/>
              </a:ext>
            </a:extLst>
          </p:cNvPr>
          <p:cNvSpPr>
            <a:spLocks noGrp="1"/>
          </p:cNvSpPr>
          <p:nvPr>
            <p:ph type="body" idx="4294967295"/>
          </p:nvPr>
        </p:nvSpPr>
        <p:spPr>
          <a:xfrm>
            <a:off x="3657600" y="1461052"/>
            <a:ext cx="4403035" cy="4863548"/>
          </a:xfrm>
        </p:spPr>
        <p:txBody>
          <a:bodyPr>
            <a:normAutofit fontScale="92500" lnSpcReduction="10000"/>
          </a:bodyPr>
          <a:lstStyle/>
          <a:p>
            <a:r>
              <a:rPr lang="pt-BR"/>
              <a:t>Tanto as funções de cientista de dados quanto as funções de engenharia de dados trabalham com o pipeline de dados, e as tarefas podem ser executadas por alguém em qualquer uma das funções.</a:t>
            </a:r>
          </a:p>
          <a:p>
            <a:r>
              <a:rPr lang="pt-BR"/>
              <a:t>A engenharia de dados concentra-se principalmente na infraestrutura pela qual os dados passam enquanto o cientista de dados trabalha com os dados no pipeline.</a:t>
            </a:r>
          </a:p>
          <a:p>
            <a:r>
              <a:rPr lang="pt-BR"/>
              <a:t>Para construir o pipeline certo, você precisa fazer perguntas sobre os resultados desejados e os dados e, em seguida, repetir suas respostas à medida que aprende mais.</a:t>
            </a:r>
            <a:endParaRPr lang="en-US" dirty="0"/>
          </a:p>
        </p:txBody>
      </p:sp>
    </p:spTree>
    <p:custDataLst>
      <p:tags r:id="rId1"/>
    </p:custDataLst>
    <p:extLst>
      <p:ext uri="{BB962C8B-B14F-4D97-AF65-F5344CB8AC3E}">
        <p14:creationId xmlns:p14="http://schemas.microsoft.com/office/powerpoint/2010/main" val="429119310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CF6708-D7FA-4C82-9935-7A2AE202C024}"/>
              </a:ext>
            </a:extLst>
          </p:cNvPr>
          <p:cNvSpPr>
            <a:spLocks noGrp="1"/>
          </p:cNvSpPr>
          <p:nvPr>
            <p:ph type="title"/>
          </p:nvPr>
        </p:nvSpPr>
        <p:spPr/>
        <p:txBody>
          <a:bodyPr/>
          <a:lstStyle/>
          <a:p>
            <a:r>
              <a:rPr lang="en-US" dirty="0"/>
              <a:t>Modern data strategies</a:t>
            </a:r>
          </a:p>
        </p:txBody>
      </p:sp>
      <p:sp>
        <p:nvSpPr>
          <p:cNvPr id="2" name="Subtitle 1">
            <a:extLst>
              <a:ext uri="{FF2B5EF4-FFF2-40B4-BE49-F238E27FC236}">
                <a16:creationId xmlns:a16="http://schemas.microsoft.com/office/drawing/2014/main" id="{FCE771CF-14A4-4A6A-B35C-2E9410529AF1}"/>
              </a:ext>
            </a:extLst>
          </p:cNvPr>
          <p:cNvSpPr>
            <a:spLocks noGrp="1"/>
          </p:cNvSpPr>
          <p:nvPr>
            <p:ph type="body" idx="1"/>
          </p:nvPr>
        </p:nvSpPr>
        <p:spPr/>
        <p:txBody>
          <a:bodyPr/>
          <a:lstStyle/>
          <a:p>
            <a:r>
              <a:rPr lang="en-US" dirty="0"/>
              <a:t>Data-Driven Organizations</a:t>
            </a:r>
          </a:p>
          <a:p>
            <a:endParaRPr lang="en-US" dirty="0"/>
          </a:p>
        </p:txBody>
      </p:sp>
    </p:spTree>
    <p:custDataLst>
      <p:tags r:id="rId1"/>
    </p:custDataLst>
    <p:extLst>
      <p:ext uri="{BB962C8B-B14F-4D97-AF65-F5344CB8AC3E}">
        <p14:creationId xmlns:p14="http://schemas.microsoft.com/office/powerpoint/2010/main" val="19434593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lide Number Placeholder 41">
            <a:extLst>
              <a:ext uri="{FF2B5EF4-FFF2-40B4-BE49-F238E27FC236}">
                <a16:creationId xmlns:a16="http://schemas.microsoft.com/office/drawing/2014/main" id="{A3BC2A3F-B4B8-4CC6-9FFA-16A76F8DC330}"/>
              </a:ext>
            </a:extLst>
          </p:cNvPr>
          <p:cNvSpPr>
            <a:spLocks noGrp="1"/>
          </p:cNvSpPr>
          <p:nvPr>
            <p:ph type="sldNum" sz="quarter" idx="12"/>
          </p:nvPr>
        </p:nvSpPr>
        <p:spPr/>
        <p:txBody>
          <a:bodyPr/>
          <a:lstStyle/>
          <a:p>
            <a:fld id="{363DB862-5E2B-42BB-8337-D46E9881345F}" type="slidenum">
              <a:rPr lang="en-US" smtClean="0"/>
              <a:t>91</a:t>
            </a:fld>
            <a:endParaRPr lang="en-US" dirty="0"/>
          </a:p>
        </p:txBody>
      </p:sp>
      <p:sp>
        <p:nvSpPr>
          <p:cNvPr id="7" name="Title 6">
            <a:extLst>
              <a:ext uri="{FF2B5EF4-FFF2-40B4-BE49-F238E27FC236}">
                <a16:creationId xmlns:a16="http://schemas.microsoft.com/office/drawing/2014/main" id="{481510EC-FA1B-46A2-945D-7017D76AB480}"/>
              </a:ext>
            </a:extLst>
          </p:cNvPr>
          <p:cNvSpPr>
            <a:spLocks noGrp="1"/>
          </p:cNvSpPr>
          <p:nvPr>
            <p:ph type="title"/>
          </p:nvPr>
        </p:nvSpPr>
        <p:spPr/>
        <p:txBody>
          <a:bodyPr>
            <a:normAutofit fontScale="90000"/>
          </a:bodyPr>
          <a:lstStyle/>
          <a:p>
            <a:r>
              <a:rPr lang="pt-BR"/>
              <a:t>Estratégia em três frentes para criar infraestrutura de dados</a:t>
            </a:r>
            <a:endParaRPr lang="en-US" dirty="0"/>
          </a:p>
        </p:txBody>
      </p:sp>
      <p:pic>
        <p:nvPicPr>
          <p:cNvPr id="3" name="Content Placeholder 2">
            <a:extLst>
              <a:ext uri="{FF2B5EF4-FFF2-40B4-BE49-F238E27FC236}">
                <a16:creationId xmlns:a16="http://schemas.microsoft.com/office/drawing/2014/main" id="{E4AC3C10-DCFE-457F-A7C2-E3F880F9E83D}"/>
              </a:ext>
              <a:ext uri="{C183D7F6-B498-43B3-948B-1728B52AA6E4}">
                <adec:decorative xmlns:adec="http://schemas.microsoft.com/office/drawing/2017/decorative" val="1"/>
              </a:ext>
            </a:extLst>
          </p:cNvPr>
          <p:cNvPicPr>
            <a:picLocks noGrp="1" noChangeAspect="1"/>
          </p:cNvPicPr>
          <p:nvPr>
            <p:ph idx="7"/>
          </p:nvPr>
        </p:nvPicPr>
        <p:blipFill>
          <a:blip r:embed="rId4">
            <a:extLst>
              <a:ext uri="{28A0092B-C50C-407E-A947-70E740481C1C}">
                <a14:useLocalDpi xmlns:a14="http://schemas.microsoft.com/office/drawing/2010/main"/>
              </a:ext>
            </a:extLst>
          </a:blip>
          <a:stretch>
            <a:fillRect/>
          </a:stretch>
        </p:blipFill>
        <p:spPr>
          <a:xfrm>
            <a:off x="869950" y="1384300"/>
            <a:ext cx="1619250" cy="1619250"/>
          </a:xfrm>
        </p:spPr>
      </p:pic>
      <p:sp>
        <p:nvSpPr>
          <p:cNvPr id="11" name="Subtitle 10">
            <a:extLst>
              <a:ext uri="{FF2B5EF4-FFF2-40B4-BE49-F238E27FC236}">
                <a16:creationId xmlns:a16="http://schemas.microsoft.com/office/drawing/2014/main" id="{4BD760BA-256E-4B9A-A55B-8BBAAE520481}"/>
              </a:ext>
            </a:extLst>
          </p:cNvPr>
          <p:cNvSpPr>
            <a:spLocks noGrp="1"/>
          </p:cNvSpPr>
          <p:nvPr>
            <p:ph type="subTitle" idx="4"/>
          </p:nvPr>
        </p:nvSpPr>
        <p:spPr>
          <a:xfrm>
            <a:off x="274320" y="4129777"/>
            <a:ext cx="2811780" cy="330247"/>
          </a:xfrm>
          <a:solidFill>
            <a:schemeClr val="accent6"/>
          </a:solidFill>
        </p:spPr>
        <p:style>
          <a:lnRef idx="3">
            <a:schemeClr val="lt1"/>
          </a:lnRef>
          <a:fillRef idx="1">
            <a:schemeClr val="accent5"/>
          </a:fillRef>
          <a:effectRef idx="1">
            <a:schemeClr val="accent5"/>
          </a:effectRef>
          <a:fontRef idx="minor">
            <a:schemeClr val="lt1"/>
          </a:fontRef>
        </p:style>
        <p:txBody>
          <a:bodyPr/>
          <a:lstStyle/>
          <a:p>
            <a:pPr algn="ctr"/>
            <a:r>
              <a:rPr lang="en-US"/>
              <a:t>Modernizar</a:t>
            </a:r>
            <a:endParaRPr lang="en-US" dirty="0"/>
          </a:p>
        </p:txBody>
      </p:sp>
      <p:pic>
        <p:nvPicPr>
          <p:cNvPr id="5" name="Content Placeholder 4">
            <a:extLst>
              <a:ext uri="{FF2B5EF4-FFF2-40B4-BE49-F238E27FC236}">
                <a16:creationId xmlns:a16="http://schemas.microsoft.com/office/drawing/2014/main" id="{EEB724C2-2807-4E81-8B53-5676A8F9B004}"/>
              </a:ext>
              <a:ext uri="{C183D7F6-B498-43B3-948B-1728B52AA6E4}">
                <adec:decorative xmlns:adec="http://schemas.microsoft.com/office/drawing/2017/decorative" val="1"/>
              </a:ext>
            </a:extLst>
          </p:cNvPr>
          <p:cNvPicPr>
            <a:picLocks noGrp="1" noChangeAspect="1"/>
          </p:cNvPicPr>
          <p:nvPr>
            <p:ph idx="8"/>
          </p:nvPr>
        </p:nvPicPr>
        <p:blipFill>
          <a:blip r:embed="rId5">
            <a:extLst>
              <a:ext uri="{28A0092B-C50C-407E-A947-70E740481C1C}">
                <a14:useLocalDpi xmlns:a14="http://schemas.microsoft.com/office/drawing/2010/main"/>
              </a:ext>
            </a:extLst>
          </a:blip>
          <a:stretch>
            <a:fillRect/>
          </a:stretch>
        </p:blipFill>
        <p:spPr>
          <a:xfrm>
            <a:off x="3784600" y="1384300"/>
            <a:ext cx="1619250" cy="1619250"/>
          </a:xfrm>
        </p:spPr>
      </p:pic>
      <p:sp>
        <p:nvSpPr>
          <p:cNvPr id="12" name="Subtitle 11">
            <a:extLst>
              <a:ext uri="{FF2B5EF4-FFF2-40B4-BE49-F238E27FC236}">
                <a16:creationId xmlns:a16="http://schemas.microsoft.com/office/drawing/2014/main" id="{665A89B7-CFDB-4007-A7EF-8CE15DA0CD27}"/>
              </a:ext>
            </a:extLst>
          </p:cNvPr>
          <p:cNvSpPr>
            <a:spLocks noGrp="1"/>
          </p:cNvSpPr>
          <p:nvPr>
            <p:ph type="subTitle" idx="5"/>
          </p:nvPr>
        </p:nvSpPr>
        <p:spPr>
          <a:xfrm>
            <a:off x="3188970" y="4129777"/>
            <a:ext cx="2811780" cy="330247"/>
          </a:xfrm>
          <a:solidFill>
            <a:srgbClr val="9E1F63"/>
          </a:solidFill>
          <a:ln>
            <a:solidFill>
              <a:schemeClr val="accent5"/>
            </a:solidFill>
          </a:ln>
        </p:spPr>
        <p:txBody>
          <a:bodyPr/>
          <a:lstStyle/>
          <a:p>
            <a:pPr algn="ctr"/>
            <a:r>
              <a:rPr lang="en-US"/>
              <a:t>Unificar</a:t>
            </a:r>
            <a:endParaRPr lang="en-US" dirty="0"/>
          </a:p>
        </p:txBody>
      </p:sp>
      <p:pic>
        <p:nvPicPr>
          <p:cNvPr id="37" name="Content Placeholder 36">
            <a:extLst>
              <a:ext uri="{FF2B5EF4-FFF2-40B4-BE49-F238E27FC236}">
                <a16:creationId xmlns:a16="http://schemas.microsoft.com/office/drawing/2014/main" id="{212A5FCB-086E-4904-9259-97DD0393289C}"/>
              </a:ext>
              <a:ext uri="{C183D7F6-B498-43B3-948B-1728B52AA6E4}">
                <adec:decorative xmlns:adec="http://schemas.microsoft.com/office/drawing/2017/decorative" val="1"/>
              </a:ext>
            </a:extLst>
          </p:cNvPr>
          <p:cNvPicPr>
            <a:picLocks noGrp="1" noChangeAspect="1"/>
          </p:cNvPicPr>
          <p:nvPr>
            <p:ph idx="9"/>
          </p:nvPr>
        </p:nvPicPr>
        <p:blipFill>
          <a:blip r:embed="rId6">
            <a:extLst>
              <a:ext uri="{28A0092B-C50C-407E-A947-70E740481C1C}">
                <a14:useLocalDpi xmlns:a14="http://schemas.microsoft.com/office/drawing/2010/main"/>
              </a:ext>
            </a:extLst>
          </a:blip>
          <a:stretch>
            <a:fillRect/>
          </a:stretch>
        </p:blipFill>
        <p:spPr>
          <a:xfrm>
            <a:off x="6699250" y="1384300"/>
            <a:ext cx="1619250" cy="1619250"/>
          </a:xfrm>
        </p:spPr>
      </p:pic>
      <p:sp>
        <p:nvSpPr>
          <p:cNvPr id="13" name="Subtitle 12">
            <a:extLst>
              <a:ext uri="{FF2B5EF4-FFF2-40B4-BE49-F238E27FC236}">
                <a16:creationId xmlns:a16="http://schemas.microsoft.com/office/drawing/2014/main" id="{0EDE8FAC-181C-439A-9E79-32E8C81CFD81}"/>
              </a:ext>
            </a:extLst>
          </p:cNvPr>
          <p:cNvSpPr>
            <a:spLocks noGrp="1"/>
          </p:cNvSpPr>
          <p:nvPr>
            <p:ph type="subTitle" idx="6"/>
          </p:nvPr>
        </p:nvSpPr>
        <p:spPr>
          <a:xfrm>
            <a:off x="6103620" y="4129777"/>
            <a:ext cx="2811780" cy="330247"/>
          </a:xfrm>
          <a:solidFill>
            <a:schemeClr val="accent1"/>
          </a:solidFill>
          <a:ln>
            <a:solidFill>
              <a:schemeClr val="accent1"/>
            </a:solidFill>
          </a:ln>
        </p:spPr>
        <p:txBody>
          <a:bodyPr/>
          <a:lstStyle/>
          <a:p>
            <a:pPr algn="ctr"/>
            <a:r>
              <a:rPr lang="en-US"/>
              <a:t>Inovar</a:t>
            </a:r>
            <a:endParaRPr lang="en-US" dirty="0"/>
          </a:p>
        </p:txBody>
      </p:sp>
      <p:sp>
        <p:nvSpPr>
          <p:cNvPr id="2" name="Copyright">
            <a:extLst>
              <a:ext uri="{FF2B5EF4-FFF2-40B4-BE49-F238E27FC236}">
                <a16:creationId xmlns:a16="http://schemas.microsoft.com/office/drawing/2014/main" id="{DB924902-C258-8BE1-5AC9-C4DC181CAD74}"/>
              </a:ext>
            </a:extLst>
          </p:cNvPr>
          <p:cNvSpPr txBox="1"/>
          <p:nvPr/>
        </p:nvSpPr>
        <p:spPr>
          <a:xfrm>
            <a:off x="2826811" y="6568819"/>
            <a:ext cx="3433953" cy="219291"/>
          </a:xfrm>
          <a:prstGeom prst="rect">
            <a:avLst/>
          </a:prstGeom>
          <a:noFill/>
        </p:spPr>
        <p:txBody>
          <a:bodyPr wrap="none" rtlCol="0">
            <a:spAutoFit/>
          </a:bodyPr>
          <a:lstStyle/>
          <a:p>
            <a:r>
              <a:rPr lang="en-US" sz="825" kern="1200" dirty="0">
                <a:solidFill>
                  <a:schemeClr val="tx2"/>
                </a:solidFill>
                <a:effectLst/>
                <a:latin typeface="+mn-lt"/>
                <a:ea typeface="+mn-ea"/>
                <a:cs typeface="+mn-cs"/>
              </a:rPr>
              <a:t>© 2022, Amazon Web Services, Inc. or its affiliates. All rights reserved.</a:t>
            </a:r>
          </a:p>
        </p:txBody>
      </p:sp>
    </p:spTree>
    <p:custDataLst>
      <p:tags r:id="rId1"/>
    </p:custDataLst>
    <p:extLst>
      <p:ext uri="{BB962C8B-B14F-4D97-AF65-F5344CB8AC3E}">
        <p14:creationId xmlns:p14="http://schemas.microsoft.com/office/powerpoint/2010/main" val="26220905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2BE6C776-CCC0-4E8D-8894-B57DB22F8601}"/>
              </a:ext>
            </a:extLst>
          </p:cNvPr>
          <p:cNvSpPr>
            <a:spLocks noGrp="1"/>
          </p:cNvSpPr>
          <p:nvPr>
            <p:ph type="sldNum" sz="quarter" idx="12"/>
          </p:nvPr>
        </p:nvSpPr>
        <p:spPr/>
        <p:txBody>
          <a:bodyPr/>
          <a:lstStyle/>
          <a:p>
            <a:fld id="{363DB862-5E2B-42BB-8337-D46E9881345F}" type="slidenum">
              <a:rPr lang="en-US" smtClean="0"/>
              <a:t>92</a:t>
            </a:fld>
            <a:endParaRPr lang="en-US" dirty="0"/>
          </a:p>
        </p:txBody>
      </p:sp>
      <p:sp>
        <p:nvSpPr>
          <p:cNvPr id="16" name="Title 15">
            <a:extLst>
              <a:ext uri="{FF2B5EF4-FFF2-40B4-BE49-F238E27FC236}">
                <a16:creationId xmlns:a16="http://schemas.microsoft.com/office/drawing/2014/main" id="{93A6E5B1-BD43-404F-8E59-4114336D9301}"/>
              </a:ext>
            </a:extLst>
          </p:cNvPr>
          <p:cNvSpPr>
            <a:spLocks noGrp="1"/>
          </p:cNvSpPr>
          <p:nvPr>
            <p:ph type="title"/>
          </p:nvPr>
        </p:nvSpPr>
        <p:spPr>
          <a:xfrm>
            <a:off x="274320" y="517236"/>
            <a:ext cx="8615443" cy="515834"/>
          </a:xfrm>
        </p:spPr>
        <p:txBody>
          <a:bodyPr/>
          <a:lstStyle/>
          <a:p>
            <a:r>
              <a:rPr lang="en-US"/>
              <a:t>Modernizar</a:t>
            </a:r>
            <a:endParaRPr lang="en-US" dirty="0"/>
          </a:p>
        </p:txBody>
      </p:sp>
      <p:sp>
        <p:nvSpPr>
          <p:cNvPr id="18" name="Subtitle 17">
            <a:extLst>
              <a:ext uri="{FF2B5EF4-FFF2-40B4-BE49-F238E27FC236}">
                <a16:creationId xmlns:a16="http://schemas.microsoft.com/office/drawing/2014/main" id="{641FCE16-B09D-4022-90E9-3560F4A4B9F1}"/>
              </a:ext>
            </a:extLst>
          </p:cNvPr>
          <p:cNvSpPr>
            <a:spLocks noGrp="1"/>
          </p:cNvSpPr>
          <p:nvPr>
            <p:ph type="subTitle" idx="2"/>
          </p:nvPr>
        </p:nvSpPr>
        <p:spPr>
          <a:xfrm>
            <a:off x="274320" y="1053312"/>
            <a:ext cx="8615443" cy="729189"/>
          </a:xfrm>
          <a:solidFill>
            <a:schemeClr val="accent6"/>
          </a:solidFill>
        </p:spPr>
        <p:txBody>
          <a:bodyPr/>
          <a:lstStyle/>
          <a:p>
            <a:r>
              <a:rPr lang="pt-BR" dirty="0"/>
              <a:t>Aumente a agilidade e reduza a </a:t>
            </a:r>
            <a:r>
              <a:rPr lang="en-US" dirty="0"/>
              <a:t>infraestrutura </a:t>
            </a:r>
            <a:r>
              <a:rPr lang="en-US" dirty="0" err="1"/>
              <a:t>monolítica</a:t>
            </a:r>
            <a:r>
              <a:rPr lang="en-US" dirty="0"/>
              <a:t> (capex) ex.:</a:t>
            </a:r>
            <a:r>
              <a:rPr lang="en-US" dirty="0" err="1"/>
              <a:t>tudo</a:t>
            </a:r>
            <a:r>
              <a:rPr lang="en-US" dirty="0"/>
              <a:t> em um servidor.</a:t>
            </a:r>
          </a:p>
        </p:txBody>
      </p:sp>
      <p:sp>
        <p:nvSpPr>
          <p:cNvPr id="17" name="Text Placeholder 16">
            <a:extLst>
              <a:ext uri="{FF2B5EF4-FFF2-40B4-BE49-F238E27FC236}">
                <a16:creationId xmlns:a16="http://schemas.microsoft.com/office/drawing/2014/main" id="{3CBF192A-4448-490D-9346-82CC4798794D}"/>
              </a:ext>
            </a:extLst>
          </p:cNvPr>
          <p:cNvSpPr>
            <a:spLocks noGrp="1"/>
          </p:cNvSpPr>
          <p:nvPr>
            <p:ph type="body" idx="1"/>
          </p:nvPr>
        </p:nvSpPr>
        <p:spPr>
          <a:xfrm>
            <a:off x="978109" y="2228850"/>
            <a:ext cx="6394964" cy="3462691"/>
          </a:xfrm>
        </p:spPr>
        <p:txBody>
          <a:bodyPr/>
          <a:lstStyle/>
          <a:p>
            <a:r>
              <a:rPr lang="pt-BR" dirty="0"/>
              <a:t>Migrar de serviços locais para serviços baseados em nuvem</a:t>
            </a:r>
            <a:r>
              <a:rPr lang="en-US" dirty="0"/>
              <a:t>. (</a:t>
            </a:r>
            <a:r>
              <a:rPr lang="en-US" dirty="0" err="1"/>
              <a:t>nem</a:t>
            </a:r>
            <a:r>
              <a:rPr lang="en-US" dirty="0"/>
              <a:t> sempre)</a:t>
            </a:r>
          </a:p>
          <a:p>
            <a:r>
              <a:rPr lang="pt-BR" dirty="0"/>
              <a:t>Migre para ferramentas e armazenamentos de dados criados especificamente para esse fim.</a:t>
            </a:r>
            <a:r>
              <a:rPr lang="en-US" dirty="0"/>
              <a:t> (</a:t>
            </a:r>
            <a:r>
              <a:rPr lang="en-US" dirty="0" err="1"/>
              <a:t>tecnologias</a:t>
            </a:r>
            <a:r>
              <a:rPr lang="en-US" dirty="0"/>
              <a:t> </a:t>
            </a:r>
            <a:r>
              <a:rPr lang="en-US" dirty="0" err="1"/>
              <a:t>específicas</a:t>
            </a:r>
            <a:r>
              <a:rPr lang="en-US" dirty="0"/>
              <a:t> para a </a:t>
            </a:r>
            <a:r>
              <a:rPr lang="en-US" dirty="0" err="1"/>
              <a:t>finalidade</a:t>
            </a:r>
            <a:r>
              <a:rPr lang="en-US" dirty="0"/>
              <a:t>)</a:t>
            </a:r>
          </a:p>
          <a:p>
            <a:r>
              <a:rPr lang="en-US" dirty="0" err="1"/>
              <a:t>Construa</a:t>
            </a:r>
            <a:r>
              <a:rPr lang="en-US" dirty="0"/>
              <a:t> pipelines </a:t>
            </a:r>
            <a:r>
              <a:rPr lang="en-US" dirty="0" err="1"/>
              <a:t>fracamente</a:t>
            </a:r>
            <a:r>
              <a:rPr lang="en-US" dirty="0"/>
              <a:t> </a:t>
            </a:r>
            <a:r>
              <a:rPr lang="en-US" dirty="0" err="1"/>
              <a:t>acoplados</a:t>
            </a:r>
            <a:r>
              <a:rPr lang="en-US" dirty="0"/>
              <a:t>. (</a:t>
            </a:r>
            <a:r>
              <a:rPr lang="en-US" dirty="0" err="1"/>
              <a:t>fracamente</a:t>
            </a:r>
            <a:r>
              <a:rPr lang="en-US" dirty="0"/>
              <a:t> </a:t>
            </a:r>
            <a:r>
              <a:rPr lang="en-US" dirty="0" err="1"/>
              <a:t>acoplados</a:t>
            </a:r>
            <a:r>
              <a:rPr lang="en-US" dirty="0"/>
              <a:t>)</a:t>
            </a:r>
          </a:p>
        </p:txBody>
      </p:sp>
      <p:pic>
        <p:nvPicPr>
          <p:cNvPr id="15" name="Content Placeholder 2">
            <a:extLst>
              <a:ext uri="{FF2B5EF4-FFF2-40B4-BE49-F238E27FC236}">
                <a16:creationId xmlns:a16="http://schemas.microsoft.com/office/drawing/2014/main" id="{BC044561-3066-4A72-AF5E-A98B1DCC7D41}"/>
              </a:ext>
              <a:ext uri="{C183D7F6-B498-43B3-948B-1728B52AA6E4}">
                <adec:decorative xmlns:adec="http://schemas.microsoft.com/office/drawing/2017/decorative" val="1"/>
              </a:ext>
            </a:extLst>
          </p:cNvPr>
          <p:cNvPicPr>
            <a:picLocks noGrp="1" noChangeAspect="1"/>
          </p:cNvPicPr>
          <p:nvPr>
            <p:ph idx="9"/>
          </p:nvPr>
        </p:nvPicPr>
        <p:blipFill>
          <a:blip r:embed="rId4">
            <a:extLst>
              <a:ext uri="{28A0092B-C50C-407E-A947-70E740481C1C}">
                <a14:useLocalDpi xmlns:a14="http://schemas.microsoft.com/office/drawing/2010/main"/>
              </a:ext>
            </a:extLst>
          </a:blip>
          <a:stretch>
            <a:fillRect/>
          </a:stretch>
        </p:blipFill>
        <p:spPr>
          <a:xfrm>
            <a:off x="7274176" y="3193723"/>
            <a:ext cx="1214438" cy="1214438"/>
          </a:xfrm>
        </p:spPr>
      </p:pic>
      <p:sp>
        <p:nvSpPr>
          <p:cNvPr id="2" name="Copyright">
            <a:extLst>
              <a:ext uri="{FF2B5EF4-FFF2-40B4-BE49-F238E27FC236}">
                <a16:creationId xmlns:a16="http://schemas.microsoft.com/office/drawing/2014/main" id="{0958B512-030A-5E4F-3B39-62A7796F0FF8}"/>
              </a:ext>
            </a:extLst>
          </p:cNvPr>
          <p:cNvSpPr txBox="1"/>
          <p:nvPr/>
        </p:nvSpPr>
        <p:spPr>
          <a:xfrm>
            <a:off x="2826811" y="6568819"/>
            <a:ext cx="3433953" cy="219291"/>
          </a:xfrm>
          <a:prstGeom prst="rect">
            <a:avLst/>
          </a:prstGeom>
          <a:noFill/>
        </p:spPr>
        <p:txBody>
          <a:bodyPr wrap="none" rtlCol="0">
            <a:spAutoFit/>
          </a:bodyPr>
          <a:lstStyle/>
          <a:p>
            <a:r>
              <a:rPr lang="en-US" sz="825" kern="1200" dirty="0">
                <a:solidFill>
                  <a:schemeClr val="tx2"/>
                </a:solidFill>
                <a:effectLst/>
                <a:latin typeface="+mn-lt"/>
                <a:ea typeface="+mn-ea"/>
                <a:cs typeface="+mn-cs"/>
              </a:rPr>
              <a:t>© 2022, Amazon Web Services, Inc. or its affiliates. All rights reserved.</a:t>
            </a:r>
          </a:p>
        </p:txBody>
      </p:sp>
    </p:spTree>
    <p:custDataLst>
      <p:tags r:id="rId1"/>
    </p:custDataLst>
    <p:extLst>
      <p:ext uri="{BB962C8B-B14F-4D97-AF65-F5344CB8AC3E}">
        <p14:creationId xmlns:p14="http://schemas.microsoft.com/office/powerpoint/2010/main" val="12785959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68EC5A-6517-4CAF-BD53-D85C475D63F7}"/>
              </a:ext>
            </a:extLst>
          </p:cNvPr>
          <p:cNvSpPr>
            <a:spLocks noGrp="1"/>
          </p:cNvSpPr>
          <p:nvPr>
            <p:ph type="sldNum" sz="quarter" idx="12"/>
          </p:nvPr>
        </p:nvSpPr>
        <p:spPr/>
        <p:txBody>
          <a:bodyPr/>
          <a:lstStyle/>
          <a:p>
            <a:fld id="{363DB862-5E2B-42BB-8337-D46E9881345F}" type="slidenum">
              <a:rPr lang="en-US" smtClean="0"/>
              <a:t>93</a:t>
            </a:fld>
            <a:endParaRPr lang="en-US" dirty="0"/>
          </a:p>
        </p:txBody>
      </p:sp>
      <p:sp>
        <p:nvSpPr>
          <p:cNvPr id="16" name="Title 15">
            <a:extLst>
              <a:ext uri="{FF2B5EF4-FFF2-40B4-BE49-F238E27FC236}">
                <a16:creationId xmlns:a16="http://schemas.microsoft.com/office/drawing/2014/main" id="{93A6E5B1-BD43-404F-8E59-4114336D9301}"/>
              </a:ext>
            </a:extLst>
          </p:cNvPr>
          <p:cNvSpPr>
            <a:spLocks noGrp="1"/>
          </p:cNvSpPr>
          <p:nvPr>
            <p:ph type="title"/>
          </p:nvPr>
        </p:nvSpPr>
        <p:spPr>
          <a:xfrm>
            <a:off x="768096" y="1083564"/>
            <a:ext cx="8121667" cy="548489"/>
          </a:xfrm>
        </p:spPr>
        <p:txBody>
          <a:bodyPr/>
          <a:lstStyle/>
          <a:p>
            <a:r>
              <a:rPr lang="en-US" dirty="0"/>
              <a:t>Unify</a:t>
            </a:r>
          </a:p>
        </p:txBody>
      </p:sp>
      <p:sp>
        <p:nvSpPr>
          <p:cNvPr id="18" name="Subtitle 17">
            <a:extLst>
              <a:ext uri="{FF2B5EF4-FFF2-40B4-BE49-F238E27FC236}">
                <a16:creationId xmlns:a16="http://schemas.microsoft.com/office/drawing/2014/main" id="{641FCE16-B09D-4022-90E9-3560F4A4B9F1}"/>
              </a:ext>
            </a:extLst>
          </p:cNvPr>
          <p:cNvSpPr>
            <a:spLocks noGrp="1"/>
          </p:cNvSpPr>
          <p:nvPr>
            <p:ph type="subTitle" idx="2"/>
          </p:nvPr>
        </p:nvSpPr>
        <p:spPr>
          <a:solidFill>
            <a:srgbClr val="9E1F63"/>
          </a:solidFill>
          <a:ln>
            <a:solidFill>
              <a:schemeClr val="accent5"/>
            </a:solidFill>
          </a:ln>
        </p:spPr>
        <p:txBody>
          <a:bodyPr/>
          <a:lstStyle/>
          <a:p>
            <a:r>
              <a:rPr lang="pt-BR" dirty="0"/>
              <a:t>Crie uma única fonte de verdade</a:t>
            </a:r>
            <a:r>
              <a:rPr lang="en-US" dirty="0"/>
              <a:t>(</a:t>
            </a:r>
            <a:r>
              <a:rPr lang="en-US" dirty="0" err="1"/>
              <a:t>fonte</a:t>
            </a:r>
            <a:r>
              <a:rPr lang="en-US" dirty="0"/>
              <a:t> </a:t>
            </a:r>
            <a:r>
              <a:rPr lang="en-US" dirty="0" err="1"/>
              <a:t>única</a:t>
            </a:r>
            <a:r>
              <a:rPr lang="en-US" dirty="0"/>
              <a:t> da </a:t>
            </a:r>
            <a:r>
              <a:rPr lang="en-US" dirty="0" err="1"/>
              <a:t>verdade</a:t>
            </a:r>
            <a:r>
              <a:rPr lang="en-US" dirty="0"/>
              <a:t>)</a:t>
            </a:r>
          </a:p>
        </p:txBody>
      </p:sp>
      <p:sp>
        <p:nvSpPr>
          <p:cNvPr id="17" name="Text Placeholder 16">
            <a:extLst>
              <a:ext uri="{FF2B5EF4-FFF2-40B4-BE49-F238E27FC236}">
                <a16:creationId xmlns:a16="http://schemas.microsoft.com/office/drawing/2014/main" id="{3CBF192A-4448-490D-9346-82CC4798794D}"/>
              </a:ext>
            </a:extLst>
          </p:cNvPr>
          <p:cNvSpPr>
            <a:spLocks noGrp="1"/>
          </p:cNvSpPr>
          <p:nvPr>
            <p:ph type="body" idx="1"/>
          </p:nvPr>
        </p:nvSpPr>
        <p:spPr>
          <a:xfrm>
            <a:off x="768096" y="2050542"/>
            <a:ext cx="5733887" cy="3640999"/>
          </a:xfrm>
        </p:spPr>
        <p:txBody>
          <a:bodyPr/>
          <a:lstStyle/>
          <a:p>
            <a:r>
              <a:rPr lang="pt-BR" dirty="0"/>
              <a:t>Quebre silos de dados.
Democratizar o acesso.
Equipe os usuários com ferramentas para visualizar seus próprios insights.
Use um data </a:t>
            </a:r>
            <a:r>
              <a:rPr lang="pt-BR" dirty="0" err="1"/>
              <a:t>lake</a:t>
            </a:r>
            <a:r>
              <a:rPr lang="pt-BR" dirty="0"/>
              <a:t> e execute consultas diretamente nos dados.</a:t>
            </a:r>
          </a:p>
          <a:p>
            <a:r>
              <a:rPr lang="pt-BR" dirty="0"/>
              <a:t>Ofereça suporte à governança e à movimentação simplificadas entre o data </a:t>
            </a:r>
            <a:r>
              <a:rPr lang="pt-BR" dirty="0" err="1"/>
              <a:t>lake</a:t>
            </a:r>
            <a:r>
              <a:rPr lang="pt-BR" dirty="0"/>
              <a:t> e os armazenamentos criados especificamente para esse fim.</a:t>
            </a:r>
            <a:endParaRPr lang="en-US" dirty="0"/>
          </a:p>
        </p:txBody>
      </p:sp>
      <p:pic>
        <p:nvPicPr>
          <p:cNvPr id="15" name="Content Placeholder 2">
            <a:extLst>
              <a:ext uri="{FF2B5EF4-FFF2-40B4-BE49-F238E27FC236}">
                <a16:creationId xmlns:a16="http://schemas.microsoft.com/office/drawing/2014/main" id="{BC044561-3066-4A72-AF5E-A98B1DCC7D41}"/>
              </a:ext>
              <a:ext uri="{C183D7F6-B498-43B3-948B-1728B52AA6E4}">
                <adec:decorative xmlns:adec="http://schemas.microsoft.com/office/drawing/2017/decorative" val="1"/>
              </a:ext>
            </a:extLst>
          </p:cNvPr>
          <p:cNvPicPr>
            <a:picLocks noGrp="1" noChangeAspect="1"/>
          </p:cNvPicPr>
          <p:nvPr>
            <p:ph idx="9"/>
          </p:nvPr>
        </p:nvPicPr>
        <p:blipFill>
          <a:blip r:embed="rId4">
            <a:extLst>
              <a:ext uri="{28A0092B-C50C-407E-A947-70E740481C1C}">
                <a14:useLocalDpi xmlns:a14="http://schemas.microsoft.com/office/drawing/2010/main"/>
              </a:ext>
            </a:extLst>
          </a:blip>
          <a:stretch>
            <a:fillRect/>
          </a:stretch>
        </p:blipFill>
        <p:spPr>
          <a:xfrm>
            <a:off x="7088981" y="3251597"/>
            <a:ext cx="1214438" cy="1214438"/>
          </a:xfrm>
        </p:spPr>
      </p:pic>
      <p:sp>
        <p:nvSpPr>
          <p:cNvPr id="3" name="Title 15">
            <a:extLst>
              <a:ext uri="{FF2B5EF4-FFF2-40B4-BE49-F238E27FC236}">
                <a16:creationId xmlns:a16="http://schemas.microsoft.com/office/drawing/2014/main" id="{04B73870-D1C3-FCF2-E886-943E4C4187DB}"/>
              </a:ext>
            </a:extLst>
          </p:cNvPr>
          <p:cNvSpPr txBox="1">
            <a:spLocks/>
          </p:cNvSpPr>
          <p:nvPr/>
        </p:nvSpPr>
        <p:spPr>
          <a:xfrm>
            <a:off x="274320" y="517236"/>
            <a:ext cx="8615443" cy="515834"/>
          </a:xfrm>
          <a:prstGeom prst="rect">
            <a:avLst/>
          </a:prstGeom>
        </p:spPr>
        <p:txBody>
          <a:bodyPr vert="horz" wrap="square" lIns="0" tIns="0" rIns="0" bIns="0" rtlCol="0" anchor="t">
            <a:noAutofit/>
          </a:bodyPr>
          <a:lstStyle>
            <a:lvl1pPr algn="l" defTabSz="914400" rtl="0" eaLnBrk="1" latinLnBrk="0" hangingPunct="1">
              <a:lnSpc>
                <a:spcPct val="100000"/>
              </a:lnSpc>
              <a:spcBef>
                <a:spcPct val="0"/>
              </a:spcBef>
              <a:buNone/>
              <a:defRPr sz="2800" b="1" kern="1200" spc="-150">
                <a:solidFill>
                  <a:schemeClr val="tx2"/>
                </a:solidFill>
                <a:latin typeface="+mj-lt"/>
                <a:ea typeface="+mj-ea"/>
                <a:cs typeface="+mj-cs"/>
              </a:defRPr>
            </a:lvl1pPr>
          </a:lstStyle>
          <a:p>
            <a:r>
              <a:rPr lang="en-US"/>
              <a:t>Unificar</a:t>
            </a:r>
            <a:endParaRPr lang="en-US" dirty="0"/>
          </a:p>
        </p:txBody>
      </p:sp>
      <p:sp>
        <p:nvSpPr>
          <p:cNvPr id="4" name="Copyright">
            <a:extLst>
              <a:ext uri="{FF2B5EF4-FFF2-40B4-BE49-F238E27FC236}">
                <a16:creationId xmlns:a16="http://schemas.microsoft.com/office/drawing/2014/main" id="{B0E524C2-8147-2431-816D-60DED1CBD442}"/>
              </a:ext>
            </a:extLst>
          </p:cNvPr>
          <p:cNvSpPr txBox="1"/>
          <p:nvPr/>
        </p:nvSpPr>
        <p:spPr>
          <a:xfrm>
            <a:off x="2826811" y="6568819"/>
            <a:ext cx="3433953" cy="219291"/>
          </a:xfrm>
          <a:prstGeom prst="rect">
            <a:avLst/>
          </a:prstGeom>
          <a:noFill/>
        </p:spPr>
        <p:txBody>
          <a:bodyPr wrap="none" rtlCol="0">
            <a:spAutoFit/>
          </a:bodyPr>
          <a:lstStyle/>
          <a:p>
            <a:r>
              <a:rPr lang="en-US" sz="825" kern="1200" dirty="0">
                <a:solidFill>
                  <a:schemeClr val="tx2"/>
                </a:solidFill>
                <a:effectLst/>
                <a:latin typeface="+mn-lt"/>
                <a:ea typeface="+mn-ea"/>
                <a:cs typeface="+mn-cs"/>
              </a:rPr>
              <a:t>© 2022, Amazon Web Services, Inc. or its affiliates. All rights reserved.</a:t>
            </a:r>
          </a:p>
        </p:txBody>
      </p:sp>
    </p:spTree>
    <p:custDataLst>
      <p:tags r:id="rId1"/>
    </p:custDataLst>
    <p:extLst>
      <p:ext uri="{BB962C8B-B14F-4D97-AF65-F5344CB8AC3E}">
        <p14:creationId xmlns:p14="http://schemas.microsoft.com/office/powerpoint/2010/main" val="140537040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A6648B-F724-4110-A634-34D997274DB9}"/>
              </a:ext>
            </a:extLst>
          </p:cNvPr>
          <p:cNvSpPr>
            <a:spLocks noGrp="1"/>
          </p:cNvSpPr>
          <p:nvPr>
            <p:ph type="sldNum" sz="quarter" idx="12"/>
          </p:nvPr>
        </p:nvSpPr>
        <p:spPr/>
        <p:txBody>
          <a:bodyPr/>
          <a:lstStyle/>
          <a:p>
            <a:fld id="{363DB862-5E2B-42BB-8337-D46E9881345F}" type="slidenum">
              <a:rPr lang="en-US" smtClean="0"/>
              <a:t>94</a:t>
            </a:fld>
            <a:endParaRPr lang="en-US" dirty="0"/>
          </a:p>
        </p:txBody>
      </p:sp>
      <p:sp>
        <p:nvSpPr>
          <p:cNvPr id="16" name="Title 15">
            <a:extLst>
              <a:ext uri="{FF2B5EF4-FFF2-40B4-BE49-F238E27FC236}">
                <a16:creationId xmlns:a16="http://schemas.microsoft.com/office/drawing/2014/main" id="{93A6E5B1-BD43-404F-8E59-4114336D9301}"/>
              </a:ext>
            </a:extLst>
          </p:cNvPr>
          <p:cNvSpPr>
            <a:spLocks noGrp="1"/>
          </p:cNvSpPr>
          <p:nvPr>
            <p:ph type="title"/>
          </p:nvPr>
        </p:nvSpPr>
        <p:spPr>
          <a:xfrm>
            <a:off x="932688" y="1083564"/>
            <a:ext cx="7957075" cy="548489"/>
          </a:xfrm>
        </p:spPr>
        <p:txBody>
          <a:bodyPr/>
          <a:lstStyle/>
          <a:p>
            <a:r>
              <a:rPr lang="en-US" dirty="0"/>
              <a:t>Innovate</a:t>
            </a:r>
          </a:p>
        </p:txBody>
      </p:sp>
      <p:sp>
        <p:nvSpPr>
          <p:cNvPr id="18" name="Subtitle 17">
            <a:extLst>
              <a:ext uri="{FF2B5EF4-FFF2-40B4-BE49-F238E27FC236}">
                <a16:creationId xmlns:a16="http://schemas.microsoft.com/office/drawing/2014/main" id="{641FCE16-B09D-4022-90E9-3560F4A4B9F1}"/>
              </a:ext>
            </a:extLst>
          </p:cNvPr>
          <p:cNvSpPr>
            <a:spLocks noGrp="1"/>
          </p:cNvSpPr>
          <p:nvPr>
            <p:ph type="subTitle" idx="2"/>
          </p:nvPr>
        </p:nvSpPr>
        <p:spPr>
          <a:solidFill>
            <a:schemeClr val="accent1"/>
          </a:solidFill>
          <a:ln>
            <a:solidFill>
              <a:schemeClr val="accent1"/>
            </a:solidFill>
          </a:ln>
        </p:spPr>
        <p:txBody>
          <a:bodyPr/>
          <a:lstStyle/>
          <a:p>
            <a:r>
              <a:rPr lang="pt-BR"/>
              <a:t>Use IA e ML para descobrir novos insights mais rapidamente</a:t>
            </a:r>
            <a:endParaRPr lang="en-US" dirty="0"/>
          </a:p>
        </p:txBody>
      </p:sp>
      <p:sp>
        <p:nvSpPr>
          <p:cNvPr id="17" name="Text Placeholder 16">
            <a:extLst>
              <a:ext uri="{FF2B5EF4-FFF2-40B4-BE49-F238E27FC236}">
                <a16:creationId xmlns:a16="http://schemas.microsoft.com/office/drawing/2014/main" id="{3CBF192A-4448-490D-9346-82CC4798794D}"/>
              </a:ext>
            </a:extLst>
          </p:cNvPr>
          <p:cNvSpPr>
            <a:spLocks noGrp="1"/>
          </p:cNvSpPr>
          <p:nvPr>
            <p:ph type="body" idx="1"/>
          </p:nvPr>
        </p:nvSpPr>
        <p:spPr>
          <a:xfrm>
            <a:off x="840581" y="2050542"/>
            <a:ext cx="5661401" cy="3640999"/>
          </a:xfrm>
        </p:spPr>
        <p:txBody>
          <a:bodyPr/>
          <a:lstStyle/>
          <a:p>
            <a:r>
              <a:rPr lang="pt-BR"/>
              <a:t>Passe da tomada de decisão reativa para a proativa.
Incorpore IA/ML na tomada de decisões e aproveite novos insights em grandes quantidades de dados não estruturados.
Aproveite os serviços de nuvem com recursos de IA/ML que democratizam quem pode usar o ML.</a:t>
            </a:r>
            <a:endParaRPr lang="en-US" dirty="0"/>
          </a:p>
        </p:txBody>
      </p:sp>
      <p:pic>
        <p:nvPicPr>
          <p:cNvPr id="15" name="Content Placeholder 2">
            <a:extLst>
              <a:ext uri="{FF2B5EF4-FFF2-40B4-BE49-F238E27FC236}">
                <a16:creationId xmlns:a16="http://schemas.microsoft.com/office/drawing/2014/main" id="{BC044561-3066-4A72-AF5E-A98B1DCC7D41}"/>
              </a:ext>
              <a:ext uri="{C183D7F6-B498-43B3-948B-1728B52AA6E4}">
                <adec:decorative xmlns:adec="http://schemas.microsoft.com/office/drawing/2017/decorative" val="1"/>
              </a:ext>
            </a:extLst>
          </p:cNvPr>
          <p:cNvPicPr>
            <a:picLocks noGrp="1" noChangeAspect="1"/>
          </p:cNvPicPr>
          <p:nvPr>
            <p:ph idx="9"/>
          </p:nvPr>
        </p:nvPicPr>
        <p:blipFill>
          <a:blip r:embed="rId4">
            <a:extLst>
              <a:ext uri="{28A0092B-C50C-407E-A947-70E740481C1C}">
                <a14:useLocalDpi xmlns:a14="http://schemas.microsoft.com/office/drawing/2010/main"/>
              </a:ext>
            </a:extLst>
          </a:blip>
          <a:stretch>
            <a:fillRect/>
          </a:stretch>
        </p:blipFill>
        <p:spPr>
          <a:xfrm>
            <a:off x="7088981" y="3251597"/>
            <a:ext cx="1214438" cy="1214438"/>
          </a:xfrm>
        </p:spPr>
      </p:pic>
      <p:sp>
        <p:nvSpPr>
          <p:cNvPr id="3" name="Title 15">
            <a:extLst>
              <a:ext uri="{FF2B5EF4-FFF2-40B4-BE49-F238E27FC236}">
                <a16:creationId xmlns:a16="http://schemas.microsoft.com/office/drawing/2014/main" id="{964BA979-85A8-9581-B1F6-B8826B0CEE11}"/>
              </a:ext>
            </a:extLst>
          </p:cNvPr>
          <p:cNvSpPr txBox="1">
            <a:spLocks/>
          </p:cNvSpPr>
          <p:nvPr/>
        </p:nvSpPr>
        <p:spPr>
          <a:xfrm>
            <a:off x="274320" y="517236"/>
            <a:ext cx="8615443" cy="515834"/>
          </a:xfrm>
          <a:prstGeom prst="rect">
            <a:avLst/>
          </a:prstGeom>
        </p:spPr>
        <p:txBody>
          <a:bodyPr vert="horz" wrap="square" lIns="0" tIns="0" rIns="0" bIns="0" rtlCol="0" anchor="t">
            <a:noAutofit/>
          </a:bodyPr>
          <a:lstStyle>
            <a:lvl1pPr algn="l" defTabSz="914400" rtl="0" eaLnBrk="1" latinLnBrk="0" hangingPunct="1">
              <a:lnSpc>
                <a:spcPct val="100000"/>
              </a:lnSpc>
              <a:spcBef>
                <a:spcPct val="0"/>
              </a:spcBef>
              <a:buNone/>
              <a:defRPr sz="2800" b="1" kern="1200" spc="-150">
                <a:solidFill>
                  <a:schemeClr val="tx2"/>
                </a:solidFill>
                <a:latin typeface="+mj-lt"/>
                <a:ea typeface="+mj-ea"/>
                <a:cs typeface="+mj-cs"/>
              </a:defRPr>
            </a:lvl1pPr>
          </a:lstStyle>
          <a:p>
            <a:r>
              <a:rPr lang="en-US"/>
              <a:t>Inovar</a:t>
            </a:r>
            <a:endParaRPr lang="en-US" dirty="0"/>
          </a:p>
        </p:txBody>
      </p:sp>
      <p:sp>
        <p:nvSpPr>
          <p:cNvPr id="4" name="Copyright">
            <a:extLst>
              <a:ext uri="{FF2B5EF4-FFF2-40B4-BE49-F238E27FC236}">
                <a16:creationId xmlns:a16="http://schemas.microsoft.com/office/drawing/2014/main" id="{E330F9F2-1DFC-4CA0-14E3-316071A3C5DB}"/>
              </a:ext>
            </a:extLst>
          </p:cNvPr>
          <p:cNvSpPr txBox="1"/>
          <p:nvPr/>
        </p:nvSpPr>
        <p:spPr>
          <a:xfrm>
            <a:off x="2826811" y="6568819"/>
            <a:ext cx="3433953" cy="219291"/>
          </a:xfrm>
          <a:prstGeom prst="rect">
            <a:avLst/>
          </a:prstGeom>
          <a:noFill/>
        </p:spPr>
        <p:txBody>
          <a:bodyPr wrap="none" rtlCol="0">
            <a:spAutoFit/>
          </a:bodyPr>
          <a:lstStyle/>
          <a:p>
            <a:r>
              <a:rPr lang="en-US" sz="825" kern="1200" dirty="0">
                <a:solidFill>
                  <a:schemeClr val="tx2"/>
                </a:solidFill>
                <a:effectLst/>
                <a:latin typeface="+mn-lt"/>
                <a:ea typeface="+mn-ea"/>
                <a:cs typeface="+mn-cs"/>
              </a:rPr>
              <a:t>© 2022, Amazon Web Services, Inc. or its affiliates. All rights reserved.</a:t>
            </a:r>
          </a:p>
        </p:txBody>
      </p:sp>
    </p:spTree>
    <p:custDataLst>
      <p:tags r:id="rId1"/>
    </p:custDataLst>
    <p:extLst>
      <p:ext uri="{BB962C8B-B14F-4D97-AF65-F5344CB8AC3E}">
        <p14:creationId xmlns:p14="http://schemas.microsoft.com/office/powerpoint/2010/main" val="20687674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CDFD3E-3C45-2AF5-61D5-F7F382E300C0}"/>
              </a:ext>
            </a:extLst>
          </p:cNvPr>
          <p:cNvSpPr>
            <a:spLocks noGrp="1"/>
          </p:cNvSpPr>
          <p:nvPr>
            <p:ph type="title"/>
          </p:nvPr>
        </p:nvSpPr>
        <p:spPr>
          <a:xfrm>
            <a:off x="468630" y="475936"/>
            <a:ext cx="8206740" cy="355402"/>
          </a:xfrm>
        </p:spPr>
        <p:txBody>
          <a:bodyPr>
            <a:normAutofit fontScale="90000"/>
          </a:bodyPr>
          <a:lstStyle/>
          <a:p>
            <a:r>
              <a:rPr lang="pt-BR"/>
              <a:t>Reflexão: os elementos de uma atividade de dados</a:t>
            </a:r>
          </a:p>
        </p:txBody>
      </p:sp>
      <p:sp>
        <p:nvSpPr>
          <p:cNvPr id="3" name="Espaço Reservado para Conteúdo 2">
            <a:extLst>
              <a:ext uri="{FF2B5EF4-FFF2-40B4-BE49-F238E27FC236}">
                <a16:creationId xmlns:a16="http://schemas.microsoft.com/office/drawing/2014/main" id="{310DBB92-BEDE-9B60-55A6-C564895E16BD}"/>
              </a:ext>
            </a:extLst>
          </p:cNvPr>
          <p:cNvSpPr>
            <a:spLocks noGrp="1"/>
          </p:cNvSpPr>
          <p:nvPr>
            <p:ph idx="9"/>
          </p:nvPr>
        </p:nvSpPr>
        <p:spPr>
          <a:xfrm>
            <a:off x="342900" y="1401416"/>
            <a:ext cx="1210981" cy="1468585"/>
          </a:xfrm>
        </p:spPr>
        <p:txBody>
          <a:bodyPr>
            <a:normAutofit lnSpcReduction="10000"/>
          </a:bodyPr>
          <a:lstStyle/>
          <a:p>
            <a:r>
              <a:rPr lang="pt-BR"/>
              <a:t>Quais insights podem ser extraídos dos dados?</a:t>
            </a:r>
          </a:p>
        </p:txBody>
      </p:sp>
      <p:sp>
        <p:nvSpPr>
          <p:cNvPr id="4" name="Subtítulo 3">
            <a:extLst>
              <a:ext uri="{FF2B5EF4-FFF2-40B4-BE49-F238E27FC236}">
                <a16:creationId xmlns:a16="http://schemas.microsoft.com/office/drawing/2014/main" id="{95A15AC6-F7DE-73E5-779B-F92B02D5F487}"/>
              </a:ext>
            </a:extLst>
          </p:cNvPr>
          <p:cNvSpPr>
            <a:spLocks noGrp="1"/>
          </p:cNvSpPr>
          <p:nvPr>
            <p:ph type="subTitle" idx="5"/>
          </p:nvPr>
        </p:nvSpPr>
        <p:spPr>
          <a:xfrm>
            <a:off x="205740" y="2926080"/>
            <a:ext cx="1399983" cy="301752"/>
          </a:xfrm>
        </p:spPr>
        <p:txBody>
          <a:bodyPr/>
          <a:lstStyle/>
          <a:p>
            <a:r>
              <a:rPr lang="pt-BR"/>
              <a:t>Valor</a:t>
            </a:r>
          </a:p>
        </p:txBody>
      </p:sp>
      <p:sp>
        <p:nvSpPr>
          <p:cNvPr id="5" name="Espaço Reservado para Texto 4">
            <a:extLst>
              <a:ext uri="{FF2B5EF4-FFF2-40B4-BE49-F238E27FC236}">
                <a16:creationId xmlns:a16="http://schemas.microsoft.com/office/drawing/2014/main" id="{ACBB2A28-01B9-0FB3-AA84-B0A258F59096}"/>
              </a:ext>
            </a:extLst>
          </p:cNvPr>
          <p:cNvSpPr>
            <a:spLocks noGrp="1"/>
          </p:cNvSpPr>
          <p:nvPr>
            <p:ph type="body" idx="1"/>
          </p:nvPr>
        </p:nvSpPr>
        <p:spPr>
          <a:xfrm>
            <a:off x="205740" y="3291842"/>
            <a:ext cx="1548614" cy="3142903"/>
          </a:xfrm>
        </p:spPr>
        <p:txBody>
          <a:bodyPr/>
          <a:lstStyle/>
          <a:p>
            <a:r>
              <a:rPr lang="pt-BR"/>
              <a:t>Que detalhes você sabe sobre os dados (por exemplo, campos e tipos de campo)?</a:t>
            </a:r>
          </a:p>
          <a:p>
            <a:r>
              <a:rPr lang="pt-BR"/>
              <a:t>Que tipo de análise e quanto processamento pode ser necessário para obter insights?</a:t>
            </a:r>
          </a:p>
        </p:txBody>
      </p:sp>
      <p:sp>
        <p:nvSpPr>
          <p:cNvPr id="6" name="Espaço Reservado para Conteúdo 5">
            <a:extLst>
              <a:ext uri="{FF2B5EF4-FFF2-40B4-BE49-F238E27FC236}">
                <a16:creationId xmlns:a16="http://schemas.microsoft.com/office/drawing/2014/main" id="{920A2938-6438-232E-D677-3B797343AC71}"/>
              </a:ext>
            </a:extLst>
          </p:cNvPr>
          <p:cNvSpPr>
            <a:spLocks noGrp="1"/>
          </p:cNvSpPr>
          <p:nvPr>
            <p:ph idx="10"/>
          </p:nvPr>
        </p:nvSpPr>
        <p:spPr>
          <a:xfrm>
            <a:off x="2140717" y="1401416"/>
            <a:ext cx="1210981" cy="1468585"/>
          </a:xfrm>
        </p:spPr>
        <p:txBody>
          <a:bodyPr/>
          <a:lstStyle/>
          <a:p>
            <a:r>
              <a:rPr lang="pt-BR"/>
              <a:t>Quão precisos e confiáveis são os dados?</a:t>
            </a:r>
          </a:p>
        </p:txBody>
      </p:sp>
      <p:sp>
        <p:nvSpPr>
          <p:cNvPr id="7" name="Subtítulo 6">
            <a:extLst>
              <a:ext uri="{FF2B5EF4-FFF2-40B4-BE49-F238E27FC236}">
                <a16:creationId xmlns:a16="http://schemas.microsoft.com/office/drawing/2014/main" id="{181A181A-322D-863A-314A-F823B767D04B}"/>
              </a:ext>
            </a:extLst>
          </p:cNvPr>
          <p:cNvSpPr>
            <a:spLocks noGrp="1"/>
          </p:cNvSpPr>
          <p:nvPr>
            <p:ph type="subTitle" idx="6"/>
          </p:nvPr>
        </p:nvSpPr>
        <p:spPr>
          <a:xfrm>
            <a:off x="1986112" y="2926080"/>
            <a:ext cx="1399983" cy="301752"/>
          </a:xfrm>
        </p:spPr>
        <p:txBody>
          <a:bodyPr/>
          <a:lstStyle/>
          <a:p>
            <a:r>
              <a:rPr lang="pt-BR"/>
              <a:t>Veracidade </a:t>
            </a:r>
          </a:p>
        </p:txBody>
      </p:sp>
      <p:sp>
        <p:nvSpPr>
          <p:cNvPr id="8" name="Espaço Reservado para Texto 7">
            <a:extLst>
              <a:ext uri="{FF2B5EF4-FFF2-40B4-BE49-F238E27FC236}">
                <a16:creationId xmlns:a16="http://schemas.microsoft.com/office/drawing/2014/main" id="{A33B5CC4-6BD3-07C9-C78C-6ED286DC2451}"/>
              </a:ext>
            </a:extLst>
          </p:cNvPr>
          <p:cNvSpPr>
            <a:spLocks noGrp="1"/>
          </p:cNvSpPr>
          <p:nvPr>
            <p:ph type="body" idx="2"/>
          </p:nvPr>
        </p:nvSpPr>
        <p:spPr>
          <a:xfrm>
            <a:off x="1986112" y="3291842"/>
            <a:ext cx="1548614" cy="3142903"/>
          </a:xfrm>
        </p:spPr>
        <p:txBody>
          <a:bodyPr>
            <a:normAutofit lnSpcReduction="10000"/>
          </a:bodyPr>
          <a:lstStyle/>
          <a:p>
            <a:r>
              <a:rPr lang="pt-BR"/>
              <a:t>Que tipo de leis de privacidade podem afetar a coleta e retenção de dados em diferentes geografias e setores?</a:t>
            </a:r>
          </a:p>
          <a:p>
            <a:r>
              <a:rPr lang="pt-BR"/>
              <a:t>Que tipo de limpeza e transformações podem ser necessárias para usar esses dados?</a:t>
            </a:r>
          </a:p>
        </p:txBody>
      </p:sp>
      <p:sp>
        <p:nvSpPr>
          <p:cNvPr id="9" name="Espaço Reservado para Conteúdo 8">
            <a:extLst>
              <a:ext uri="{FF2B5EF4-FFF2-40B4-BE49-F238E27FC236}">
                <a16:creationId xmlns:a16="http://schemas.microsoft.com/office/drawing/2014/main" id="{18356938-DE46-171B-9F66-1FD2B5CFF1BA}"/>
              </a:ext>
            </a:extLst>
          </p:cNvPr>
          <p:cNvSpPr>
            <a:spLocks noGrp="1"/>
          </p:cNvSpPr>
          <p:nvPr>
            <p:ph idx="11"/>
          </p:nvPr>
        </p:nvSpPr>
        <p:spPr>
          <a:xfrm>
            <a:off x="3886200" y="1401416"/>
            <a:ext cx="1210981" cy="1468585"/>
          </a:xfrm>
        </p:spPr>
        <p:txBody>
          <a:bodyPr>
            <a:normAutofit lnSpcReduction="10000"/>
          </a:bodyPr>
          <a:lstStyle/>
          <a:p>
            <a:r>
              <a:rPr lang="pt-BR"/>
              <a:t>Quais tipos e formatos? Quantas fontes diferentes de dados?</a:t>
            </a:r>
          </a:p>
        </p:txBody>
      </p:sp>
      <p:sp>
        <p:nvSpPr>
          <p:cNvPr id="10" name="Subtítulo 9">
            <a:extLst>
              <a:ext uri="{FF2B5EF4-FFF2-40B4-BE49-F238E27FC236}">
                <a16:creationId xmlns:a16="http://schemas.microsoft.com/office/drawing/2014/main" id="{CAAA6C1C-6FD5-6B21-5DA0-6A4EB02F8E68}"/>
              </a:ext>
            </a:extLst>
          </p:cNvPr>
          <p:cNvSpPr>
            <a:spLocks noGrp="1"/>
          </p:cNvSpPr>
          <p:nvPr>
            <p:ph type="subTitle" idx="7"/>
          </p:nvPr>
        </p:nvSpPr>
        <p:spPr>
          <a:xfrm>
            <a:off x="3749040" y="2926080"/>
            <a:ext cx="1399983" cy="301752"/>
          </a:xfrm>
        </p:spPr>
        <p:txBody>
          <a:bodyPr/>
          <a:lstStyle/>
          <a:p>
            <a:r>
              <a:rPr lang="pt-BR"/>
              <a:t>Variedade </a:t>
            </a:r>
          </a:p>
        </p:txBody>
      </p:sp>
      <p:sp>
        <p:nvSpPr>
          <p:cNvPr id="11" name="Espaço Reservado para Texto 10">
            <a:extLst>
              <a:ext uri="{FF2B5EF4-FFF2-40B4-BE49-F238E27FC236}">
                <a16:creationId xmlns:a16="http://schemas.microsoft.com/office/drawing/2014/main" id="{2C093174-FF8A-E106-EAFD-B85D6C2C416F}"/>
              </a:ext>
            </a:extLst>
          </p:cNvPr>
          <p:cNvSpPr>
            <a:spLocks noGrp="1"/>
          </p:cNvSpPr>
          <p:nvPr>
            <p:ph type="body" idx="3"/>
          </p:nvPr>
        </p:nvSpPr>
        <p:spPr>
          <a:xfrm>
            <a:off x="3749040" y="3291842"/>
            <a:ext cx="1548614" cy="3142903"/>
          </a:xfrm>
        </p:spPr>
        <p:txBody>
          <a:bodyPr/>
          <a:lstStyle/>
          <a:p>
            <a:r>
              <a:rPr lang="pt-BR"/>
              <a:t>Com que rapidez os dados ficariam obsoletos?</a:t>
            </a:r>
          </a:p>
          <a:p>
            <a:r>
              <a:rPr lang="pt-BR"/>
              <a:t>Como essa fonte de dados será combinada com outras fontes de dados?</a:t>
            </a:r>
          </a:p>
        </p:txBody>
      </p:sp>
      <p:sp>
        <p:nvSpPr>
          <p:cNvPr id="12" name="Espaço Reservado para Conteúdo 11">
            <a:extLst>
              <a:ext uri="{FF2B5EF4-FFF2-40B4-BE49-F238E27FC236}">
                <a16:creationId xmlns:a16="http://schemas.microsoft.com/office/drawing/2014/main" id="{66DBE0DE-710D-99E1-43C1-5986F0464B36}"/>
              </a:ext>
            </a:extLst>
          </p:cNvPr>
          <p:cNvSpPr>
            <a:spLocks noGrp="1"/>
          </p:cNvSpPr>
          <p:nvPr>
            <p:ph idx="12"/>
          </p:nvPr>
        </p:nvSpPr>
        <p:spPr>
          <a:xfrm>
            <a:off x="5684017" y="1401416"/>
            <a:ext cx="1210981" cy="1468585"/>
          </a:xfrm>
        </p:spPr>
        <p:txBody>
          <a:bodyPr>
            <a:normAutofit fontScale="92500" lnSpcReduction="10000"/>
          </a:bodyPr>
          <a:lstStyle/>
          <a:p>
            <a:r>
              <a:rPr lang="pt-BR"/>
              <a:t>Qual a frequência de novos dados sendo gerados e ingeridos?</a:t>
            </a:r>
          </a:p>
        </p:txBody>
      </p:sp>
      <p:sp>
        <p:nvSpPr>
          <p:cNvPr id="13" name="Subtítulo 12">
            <a:extLst>
              <a:ext uri="{FF2B5EF4-FFF2-40B4-BE49-F238E27FC236}">
                <a16:creationId xmlns:a16="http://schemas.microsoft.com/office/drawing/2014/main" id="{E4DB515B-F5FD-C2EB-DCF6-3CEB4009A829}"/>
              </a:ext>
            </a:extLst>
          </p:cNvPr>
          <p:cNvSpPr>
            <a:spLocks noGrp="1"/>
          </p:cNvSpPr>
          <p:nvPr>
            <p:ph type="subTitle" idx="8"/>
          </p:nvPr>
        </p:nvSpPr>
        <p:spPr>
          <a:xfrm>
            <a:off x="5494526" y="2926080"/>
            <a:ext cx="1399983" cy="301752"/>
          </a:xfrm>
        </p:spPr>
        <p:txBody>
          <a:bodyPr/>
          <a:lstStyle/>
          <a:p>
            <a:r>
              <a:rPr lang="pt-BR"/>
              <a:t>Velocidade </a:t>
            </a:r>
          </a:p>
        </p:txBody>
      </p:sp>
      <p:sp>
        <p:nvSpPr>
          <p:cNvPr id="14" name="Espaço Reservado para Texto 13">
            <a:extLst>
              <a:ext uri="{FF2B5EF4-FFF2-40B4-BE49-F238E27FC236}">
                <a16:creationId xmlns:a16="http://schemas.microsoft.com/office/drawing/2014/main" id="{4368587B-31B6-98B5-085C-3C9605897CB5}"/>
              </a:ext>
            </a:extLst>
          </p:cNvPr>
          <p:cNvSpPr>
            <a:spLocks noGrp="1"/>
          </p:cNvSpPr>
          <p:nvPr>
            <p:ph type="body" idx="4"/>
          </p:nvPr>
        </p:nvSpPr>
        <p:spPr>
          <a:xfrm>
            <a:off x="5477082" y="3291842"/>
            <a:ext cx="1548614" cy="3142903"/>
          </a:xfrm>
        </p:spPr>
        <p:txBody>
          <a:bodyPr>
            <a:normAutofit lnSpcReduction="10000"/>
          </a:bodyPr>
          <a:lstStyle/>
          <a:p>
            <a:r>
              <a:rPr lang="pt-BR"/>
              <a:t>O volume de dados que é ingerido no pipeline estaria em nível constante ou seria intermitente? Os padrões são previsíveis?</a:t>
            </a:r>
          </a:p>
          <a:p>
            <a:r>
              <a:rPr lang="pt-BR"/>
              <a:t>Os dados precisam ser processados e analisados quase em tempo real para serem valiosos?</a:t>
            </a:r>
          </a:p>
        </p:txBody>
      </p:sp>
      <p:sp>
        <p:nvSpPr>
          <p:cNvPr id="15" name="Espaço Reservado para Conteúdo 14">
            <a:extLst>
              <a:ext uri="{FF2B5EF4-FFF2-40B4-BE49-F238E27FC236}">
                <a16:creationId xmlns:a16="http://schemas.microsoft.com/office/drawing/2014/main" id="{CD30B220-14F9-8BFB-4202-8ECEF64A1527}"/>
              </a:ext>
            </a:extLst>
          </p:cNvPr>
          <p:cNvSpPr>
            <a:spLocks noGrp="1"/>
          </p:cNvSpPr>
          <p:nvPr>
            <p:ph idx="23"/>
          </p:nvPr>
        </p:nvSpPr>
        <p:spPr>
          <a:xfrm>
            <a:off x="7464389" y="1401416"/>
            <a:ext cx="1210981" cy="1468585"/>
          </a:xfrm>
        </p:spPr>
        <p:txBody>
          <a:bodyPr>
            <a:normAutofit fontScale="85000" lnSpcReduction="10000"/>
          </a:bodyPr>
          <a:lstStyle/>
          <a:p>
            <a:r>
              <a:rPr lang="pt-BR"/>
              <a:t>Qual o tamanho do conjunto de dados? Quantos novos dados são gerados?</a:t>
            </a:r>
          </a:p>
        </p:txBody>
      </p:sp>
      <p:sp>
        <p:nvSpPr>
          <p:cNvPr id="16" name="Espaço Reservado para Texto 15">
            <a:extLst>
              <a:ext uri="{FF2B5EF4-FFF2-40B4-BE49-F238E27FC236}">
                <a16:creationId xmlns:a16="http://schemas.microsoft.com/office/drawing/2014/main" id="{03197B88-534E-59FD-1AF9-3B336CC809E0}"/>
              </a:ext>
            </a:extLst>
          </p:cNvPr>
          <p:cNvSpPr>
            <a:spLocks noGrp="1"/>
          </p:cNvSpPr>
          <p:nvPr>
            <p:ph type="body" idx="22"/>
          </p:nvPr>
        </p:nvSpPr>
        <p:spPr>
          <a:xfrm>
            <a:off x="7201488" y="3292158"/>
            <a:ext cx="1473882" cy="3142903"/>
          </a:xfrm>
        </p:spPr>
        <p:txBody>
          <a:bodyPr/>
          <a:lstStyle/>
          <a:p>
            <a:r>
              <a:rPr lang="pt-BR"/>
              <a:t>Qual seria o volume geral e a velocidade dos dados recebidos? Como os dados podem ser transferidos para o seu sistema (por exemplo, FTP ou um dispositivo conectado)?</a:t>
            </a:r>
          </a:p>
        </p:txBody>
      </p:sp>
      <p:sp>
        <p:nvSpPr>
          <p:cNvPr id="17" name="Espaço Reservado para Texto 16">
            <a:extLst>
              <a:ext uri="{FF2B5EF4-FFF2-40B4-BE49-F238E27FC236}">
                <a16:creationId xmlns:a16="http://schemas.microsoft.com/office/drawing/2014/main" id="{B5182C2F-359E-581B-1996-BB45F5C7ED9A}"/>
              </a:ext>
            </a:extLst>
          </p:cNvPr>
          <p:cNvSpPr>
            <a:spLocks noGrp="1"/>
          </p:cNvSpPr>
          <p:nvPr>
            <p:ph type="body" sz="quarter" idx="24"/>
          </p:nvPr>
        </p:nvSpPr>
        <p:spPr>
          <a:xfrm>
            <a:off x="7218811" y="2926080"/>
            <a:ext cx="1400591" cy="301752"/>
          </a:xfrm>
        </p:spPr>
        <p:txBody>
          <a:bodyPr/>
          <a:lstStyle/>
          <a:p>
            <a:r>
              <a:rPr lang="pt-BR"/>
              <a:t>Volume </a:t>
            </a:r>
          </a:p>
        </p:txBody>
      </p:sp>
    </p:spTree>
    <p:extLst>
      <p:ext uri="{BB962C8B-B14F-4D97-AF65-F5344CB8AC3E}">
        <p14:creationId xmlns:p14="http://schemas.microsoft.com/office/powerpoint/2010/main" val="1043768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BC16DC-14BF-4819-8314-8A20786C849C}"/>
              </a:ext>
            </a:extLst>
          </p:cNvPr>
          <p:cNvSpPr>
            <a:spLocks noGrp="1"/>
          </p:cNvSpPr>
          <p:nvPr>
            <p:ph type="title"/>
          </p:nvPr>
        </p:nvSpPr>
        <p:spPr>
          <a:xfrm>
            <a:off x="285750" y="954157"/>
            <a:ext cx="8229600" cy="2848459"/>
          </a:xfrm>
        </p:spPr>
        <p:txBody>
          <a:bodyPr>
            <a:noAutofit/>
          </a:bodyPr>
          <a:lstStyle/>
          <a:p>
            <a:r>
              <a:rPr lang="pt-BR" sz="2400"/>
              <a:t>"Ser uma organização orientada por dados significa tratar culturalmente os dados como um ativo estratégico e, em seguida, construir capacidades para colocar esse ativo em uso – não apenas para grandes decisões, mas também para ações diárias na linha de frente."</a:t>
            </a:r>
            <a:endParaRPr lang="en-US" sz="2400" dirty="0"/>
          </a:p>
        </p:txBody>
      </p:sp>
      <p:sp>
        <p:nvSpPr>
          <p:cNvPr id="5" name="Text Placeholder 4">
            <a:extLst>
              <a:ext uri="{FF2B5EF4-FFF2-40B4-BE49-F238E27FC236}">
                <a16:creationId xmlns:a16="http://schemas.microsoft.com/office/drawing/2014/main" id="{B3E4A8F9-FDD4-41AE-AADD-0140B0C7F605}"/>
              </a:ext>
            </a:extLst>
          </p:cNvPr>
          <p:cNvSpPr>
            <a:spLocks noGrp="1"/>
          </p:cNvSpPr>
          <p:nvPr>
            <p:ph idx="1"/>
          </p:nvPr>
        </p:nvSpPr>
        <p:spPr>
          <a:xfrm>
            <a:off x="596348" y="4954238"/>
            <a:ext cx="8229600" cy="747233"/>
          </a:xfrm>
        </p:spPr>
        <p:txBody>
          <a:bodyPr/>
          <a:lstStyle/>
          <a:p>
            <a:r>
              <a:rPr lang="en-US" dirty="0"/>
              <a:t>Ishit Vachhrajani, AWS Enterprise Strategist</a:t>
            </a:r>
          </a:p>
        </p:txBody>
      </p:sp>
      <p:sp>
        <p:nvSpPr>
          <p:cNvPr id="3" name="Slide Number Placeholder 2">
            <a:extLst>
              <a:ext uri="{FF2B5EF4-FFF2-40B4-BE49-F238E27FC236}">
                <a16:creationId xmlns:a16="http://schemas.microsoft.com/office/drawing/2014/main" id="{E58F7309-D3C3-4A7B-8C1C-20D5A125CEBF}"/>
              </a:ext>
            </a:extLst>
          </p:cNvPr>
          <p:cNvSpPr>
            <a:spLocks noGrp="1"/>
          </p:cNvSpPr>
          <p:nvPr>
            <p:ph type="sldNum" sz="quarter" idx="12"/>
          </p:nvPr>
        </p:nvSpPr>
        <p:spPr/>
        <p:txBody>
          <a:bodyPr/>
          <a:lstStyle/>
          <a:p>
            <a:fld id="{363DB862-5E2B-42BB-8337-D46E9881345F}" type="slidenum">
              <a:rPr lang="en-US" smtClean="0"/>
              <a:pPr/>
              <a:t>96</a:t>
            </a:fld>
            <a:endParaRPr lang="en-US" dirty="0"/>
          </a:p>
        </p:txBody>
      </p:sp>
    </p:spTree>
    <p:custDataLst>
      <p:tags r:id="rId1"/>
    </p:custDataLst>
    <p:extLst>
      <p:ext uri="{BB962C8B-B14F-4D97-AF65-F5344CB8AC3E}">
        <p14:creationId xmlns:p14="http://schemas.microsoft.com/office/powerpoint/2010/main" val="331809549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E5D518-9763-EAF4-54CC-0AD8C6019DE1}"/>
              </a:ext>
            </a:extLst>
          </p:cNvPr>
          <p:cNvSpPr>
            <a:spLocks noGrp="1"/>
          </p:cNvSpPr>
          <p:nvPr>
            <p:ph type="title"/>
          </p:nvPr>
        </p:nvSpPr>
        <p:spPr/>
        <p:txBody>
          <a:bodyPr/>
          <a:lstStyle/>
          <a:p>
            <a:r>
              <a:rPr lang="pt-BR"/>
              <a:t>O Caso da China – Um Império de Dados e o Desafio Ético para a IA</a:t>
            </a:r>
          </a:p>
        </p:txBody>
      </p:sp>
      <p:pic>
        <p:nvPicPr>
          <p:cNvPr id="6" name="Espaço Reservado para Conteúdo 5">
            <a:extLst>
              <a:ext uri="{FF2B5EF4-FFF2-40B4-BE49-F238E27FC236}">
                <a16:creationId xmlns:a16="http://schemas.microsoft.com/office/drawing/2014/main" id="{B2D6C139-9396-CDA7-BF45-BEFAA1037126}"/>
              </a:ext>
            </a:extLst>
          </p:cNvPr>
          <p:cNvPicPr>
            <a:picLocks noGrp="1" noChangeAspect="1"/>
          </p:cNvPicPr>
          <p:nvPr>
            <p:ph sz="half" idx="1"/>
          </p:nvPr>
        </p:nvPicPr>
        <p:blipFill>
          <a:blip r:embed="rId3"/>
          <a:stretch>
            <a:fillRect/>
          </a:stretch>
        </p:blipFill>
        <p:spPr>
          <a:xfrm>
            <a:off x="628650" y="2678007"/>
            <a:ext cx="3886200" cy="2185405"/>
          </a:xfrm>
          <a:prstGeom prst="rect">
            <a:avLst/>
          </a:prstGeom>
        </p:spPr>
      </p:pic>
      <p:sp>
        <p:nvSpPr>
          <p:cNvPr id="4" name="Espaço Reservado para Conteúdo 3">
            <a:extLst>
              <a:ext uri="{FF2B5EF4-FFF2-40B4-BE49-F238E27FC236}">
                <a16:creationId xmlns:a16="http://schemas.microsoft.com/office/drawing/2014/main" id="{751ACD82-CBA8-0853-DFE4-2E435C90AA0E}"/>
              </a:ext>
            </a:extLst>
          </p:cNvPr>
          <p:cNvSpPr>
            <a:spLocks noGrp="1"/>
          </p:cNvSpPr>
          <p:nvPr>
            <p:ph sz="half" idx="2"/>
          </p:nvPr>
        </p:nvSpPr>
        <p:spPr/>
        <p:txBody>
          <a:bodyPr>
            <a:normAutofit fontScale="92500" lnSpcReduction="10000"/>
          </a:bodyPr>
          <a:lstStyle/>
          <a:p>
            <a:pPr lvl="2"/>
            <a:r>
              <a:rPr lang="pt-BR"/>
              <a:t>A reportagem do jornal The Economist analisa como a China está construindo um ecossistema digital centralizado pelo Estado, tratando dados como um recurso estratégico fundamental, ao lado do capital e do trabalho. O objetivo é impulsionar a economia e alcançar a liderança global em Inteligência Artificial.</a:t>
            </a:r>
          </a:p>
          <a:p>
            <a:pPr lvl="2"/>
            <a:r>
              <a:rPr lang="pt-BR"/>
              <a:t>ID Digital Estatal: Lançamento de uma identidade digital que pode vincular toda a atividade online de um cidadão (sites, apps) a um registro controlado somente pelo Estado, retirando esse poder das Big Techs.</a:t>
            </a:r>
          </a:p>
          <a:p>
            <a:pPr lvl="2"/>
            <a:r>
              <a:rPr lang="pt-BR"/>
              <a:t>Regulação Dirigida: Afastamento rápido das normas ocidentais de privacidade (como a GDPR) para um modelo que prioriza o controle e o compartilhamento de dados com o governo.</a:t>
            </a:r>
          </a:p>
          <a:p>
            <a:pPr lvl="4"/>
            <a:r>
              <a:rPr lang="pt-BR"/>
              <a:t>"...a China poderá construir um sistema de vigilância eficiente e distópico..."</a:t>
            </a:r>
          </a:p>
        </p:txBody>
      </p:sp>
      <p:sp>
        <p:nvSpPr>
          <p:cNvPr id="5" name="Espaço Reservado para Conteúdo 2">
            <a:extLst>
              <a:ext uri="{FF2B5EF4-FFF2-40B4-BE49-F238E27FC236}">
                <a16:creationId xmlns:a16="http://schemas.microsoft.com/office/drawing/2014/main" id="{D5A6C09B-5F3B-E5F4-2320-A1FBEC643A46}"/>
              </a:ext>
            </a:extLst>
          </p:cNvPr>
          <p:cNvSpPr txBox="1">
            <a:spLocks/>
          </p:cNvSpPr>
          <p:nvPr/>
        </p:nvSpPr>
        <p:spPr>
          <a:xfrm>
            <a:off x="628650" y="5568641"/>
            <a:ext cx="7886700" cy="380465"/>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Gotham Narrow Light" pitchFamily="50" charset="0"/>
              <a:buChar char=" "/>
              <a:defRPr sz="2400" kern="1200">
                <a:solidFill>
                  <a:srgbClr val="111D3F"/>
                </a:solidFill>
                <a:latin typeface="Gotham Narrow Light" pitchFamily="50" charset="0"/>
                <a:ea typeface="Arial Unicode MS" panose="020B0604020202020204" pitchFamily="34" charset="-128"/>
                <a:cs typeface="Gotham Narrow Light" pitchFamily="50" charset="0"/>
              </a:defRPr>
            </a:lvl1pPr>
            <a:lvl2pPr marL="0" indent="0" algn="l" defTabSz="914400" rtl="0" eaLnBrk="1" latinLnBrk="0" hangingPunct="1">
              <a:lnSpc>
                <a:spcPct val="90000"/>
              </a:lnSpc>
              <a:spcBef>
                <a:spcPts val="500"/>
              </a:spcBef>
              <a:buFont typeface="Gotham Narrow Light" pitchFamily="50" charset="0"/>
              <a:buChar char=" "/>
              <a:defRPr sz="2000" kern="1200">
                <a:solidFill>
                  <a:srgbClr val="003A78"/>
                </a:solidFill>
                <a:latin typeface="Gotham Medium" pitchFamily="50" charset="0"/>
                <a:ea typeface="Arial Unicode MS" panose="020B0604020202020204" pitchFamily="34" charset="-128"/>
                <a:cs typeface="Gotham Medium" pitchFamily="50" charset="0"/>
              </a:defRPr>
            </a:lvl2pPr>
            <a:lvl3pPr marL="0" indent="0" algn="l" defTabSz="914400" rtl="0" eaLnBrk="1" latinLnBrk="0" hangingPunct="1">
              <a:lnSpc>
                <a:spcPct val="90000"/>
              </a:lnSpc>
              <a:spcBef>
                <a:spcPts val="500"/>
              </a:spcBef>
              <a:buFont typeface="Gotham Narrow Light" pitchFamily="50" charset="0"/>
              <a:buChar char=" "/>
              <a:defRPr sz="1800" kern="1200">
                <a:solidFill>
                  <a:srgbClr val="575756"/>
                </a:solidFill>
                <a:latin typeface="Gotham XNarrow Medium" pitchFamily="50" charset="0"/>
                <a:ea typeface="Arial Unicode MS" panose="020B0604020202020204" pitchFamily="34" charset="-128"/>
                <a:cs typeface="Gotham XNarrow Medium" pitchFamily="50" charset="0"/>
              </a:defRPr>
            </a:lvl3pPr>
            <a:lvl4pPr marL="0" indent="0" algn="l" defTabSz="914400" rtl="0" eaLnBrk="1" latinLnBrk="0" hangingPunct="1">
              <a:lnSpc>
                <a:spcPct val="90000"/>
              </a:lnSpc>
              <a:spcBef>
                <a:spcPts val="500"/>
              </a:spcBef>
              <a:buFont typeface="Gotham Narrow Light" pitchFamily="50" charset="0"/>
              <a:buChar char=" "/>
              <a:defRPr sz="1600" kern="1200">
                <a:solidFill>
                  <a:srgbClr val="15AF97"/>
                </a:solidFill>
                <a:latin typeface="Gotham Office" panose="02000000000000000000" pitchFamily="50" charset="0"/>
                <a:ea typeface="Arial Unicode MS" panose="020B0604020202020204" pitchFamily="34" charset="-128"/>
                <a:cs typeface="Gotham Medium" pitchFamily="50" charset="0"/>
              </a:defRPr>
            </a:lvl4pPr>
            <a:lvl5pPr marL="0" indent="0" algn="l" defTabSz="914400" rtl="0" eaLnBrk="1" latinLnBrk="0" hangingPunct="1">
              <a:lnSpc>
                <a:spcPct val="90000"/>
              </a:lnSpc>
              <a:spcBef>
                <a:spcPts val="500"/>
              </a:spcBef>
              <a:buFont typeface="Gotham Narrow Light" pitchFamily="50" charset="0"/>
              <a:buChar char=" "/>
              <a:defRPr sz="1600" kern="1200">
                <a:solidFill>
                  <a:srgbClr val="A4144F"/>
                </a:solidFill>
                <a:latin typeface="Gotham Narrow Light" pitchFamily="50" charset="0"/>
                <a:ea typeface="Arial Unicode MS" panose="020B0604020202020204" pitchFamily="34" charset="-128"/>
                <a:cs typeface="Gotham Narrow Light" pitchFamily="5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4"/>
            <a:r>
              <a:rPr lang="pt-BR" sz="900"/>
              <a:t>Fonte: </a:t>
            </a:r>
            <a:r>
              <a:rPr lang="en-US" sz="900"/>
              <a:t>China is building an entire empire on data</a:t>
            </a:r>
            <a:r>
              <a:rPr lang="pt-BR" sz="900"/>
              <a:t>  </a:t>
            </a:r>
            <a:r>
              <a:rPr lang="pt-BR" sz="900">
                <a:hlinkClick r:id="rId4"/>
              </a:rPr>
              <a:t>www</a:t>
            </a:r>
            <a:r>
              <a:rPr lang="pt-BR" sz="900"/>
              <a:t>. Distopia (</a:t>
            </a:r>
            <a:r>
              <a:rPr lang="pt-BR" sz="900">
                <a:hlinkClick r:id="rId5"/>
              </a:rPr>
              <a:t>www</a:t>
            </a:r>
            <a:r>
              <a:rPr lang="pt-BR" sz="900"/>
              <a:t>).</a:t>
            </a:r>
          </a:p>
        </p:txBody>
      </p:sp>
    </p:spTree>
    <p:extLst>
      <p:ext uri="{BB962C8B-B14F-4D97-AF65-F5344CB8AC3E}">
        <p14:creationId xmlns:p14="http://schemas.microsoft.com/office/powerpoint/2010/main" val="194417669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4B450B2-E8A9-4F64-9A30-E7CA8A399F31}"/>
              </a:ext>
            </a:extLst>
          </p:cNvPr>
          <p:cNvSpPr>
            <a:spLocks noGrp="1"/>
          </p:cNvSpPr>
          <p:nvPr>
            <p:ph type="title"/>
          </p:nvPr>
        </p:nvSpPr>
        <p:spPr/>
        <p:txBody>
          <a:bodyPr/>
          <a:lstStyle/>
          <a:p>
            <a:r>
              <a:rPr lang="en-US" dirty="0"/>
              <a:t>Key takeaways: Modern data strategies</a:t>
            </a:r>
          </a:p>
        </p:txBody>
      </p:sp>
      <p:pic>
        <p:nvPicPr>
          <p:cNvPr id="8" name="Content Placeholder 13">
            <a:extLst>
              <a:ext uri="{FF2B5EF4-FFF2-40B4-BE49-F238E27FC236}">
                <a16:creationId xmlns:a16="http://schemas.microsoft.com/office/drawing/2014/main" id="{0F7BD07C-1009-459B-8905-05F647FD5A5C}"/>
              </a:ext>
              <a:ext uri="{C183D7F6-B498-43B3-948B-1728B52AA6E4}">
                <adec:decorative xmlns:adec="http://schemas.microsoft.com/office/drawing/2017/decorative" val="1"/>
              </a:ext>
            </a:extLst>
          </p:cNvPr>
          <p:cNvPicPr>
            <a:picLocks noGrp="1" noChangeAspect="1"/>
          </p:cNvPicPr>
          <p:nvPr>
            <p:ph idx="1"/>
          </p:nvPr>
        </p:nvPicPr>
        <p:blipFill>
          <a:blip r:embed="rId4" cstate="screen">
            <a:extLst>
              <a:ext uri="{28A0092B-C50C-407E-A947-70E740481C1C}">
                <a14:useLocalDpi xmlns:a14="http://schemas.microsoft.com/office/drawing/2010/main"/>
              </a:ext>
            </a:extLst>
          </a:blip>
          <a:stretch>
            <a:fillRect/>
          </a:stretch>
        </p:blipFill>
        <p:spPr>
          <a:xfrm>
            <a:off x="354085" y="2395331"/>
            <a:ext cx="2234942" cy="2442560"/>
          </a:xfrm>
        </p:spPr>
      </p:pic>
      <p:sp>
        <p:nvSpPr>
          <p:cNvPr id="12" name="Slide Number Placeholder 11">
            <a:extLst>
              <a:ext uri="{FF2B5EF4-FFF2-40B4-BE49-F238E27FC236}">
                <a16:creationId xmlns:a16="http://schemas.microsoft.com/office/drawing/2014/main" id="{D1E767F3-2387-4D45-8440-62E78B886E95}"/>
              </a:ext>
            </a:extLst>
          </p:cNvPr>
          <p:cNvSpPr>
            <a:spLocks noGrp="1"/>
          </p:cNvSpPr>
          <p:nvPr>
            <p:ph type="sldNum" sz="quarter" idx="12"/>
          </p:nvPr>
        </p:nvSpPr>
        <p:spPr/>
        <p:txBody>
          <a:bodyPr/>
          <a:lstStyle/>
          <a:p>
            <a:fld id="{363DB862-5E2B-42BB-8337-D46E9881345F}" type="slidenum">
              <a:rPr lang="en-US" smtClean="0"/>
              <a:t>98</a:t>
            </a:fld>
            <a:endParaRPr lang="en-US" dirty="0"/>
          </a:p>
        </p:txBody>
      </p:sp>
      <p:sp>
        <p:nvSpPr>
          <p:cNvPr id="10" name="Text Placeholder 9">
            <a:extLst>
              <a:ext uri="{FF2B5EF4-FFF2-40B4-BE49-F238E27FC236}">
                <a16:creationId xmlns:a16="http://schemas.microsoft.com/office/drawing/2014/main" id="{3132710A-30C4-475B-B36F-1B4EB123A729}"/>
              </a:ext>
            </a:extLst>
          </p:cNvPr>
          <p:cNvSpPr>
            <a:spLocks noGrp="1"/>
          </p:cNvSpPr>
          <p:nvPr>
            <p:ph type="body" idx="4294967295"/>
          </p:nvPr>
        </p:nvSpPr>
        <p:spPr>
          <a:xfrm>
            <a:off x="3778250" y="1244904"/>
            <a:ext cx="4600437" cy="5079695"/>
          </a:xfrm>
        </p:spPr>
        <p:txBody>
          <a:bodyPr>
            <a:normAutofit fontScale="92500" lnSpcReduction="20000"/>
          </a:bodyPr>
          <a:lstStyle/>
          <a:p>
            <a:r>
              <a:rPr lang="pt-BR"/>
              <a:t>As organizações que desejam tornar-se orientadas por dados devem modernizar, unificar e inovar com as suas infraestruturas de dados.</a:t>
            </a:r>
          </a:p>
          <a:p>
            <a:r>
              <a:rPr lang="pt-BR"/>
              <a:t>Modernizar significa migrar para infraestruturas baseadas em nuvem (inclusive nuvem privada) e serviços desenvolvidos especificamente para reduzir o esforço administrativo e operacional.</a:t>
            </a:r>
          </a:p>
          <a:p>
            <a:r>
              <a:rPr lang="pt-BR"/>
              <a:t>Unificar significa criar uma única fonte de verdade para os dados e disponibilizá-los em toda a organização.</a:t>
            </a:r>
          </a:p>
          <a:p>
            <a:r>
              <a:rPr lang="pt-BR"/>
              <a:t>Inovar significa procurar novas maneiras de encontrar valor nos dados – especificamente, aplicar IA e ML para encontrar novos insights.</a:t>
            </a:r>
            <a:endParaRPr lang="en-US" dirty="0"/>
          </a:p>
        </p:txBody>
      </p:sp>
    </p:spTree>
    <p:custDataLst>
      <p:tags r:id="rId1"/>
    </p:custDataLst>
    <p:extLst>
      <p:ext uri="{BB962C8B-B14F-4D97-AF65-F5344CB8AC3E}">
        <p14:creationId xmlns:p14="http://schemas.microsoft.com/office/powerpoint/2010/main" val="39809442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ema IDE invenção Julio v2">
  <a:themeElements>
    <a:clrScheme name="FGV/IDE">
      <a:dk1>
        <a:sysClr val="windowText" lastClr="000000"/>
      </a:dk1>
      <a:lt1>
        <a:sysClr val="window" lastClr="FFFFFF"/>
      </a:lt1>
      <a:dk2>
        <a:srgbClr val="0E2841"/>
      </a:dk2>
      <a:lt2>
        <a:srgbClr val="F2F2F2"/>
      </a:lt2>
      <a:accent1>
        <a:srgbClr val="1B326A"/>
      </a:accent1>
      <a:accent2>
        <a:srgbClr val="17427B"/>
      </a:accent2>
      <a:accent3>
        <a:srgbClr val="105B96"/>
      </a:accent3>
      <a:accent4>
        <a:srgbClr val="0F9ED5"/>
      </a:accent4>
      <a:accent5>
        <a:srgbClr val="0878B6"/>
      </a:accent5>
      <a:accent6>
        <a:srgbClr val="0096D6"/>
      </a:accent6>
      <a:hlink>
        <a:srgbClr val="4D94D8"/>
      </a:hlink>
      <a:folHlink>
        <a:srgbClr val="70485D"/>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a IDE invenção Julio v2" id="{DC841AFF-187A-495A-ADDE-20910E55D9B0}" vid="{D8AA9ECE-7272-4B3C-B75C-64173396A288}"/>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Tema IDE invenção Julio v2</Template>
  <TotalTime>948</TotalTime>
  <Words>21964</Words>
  <Application>Microsoft Office PowerPoint</Application>
  <PresentationFormat>Apresentação na tela (4:3)</PresentationFormat>
  <Paragraphs>1409</Paragraphs>
  <Slides>98</Slides>
  <Notes>79</Notes>
  <HiddenSlides>1</HiddenSlides>
  <MMClips>0</MMClips>
  <ScaleCrop>false</ScaleCrop>
  <HeadingPairs>
    <vt:vector size="6" baseType="variant">
      <vt:variant>
        <vt:lpstr>Fontes usadas</vt:lpstr>
      </vt:variant>
      <vt:variant>
        <vt:i4>18</vt:i4>
      </vt:variant>
      <vt:variant>
        <vt:lpstr>Tema</vt:lpstr>
      </vt:variant>
      <vt:variant>
        <vt:i4>1</vt:i4>
      </vt:variant>
      <vt:variant>
        <vt:lpstr>Títulos de slides</vt:lpstr>
      </vt:variant>
      <vt:variant>
        <vt:i4>98</vt:i4>
      </vt:variant>
    </vt:vector>
  </HeadingPairs>
  <TitlesOfParts>
    <vt:vector size="117" baseType="lpstr">
      <vt:lpstr>Amazon Ember</vt:lpstr>
      <vt:lpstr>Amazon Ember </vt:lpstr>
      <vt:lpstr>Amazon Ember Heavy</vt:lpstr>
      <vt:lpstr>Amazon Ember Light</vt:lpstr>
      <vt:lpstr>Amazon Ember Medium</vt:lpstr>
      <vt:lpstr>Arial</vt:lpstr>
      <vt:lpstr>Calibri</vt:lpstr>
      <vt:lpstr>Corbel</vt:lpstr>
      <vt:lpstr>Courier New</vt:lpstr>
      <vt:lpstr>Franklin Gothic Book</vt:lpstr>
      <vt:lpstr>Helvetica Neue</vt:lpstr>
      <vt:lpstr>Lucida Console</vt:lpstr>
      <vt:lpstr>Open Sans</vt:lpstr>
      <vt:lpstr>Open Sans ExtraBold</vt:lpstr>
      <vt:lpstr>Open Sans Semibold</vt:lpstr>
      <vt:lpstr>Open Sans Semibold</vt:lpstr>
      <vt:lpstr>Segoe UI</vt:lpstr>
      <vt:lpstr>Wingdings</vt:lpstr>
      <vt:lpstr>Tema IDE invenção Julio v2</vt:lpstr>
      <vt:lpstr>Engenharia de dados em nuvem</vt:lpstr>
      <vt:lpstr>Conteúdo</vt:lpstr>
      <vt:lpstr>Apresentação do PowerPoint</vt:lpstr>
      <vt:lpstr>Documentação da AWS</vt:lpstr>
      <vt:lpstr>Documentação da AWS</vt:lpstr>
      <vt:lpstr>Atividade – Busca na documentação da AWS, GCP, Azure e Oracle</vt:lpstr>
      <vt:lpstr>Busca na documentação da AWS – Pergunta 1</vt:lpstr>
      <vt:lpstr>Busca na documentação da AWS – Pergunta 2</vt:lpstr>
      <vt:lpstr>Busca na documentação da AWS – Pergunta 3</vt:lpstr>
      <vt:lpstr>Busca na documentação da AWS – Pergunta 4</vt:lpstr>
      <vt:lpstr>Busca na documentação da AWS – Pergunta 5</vt:lpstr>
      <vt:lpstr>Infraestrutura global da AWS</vt:lpstr>
      <vt:lpstr>Seleção de uma região</vt:lpstr>
      <vt:lpstr>AWS Well-Architected</vt:lpstr>
      <vt:lpstr>Apresentação do PowerPoint</vt:lpstr>
      <vt:lpstr>Visão geral do Amazon EC2</vt:lpstr>
      <vt:lpstr>Processamento vs armazenamento</vt:lpstr>
      <vt:lpstr>Apresentação do PowerPoint</vt:lpstr>
      <vt:lpstr>Armazenamento</vt:lpstr>
      <vt:lpstr>Visão geral do Amazon S3</vt:lpstr>
      <vt:lpstr>URLs do bucket do Amazon S3 (dois estilos)</vt:lpstr>
      <vt:lpstr>Os dados são armazenados de modo redundante na região</vt:lpstr>
      <vt:lpstr>Casos de uso comuns</vt:lpstr>
      <vt:lpstr>Cenários comuns do Amazon S3</vt:lpstr>
      <vt:lpstr>Definição de preço do Amazon S3 </vt:lpstr>
      <vt:lpstr>Amazon S3: definição de preço de armazenamento</vt:lpstr>
      <vt:lpstr>Apresentação do PowerPoint</vt:lpstr>
      <vt:lpstr>Calculadora Mensal da AWS</vt:lpstr>
      <vt:lpstr>Calculadora Mensal da AZURE</vt:lpstr>
      <vt:lpstr>Calculadora Mensal dO GCP</vt:lpstr>
      <vt:lpstr>Calculadora Mensal dO oci</vt:lpstr>
      <vt:lpstr>Apresentação do PowerPoint</vt:lpstr>
      <vt:lpstr>Modelo de responsabilidade compartilhada da AWS</vt:lpstr>
      <vt:lpstr>Responsabilidade da AWS:  segurança da nuvem</vt:lpstr>
      <vt:lpstr>Responsabilidade do cliente:  segurança na nuvem</vt:lpstr>
      <vt:lpstr>Apresentação do PowerPoint</vt:lpstr>
      <vt:lpstr>AWS Identity and Access Management (IAM)</vt:lpstr>
      <vt:lpstr>IAM: componentes essenciais</vt:lpstr>
      <vt:lpstr>Apresentação do PowerPoint</vt:lpstr>
      <vt:lpstr>Autenticar como um usuário do IAM para obter acesso</vt:lpstr>
      <vt:lpstr>MFA do IAM</vt:lpstr>
      <vt:lpstr>Autorização: quais ações são permitidas</vt:lpstr>
      <vt:lpstr>IAM: autorização</vt:lpstr>
      <vt:lpstr>Políticas do IAM</vt:lpstr>
      <vt:lpstr>Exemplo de política do IAM</vt:lpstr>
      <vt:lpstr>Políticas baseadas em recursos</vt:lpstr>
      <vt:lpstr>Permissões do IAM</vt:lpstr>
      <vt:lpstr>Grupos do IAM</vt:lpstr>
      <vt:lpstr>Funções do IAM</vt:lpstr>
      <vt:lpstr>Exemplo de uso de uma função do IAM</vt:lpstr>
      <vt:lpstr>Acesso de usuário raiz da conta da AWS  em comparação ao acesso do IAM</vt:lpstr>
      <vt:lpstr>Proteção de novas contas da AWS:  usuário raiz da conta</vt:lpstr>
      <vt:lpstr>Proteção de novas contas da AWS: MFA</vt:lpstr>
      <vt:lpstr>Proteção de novas contas da AWS: AWS CloudTrail</vt:lpstr>
      <vt:lpstr>Proteção de novas contas da AWS: relatórios de faturamento</vt:lpstr>
      <vt:lpstr>Apresentação do PowerPoint</vt:lpstr>
      <vt:lpstr>Criptografia de dados em repouso</vt:lpstr>
      <vt:lpstr>Criptografia de dados em trânsito</vt:lpstr>
      <vt:lpstr>Proteção de buckets e objetos do Amazon S3</vt:lpstr>
      <vt:lpstr>CLOUD ACT (Você sabia?)</vt:lpstr>
      <vt:lpstr>Apresentação do PowerPoint</vt:lpstr>
      <vt:lpstr>AWS Service Catalog</vt:lpstr>
      <vt:lpstr>Serviços de segurança adicionais selecionados</vt:lpstr>
      <vt:lpstr>Apresentação do PowerPoint</vt:lpstr>
      <vt:lpstr>Apresentação do PowerPoint</vt:lpstr>
      <vt:lpstr>Como você decide ...</vt:lpstr>
      <vt:lpstr>Como as organizações decidem…</vt:lpstr>
      <vt:lpstr>More human than human: measuring ChatGPT political bias</vt:lpstr>
      <vt:lpstr>Dando base para decisões com ciência de dados</vt:lpstr>
      <vt:lpstr>Examplo: identificar fotos com cães</vt:lpstr>
      <vt:lpstr>Exemplo de negócio: CRM</vt:lpstr>
      <vt:lpstr>Insights mais valiosos são mais difíceis de obter</vt:lpstr>
      <vt:lpstr>Mais dados e menos barreiras = mais decisões baseadas em dados</vt:lpstr>
      <vt:lpstr>Mais ciência de dados no dia a dia</vt:lpstr>
      <vt:lpstr>Mais dados não são necessariamente iguais a mais valor</vt:lpstr>
      <vt:lpstr>Os dados tornam-se menos valiosos para a tomada de decisões ao longo do tempo</vt:lpstr>
      <vt:lpstr>Os trade-offs das decisões baseadas em dados</vt:lpstr>
      <vt:lpstr>Key takeaways: Data-driven decisions</vt:lpstr>
      <vt:lpstr>O pipeline de dados – infraestrutura para decisões baseadas em dados</vt:lpstr>
      <vt:lpstr>Um pipeline de dados em seus termos mais simples</vt:lpstr>
      <vt:lpstr>Trabalhe de trás para frente ao projetar sua infraestrutura</vt:lpstr>
      <vt:lpstr>Camadas da infraestrutura de dutos</vt:lpstr>
      <vt:lpstr>Ações tomadas com dados no pipeline</vt:lpstr>
      <vt:lpstr>Processamento iterativo através do pipeline</vt:lpstr>
      <vt:lpstr>Exemplo: um pipeline simples</vt:lpstr>
      <vt:lpstr>Key takeaways: The data pipeline – infrastructure for data-driven decisions</vt:lpstr>
      <vt:lpstr>O papel do engenheiro de dados em organizações orientadas a dados</vt:lpstr>
      <vt:lpstr>Perguntas comuns sobre pipeline de dados</vt:lpstr>
      <vt:lpstr>Key takeaways: The role of the data engineer in data-driven organizations</vt:lpstr>
      <vt:lpstr>Modern data strategies</vt:lpstr>
      <vt:lpstr>Estratégia em três frentes para criar infraestrutura de dados</vt:lpstr>
      <vt:lpstr>Modernizar</vt:lpstr>
      <vt:lpstr>Unify</vt:lpstr>
      <vt:lpstr>Innovate</vt:lpstr>
      <vt:lpstr>Reflexão: os elementos de uma atividade de dados</vt:lpstr>
      <vt:lpstr>"Ser uma organização orientada por dados significa tratar culturalmente os dados como um ativo estratégico e, em seguida, construir capacidades para colocar esse ativo em uso – não apenas para grandes decisões, mas também para ações diárias na linha de frente."</vt:lpstr>
      <vt:lpstr>O Caso da China – Um Império de Dados e o Desafio Ético para a IA</vt:lpstr>
      <vt:lpstr>Key takeaways: Modern data strategies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Júlio César Chaves</dc:creator>
  <cp:lastModifiedBy>Júlio César Chaves</cp:lastModifiedBy>
  <cp:revision>14</cp:revision>
  <dcterms:created xsi:type="dcterms:W3CDTF">2023-11-18T19:06:16Z</dcterms:created>
  <dcterms:modified xsi:type="dcterms:W3CDTF">2025-07-22T19:27:20Z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4f7750d-9cdf-4ba7-80aa-2c6ffdc35229_Enabled">
    <vt:lpwstr>true</vt:lpwstr>
  </property>
  <property fmtid="{D5CDD505-2E9C-101B-9397-08002B2CF9AE}" pid="3" name="MSIP_Label_84f7750d-9cdf-4ba7-80aa-2c6ffdc35229_SetDate">
    <vt:lpwstr>2024-08-11T14:07:01Z</vt:lpwstr>
  </property>
  <property fmtid="{D5CDD505-2E9C-101B-9397-08002B2CF9AE}" pid="4" name="MSIP_Label_84f7750d-9cdf-4ba7-80aa-2c6ffdc35229_Method">
    <vt:lpwstr>Standard</vt:lpwstr>
  </property>
  <property fmtid="{D5CDD505-2E9C-101B-9397-08002B2CF9AE}" pid="5" name="MSIP_Label_84f7750d-9cdf-4ba7-80aa-2c6ffdc35229_Name">
    <vt:lpwstr>Nível - 1</vt:lpwstr>
  </property>
  <property fmtid="{D5CDD505-2E9C-101B-9397-08002B2CF9AE}" pid="6" name="MSIP_Label_84f7750d-9cdf-4ba7-80aa-2c6ffdc35229_SiteId">
    <vt:lpwstr>79f6b639-ab12-4280-8077-bdbeef869b33</vt:lpwstr>
  </property>
  <property fmtid="{D5CDD505-2E9C-101B-9397-08002B2CF9AE}" pid="7" name="MSIP_Label_84f7750d-9cdf-4ba7-80aa-2c6ffdc35229_ActionId">
    <vt:lpwstr>57d72c2f-40b7-4f4e-b70f-d3c695a089b5</vt:lpwstr>
  </property>
  <property fmtid="{D5CDD505-2E9C-101B-9397-08002B2CF9AE}" pid="8" name="MSIP_Label_84f7750d-9cdf-4ba7-80aa-2c6ffdc35229_ContentBits">
    <vt:lpwstr>0</vt:lpwstr>
  </property>
</Properties>
</file>