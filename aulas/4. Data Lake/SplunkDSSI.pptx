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16"/>
  </p:notesMasterIdLst>
  <p:handoutMasterIdLst>
    <p:handoutMasterId r:id="rId17"/>
  </p:handoutMasterIdLst>
  <p:sldIdLst>
    <p:sldId id="256" r:id="rId2"/>
    <p:sldId id="261" r:id="rId3"/>
    <p:sldId id="258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60" r:id="rId15"/>
  </p:sldIdLst>
  <p:sldSz cx="12192000" cy="6858000"/>
  <p:notesSz cx="6858000" cy="9144000"/>
  <p:defaultTextStyle>
    <a:defPPr rtl="0">
      <a:defRPr lang="pt-B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809D20-4508-4F66-A096-48CFB8F98CCA}" v="3" dt="2023-05-09T16:23:37.5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48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87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Ferreira Quintella" userId="50fc601f09bce3e6" providerId="LiveId" clId="{AB809D20-4508-4F66-A096-48CFB8F98CCA}"/>
    <pc:docChg chg="undo custSel addSld delSld modSld">
      <pc:chgData name="Felipe Ferreira Quintella" userId="50fc601f09bce3e6" providerId="LiveId" clId="{AB809D20-4508-4F66-A096-48CFB8F98CCA}" dt="2023-05-09T17:24:34.651" v="814"/>
      <pc:docMkLst>
        <pc:docMk/>
      </pc:docMkLst>
      <pc:sldChg chg="addSp delSp modSp mod">
        <pc:chgData name="Felipe Ferreira Quintella" userId="50fc601f09bce3e6" providerId="LiveId" clId="{AB809D20-4508-4F66-A096-48CFB8F98CCA}" dt="2023-05-09T16:16:28.998" v="64" actId="20577"/>
        <pc:sldMkLst>
          <pc:docMk/>
          <pc:sldMk cId="497607547" sldId="258"/>
        </pc:sldMkLst>
        <pc:spChg chg="mod">
          <ac:chgData name="Felipe Ferreira Quintella" userId="50fc601f09bce3e6" providerId="LiveId" clId="{AB809D20-4508-4F66-A096-48CFB8F98CCA}" dt="2023-05-09T16:16:28.998" v="64" actId="20577"/>
          <ac:spMkLst>
            <pc:docMk/>
            <pc:sldMk cId="497607547" sldId="258"/>
            <ac:spMk id="2" creationId="{921633EB-7DCB-4DDC-80AF-C885A3EE1245}"/>
          </ac:spMkLst>
        </pc:spChg>
        <pc:spChg chg="add del mod">
          <ac:chgData name="Felipe Ferreira Quintella" userId="50fc601f09bce3e6" providerId="LiveId" clId="{AB809D20-4508-4F66-A096-48CFB8F98CCA}" dt="2023-05-09T16:05:20.261" v="24" actId="22"/>
          <ac:spMkLst>
            <pc:docMk/>
            <pc:sldMk cId="497607547" sldId="258"/>
            <ac:spMk id="4" creationId="{214C9BC4-6CAE-F38F-3C83-8D014337AF9D}"/>
          </ac:spMkLst>
        </pc:spChg>
        <pc:spChg chg="add del mod">
          <ac:chgData name="Felipe Ferreira Quintella" userId="50fc601f09bce3e6" providerId="LiveId" clId="{AB809D20-4508-4F66-A096-48CFB8F98CCA}" dt="2023-05-09T16:05:18.637" v="23" actId="478"/>
          <ac:spMkLst>
            <pc:docMk/>
            <pc:sldMk cId="497607547" sldId="258"/>
            <ac:spMk id="6" creationId="{9EC7F500-FAA1-E66B-EDFE-3A3FDFA5BB4A}"/>
          </ac:spMkLst>
        </pc:spChg>
        <pc:picChg chg="add mod ord">
          <ac:chgData name="Felipe Ferreira Quintella" userId="50fc601f09bce3e6" providerId="LiveId" clId="{AB809D20-4508-4F66-A096-48CFB8F98CCA}" dt="2023-05-09T16:05:34.694" v="26" actId="1076"/>
          <ac:picMkLst>
            <pc:docMk/>
            <pc:sldMk cId="497607547" sldId="258"/>
            <ac:picMk id="8" creationId="{AF6895DD-898A-9233-03DC-87B6A66E8933}"/>
          </ac:picMkLst>
        </pc:picChg>
        <pc:picChg chg="del">
          <ac:chgData name="Felipe Ferreira Quintella" userId="50fc601f09bce3e6" providerId="LiveId" clId="{AB809D20-4508-4F66-A096-48CFB8F98CCA}" dt="2023-05-09T16:05:14.375" v="21" actId="478"/>
          <ac:picMkLst>
            <pc:docMk/>
            <pc:sldMk cId="497607547" sldId="258"/>
            <ac:picMk id="11" creationId="{47D9BE16-119C-43B2-9AE6-18C4A150C0EF}"/>
          </ac:picMkLst>
        </pc:picChg>
        <pc:picChg chg="del">
          <ac:chgData name="Felipe Ferreira Quintella" userId="50fc601f09bce3e6" providerId="LiveId" clId="{AB809D20-4508-4F66-A096-48CFB8F98CCA}" dt="2023-05-09T16:05:16.150" v="22" actId="478"/>
          <ac:picMkLst>
            <pc:docMk/>
            <pc:sldMk cId="497607547" sldId="258"/>
            <ac:picMk id="18" creationId="{BFEA8EC1-23A4-4843-A9C3-AE771D73392A}"/>
          </ac:picMkLst>
        </pc:picChg>
      </pc:sldChg>
      <pc:sldChg chg="del">
        <pc:chgData name="Felipe Ferreira Quintella" userId="50fc601f09bce3e6" providerId="LiveId" clId="{AB809D20-4508-4F66-A096-48CFB8F98CCA}" dt="2023-05-09T16:17:08.440" v="65" actId="47"/>
        <pc:sldMkLst>
          <pc:docMk/>
          <pc:sldMk cId="4209322005" sldId="259"/>
        </pc:sldMkLst>
      </pc:sldChg>
      <pc:sldChg chg="addSp delSp modSp mod">
        <pc:chgData name="Felipe Ferreira Quintella" userId="50fc601f09bce3e6" providerId="LiveId" clId="{AB809D20-4508-4F66-A096-48CFB8F98CCA}" dt="2023-05-09T16:02:47.561" v="20" actId="1076"/>
        <pc:sldMkLst>
          <pc:docMk/>
          <pc:sldMk cId="1703342593" sldId="261"/>
        </pc:sldMkLst>
        <pc:spChg chg="mod">
          <ac:chgData name="Felipe Ferreira Quintella" userId="50fc601f09bce3e6" providerId="LiveId" clId="{AB809D20-4508-4F66-A096-48CFB8F98CCA}" dt="2023-05-09T16:02:28.896" v="16" actId="20577"/>
          <ac:spMkLst>
            <pc:docMk/>
            <pc:sldMk cId="1703342593" sldId="261"/>
            <ac:spMk id="2" creationId="{5B040558-A365-4CCE-92FA-5A48CD98F9C9}"/>
          </ac:spMkLst>
        </pc:spChg>
        <pc:spChg chg="add del mod">
          <ac:chgData name="Felipe Ferreira Quintella" userId="50fc601f09bce3e6" providerId="LiveId" clId="{AB809D20-4508-4F66-A096-48CFB8F98CCA}" dt="2023-05-09T16:02:22.091" v="3"/>
          <ac:spMkLst>
            <pc:docMk/>
            <pc:sldMk cId="1703342593" sldId="261"/>
            <ac:spMk id="5" creationId="{AABC0DB1-1959-CF1A-C884-9B627BB638E2}"/>
          </ac:spMkLst>
        </pc:spChg>
        <pc:graphicFrameChg chg="del mod">
          <ac:chgData name="Felipe Ferreira Quintella" userId="50fc601f09bce3e6" providerId="LiveId" clId="{AB809D20-4508-4F66-A096-48CFB8F98CCA}" dt="2023-05-09T16:02:08.763" v="1" actId="478"/>
          <ac:graphicFrameMkLst>
            <pc:docMk/>
            <pc:sldMk cId="1703342593" sldId="261"/>
            <ac:graphicFrameMk id="4" creationId="{81E592E1-99DF-4294-A2E9-EF46299BD3F4}"/>
          </ac:graphicFrameMkLst>
        </pc:graphicFrameChg>
        <pc:picChg chg="add mod">
          <ac:chgData name="Felipe Ferreira Quintella" userId="50fc601f09bce3e6" providerId="LiveId" clId="{AB809D20-4508-4F66-A096-48CFB8F98CCA}" dt="2023-05-09T16:02:47.561" v="20" actId="1076"/>
          <ac:picMkLst>
            <pc:docMk/>
            <pc:sldMk cId="1703342593" sldId="261"/>
            <ac:picMk id="7" creationId="{2DD20DF1-EEEF-2A00-5AF1-C72F7A81EA3E}"/>
          </ac:picMkLst>
        </pc:picChg>
      </pc:sldChg>
      <pc:sldChg chg="addSp delSp modSp add mod">
        <pc:chgData name="Felipe Ferreira Quintella" userId="50fc601f09bce3e6" providerId="LiveId" clId="{AB809D20-4508-4F66-A096-48CFB8F98CCA}" dt="2023-05-09T16:19:14.622" v="225" actId="12"/>
        <pc:sldMkLst>
          <pc:docMk/>
          <pc:sldMk cId="3229036391" sldId="262"/>
        </pc:sldMkLst>
        <pc:spChg chg="mod">
          <ac:chgData name="Felipe Ferreira Quintella" userId="50fc601f09bce3e6" providerId="LiveId" clId="{AB809D20-4508-4F66-A096-48CFB8F98CCA}" dt="2023-05-09T16:17:55.834" v="129" actId="20577"/>
          <ac:spMkLst>
            <pc:docMk/>
            <pc:sldMk cId="3229036391" sldId="262"/>
            <ac:spMk id="2" creationId="{921633EB-7DCB-4DDC-80AF-C885A3EE1245}"/>
          </ac:spMkLst>
        </pc:spChg>
        <pc:spChg chg="add mod">
          <ac:chgData name="Felipe Ferreira Quintella" userId="50fc601f09bce3e6" providerId="LiveId" clId="{AB809D20-4508-4F66-A096-48CFB8F98CCA}" dt="2023-05-09T16:19:14.622" v="225" actId="12"/>
          <ac:spMkLst>
            <pc:docMk/>
            <pc:sldMk cId="3229036391" sldId="262"/>
            <ac:spMk id="4" creationId="{358776E5-332B-46F7-C5B8-F2F534B4E039}"/>
          </ac:spMkLst>
        </pc:spChg>
        <pc:picChg chg="add">
          <ac:chgData name="Felipe Ferreira Quintella" userId="50fc601f09bce3e6" providerId="LiveId" clId="{AB809D20-4508-4F66-A096-48CFB8F98CCA}" dt="2023-05-09T16:18:30.585" v="132" actId="22"/>
          <ac:picMkLst>
            <pc:docMk/>
            <pc:sldMk cId="3229036391" sldId="262"/>
            <ac:picMk id="6" creationId="{50924E65-DF61-381D-12A7-1CE13ECDA198}"/>
          </ac:picMkLst>
        </pc:picChg>
        <pc:picChg chg="del mod">
          <ac:chgData name="Felipe Ferreira Quintella" userId="50fc601f09bce3e6" providerId="LiveId" clId="{AB809D20-4508-4F66-A096-48CFB8F98CCA}" dt="2023-05-09T16:18:29.491" v="131" actId="478"/>
          <ac:picMkLst>
            <pc:docMk/>
            <pc:sldMk cId="3229036391" sldId="262"/>
            <ac:picMk id="8" creationId="{AF6895DD-898A-9233-03DC-87B6A66E8933}"/>
          </ac:picMkLst>
        </pc:picChg>
      </pc:sldChg>
      <pc:sldChg chg="addSp delSp modSp add mod">
        <pc:chgData name="Felipe Ferreira Quintella" userId="50fc601f09bce3e6" providerId="LiveId" clId="{AB809D20-4508-4F66-A096-48CFB8F98CCA}" dt="2023-05-09T16:20:36.121" v="275" actId="1076"/>
        <pc:sldMkLst>
          <pc:docMk/>
          <pc:sldMk cId="3927359594" sldId="263"/>
        </pc:sldMkLst>
        <pc:spChg chg="mod">
          <ac:chgData name="Felipe Ferreira Quintella" userId="50fc601f09bce3e6" providerId="LiveId" clId="{AB809D20-4508-4F66-A096-48CFB8F98CCA}" dt="2023-05-09T16:20:24.102" v="271" actId="20577"/>
          <ac:spMkLst>
            <pc:docMk/>
            <pc:sldMk cId="3927359594" sldId="263"/>
            <ac:spMk id="2" creationId="{921633EB-7DCB-4DDC-80AF-C885A3EE1245}"/>
          </ac:spMkLst>
        </pc:spChg>
        <pc:spChg chg="del">
          <ac:chgData name="Felipe Ferreira Quintella" userId="50fc601f09bce3e6" providerId="LiveId" clId="{AB809D20-4508-4F66-A096-48CFB8F98CCA}" dt="2023-05-09T16:20:30.318" v="273" actId="478"/>
          <ac:spMkLst>
            <pc:docMk/>
            <pc:sldMk cId="3927359594" sldId="263"/>
            <ac:spMk id="4" creationId="{358776E5-332B-46F7-C5B8-F2F534B4E039}"/>
          </ac:spMkLst>
        </pc:spChg>
        <pc:spChg chg="add del mod">
          <ac:chgData name="Felipe Ferreira Quintella" userId="50fc601f09bce3e6" providerId="LiveId" clId="{AB809D20-4508-4F66-A096-48CFB8F98CCA}" dt="2023-05-09T16:20:33.467" v="274" actId="478"/>
          <ac:spMkLst>
            <pc:docMk/>
            <pc:sldMk cId="3927359594" sldId="263"/>
            <ac:spMk id="8" creationId="{23189500-0735-B1F0-C9B8-7669DA45255F}"/>
          </ac:spMkLst>
        </pc:spChg>
        <pc:picChg chg="add mod">
          <ac:chgData name="Felipe Ferreira Quintella" userId="50fc601f09bce3e6" providerId="LiveId" clId="{AB809D20-4508-4F66-A096-48CFB8F98CCA}" dt="2023-05-09T16:20:36.121" v="275" actId="1076"/>
          <ac:picMkLst>
            <pc:docMk/>
            <pc:sldMk cId="3927359594" sldId="263"/>
            <ac:picMk id="5" creationId="{6DF9145A-88E3-F854-C8C2-0AD1076853CE}"/>
          </ac:picMkLst>
        </pc:picChg>
      </pc:sldChg>
      <pc:sldChg chg="addSp delSp modSp add mod">
        <pc:chgData name="Felipe Ferreira Quintella" userId="50fc601f09bce3e6" providerId="LiveId" clId="{AB809D20-4508-4F66-A096-48CFB8F98CCA}" dt="2023-05-09T16:22:21.386" v="304" actId="1076"/>
        <pc:sldMkLst>
          <pc:docMk/>
          <pc:sldMk cId="1602560283" sldId="264"/>
        </pc:sldMkLst>
        <pc:spChg chg="mod">
          <ac:chgData name="Felipe Ferreira Quintella" userId="50fc601f09bce3e6" providerId="LiveId" clId="{AB809D20-4508-4F66-A096-48CFB8F98CCA}" dt="2023-05-09T16:21:19.740" v="297" actId="20577"/>
          <ac:spMkLst>
            <pc:docMk/>
            <pc:sldMk cId="1602560283" sldId="264"/>
            <ac:spMk id="2" creationId="{921633EB-7DCB-4DDC-80AF-C885A3EE1245}"/>
          </ac:spMkLst>
        </pc:spChg>
        <pc:picChg chg="add mod">
          <ac:chgData name="Felipe Ferreira Quintella" userId="50fc601f09bce3e6" providerId="LiveId" clId="{AB809D20-4508-4F66-A096-48CFB8F98CCA}" dt="2023-05-09T16:21:43.876" v="301" actId="1076"/>
          <ac:picMkLst>
            <pc:docMk/>
            <pc:sldMk cId="1602560283" sldId="264"/>
            <ac:picMk id="4" creationId="{EB9263D2-9E56-4C55-3319-E41120F99265}"/>
          </ac:picMkLst>
        </pc:picChg>
        <pc:picChg chg="del">
          <ac:chgData name="Felipe Ferreira Quintella" userId="50fc601f09bce3e6" providerId="LiveId" clId="{AB809D20-4508-4F66-A096-48CFB8F98CCA}" dt="2023-05-09T16:21:37.419" v="298" actId="478"/>
          <ac:picMkLst>
            <pc:docMk/>
            <pc:sldMk cId="1602560283" sldId="264"/>
            <ac:picMk id="5" creationId="{6DF9145A-88E3-F854-C8C2-0AD1076853CE}"/>
          </ac:picMkLst>
        </pc:picChg>
        <pc:picChg chg="del">
          <ac:chgData name="Felipe Ferreira Quintella" userId="50fc601f09bce3e6" providerId="LiveId" clId="{AB809D20-4508-4F66-A096-48CFB8F98CCA}" dt="2023-05-09T16:21:40.349" v="299" actId="478"/>
          <ac:picMkLst>
            <pc:docMk/>
            <pc:sldMk cId="1602560283" sldId="264"/>
            <ac:picMk id="6" creationId="{50924E65-DF61-381D-12A7-1CE13ECDA198}"/>
          </ac:picMkLst>
        </pc:picChg>
        <pc:picChg chg="add mod">
          <ac:chgData name="Felipe Ferreira Quintella" userId="50fc601f09bce3e6" providerId="LiveId" clId="{AB809D20-4508-4F66-A096-48CFB8F98CCA}" dt="2023-05-09T16:22:21.386" v="304" actId="1076"/>
          <ac:picMkLst>
            <pc:docMk/>
            <pc:sldMk cId="1602560283" sldId="264"/>
            <ac:picMk id="8" creationId="{2037736C-89A3-2378-9CD3-5E25D4CB7BA3}"/>
          </ac:picMkLst>
        </pc:picChg>
      </pc:sldChg>
      <pc:sldChg chg="addSp delSp modSp add mod">
        <pc:chgData name="Felipe Ferreira Quintella" userId="50fc601f09bce3e6" providerId="LiveId" clId="{AB809D20-4508-4F66-A096-48CFB8F98CCA}" dt="2023-05-09T16:25:37.862" v="620" actId="27636"/>
        <pc:sldMkLst>
          <pc:docMk/>
          <pc:sldMk cId="8985903" sldId="265"/>
        </pc:sldMkLst>
        <pc:spChg chg="mod">
          <ac:chgData name="Felipe Ferreira Quintella" userId="50fc601f09bce3e6" providerId="LiveId" clId="{AB809D20-4508-4F66-A096-48CFB8F98CCA}" dt="2023-05-09T16:23:01.846" v="344" actId="20577"/>
          <ac:spMkLst>
            <pc:docMk/>
            <pc:sldMk cId="8985903" sldId="265"/>
            <ac:spMk id="2" creationId="{921633EB-7DCB-4DDC-80AF-C885A3EE1245}"/>
          </ac:spMkLst>
        </pc:spChg>
        <pc:spChg chg="add mod">
          <ac:chgData name="Felipe Ferreira Quintella" userId="50fc601f09bce3e6" providerId="LiveId" clId="{AB809D20-4508-4F66-A096-48CFB8F98CCA}" dt="2023-05-09T16:25:37.862" v="620" actId="27636"/>
          <ac:spMkLst>
            <pc:docMk/>
            <pc:sldMk cId="8985903" sldId="265"/>
            <ac:spMk id="3" creationId="{513198DC-BF56-CED9-A7F3-D2DCC7CE8018}"/>
          </ac:spMkLst>
        </pc:spChg>
        <pc:picChg chg="add del">
          <ac:chgData name="Felipe Ferreira Quintella" userId="50fc601f09bce3e6" providerId="LiveId" clId="{AB809D20-4508-4F66-A096-48CFB8F98CCA}" dt="2023-05-09T16:23:30.953" v="350" actId="478"/>
          <ac:picMkLst>
            <pc:docMk/>
            <pc:sldMk cId="8985903" sldId="265"/>
            <ac:picMk id="4" creationId="{EB9263D2-9E56-4C55-3319-E41120F99265}"/>
          </ac:picMkLst>
        </pc:picChg>
        <pc:picChg chg="add mod">
          <ac:chgData name="Felipe Ferreira Quintella" userId="50fc601f09bce3e6" providerId="LiveId" clId="{AB809D20-4508-4F66-A096-48CFB8F98CCA}" dt="2023-05-09T16:23:59.540" v="376" actId="1076"/>
          <ac:picMkLst>
            <pc:docMk/>
            <pc:sldMk cId="8985903" sldId="265"/>
            <ac:picMk id="6" creationId="{75AAB9C7-FECB-C115-D4F4-8BAB3FA21678}"/>
          </ac:picMkLst>
        </pc:picChg>
        <pc:picChg chg="add del">
          <ac:chgData name="Felipe Ferreira Quintella" userId="50fc601f09bce3e6" providerId="LiveId" clId="{AB809D20-4508-4F66-A096-48CFB8F98CCA}" dt="2023-05-09T16:23:30.065" v="349" actId="478"/>
          <ac:picMkLst>
            <pc:docMk/>
            <pc:sldMk cId="8985903" sldId="265"/>
            <ac:picMk id="8" creationId="{2037736C-89A3-2378-9CD3-5E25D4CB7BA3}"/>
          </ac:picMkLst>
        </pc:picChg>
      </pc:sldChg>
      <pc:sldChg chg="addSp delSp modSp add mod">
        <pc:chgData name="Felipe Ferreira Quintella" userId="50fc601f09bce3e6" providerId="LiveId" clId="{AB809D20-4508-4F66-A096-48CFB8F98CCA}" dt="2023-05-09T16:28:05.727" v="783" actId="1076"/>
        <pc:sldMkLst>
          <pc:docMk/>
          <pc:sldMk cId="2100507117" sldId="266"/>
        </pc:sldMkLst>
        <pc:spChg chg="mod">
          <ac:chgData name="Felipe Ferreira Quintella" userId="50fc601f09bce3e6" providerId="LiveId" clId="{AB809D20-4508-4F66-A096-48CFB8F98CCA}" dt="2023-05-09T16:27:06.578" v="671" actId="20577"/>
          <ac:spMkLst>
            <pc:docMk/>
            <pc:sldMk cId="2100507117" sldId="266"/>
            <ac:spMk id="2" creationId="{921633EB-7DCB-4DDC-80AF-C885A3EE1245}"/>
          </ac:spMkLst>
        </pc:spChg>
        <pc:spChg chg="mod">
          <ac:chgData name="Felipe Ferreira Quintella" userId="50fc601f09bce3e6" providerId="LiveId" clId="{AB809D20-4508-4F66-A096-48CFB8F98CCA}" dt="2023-05-09T16:27:42.086" v="780" actId="20577"/>
          <ac:spMkLst>
            <pc:docMk/>
            <pc:sldMk cId="2100507117" sldId="266"/>
            <ac:spMk id="3" creationId="{513198DC-BF56-CED9-A7F3-D2DCC7CE8018}"/>
          </ac:spMkLst>
        </pc:spChg>
        <pc:picChg chg="add mod">
          <ac:chgData name="Felipe Ferreira Quintella" userId="50fc601f09bce3e6" providerId="LiveId" clId="{AB809D20-4508-4F66-A096-48CFB8F98CCA}" dt="2023-05-09T16:28:05.727" v="783" actId="1076"/>
          <ac:picMkLst>
            <pc:docMk/>
            <pc:sldMk cId="2100507117" sldId="266"/>
            <ac:picMk id="5" creationId="{AB4E48C3-60E5-2B71-86A2-AD0F3C7D3CF6}"/>
          </ac:picMkLst>
        </pc:picChg>
        <pc:picChg chg="del">
          <ac:chgData name="Felipe Ferreira Quintella" userId="50fc601f09bce3e6" providerId="LiveId" clId="{AB809D20-4508-4F66-A096-48CFB8F98CCA}" dt="2023-05-09T16:27:49.276" v="781" actId="478"/>
          <ac:picMkLst>
            <pc:docMk/>
            <pc:sldMk cId="2100507117" sldId="266"/>
            <ac:picMk id="6" creationId="{75AAB9C7-FECB-C115-D4F4-8BAB3FA21678}"/>
          </ac:picMkLst>
        </pc:picChg>
      </pc:sldChg>
      <pc:sldChg chg="modSp new mod">
        <pc:chgData name="Felipe Ferreira Quintella" userId="50fc601f09bce3e6" providerId="LiveId" clId="{AB809D20-4508-4F66-A096-48CFB8F98CCA}" dt="2023-05-09T17:24:34.651" v="814"/>
        <pc:sldMkLst>
          <pc:docMk/>
          <pc:sldMk cId="2344681356" sldId="267"/>
        </pc:sldMkLst>
        <pc:spChg chg="mod">
          <ac:chgData name="Felipe Ferreira Quintella" userId="50fc601f09bce3e6" providerId="LiveId" clId="{AB809D20-4508-4F66-A096-48CFB8F98CCA}" dt="2023-05-09T16:28:48.499" v="805" actId="20577"/>
          <ac:spMkLst>
            <pc:docMk/>
            <pc:sldMk cId="2344681356" sldId="267"/>
            <ac:spMk id="2" creationId="{9192DC75-68CE-9427-2FC2-28712C3CAE07}"/>
          </ac:spMkLst>
        </pc:spChg>
        <pc:spChg chg="mod">
          <ac:chgData name="Felipe Ferreira Quintella" userId="50fc601f09bce3e6" providerId="LiveId" clId="{AB809D20-4508-4F66-A096-48CFB8F98CCA}" dt="2023-05-09T17:02:28.643" v="810"/>
          <ac:spMkLst>
            <pc:docMk/>
            <pc:sldMk cId="2344681356" sldId="267"/>
            <ac:spMk id="3" creationId="{7F124DD0-713B-1C60-71E6-E5036CA970CD}"/>
          </ac:spMkLst>
        </pc:spChg>
        <pc:spChg chg="mod">
          <ac:chgData name="Felipe Ferreira Quintella" userId="50fc601f09bce3e6" providerId="LiveId" clId="{AB809D20-4508-4F66-A096-48CFB8F98CCA}" dt="2023-05-09T17:24:34.651" v="814"/>
          <ac:spMkLst>
            <pc:docMk/>
            <pc:sldMk cId="2344681356" sldId="267"/>
            <ac:spMk id="4" creationId="{02DB78B9-5E60-4A96-ED63-8A90DEA91CA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517C7B7-34F5-4531-9889-28687F60FAC8}" type="datetime1">
              <a:rPr lang="pt-BR" smtClean="0"/>
              <a:t>10/05/2023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C3EC75-555C-481D-9088-738CE6DDFC83}" type="datetime1">
              <a:rPr lang="pt-BR" smtClean="0"/>
              <a:pPr/>
              <a:t>10/05/2023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B3AB32-59DF-41F1-9618-EDFBF5049629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1927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3392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86983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45041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59314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73353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75495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2AF5B136-74F1-42D3-987D-A097EEF8F2FE}" type="datetime1">
              <a:rPr lang="pt-BR" noProof="0" smtClean="0"/>
              <a:t>10/05/2023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04AF3F4-81C7-4F15-8991-6D0E8D06651A}" type="datetime1">
              <a:rPr lang="pt-BR" noProof="0" smtClean="0"/>
              <a:t>10/05/2023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6E2946E4-8964-43BF-B1D5-4261B83248E5}" type="datetime1">
              <a:rPr lang="pt-BR" noProof="0" smtClean="0"/>
              <a:t>10/05/2023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7C9F420-083C-437A-9265-7F13EB97C6A2}" type="datetime1">
              <a:rPr lang="pt-BR" noProof="0" smtClean="0"/>
              <a:t>10/05/2023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E07AF20-ED70-4B21-B799-75BB5818AB43}" type="datetime1">
              <a:rPr lang="pt-BR" noProof="0" smtClean="0"/>
              <a:t>10/05/2023</a:t>
            </a:fld>
            <a:endParaRPr lang="pt-BR" noProof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D33D876-8C34-42FC-BFF7-457557B97BB7}" type="datetime1">
              <a:rPr lang="pt-BR" noProof="0" smtClean="0"/>
              <a:t>10/05/2023</a:t>
            </a:fld>
            <a:endParaRPr lang="pt-BR" noProof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7" name="Retângulo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ítulo 1"/>
          <p:cNvSpPr>
            <a:spLocks noGrp="1"/>
          </p:cNvSpPr>
          <p:nvPr>
            <p:ph type="title" hasCustomPrompt="1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592437E-206F-4A1C-947F-806A50A40B88}" type="datetime1">
              <a:rPr lang="pt-BR" noProof="0" smtClean="0"/>
              <a:t>10/05/2023</a:t>
            </a:fld>
            <a:endParaRPr lang="pt-BR" noProof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B036DDBC-F1EF-4D09-A533-5995BC167053}" type="datetime1">
              <a:rPr lang="pt-BR" noProof="0" smtClean="0"/>
              <a:t>10/05/2023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FFDDC01-A1CF-4C3A-BE96-FBC60101324D}" type="datetime1">
              <a:rPr lang="pt-BR" noProof="0" smtClean="0"/>
              <a:t>10/05/2023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ítulo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229B074-15EB-43FB-8347-3A734D799093}" type="datetime1">
              <a:rPr lang="pt-BR" noProof="0" smtClean="0"/>
              <a:t>10/05/2023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036303E3-8DE9-4C2D-91EE-6F377AE582A8}" type="datetime1">
              <a:rPr lang="pt-BR" noProof="0" smtClean="0"/>
              <a:t>10/05/2023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52266794-2CD5-4ED3-94F8-8B8DC65FDDE3}" type="datetime1">
              <a:rPr lang="pt-BR" noProof="0" smtClean="0"/>
              <a:t>10/05/2023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9" name="Retângu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tângu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tângu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tângulo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7" name="Imagem 6" descr="Conexões Digitai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upo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tângulo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 rtlCol="0">
            <a:noAutofit/>
          </a:bodyPr>
          <a:lstStyle/>
          <a:p>
            <a:pPr rtl="0"/>
            <a:r>
              <a:rPr lang="pt-BR" sz="6000" dirty="0" err="1">
                <a:solidFill>
                  <a:schemeClr val="bg1"/>
                </a:solidFill>
              </a:rPr>
              <a:t>Splunk</a:t>
            </a:r>
            <a:r>
              <a:rPr lang="pt-BR" sz="6000" dirty="0">
                <a:solidFill>
                  <a:schemeClr val="bg1"/>
                </a:solidFill>
              </a:rPr>
              <a:t> &amp; Data Science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 rtlCol="0">
            <a:normAutofit/>
          </a:bodyPr>
          <a:lstStyle/>
          <a:p>
            <a:pPr rtl="0"/>
            <a:r>
              <a:rPr lang="pt-BR" dirty="0">
                <a:solidFill>
                  <a:srgbClr val="7CEBFF"/>
                </a:solidFill>
              </a:rPr>
              <a:t>No auxílio à Segurança da informação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tângulo 28">
            <a:extLst>
              <a:ext uri="{FF2B5EF4-FFF2-40B4-BE49-F238E27FC236}">
                <a16:creationId xmlns:a16="http://schemas.microsoft.com/office/drawing/2014/main" id="{BFDA9692-ECDC-4B59-86B2-8C90FDE1A0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12C05506-42A1-49C0-9D87-081CCD902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264487"/>
            <a:ext cx="11029616" cy="718870"/>
          </a:xfrm>
        </p:spPr>
        <p:txBody>
          <a:bodyPr rtlCol="0">
            <a:normAutofit/>
          </a:bodyPr>
          <a:lstStyle/>
          <a:p>
            <a:pPr rtl="0"/>
            <a:r>
              <a:rPr lang="pt-BR" dirty="0">
                <a:solidFill>
                  <a:srgbClr val="FFFEFF"/>
                </a:solidFill>
              </a:rPr>
              <a:t>Arquitetura</a:t>
            </a:r>
          </a:p>
        </p:txBody>
      </p:sp>
      <p:pic>
        <p:nvPicPr>
          <p:cNvPr id="7" name="Espaço Reservado para Conteúdo 6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2DD20DF1-EEEF-2A00-5AF1-C72F7A81EA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72905" y="682678"/>
            <a:ext cx="7246189" cy="4359791"/>
          </a:xfrm>
        </p:spPr>
      </p:pic>
    </p:spTree>
    <p:extLst>
      <p:ext uri="{BB962C8B-B14F-4D97-AF65-F5344CB8AC3E}">
        <p14:creationId xmlns:p14="http://schemas.microsoft.com/office/powerpoint/2010/main" val="1703342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Metodologia e Inteligência operacional</a:t>
            </a:r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AF6895DD-898A-9233-03DC-87B6A66E893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538467" y="2074192"/>
            <a:ext cx="9115066" cy="4265303"/>
          </a:xfrm>
        </p:spPr>
      </p:pic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Medindo performance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58776E5-332B-46F7-C5B8-F2F534B4E0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3610" y="4408098"/>
            <a:ext cx="5422390" cy="2030922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Pode ser usado para computar:</a:t>
            </a:r>
          </a:p>
          <a:p>
            <a:pPr lvl="1"/>
            <a:r>
              <a:rPr lang="pt-BR" dirty="0"/>
              <a:t>Taxa de erros</a:t>
            </a:r>
          </a:p>
          <a:p>
            <a:pPr lvl="1"/>
            <a:r>
              <a:rPr lang="pt-BR" dirty="0"/>
              <a:t>Duração de problemas</a:t>
            </a:r>
          </a:p>
          <a:p>
            <a:pPr lvl="1"/>
            <a:r>
              <a:rPr lang="pt-BR" dirty="0"/>
              <a:t>Frequência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0924E65-DF61-381D-12A7-1CE13ECDA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057" y="2335435"/>
            <a:ext cx="11613886" cy="218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036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Análise de dados: Frequência, Erros e Duração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0924E65-DF61-381D-12A7-1CE13ECDA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057" y="2335435"/>
            <a:ext cx="11613886" cy="218713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DF9145A-88E3-F854-C8C2-0AD1076853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643" y="2235649"/>
            <a:ext cx="11545300" cy="4008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359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Análise de dados: Identificando padrões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B9263D2-9E56-4C55-3319-E41120F99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00" y="2569761"/>
            <a:ext cx="11888230" cy="10973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037736C-89A3-2378-9CD3-5E25D4CB7B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758" y="4199166"/>
            <a:ext cx="11697714" cy="232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560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Detecção de anomalias</a:t>
            </a:r>
          </a:p>
        </p:txBody>
      </p:sp>
      <p:sp>
        <p:nvSpPr>
          <p:cNvPr id="3" name="Espaço Reservado para Conteúdo 3">
            <a:extLst>
              <a:ext uri="{FF2B5EF4-FFF2-40B4-BE49-F238E27FC236}">
                <a16:creationId xmlns:a16="http://schemas.microsoft.com/office/drawing/2014/main" id="{513198DC-BF56-CED9-A7F3-D2DCC7CE80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6576" y="2070338"/>
            <a:ext cx="5422390" cy="2743201"/>
          </a:xfrm>
        </p:spPr>
        <p:txBody>
          <a:bodyPr>
            <a:normAutofit/>
          </a:bodyPr>
          <a:lstStyle/>
          <a:p>
            <a:pPr lvl="1"/>
            <a:r>
              <a:rPr lang="pt-BR" dirty="0"/>
              <a:t>Anomalias são desvios do comportamento </a:t>
            </a:r>
            <a:r>
              <a:rPr lang="pt-BR" dirty="0" err="1"/>
              <a:t>experado</a:t>
            </a:r>
            <a:endParaRPr lang="pt-BR" dirty="0"/>
          </a:p>
          <a:p>
            <a:pPr lvl="1"/>
            <a:r>
              <a:rPr lang="pt-BR" dirty="0"/>
              <a:t>Normalmente se apresentam como outliers em uma distribuição – valores fora do comum</a:t>
            </a:r>
          </a:p>
          <a:p>
            <a:pPr lvl="1"/>
            <a:r>
              <a:rPr lang="pt-BR" dirty="0"/>
              <a:t>São úteis para:</a:t>
            </a:r>
          </a:p>
          <a:p>
            <a:pPr lvl="2"/>
            <a:r>
              <a:rPr lang="pt-BR" dirty="0"/>
              <a:t>Operação de TI</a:t>
            </a:r>
          </a:p>
          <a:p>
            <a:pPr lvl="2"/>
            <a:r>
              <a:rPr lang="pt-BR" dirty="0"/>
              <a:t>Segurança</a:t>
            </a:r>
          </a:p>
          <a:p>
            <a:pPr lvl="2"/>
            <a:r>
              <a:rPr lang="pt-BR" dirty="0"/>
              <a:t>Deteção de fraudes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5AAB9C7-FECB-C115-D4F4-8BAB3FA21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0116" y="2070339"/>
            <a:ext cx="2812024" cy="287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5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Estabelecendo o comportamento normal</a:t>
            </a:r>
          </a:p>
        </p:txBody>
      </p:sp>
      <p:sp>
        <p:nvSpPr>
          <p:cNvPr id="3" name="Espaço Reservado para Conteúdo 3">
            <a:extLst>
              <a:ext uri="{FF2B5EF4-FFF2-40B4-BE49-F238E27FC236}">
                <a16:creationId xmlns:a16="http://schemas.microsoft.com/office/drawing/2014/main" id="{513198DC-BF56-CED9-A7F3-D2DCC7CE80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6576" y="2070338"/>
            <a:ext cx="5422390" cy="2743201"/>
          </a:xfrm>
        </p:spPr>
        <p:txBody>
          <a:bodyPr>
            <a:normAutofit/>
          </a:bodyPr>
          <a:lstStyle/>
          <a:p>
            <a:pPr lvl="1"/>
            <a:r>
              <a:rPr lang="pt-BR" dirty="0"/>
              <a:t>Use as funções estatísticas para definir a média, a variância e o desvio padrão da distribuição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B4E48C3-60E5-2B71-86A2-AD0F3C7D3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574" y="2210041"/>
            <a:ext cx="6134632" cy="440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507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92DC75-68CE-9427-2FC2-28712C3CA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Alguns exemplos: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124DD0-713B-1C60-71E6-E5036CA970C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err="1"/>
              <a:t>sourcetype</a:t>
            </a:r>
            <a:r>
              <a:rPr lang="pt-BR" dirty="0"/>
              <a:t>=F5 virtual="/Common/</a:t>
            </a:r>
            <a:r>
              <a:rPr lang="pt-BR" dirty="0" err="1"/>
              <a:t>VS_Siga_ssl</a:t>
            </a:r>
            <a:r>
              <a:rPr lang="pt-BR" dirty="0"/>
              <a:t>" </a:t>
            </a:r>
            <a:r>
              <a:rPr lang="pt-BR" dirty="0" err="1"/>
              <a:t>request</a:t>
            </a:r>
            <a:r>
              <a:rPr lang="pt-BR" dirty="0"/>
              <a:t>="*</a:t>
            </a:r>
            <a:r>
              <a:rPr lang="pt-BR" dirty="0" err="1"/>
              <a:t>identitymanagerlogin</a:t>
            </a:r>
            <a:r>
              <a:rPr lang="pt-BR" dirty="0"/>
              <a:t>*"| </a:t>
            </a:r>
            <a:r>
              <a:rPr lang="pt-BR" dirty="0" err="1"/>
              <a:t>stats</a:t>
            </a:r>
            <a:r>
              <a:rPr lang="pt-BR" dirty="0"/>
              <a:t> </a:t>
            </a:r>
            <a:r>
              <a:rPr lang="pt-BR" dirty="0" err="1"/>
              <a:t>avg</a:t>
            </a:r>
            <a:r>
              <a:rPr lang="pt-BR" dirty="0"/>
              <a:t>(</a:t>
            </a:r>
            <a:r>
              <a:rPr lang="pt-BR" dirty="0" err="1"/>
              <a:t>resp_time</a:t>
            </a:r>
            <a:r>
              <a:rPr lang="pt-BR" dirty="0"/>
              <a:t>) </a:t>
            </a:r>
            <a:r>
              <a:rPr lang="pt-BR" dirty="0" err="1"/>
              <a:t>by</a:t>
            </a:r>
            <a:r>
              <a:rPr lang="pt-BR" dirty="0"/>
              <a:t> </a:t>
            </a:r>
            <a:r>
              <a:rPr lang="pt-BR" dirty="0" err="1"/>
              <a:t>client_ip</a:t>
            </a:r>
            <a:r>
              <a:rPr lang="pt-BR" dirty="0"/>
              <a:t>, </a:t>
            </a:r>
            <a:r>
              <a:rPr lang="pt-BR" dirty="0" err="1"/>
              <a:t>server_status</a:t>
            </a: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err="1"/>
              <a:t>sourcetype</a:t>
            </a:r>
            <a:r>
              <a:rPr lang="pt-BR" dirty="0"/>
              <a:t>=F5 virtual="/Common/</a:t>
            </a:r>
            <a:r>
              <a:rPr lang="pt-BR" dirty="0" err="1"/>
              <a:t>VS_Siga_ssl</a:t>
            </a:r>
            <a:r>
              <a:rPr lang="pt-BR" dirty="0"/>
              <a:t>" </a:t>
            </a:r>
            <a:r>
              <a:rPr lang="pt-BR" dirty="0" err="1"/>
              <a:t>request</a:t>
            </a:r>
            <a:r>
              <a:rPr lang="pt-BR" dirty="0"/>
              <a:t>="*</a:t>
            </a:r>
            <a:r>
              <a:rPr lang="pt-BR" dirty="0" err="1"/>
              <a:t>identitymanagerlogin</a:t>
            </a:r>
            <a:r>
              <a:rPr lang="pt-BR" dirty="0"/>
              <a:t>*" </a:t>
            </a:r>
            <a:r>
              <a:rPr lang="pt-BR" dirty="0" err="1"/>
              <a:t>server_status</a:t>
            </a:r>
            <a:r>
              <a:rPr lang="pt-BR" dirty="0"/>
              <a:t>!=200 | </a:t>
            </a:r>
            <a:r>
              <a:rPr lang="pt-BR" dirty="0" err="1"/>
              <a:t>timechart</a:t>
            </a:r>
            <a:r>
              <a:rPr lang="pt-BR" dirty="0"/>
              <a:t> </a:t>
            </a:r>
            <a:r>
              <a:rPr lang="pt-BR" dirty="0" err="1"/>
              <a:t>count</a:t>
            </a:r>
            <a:r>
              <a:rPr lang="pt-BR" dirty="0"/>
              <a:t> </a:t>
            </a:r>
            <a:r>
              <a:rPr lang="pt-BR" dirty="0" err="1"/>
              <a:t>span</a:t>
            </a:r>
            <a:r>
              <a:rPr lang="pt-BR" dirty="0"/>
              <a:t>=1h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2DB78B9-5E60-4A96-ED63-8A90DEA91CA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i="1" dirty="0"/>
              <a:t>injection </a:t>
            </a:r>
            <a:r>
              <a:rPr lang="en-US" i="1" dirty="0" err="1"/>
              <a:t>sourcetype</a:t>
            </a:r>
            <a:r>
              <a:rPr lang="en-US" i="1" dirty="0"/>
              <a:t>="</a:t>
            </a:r>
            <a:r>
              <a:rPr lang="en-US" i="1" dirty="0" err="1"/>
              <a:t>imperva:waf</a:t>
            </a:r>
            <a:r>
              <a:rPr lang="en-US" i="1" dirty="0"/>
              <a:t>" | </a:t>
            </a:r>
            <a:r>
              <a:rPr lang="en-US" i="1" dirty="0" err="1"/>
              <a:t>iplocation</a:t>
            </a:r>
            <a:r>
              <a:rPr lang="en-US" i="1" dirty="0"/>
              <a:t> </a:t>
            </a:r>
            <a:r>
              <a:rPr lang="en-US" i="1" dirty="0" err="1"/>
              <a:t>src</a:t>
            </a:r>
            <a:r>
              <a:rPr lang="en-US" i="1" dirty="0"/>
              <a:t> |  </a:t>
            </a:r>
            <a:r>
              <a:rPr lang="en-US" i="1" dirty="0" err="1"/>
              <a:t>geostats</a:t>
            </a:r>
            <a:r>
              <a:rPr lang="en-US" i="1" dirty="0"/>
              <a:t> latfield=</a:t>
            </a:r>
            <a:r>
              <a:rPr lang="en-US" i="1" dirty="0" err="1"/>
              <a:t>lat</a:t>
            </a:r>
            <a:r>
              <a:rPr lang="en-US" i="1" dirty="0"/>
              <a:t> </a:t>
            </a:r>
            <a:r>
              <a:rPr lang="en-US" i="1" dirty="0" err="1"/>
              <a:t>longfield</a:t>
            </a:r>
            <a:r>
              <a:rPr lang="en-US" i="1" dirty="0"/>
              <a:t>=</a:t>
            </a:r>
            <a:r>
              <a:rPr lang="en-US" i="1" dirty="0" err="1"/>
              <a:t>lon</a:t>
            </a:r>
            <a:r>
              <a:rPr lang="en-US" i="1" dirty="0"/>
              <a:t> count</a:t>
            </a:r>
          </a:p>
          <a:p>
            <a:r>
              <a:rPr lang="en-US" dirty="0" err="1"/>
              <a:t>sourcetype</a:t>
            </a:r>
            <a:r>
              <a:rPr lang="en-US" dirty="0"/>
              <a:t>=f5 </a:t>
            </a:r>
            <a:r>
              <a:rPr lang="en-US" dirty="0" err="1"/>
              <a:t>server_status</a:t>
            </a:r>
            <a:r>
              <a:rPr lang="en-US" dirty="0"/>
              <a:t>=200 | </a:t>
            </a:r>
            <a:r>
              <a:rPr lang="en-US" dirty="0" err="1"/>
              <a:t>timechart</a:t>
            </a:r>
            <a:r>
              <a:rPr lang="en-US" dirty="0"/>
              <a:t> avg(</a:t>
            </a:r>
            <a:r>
              <a:rPr lang="en-US" dirty="0" err="1"/>
              <a:t>resp_time</a:t>
            </a:r>
            <a:r>
              <a:rPr lang="en-US" dirty="0"/>
              <a:t>) by </a:t>
            </a:r>
            <a:r>
              <a:rPr lang="en-US" dirty="0" err="1"/>
              <a:t>lb_server</a:t>
            </a:r>
            <a:r>
              <a:rPr lang="en-US" dirty="0"/>
              <a:t>  | outlier action=transform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44681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C6F6FA-06BC-6170-0AE7-734DF878F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2000" dirty="0" err="1"/>
              <a:t>sourcetype</a:t>
            </a:r>
            <a:r>
              <a:rPr lang="pt-BR" sz="2000" dirty="0"/>
              <a:t>=F5 virtual="/Common/</a:t>
            </a:r>
            <a:r>
              <a:rPr lang="pt-BR" sz="2000" dirty="0" err="1"/>
              <a:t>VS_Siga_ssl</a:t>
            </a:r>
            <a:r>
              <a:rPr lang="pt-BR" sz="2000" dirty="0"/>
              <a:t>" </a:t>
            </a:r>
            <a:r>
              <a:rPr lang="pt-BR" sz="2000" dirty="0" err="1"/>
              <a:t>request</a:t>
            </a:r>
            <a:r>
              <a:rPr lang="pt-BR" sz="2000" dirty="0"/>
              <a:t>="*</a:t>
            </a:r>
            <a:r>
              <a:rPr lang="pt-BR" sz="2000" dirty="0" err="1"/>
              <a:t>identitymanagerlogin</a:t>
            </a:r>
            <a:r>
              <a:rPr lang="pt-BR" sz="2000" dirty="0"/>
              <a:t>*"| </a:t>
            </a:r>
            <a:r>
              <a:rPr lang="pt-BR" sz="2000" dirty="0" err="1"/>
              <a:t>stats</a:t>
            </a:r>
            <a:r>
              <a:rPr lang="pt-BR" sz="2000" dirty="0"/>
              <a:t> </a:t>
            </a:r>
            <a:r>
              <a:rPr lang="pt-BR" sz="2000" dirty="0" err="1"/>
              <a:t>avg</a:t>
            </a:r>
            <a:r>
              <a:rPr lang="pt-BR" sz="2000" dirty="0"/>
              <a:t>(</a:t>
            </a:r>
            <a:r>
              <a:rPr lang="pt-BR" sz="2000" dirty="0" err="1"/>
              <a:t>resp_time</a:t>
            </a:r>
            <a:r>
              <a:rPr lang="pt-BR" sz="2000" dirty="0"/>
              <a:t>) </a:t>
            </a:r>
            <a:r>
              <a:rPr lang="pt-BR" sz="2000" dirty="0" err="1"/>
              <a:t>by</a:t>
            </a:r>
            <a:r>
              <a:rPr lang="pt-BR" sz="2000" dirty="0"/>
              <a:t> </a:t>
            </a:r>
            <a:r>
              <a:rPr lang="pt-BR" sz="2000" dirty="0" err="1"/>
              <a:t>client_ip</a:t>
            </a:r>
            <a:r>
              <a:rPr lang="pt-BR" sz="2000" dirty="0"/>
              <a:t>, </a:t>
            </a:r>
            <a:r>
              <a:rPr lang="pt-BR" sz="2000" dirty="0" err="1"/>
              <a:t>server_status</a:t>
            </a:r>
            <a:endParaRPr lang="pt-BR" sz="2000" dirty="0"/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A7738833-6A29-703C-0700-12C30C24BDB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81025" y="2613275"/>
            <a:ext cx="11029950" cy="2861762"/>
          </a:xfrm>
        </p:spPr>
      </p:pic>
    </p:spTree>
    <p:extLst>
      <p:ext uri="{BB962C8B-B14F-4D97-AF65-F5344CB8AC3E}">
        <p14:creationId xmlns:p14="http://schemas.microsoft.com/office/powerpoint/2010/main" val="1210545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C6F6FA-06BC-6170-0AE7-734DF878F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pt-BR" sz="1800" dirty="0" err="1"/>
              <a:t>sourcetype</a:t>
            </a:r>
            <a:r>
              <a:rPr lang="pt-BR" sz="1800" dirty="0"/>
              <a:t>=F5 virtual="/Common/</a:t>
            </a:r>
            <a:r>
              <a:rPr lang="pt-BR" sz="1800" dirty="0" err="1"/>
              <a:t>VS_Siga_ssl</a:t>
            </a:r>
            <a:r>
              <a:rPr lang="pt-BR" sz="1800" dirty="0"/>
              <a:t>" </a:t>
            </a:r>
            <a:r>
              <a:rPr lang="pt-BR" sz="1800" dirty="0" err="1"/>
              <a:t>request</a:t>
            </a:r>
            <a:r>
              <a:rPr lang="pt-BR" sz="1800" dirty="0"/>
              <a:t>="*</a:t>
            </a:r>
            <a:r>
              <a:rPr lang="pt-BR" sz="1800" dirty="0" err="1"/>
              <a:t>identitymanagerlogin</a:t>
            </a:r>
            <a:r>
              <a:rPr lang="pt-BR" sz="1800" dirty="0"/>
              <a:t>*" </a:t>
            </a:r>
            <a:r>
              <a:rPr lang="pt-BR" sz="1800" dirty="0" err="1"/>
              <a:t>server_status</a:t>
            </a:r>
            <a:r>
              <a:rPr lang="pt-BR" sz="1800" dirty="0"/>
              <a:t>!=200 | </a:t>
            </a:r>
            <a:r>
              <a:rPr lang="pt-BR" sz="1800" dirty="0" err="1"/>
              <a:t>timechart</a:t>
            </a:r>
            <a:r>
              <a:rPr lang="pt-BR" sz="1800" dirty="0"/>
              <a:t> </a:t>
            </a:r>
            <a:r>
              <a:rPr lang="pt-BR" sz="1800" dirty="0" err="1"/>
              <a:t>count</a:t>
            </a:r>
            <a:r>
              <a:rPr lang="pt-BR" sz="1800" dirty="0"/>
              <a:t> </a:t>
            </a:r>
            <a:r>
              <a:rPr lang="pt-BR" sz="1800" dirty="0" err="1"/>
              <a:t>span</a:t>
            </a:r>
            <a:r>
              <a:rPr lang="pt-BR" sz="1800" dirty="0"/>
              <a:t>=1h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83D5F94-348C-8869-4BE8-498817D29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657" y="2378219"/>
            <a:ext cx="11364686" cy="276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934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C6F6FA-06BC-6170-0AE7-734DF878F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pt-BR" sz="1800" dirty="0" err="1"/>
              <a:t>injection</a:t>
            </a:r>
            <a:r>
              <a:rPr lang="pt-BR" sz="1800" dirty="0"/>
              <a:t> </a:t>
            </a:r>
            <a:r>
              <a:rPr lang="pt-BR" sz="1800" dirty="0" err="1"/>
              <a:t>sourcetype</a:t>
            </a:r>
            <a:r>
              <a:rPr lang="pt-BR" sz="1800" dirty="0"/>
              <a:t>="</a:t>
            </a:r>
            <a:r>
              <a:rPr lang="pt-BR" sz="1800" dirty="0" err="1"/>
              <a:t>imperva:waf</a:t>
            </a:r>
            <a:r>
              <a:rPr lang="pt-BR" sz="1800" dirty="0"/>
              <a:t>" | </a:t>
            </a:r>
            <a:r>
              <a:rPr lang="pt-BR" sz="1800" dirty="0" err="1"/>
              <a:t>iplocation</a:t>
            </a:r>
            <a:r>
              <a:rPr lang="pt-BR" sz="1800" dirty="0"/>
              <a:t> </a:t>
            </a:r>
            <a:r>
              <a:rPr lang="pt-BR" sz="1800" dirty="0" err="1"/>
              <a:t>src</a:t>
            </a:r>
            <a:r>
              <a:rPr lang="pt-BR" sz="1800" dirty="0"/>
              <a:t> |  </a:t>
            </a:r>
            <a:r>
              <a:rPr lang="pt-BR" sz="1800" dirty="0" err="1"/>
              <a:t>geostats</a:t>
            </a:r>
            <a:r>
              <a:rPr lang="pt-BR" sz="1800" dirty="0"/>
              <a:t> </a:t>
            </a:r>
            <a:r>
              <a:rPr lang="pt-BR" sz="1800" dirty="0" err="1"/>
              <a:t>latfield</a:t>
            </a:r>
            <a:r>
              <a:rPr lang="pt-BR" sz="1800" dirty="0"/>
              <a:t>=</a:t>
            </a:r>
            <a:r>
              <a:rPr lang="pt-BR" sz="1800" dirty="0" err="1"/>
              <a:t>lat</a:t>
            </a:r>
            <a:r>
              <a:rPr lang="pt-BR" sz="1800" dirty="0"/>
              <a:t> </a:t>
            </a:r>
            <a:r>
              <a:rPr lang="pt-BR" sz="1800" dirty="0" err="1"/>
              <a:t>longfield</a:t>
            </a:r>
            <a:r>
              <a:rPr lang="pt-BR" sz="1800" dirty="0"/>
              <a:t>=</a:t>
            </a:r>
            <a:r>
              <a:rPr lang="pt-BR" sz="1800" dirty="0" err="1"/>
              <a:t>lon</a:t>
            </a:r>
            <a:r>
              <a:rPr lang="pt-BR" sz="1800" dirty="0"/>
              <a:t> </a:t>
            </a:r>
            <a:r>
              <a:rPr lang="pt-BR" sz="1800" dirty="0" err="1"/>
              <a:t>count</a:t>
            </a:r>
            <a:endParaRPr lang="pt-BR" sz="18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83D5F94-348C-8869-4BE8-498817D29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657" y="2378219"/>
            <a:ext cx="11364686" cy="2761792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D7BCE5DD-CFBC-0992-1934-D7ED189E3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620" y="2246217"/>
            <a:ext cx="11874759" cy="3657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758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C6F6FA-06BC-6170-0AE7-734DF878F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 err="1"/>
              <a:t>sourcetype</a:t>
            </a:r>
            <a:r>
              <a:rPr lang="en-US" sz="2000" dirty="0"/>
              <a:t>=f5 </a:t>
            </a:r>
            <a:r>
              <a:rPr lang="en-US" sz="2000" dirty="0" err="1"/>
              <a:t>server_status</a:t>
            </a:r>
            <a:r>
              <a:rPr lang="en-US" sz="2000" dirty="0"/>
              <a:t>=200 | </a:t>
            </a:r>
            <a:r>
              <a:rPr lang="en-US" sz="2000" dirty="0" err="1"/>
              <a:t>timechart</a:t>
            </a:r>
            <a:r>
              <a:rPr lang="en-US" sz="2000" dirty="0"/>
              <a:t> avg(</a:t>
            </a:r>
            <a:r>
              <a:rPr lang="en-US" sz="2000" dirty="0" err="1"/>
              <a:t>resp_time</a:t>
            </a:r>
            <a:r>
              <a:rPr lang="en-US" sz="2000" dirty="0"/>
              <a:t>) by </a:t>
            </a:r>
            <a:r>
              <a:rPr lang="en-US" sz="2000" dirty="0" err="1"/>
              <a:t>lb_server</a:t>
            </a:r>
            <a:r>
              <a:rPr lang="en-US" sz="2000" dirty="0"/>
              <a:t>  | outlier action=transform</a:t>
            </a:r>
            <a:endParaRPr lang="pt-BR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83D5F94-348C-8869-4BE8-498817D29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657" y="2378219"/>
            <a:ext cx="11364686" cy="276179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C5C1A83-3FC6-D271-C54E-34FCAB202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71081"/>
            <a:ext cx="12192000" cy="3176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8442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tângulo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 rtlCol="0">
            <a:normAutofit/>
          </a:bodyPr>
          <a:lstStyle/>
          <a:p>
            <a:pPr rtl="0"/>
            <a:r>
              <a:rPr lang="pt-BR">
                <a:solidFill>
                  <a:srgbClr val="FFFFFF"/>
                </a:solidFill>
              </a:rPr>
              <a:t>Obrigado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 rtlCol="0">
            <a:normAutofit/>
          </a:bodyPr>
          <a:lstStyle/>
          <a:p>
            <a:pPr rtl="0"/>
            <a:r>
              <a:rPr lang="pt-BR" dirty="0">
                <a:solidFill>
                  <a:schemeClr val="bg2"/>
                </a:solidFill>
              </a:rPr>
              <a:t>Felipe.Quintella@fgv.br</a:t>
            </a:r>
          </a:p>
          <a:p>
            <a:pPr rtl="0"/>
            <a:endParaRPr lang="pt-BR" dirty="0">
              <a:solidFill>
                <a:schemeClr val="bg2"/>
              </a:solidFill>
            </a:endParaRPr>
          </a:p>
          <a:p>
            <a:pPr rtl="0"/>
            <a:endParaRPr lang="pt-BR" dirty="0">
              <a:solidFill>
                <a:schemeClr val="bg2"/>
              </a:solidFill>
            </a:endParaRPr>
          </a:p>
        </p:txBody>
      </p:sp>
      <p:pic>
        <p:nvPicPr>
          <p:cNvPr id="5" name="Imagem 4" descr="Números Digitai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8438_TF56390039_Win32" id="{BD4490C2-611E-455A-B4BD-979530468577}" vid="{C717240B-0B4A-47DC-B19B-2043A138DC70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{AC0804FF-AC8F-4328-8937-599172579272}tf56390039_win32</Template>
  <TotalTime>108</TotalTime>
  <Words>327</Words>
  <Application>Microsoft Office PowerPoint</Application>
  <PresentationFormat>Widescreen</PresentationFormat>
  <Paragraphs>41</Paragraphs>
  <Slides>14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Calibri</vt:lpstr>
      <vt:lpstr>Gill Sans MT</vt:lpstr>
      <vt:lpstr>Wingdings 2</vt:lpstr>
      <vt:lpstr>Dividendo</vt:lpstr>
      <vt:lpstr>Splunk &amp; Data Science </vt:lpstr>
      <vt:lpstr>Arquitetura</vt:lpstr>
      <vt:lpstr>Metodologia e Inteligência operacional</vt:lpstr>
      <vt:lpstr>Medindo performance</vt:lpstr>
      <vt:lpstr>Análise de dados: Frequência, Erros e Duração</vt:lpstr>
      <vt:lpstr>Análise de dados: Identificando padrões</vt:lpstr>
      <vt:lpstr>Detecção de anomalias</vt:lpstr>
      <vt:lpstr>Estabelecendo o comportamento normal</vt:lpstr>
      <vt:lpstr>Alguns exemplos:</vt:lpstr>
      <vt:lpstr>sourcetype=F5 virtual="/Common/VS_Siga_ssl" request="*identitymanagerlogin*"| stats avg(resp_time) by client_ip, server_status</vt:lpstr>
      <vt:lpstr>sourcetype=F5 virtual="/Common/VS_Siga_ssl" request="*identitymanagerlogin*" server_status!=200 | timechart count span=1h</vt:lpstr>
      <vt:lpstr>injection sourcetype="imperva:waf" | iplocation src |  geostats latfield=lat longfield=lon count</vt:lpstr>
      <vt:lpstr>sourcetype=f5 server_status=200 | timechart avg(resp_time) by lb_server  | outlier action=transform</vt:lpstr>
      <vt:lpstr>Obrigado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Splunk &amp; Data Science </dc:title>
  <dc:creator>Felipe Ferreira Quintella</dc:creator>
  <cp:lastModifiedBy>Felipe Ferreira Quintella</cp:lastModifiedBy>
  <cp:revision>2</cp:revision>
  <dcterms:created xsi:type="dcterms:W3CDTF">2023-05-09T15:57:44Z</dcterms:created>
  <dcterms:modified xsi:type="dcterms:W3CDTF">2023-05-10T13:18:16Z</dcterms:modified>
</cp:coreProperties>
</file>