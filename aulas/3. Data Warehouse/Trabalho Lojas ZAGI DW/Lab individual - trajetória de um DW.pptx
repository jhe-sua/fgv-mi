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13"/>
  </p:notesMasterIdLst>
  <p:handoutMasterIdLst>
    <p:handoutMasterId r:id="rId14"/>
  </p:handoutMasterIdLst>
  <p:sldIdLst>
    <p:sldId id="259" r:id="rId3"/>
    <p:sldId id="264" r:id="rId4"/>
    <p:sldId id="260" r:id="rId5"/>
    <p:sldId id="261" r:id="rId6"/>
    <p:sldId id="262" r:id="rId7"/>
    <p:sldId id="263" r:id="rId8"/>
    <p:sldId id="267" r:id="rId9"/>
    <p:sldId id="268" r:id="rId10"/>
    <p:sldId id="269" r:id="rId11"/>
    <p:sldId id="401" r:id="rId12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264"/>
            <p14:sldId id="260"/>
            <p14:sldId id="261"/>
            <p14:sldId id="262"/>
            <p14:sldId id="263"/>
            <p14:sldId id="267"/>
            <p14:sldId id="268"/>
            <p14:sldId id="269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B9B9B9"/>
    <a:srgbClr val="31CCE8"/>
    <a:srgbClr val="118E97"/>
    <a:srgbClr val="17B1CB"/>
    <a:srgbClr val="BC873A"/>
    <a:srgbClr val="C1C139"/>
    <a:srgbClr val="A48F52"/>
    <a:srgbClr val="9C975A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96925-7E42-4FB3-960D-06D0A3135288}" v="3" dt="2023-03-25T13:39:28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85395" autoAdjust="0"/>
  </p:normalViewPr>
  <p:slideViewPr>
    <p:cSldViewPr snapToGrid="0" snapToObjects="1">
      <p:cViewPr varScale="1">
        <p:scale>
          <a:sx n="85" d="100"/>
          <a:sy n="85" d="100"/>
        </p:scale>
        <p:origin x="1380" y="84"/>
      </p:cViewPr>
      <p:guideLst>
        <p:guide orient="horz" pos="2516"/>
        <p:guide pos="2880"/>
      </p:guideLst>
    </p:cSldViewPr>
  </p:slideViewPr>
  <p:outlineViewPr>
    <p:cViewPr>
      <p:scale>
        <a:sx n="33" d="100"/>
        <a:sy n="33" d="100"/>
      </p:scale>
      <p:origin x="0" y="-28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4352" y="760"/>
      </p:cViewPr>
      <p:guideLst>
        <p:guide orient="horz" pos="3224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  <pc:docChgLst>
    <pc:chgData name="Júlio César Chaves" userId="3f913fe9-3202-435d-b9f5-b2fca763184f" providerId="ADAL" clId="{81FFEA3B-DED6-467A-A7E5-399D18FB4107}"/>
    <pc:docChg chg="undo custSel addSld delSld modSld sldOrd modSection">
      <pc:chgData name="Júlio César Chaves" userId="3f913fe9-3202-435d-b9f5-b2fca763184f" providerId="ADAL" clId="{81FFEA3B-DED6-467A-A7E5-399D18FB4107}" dt="2023-01-31T22:01:12.717" v="1612" actId="20577"/>
      <pc:docMkLst>
        <pc:docMk/>
      </pc:docMkLst>
      <pc:sldChg chg="modSp mod ord modShow">
        <pc:chgData name="Júlio César Chaves" userId="3f913fe9-3202-435d-b9f5-b2fca763184f" providerId="ADAL" clId="{81FFEA3B-DED6-467A-A7E5-399D18FB4107}" dt="2023-01-31T19:06:07.692" v="1568" actId="729"/>
        <pc:sldMkLst>
          <pc:docMk/>
          <pc:sldMk cId="2142571743" sldId="257"/>
        </pc:sldMkLst>
        <pc:spChg chg="mod">
          <ac:chgData name="Júlio César Chaves" userId="3f913fe9-3202-435d-b9f5-b2fca763184f" providerId="ADAL" clId="{81FFEA3B-DED6-467A-A7E5-399D18FB4107}" dt="2023-01-31T17:35:32.045" v="1548" actId="20577"/>
          <ac:spMkLst>
            <pc:docMk/>
            <pc:sldMk cId="2142571743" sldId="257"/>
            <ac:spMk id="5" creationId="{DD0EF806-059C-83FC-B4A3-2C9640762605}"/>
          </ac:spMkLst>
        </pc:spChg>
      </pc:sldChg>
      <pc:sldChg chg="addSp delSp modSp mod modClrScheme chgLayout modNotesTx">
        <pc:chgData name="Júlio César Chaves" userId="3f913fe9-3202-435d-b9f5-b2fca763184f" providerId="ADAL" clId="{81FFEA3B-DED6-467A-A7E5-399D18FB4107}" dt="2023-01-30T19:43:35.263" v="1106" actId="6549"/>
        <pc:sldMkLst>
          <pc:docMk/>
          <pc:sldMk cId="3243391703" sldId="275"/>
        </pc:sldMkLst>
        <pc:spChg chg="mod ord">
          <ac:chgData name="Júlio César Chaves" userId="3f913fe9-3202-435d-b9f5-b2fca763184f" providerId="ADAL" clId="{81FFEA3B-DED6-467A-A7E5-399D18FB4107}" dt="2023-01-30T19:00:58.769" v="121" actId="700"/>
          <ac:spMkLst>
            <pc:docMk/>
            <pc:sldMk cId="3243391703" sldId="275"/>
            <ac:spMk id="2" creationId="{F69B9CA0-4261-424E-A9DA-ABBCFACD1135}"/>
          </ac:spMkLst>
        </pc:spChg>
        <pc:spChg chg="del mod ord">
          <ac:chgData name="Júlio César Chaves" userId="3f913fe9-3202-435d-b9f5-b2fca763184f" providerId="ADAL" clId="{81FFEA3B-DED6-467A-A7E5-399D18FB4107}" dt="2023-01-30T19:00:58.769" v="121" actId="700"/>
          <ac:spMkLst>
            <pc:docMk/>
            <pc:sldMk cId="3243391703" sldId="275"/>
            <ac:spMk id="3" creationId="{A3E62572-FD74-4198-9089-BCA95A3C4FD4}"/>
          </ac:spMkLst>
        </pc:spChg>
        <pc:spChg chg="mod">
          <ac:chgData name="Júlio César Chaves" userId="3f913fe9-3202-435d-b9f5-b2fca763184f" providerId="ADAL" clId="{81FFEA3B-DED6-467A-A7E5-399D18FB4107}" dt="2023-01-30T19:00:27.422" v="115" actId="14100"/>
          <ac:spMkLst>
            <pc:docMk/>
            <pc:sldMk cId="3243391703" sldId="275"/>
            <ac:spMk id="8" creationId="{7A8C3F43-F5DA-4276-B3D6-B0EA1D56E17B}"/>
          </ac:spMkLst>
        </pc:spChg>
        <pc:spChg chg="mod">
          <ac:chgData name="Júlio César Chaves" userId="3f913fe9-3202-435d-b9f5-b2fca763184f" providerId="ADAL" clId="{81FFEA3B-DED6-467A-A7E5-399D18FB4107}" dt="2023-01-30T18:55:19.783" v="65" actId="1076"/>
          <ac:spMkLst>
            <pc:docMk/>
            <pc:sldMk cId="3243391703" sldId="275"/>
            <ac:spMk id="11" creationId="{60CA3735-2FCD-4097-A264-49D35F1E1CA4}"/>
          </ac:spMkLst>
        </pc:spChg>
        <pc:spChg chg="add mod ord">
          <ac:chgData name="Júlio César Chaves" userId="3f913fe9-3202-435d-b9f5-b2fca763184f" providerId="ADAL" clId="{81FFEA3B-DED6-467A-A7E5-399D18FB4107}" dt="2023-01-30T19:43:35.263" v="1106" actId="6549"/>
          <ac:spMkLst>
            <pc:docMk/>
            <pc:sldMk cId="3243391703" sldId="275"/>
            <ac:spMk id="16" creationId="{1B14AC5A-60BD-C393-2202-BF90F40C9676}"/>
          </ac:spMkLst>
        </pc:spChg>
        <pc:spChg chg="add mod ord">
          <ac:chgData name="Júlio César Chaves" userId="3f913fe9-3202-435d-b9f5-b2fca763184f" providerId="ADAL" clId="{81FFEA3B-DED6-467A-A7E5-399D18FB4107}" dt="2023-01-30T19:20:20.743" v="668" actId="20577"/>
          <ac:spMkLst>
            <pc:docMk/>
            <pc:sldMk cId="3243391703" sldId="275"/>
            <ac:spMk id="17" creationId="{552E6FCA-7D57-590D-49C4-3250703B32FF}"/>
          </ac:spMkLst>
        </pc:spChg>
        <pc:spChg chg="add mod">
          <ac:chgData name="Júlio César Chaves" userId="3f913fe9-3202-435d-b9f5-b2fca763184f" providerId="ADAL" clId="{81FFEA3B-DED6-467A-A7E5-399D18FB4107}" dt="2023-01-30T19:02:34.854" v="132" actId="1076"/>
          <ac:spMkLst>
            <pc:docMk/>
            <pc:sldMk cId="3243391703" sldId="275"/>
            <ac:spMk id="18" creationId="{926DABBF-5111-4F81-4187-CFC0F79E1447}"/>
          </ac:spMkLst>
        </pc:spChg>
        <pc:spChg chg="add mod">
          <ac:chgData name="Júlio César Chaves" userId="3f913fe9-3202-435d-b9f5-b2fca763184f" providerId="ADAL" clId="{81FFEA3B-DED6-467A-A7E5-399D18FB4107}" dt="2023-01-30T19:03:11.143" v="140" actId="403"/>
          <ac:spMkLst>
            <pc:docMk/>
            <pc:sldMk cId="3243391703" sldId="275"/>
            <ac:spMk id="19" creationId="{42FB8892-FE3E-BA1C-A031-9173CA75455C}"/>
          </ac:spMkLst>
        </pc:spChg>
        <pc:picChg chg="mod">
          <ac:chgData name="Júlio César Chaves" userId="3f913fe9-3202-435d-b9f5-b2fca763184f" providerId="ADAL" clId="{81FFEA3B-DED6-467A-A7E5-399D18FB4107}" dt="2023-01-30T18:55:21.047" v="66" actId="1076"/>
          <ac:picMkLst>
            <pc:docMk/>
            <pc:sldMk cId="3243391703" sldId="275"/>
            <ac:picMk id="4" creationId="{6399238D-AAF7-4BCA-A085-95EAEEC6D3A3}"/>
          </ac:picMkLst>
        </pc:picChg>
        <pc:picChg chg="del mod">
          <ac:chgData name="Júlio César Chaves" userId="3f913fe9-3202-435d-b9f5-b2fca763184f" providerId="ADAL" clId="{81FFEA3B-DED6-467A-A7E5-399D18FB4107}" dt="2023-01-30T18:59:27.071" v="93" actId="478"/>
          <ac:picMkLst>
            <pc:docMk/>
            <pc:sldMk cId="3243391703" sldId="275"/>
            <ac:picMk id="5" creationId="{05B63AD9-2BD0-49CE-87CD-F4E276977ABE}"/>
          </ac:picMkLst>
        </pc:picChg>
        <pc:picChg chg="add mod">
          <ac:chgData name="Júlio César Chaves" userId="3f913fe9-3202-435d-b9f5-b2fca763184f" providerId="ADAL" clId="{81FFEA3B-DED6-467A-A7E5-399D18FB4107}" dt="2023-01-30T18:55:18.480" v="64" actId="1076"/>
          <ac:picMkLst>
            <pc:docMk/>
            <pc:sldMk cId="3243391703" sldId="275"/>
            <ac:picMk id="7" creationId="{CC2B7959-FAAE-559E-3991-0E0F3D091100}"/>
          </ac:picMkLst>
        </pc:picChg>
        <pc:picChg chg="add del mod">
          <ac:chgData name="Júlio César Chaves" userId="3f913fe9-3202-435d-b9f5-b2fca763184f" providerId="ADAL" clId="{81FFEA3B-DED6-467A-A7E5-399D18FB4107}" dt="2023-01-30T18:57:22.031" v="78" actId="478"/>
          <ac:picMkLst>
            <pc:docMk/>
            <pc:sldMk cId="3243391703" sldId="275"/>
            <ac:picMk id="9" creationId="{ACEA682C-7451-05DE-3885-7BC609A80952}"/>
          </ac:picMkLst>
        </pc:picChg>
        <pc:picChg chg="add del mod">
          <ac:chgData name="Júlio César Chaves" userId="3f913fe9-3202-435d-b9f5-b2fca763184f" providerId="ADAL" clId="{81FFEA3B-DED6-467A-A7E5-399D18FB4107}" dt="2023-01-30T18:57:26.159" v="81" actId="478"/>
          <ac:picMkLst>
            <pc:docMk/>
            <pc:sldMk cId="3243391703" sldId="275"/>
            <ac:picMk id="12" creationId="{E096F621-D5D6-A2B7-22B9-34EE730A21E8}"/>
          </ac:picMkLst>
        </pc:picChg>
        <pc:picChg chg="add del mod">
          <ac:chgData name="Júlio César Chaves" userId="3f913fe9-3202-435d-b9f5-b2fca763184f" providerId="ADAL" clId="{81FFEA3B-DED6-467A-A7E5-399D18FB4107}" dt="2023-01-30T18:57:50.432" v="84" actId="478"/>
          <ac:picMkLst>
            <pc:docMk/>
            <pc:sldMk cId="3243391703" sldId="275"/>
            <ac:picMk id="13" creationId="{285FAE52-199A-1221-A67E-5CD83301BBE2}"/>
          </ac:picMkLst>
        </pc:picChg>
        <pc:picChg chg="add mod">
          <ac:chgData name="Júlio César Chaves" userId="3f913fe9-3202-435d-b9f5-b2fca763184f" providerId="ADAL" clId="{81FFEA3B-DED6-467A-A7E5-399D18FB4107}" dt="2023-01-30T19:00:34.742" v="118" actId="1076"/>
          <ac:picMkLst>
            <pc:docMk/>
            <pc:sldMk cId="3243391703" sldId="275"/>
            <ac:picMk id="15" creationId="{9FB7D92B-95A1-331E-28C1-C5A7B7E0CE47}"/>
          </ac:picMkLst>
        </pc:picChg>
        <pc:picChg chg="mod">
          <ac:chgData name="Júlio César Chaves" userId="3f913fe9-3202-435d-b9f5-b2fca763184f" providerId="ADAL" clId="{81FFEA3B-DED6-467A-A7E5-399D18FB4107}" dt="2023-01-30T19:00:39.622" v="120" actId="1076"/>
          <ac:picMkLst>
            <pc:docMk/>
            <pc:sldMk cId="3243391703" sldId="275"/>
            <ac:picMk id="1026" creationId="{75B7FDFE-018C-4560-89C7-6912EF6F0061}"/>
          </ac:picMkLst>
        </pc:picChg>
        <pc:picChg chg="del mod">
          <ac:chgData name="Júlio César Chaves" userId="3f913fe9-3202-435d-b9f5-b2fca763184f" providerId="ADAL" clId="{81FFEA3B-DED6-467A-A7E5-399D18FB4107}" dt="2023-01-30T18:54:58.545" v="54" actId="478"/>
          <ac:picMkLst>
            <pc:docMk/>
            <pc:sldMk cId="3243391703" sldId="275"/>
            <ac:picMk id="1028" creationId="{2A03F612-F2CA-4790-9EF6-A65099EAAF77}"/>
          </ac:picMkLst>
        </pc:picChg>
        <pc:picChg chg="add mod">
          <ac:chgData name="Júlio César Chaves" userId="3f913fe9-3202-435d-b9f5-b2fca763184f" providerId="ADAL" clId="{81FFEA3B-DED6-467A-A7E5-399D18FB4107}" dt="2023-01-30T19:01:17.402" v="124" actId="1076"/>
          <ac:picMkLst>
            <pc:docMk/>
            <pc:sldMk cId="3243391703" sldId="275"/>
            <ac:picMk id="1030" creationId="{1415F230-956A-D9CB-A53F-59905B311006}"/>
          </ac:picMkLst>
        </pc:picChg>
        <pc:picChg chg="add mod">
          <ac:chgData name="Júlio César Chaves" userId="3f913fe9-3202-435d-b9f5-b2fca763184f" providerId="ADAL" clId="{81FFEA3B-DED6-467A-A7E5-399D18FB4107}" dt="2023-01-30T19:03:19.365" v="142" actId="1076"/>
          <ac:picMkLst>
            <pc:docMk/>
            <pc:sldMk cId="3243391703" sldId="275"/>
            <ac:picMk id="1032" creationId="{B3C8575F-7172-34E5-E3AB-86EC230FA964}"/>
          </ac:picMkLst>
        </pc:picChg>
      </pc:sldChg>
      <pc:sldChg chg="modSp mod">
        <pc:chgData name="Júlio César Chaves" userId="3f913fe9-3202-435d-b9f5-b2fca763184f" providerId="ADAL" clId="{81FFEA3B-DED6-467A-A7E5-399D18FB4107}" dt="2023-01-30T18:49:43.986" v="21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81FFEA3B-DED6-467A-A7E5-399D18FB4107}" dt="2023-01-30T18:49:43.986" v="21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addSp delSp modSp mod modClrScheme chgLayout">
        <pc:chgData name="Júlio César Chaves" userId="3f913fe9-3202-435d-b9f5-b2fca763184f" providerId="ADAL" clId="{81FFEA3B-DED6-467A-A7E5-399D18FB4107}" dt="2023-01-30T19:45:03.786" v="1112" actId="14100"/>
        <pc:sldMkLst>
          <pc:docMk/>
          <pc:sldMk cId="4217619675" sldId="311"/>
        </pc:sldMkLst>
        <pc:spChg chg="mod ord">
          <ac:chgData name="Júlio César Chaves" userId="3f913fe9-3202-435d-b9f5-b2fca763184f" providerId="ADAL" clId="{81FFEA3B-DED6-467A-A7E5-399D18FB4107}" dt="2023-01-30T19:31:10.239" v="833" actId="700"/>
          <ac:spMkLst>
            <pc:docMk/>
            <pc:sldMk cId="4217619675" sldId="311"/>
            <ac:spMk id="2" creationId="{00000000-0000-0000-0000-000000000000}"/>
          </ac:spMkLst>
        </pc:spChg>
        <pc:spChg chg="add del mod ord">
          <ac:chgData name="Júlio César Chaves" userId="3f913fe9-3202-435d-b9f5-b2fca763184f" providerId="ADAL" clId="{81FFEA3B-DED6-467A-A7E5-399D18FB4107}" dt="2023-01-30T19:31:21.325" v="837" actId="478"/>
          <ac:spMkLst>
            <pc:docMk/>
            <pc:sldMk cId="4217619675" sldId="311"/>
            <ac:spMk id="3" creationId="{95E57D44-85D6-B573-52A5-2AF9C08D4B41}"/>
          </ac:spMkLst>
        </pc:spChg>
        <pc:spChg chg="mod ord">
          <ac:chgData name="Júlio César Chaves" userId="3f913fe9-3202-435d-b9f5-b2fca763184f" providerId="ADAL" clId="{81FFEA3B-DED6-467A-A7E5-399D18FB4107}" dt="2023-01-30T19:32:06.213" v="845"/>
          <ac:spMkLst>
            <pc:docMk/>
            <pc:sldMk cId="4217619675" sldId="311"/>
            <ac:spMk id="4" creationId="{00000000-0000-0000-0000-000000000000}"/>
          </ac:spMkLst>
        </pc:spChg>
        <pc:spChg chg="mod ord">
          <ac:chgData name="Júlio César Chaves" userId="3f913fe9-3202-435d-b9f5-b2fca763184f" providerId="ADAL" clId="{81FFEA3B-DED6-467A-A7E5-399D18FB4107}" dt="2023-01-30T19:31:10.239" v="833" actId="700"/>
          <ac:spMkLst>
            <pc:docMk/>
            <pc:sldMk cId="4217619675" sldId="311"/>
            <ac:spMk id="5" creationId="{00000000-0000-0000-0000-000000000000}"/>
          </ac:spMkLst>
        </pc:spChg>
        <pc:spChg chg="add mod">
          <ac:chgData name="Júlio César Chaves" userId="3f913fe9-3202-435d-b9f5-b2fca763184f" providerId="ADAL" clId="{81FFEA3B-DED6-467A-A7E5-399D18FB4107}" dt="2023-01-30T19:45:03.786" v="1112" actId="14100"/>
          <ac:spMkLst>
            <pc:docMk/>
            <pc:sldMk cId="4217619675" sldId="311"/>
            <ac:spMk id="9" creationId="{8880D06B-F808-C8C4-D0CB-CFD9284333A9}"/>
          </ac:spMkLst>
        </pc:spChg>
        <pc:picChg chg="del mod">
          <ac:chgData name="Júlio César Chaves" userId="3f913fe9-3202-435d-b9f5-b2fca763184f" providerId="ADAL" clId="{81FFEA3B-DED6-467A-A7E5-399D18FB4107}" dt="2023-01-30T19:33:08.523" v="847" actId="478"/>
          <ac:picMkLst>
            <pc:docMk/>
            <pc:sldMk cId="4217619675" sldId="311"/>
            <ac:picMk id="7" creationId="{7FCDCEB7-C35E-48D7-9E0C-8CADF951C9BF}"/>
          </ac:picMkLst>
        </pc:picChg>
        <pc:picChg chg="add mod">
          <ac:chgData name="Júlio César Chaves" userId="3f913fe9-3202-435d-b9f5-b2fca763184f" providerId="ADAL" clId="{81FFEA3B-DED6-467A-A7E5-399D18FB4107}" dt="2023-01-30T19:33:34.861" v="855" actId="1076"/>
          <ac:picMkLst>
            <pc:docMk/>
            <pc:sldMk cId="4217619675" sldId="311"/>
            <ac:picMk id="8" creationId="{C087E69A-842C-C7B2-50A6-BACF8EC2F84C}"/>
          </ac:picMkLst>
        </pc:picChg>
      </pc:sldChg>
      <pc:sldChg chg="delSp modSp mod ord modShow">
        <pc:chgData name="Júlio César Chaves" userId="3f913fe9-3202-435d-b9f5-b2fca763184f" providerId="ADAL" clId="{81FFEA3B-DED6-467A-A7E5-399D18FB4107}" dt="2023-01-30T21:01:25.552" v="1438" actId="729"/>
        <pc:sldMkLst>
          <pc:docMk/>
          <pc:sldMk cId="1045669170" sldId="362"/>
        </pc:sldMkLst>
        <pc:spChg chg="mod">
          <ac:chgData name="Júlio César Chaves" userId="3f913fe9-3202-435d-b9f5-b2fca763184f" providerId="ADAL" clId="{81FFEA3B-DED6-467A-A7E5-399D18FB4107}" dt="2023-01-30T20:48:18.418" v="1337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81FFEA3B-DED6-467A-A7E5-399D18FB4107}" dt="2023-01-30T20:46:01.202" v="1315" actId="1076"/>
          <ac:spMkLst>
            <pc:docMk/>
            <pc:sldMk cId="1045669170" sldId="362"/>
            <ac:spMk id="4" creationId="{E1DFE9F0-E4E0-4EED-80F9-053F2AD63631}"/>
          </ac:spMkLst>
        </pc:spChg>
        <pc:spChg chg="del">
          <ac:chgData name="Júlio César Chaves" userId="3f913fe9-3202-435d-b9f5-b2fca763184f" providerId="ADAL" clId="{81FFEA3B-DED6-467A-A7E5-399D18FB4107}" dt="2023-01-30T20:45:44.322" v="1314" actId="478"/>
          <ac:spMkLst>
            <pc:docMk/>
            <pc:sldMk cId="1045669170" sldId="362"/>
            <ac:spMk id="7" creationId="{9A11C0AF-923F-4BBB-A822-A45BB84B6E45}"/>
          </ac:spMkLst>
        </pc:spChg>
        <pc:spChg chg="del mod">
          <ac:chgData name="Júlio César Chaves" userId="3f913fe9-3202-435d-b9f5-b2fca763184f" providerId="ADAL" clId="{81FFEA3B-DED6-467A-A7E5-399D18FB4107}" dt="2023-01-30T20:37:00.608" v="1244" actId="478"/>
          <ac:spMkLst>
            <pc:docMk/>
            <pc:sldMk cId="1045669170" sldId="362"/>
            <ac:spMk id="10" creationId="{38AD0C20-896D-41DF-A1D5-73E42DC3952F}"/>
          </ac:spMkLst>
        </pc:spChg>
      </pc:sldChg>
      <pc:sldChg chg="addSp modSp add mod">
        <pc:chgData name="Júlio César Chaves" userId="3f913fe9-3202-435d-b9f5-b2fca763184f" providerId="ADAL" clId="{81FFEA3B-DED6-467A-A7E5-399D18FB4107}" dt="2023-01-30T20:39:05.585" v="1284" actId="14100"/>
        <pc:sldMkLst>
          <pc:docMk/>
          <pc:sldMk cId="1798468208" sldId="364"/>
        </pc:sldMkLst>
        <pc:spChg chg="add mod">
          <ac:chgData name="Júlio César Chaves" userId="3f913fe9-3202-435d-b9f5-b2fca763184f" providerId="ADAL" clId="{81FFEA3B-DED6-467A-A7E5-399D18FB4107}" dt="2023-01-30T20:38:06.002" v="1255" actId="404"/>
          <ac:spMkLst>
            <pc:docMk/>
            <pc:sldMk cId="1798468208" sldId="364"/>
            <ac:spMk id="4" creationId="{CB875B72-2924-5942-41FD-51D1C25F96C4}"/>
          </ac:spMkLst>
        </pc:spChg>
        <pc:spChg chg="mod">
          <ac:chgData name="Júlio César Chaves" userId="3f913fe9-3202-435d-b9f5-b2fca763184f" providerId="ADAL" clId="{81FFEA3B-DED6-467A-A7E5-399D18FB4107}" dt="2023-01-30T20:35:48.706" v="1238" actId="6549"/>
          <ac:spMkLst>
            <pc:docMk/>
            <pc:sldMk cId="1798468208" sldId="364"/>
            <ac:spMk id="6" creationId="{93F77371-8CD9-41E7-9A6E-286F360110BB}"/>
          </ac:spMkLst>
        </pc:spChg>
        <pc:spChg chg="add mod">
          <ac:chgData name="Júlio César Chaves" userId="3f913fe9-3202-435d-b9f5-b2fca763184f" providerId="ADAL" clId="{81FFEA3B-DED6-467A-A7E5-399D18FB4107}" dt="2023-01-30T20:38:50.529" v="1278" actId="20577"/>
          <ac:spMkLst>
            <pc:docMk/>
            <pc:sldMk cId="1798468208" sldId="364"/>
            <ac:spMk id="7" creationId="{DC84A759-FFE8-B92B-D7AB-D868A64D4852}"/>
          </ac:spMkLst>
        </pc:spChg>
        <pc:picChg chg="mod">
          <ac:chgData name="Júlio César Chaves" userId="3f913fe9-3202-435d-b9f5-b2fca763184f" providerId="ADAL" clId="{81FFEA3B-DED6-467A-A7E5-399D18FB4107}" dt="2023-01-30T20:35:35.728" v="1235" actId="1076"/>
          <ac:picMkLst>
            <pc:docMk/>
            <pc:sldMk cId="1798468208" sldId="364"/>
            <ac:picMk id="5" creationId="{80D74327-EBD1-43CF-B1A1-FC9C3B1F4FD0}"/>
          </ac:picMkLst>
        </pc:picChg>
        <pc:cxnChg chg="add">
          <ac:chgData name="Júlio César Chaves" userId="3f913fe9-3202-435d-b9f5-b2fca763184f" providerId="ADAL" clId="{81FFEA3B-DED6-467A-A7E5-399D18FB4107}" dt="2023-01-30T20:38:19.534" v="1267" actId="11529"/>
          <ac:cxnSpMkLst>
            <pc:docMk/>
            <pc:sldMk cId="1798468208" sldId="364"/>
            <ac:cxnSpMk id="9" creationId="{C166A31A-EC6C-6CB2-9033-5AE124F9BCCF}"/>
          </ac:cxnSpMkLst>
        </pc:cxnChg>
        <pc:cxnChg chg="add mod">
          <ac:chgData name="Júlio César Chaves" userId="3f913fe9-3202-435d-b9f5-b2fca763184f" providerId="ADAL" clId="{81FFEA3B-DED6-467A-A7E5-399D18FB4107}" dt="2023-01-30T20:38:29.530" v="1270" actId="14100"/>
          <ac:cxnSpMkLst>
            <pc:docMk/>
            <pc:sldMk cId="1798468208" sldId="364"/>
            <ac:cxnSpMk id="10" creationId="{BBB2F1FB-254C-65D8-AA89-74CCE8F66645}"/>
          </ac:cxnSpMkLst>
        </pc:cxnChg>
        <pc:cxnChg chg="add mod">
          <ac:chgData name="Júlio César Chaves" userId="3f913fe9-3202-435d-b9f5-b2fca763184f" providerId="ADAL" clId="{81FFEA3B-DED6-467A-A7E5-399D18FB4107}" dt="2023-01-30T20:38:50.529" v="1278" actId="20577"/>
          <ac:cxnSpMkLst>
            <pc:docMk/>
            <pc:sldMk cId="1798468208" sldId="364"/>
            <ac:cxnSpMk id="13" creationId="{BBA87CE2-4C43-9429-42D1-FC94AABA6AAE}"/>
          </ac:cxnSpMkLst>
        </pc:cxnChg>
        <pc:cxnChg chg="add mod">
          <ac:chgData name="Júlio César Chaves" userId="3f913fe9-3202-435d-b9f5-b2fca763184f" providerId="ADAL" clId="{81FFEA3B-DED6-467A-A7E5-399D18FB4107}" dt="2023-01-30T20:38:47.554" v="1277" actId="14100"/>
          <ac:cxnSpMkLst>
            <pc:docMk/>
            <pc:sldMk cId="1798468208" sldId="364"/>
            <ac:cxnSpMk id="16" creationId="{7370738B-0575-8904-3E67-4E6FAF993723}"/>
          </ac:cxnSpMkLst>
        </pc:cxnChg>
        <pc:cxnChg chg="add mod">
          <ac:chgData name="Júlio César Chaves" userId="3f913fe9-3202-435d-b9f5-b2fca763184f" providerId="ADAL" clId="{81FFEA3B-DED6-467A-A7E5-399D18FB4107}" dt="2023-01-30T20:38:59.144" v="1281" actId="14100"/>
          <ac:cxnSpMkLst>
            <pc:docMk/>
            <pc:sldMk cId="1798468208" sldId="364"/>
            <ac:cxnSpMk id="19" creationId="{7F135467-FE5B-457A-C091-C678F281D7A9}"/>
          </ac:cxnSpMkLst>
        </pc:cxnChg>
        <pc:cxnChg chg="add mod">
          <ac:chgData name="Júlio César Chaves" userId="3f913fe9-3202-435d-b9f5-b2fca763184f" providerId="ADAL" clId="{81FFEA3B-DED6-467A-A7E5-399D18FB4107}" dt="2023-01-30T20:39:05.585" v="1284" actId="14100"/>
          <ac:cxnSpMkLst>
            <pc:docMk/>
            <pc:sldMk cId="1798468208" sldId="364"/>
            <ac:cxnSpMk id="22" creationId="{22804DDB-0BE7-0ECC-BE1B-E73E92F4E53F}"/>
          </ac:cxnSpMkLst>
        </pc:cxnChg>
      </pc:sldChg>
      <pc:sldChg chg="addSp delSp modSp mod">
        <pc:chgData name="Júlio César Chaves" userId="3f913fe9-3202-435d-b9f5-b2fca763184f" providerId="ADAL" clId="{81FFEA3B-DED6-467A-A7E5-399D18FB4107}" dt="2023-01-31T22:00:41.257" v="1601" actId="478"/>
        <pc:sldMkLst>
          <pc:docMk/>
          <pc:sldMk cId="535472864" sldId="366"/>
        </pc:sldMkLst>
        <pc:spChg chg="add mod">
          <ac:chgData name="Júlio César Chaves" userId="3f913fe9-3202-435d-b9f5-b2fca763184f" providerId="ADAL" clId="{81FFEA3B-DED6-467A-A7E5-399D18FB4107}" dt="2023-01-31T22:00:41.257" v="1601" actId="478"/>
          <ac:spMkLst>
            <pc:docMk/>
            <pc:sldMk cId="535472864" sldId="366"/>
            <ac:spMk id="3" creationId="{475F89C8-80C7-CF40-F7B5-89A79B0312D1}"/>
          </ac:spMkLst>
        </pc:spChg>
        <pc:spChg chg="del">
          <ac:chgData name="Júlio César Chaves" userId="3f913fe9-3202-435d-b9f5-b2fca763184f" providerId="ADAL" clId="{81FFEA3B-DED6-467A-A7E5-399D18FB4107}" dt="2023-01-31T22:00:41.257" v="1601" actId="478"/>
          <ac:spMkLst>
            <pc:docMk/>
            <pc:sldMk cId="535472864" sldId="366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965893609" sldId="367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2959543982" sldId="371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871739062" sldId="372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81FFEA3B-DED6-467A-A7E5-399D18FB4107}" dt="2023-01-30T21:03:45.173" v="1448" actId="2696"/>
        <pc:sldMkLst>
          <pc:docMk/>
          <pc:sldMk cId="2793274366" sldId="374"/>
        </pc:sldMkLst>
      </pc:sldChg>
      <pc:sldChg chg="modSp add mod">
        <pc:chgData name="Júlio César Chaves" userId="3f913fe9-3202-435d-b9f5-b2fca763184f" providerId="ADAL" clId="{81FFEA3B-DED6-467A-A7E5-399D18FB4107}" dt="2023-01-30T21:04:41.806" v="1505" actId="14100"/>
        <pc:sldMkLst>
          <pc:docMk/>
          <pc:sldMk cId="3482169116" sldId="374"/>
        </pc:sldMkLst>
        <pc:spChg chg="mod">
          <ac:chgData name="Júlio César Chaves" userId="3f913fe9-3202-435d-b9f5-b2fca763184f" providerId="ADAL" clId="{81FFEA3B-DED6-467A-A7E5-399D18FB4107}" dt="2023-01-30T21:04:41.806" v="1505" actId="14100"/>
          <ac:spMkLst>
            <pc:docMk/>
            <pc:sldMk cId="3482169116" sldId="374"/>
            <ac:spMk id="2" creationId="{0F31EF74-37D8-470C-8EB1-0C5ED84BB6CE}"/>
          </ac:spMkLst>
        </pc:spChg>
        <pc:picChg chg="mod">
          <ac:chgData name="Júlio César Chaves" userId="3f913fe9-3202-435d-b9f5-b2fca763184f" providerId="ADAL" clId="{81FFEA3B-DED6-467A-A7E5-399D18FB4107}" dt="2023-01-30T21:03:59.910" v="1451" actId="1076"/>
          <ac:picMkLst>
            <pc:docMk/>
            <pc:sldMk cId="3482169116" sldId="374"/>
            <ac:picMk id="5" creationId="{643D18F8-02EB-4AB2-82E4-E3CB43A68A47}"/>
          </ac:picMkLst>
        </pc:picChg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4244821324" sldId="376"/>
        </pc:sldMkLst>
      </pc:sldChg>
      <pc:sldChg chg="modSp mod">
        <pc:chgData name="Júlio César Chaves" userId="3f913fe9-3202-435d-b9f5-b2fca763184f" providerId="ADAL" clId="{81FFEA3B-DED6-467A-A7E5-399D18FB4107}" dt="2023-01-31T22:01:12.717" v="1612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81FFEA3B-DED6-467A-A7E5-399D18FB4107}" dt="2023-01-31T22:01:12.717" v="1612" actId="20577"/>
          <ac:spMkLst>
            <pc:docMk/>
            <pc:sldMk cId="1480385169" sldId="377"/>
            <ac:spMk id="6" creationId="{08BCF433-F3FF-4972-B615-D2AE63382BA9}"/>
          </ac:spMkLst>
        </pc:spChg>
      </pc:sldChg>
      <pc:sldChg chg="addSp delSp modSp mod modClrScheme chgLayout">
        <pc:chgData name="Júlio César Chaves" userId="3f913fe9-3202-435d-b9f5-b2fca763184f" providerId="ADAL" clId="{81FFEA3B-DED6-467A-A7E5-399D18FB4107}" dt="2023-01-30T21:03:14.967" v="1447" actId="20577"/>
        <pc:sldMkLst>
          <pc:docMk/>
          <pc:sldMk cId="1312263333" sldId="378"/>
        </pc:sldMkLst>
        <pc:spChg chg="mod ord">
          <ac:chgData name="Júlio César Chaves" userId="3f913fe9-3202-435d-b9f5-b2fca763184f" providerId="ADAL" clId="{81FFEA3B-DED6-467A-A7E5-399D18FB4107}" dt="2023-01-30T21:02:45.299" v="1440" actId="700"/>
          <ac:spMkLst>
            <pc:docMk/>
            <pc:sldMk cId="1312263333" sldId="378"/>
            <ac:spMk id="2" creationId="{0A213DBF-802B-4F7B-975A-A5A33F6FCC63}"/>
          </ac:spMkLst>
        </pc:spChg>
        <pc:spChg chg="del mod ord">
          <ac:chgData name="Júlio César Chaves" userId="3f913fe9-3202-435d-b9f5-b2fca763184f" providerId="ADAL" clId="{81FFEA3B-DED6-467A-A7E5-399D18FB4107}" dt="2023-01-30T21:02:45.299" v="1440" actId="700"/>
          <ac:spMkLst>
            <pc:docMk/>
            <pc:sldMk cId="1312263333" sldId="378"/>
            <ac:spMk id="3" creationId="{93DF0092-0260-43FC-803D-73DF4D0B6F03}"/>
          </ac:spMkLst>
        </pc:spChg>
        <pc:spChg chg="add del mod">
          <ac:chgData name="Júlio César Chaves" userId="3f913fe9-3202-435d-b9f5-b2fca763184f" providerId="ADAL" clId="{81FFEA3B-DED6-467A-A7E5-399D18FB4107}" dt="2023-01-30T21:01:00.934" v="1432" actId="478"/>
          <ac:spMkLst>
            <pc:docMk/>
            <pc:sldMk cId="1312263333" sldId="378"/>
            <ac:spMk id="5" creationId="{DBC196CB-DCCD-6DE8-DAD9-78346C60B59A}"/>
          </ac:spMkLst>
        </pc:spChg>
        <pc:spChg chg="mod">
          <ac:chgData name="Júlio César Chaves" userId="3f913fe9-3202-435d-b9f5-b2fca763184f" providerId="ADAL" clId="{81FFEA3B-DED6-467A-A7E5-399D18FB4107}" dt="2023-01-30T20:59:32.878" v="1404" actId="14100"/>
          <ac:spMkLst>
            <pc:docMk/>
            <pc:sldMk cId="1312263333" sldId="378"/>
            <ac:spMk id="6" creationId="{0A6B1D80-B264-4E52-8ACC-175B68161102}"/>
          </ac:spMkLst>
        </pc:spChg>
        <pc:spChg chg="add del mod">
          <ac:chgData name="Júlio César Chaves" userId="3f913fe9-3202-435d-b9f5-b2fca763184f" providerId="ADAL" clId="{81FFEA3B-DED6-467A-A7E5-399D18FB4107}" dt="2023-01-30T21:01:11.894" v="1434"/>
          <ac:spMkLst>
            <pc:docMk/>
            <pc:sldMk cId="1312263333" sldId="378"/>
            <ac:spMk id="7" creationId="{BE6A65F6-6913-6487-1D92-63B748E616D9}"/>
          </ac:spMkLst>
        </pc:spChg>
        <pc:spChg chg="add mod ord">
          <ac:chgData name="Júlio César Chaves" userId="3f913fe9-3202-435d-b9f5-b2fca763184f" providerId="ADAL" clId="{81FFEA3B-DED6-467A-A7E5-399D18FB4107}" dt="2023-01-30T21:03:14.967" v="1447" actId="20577"/>
          <ac:spMkLst>
            <pc:docMk/>
            <pc:sldMk cId="1312263333" sldId="378"/>
            <ac:spMk id="10" creationId="{FE74E898-CECA-AF12-472D-24715F1E8706}"/>
          </ac:spMkLst>
        </pc:spChg>
        <pc:spChg chg="add mod ord">
          <ac:chgData name="Júlio César Chaves" userId="3f913fe9-3202-435d-b9f5-b2fca763184f" providerId="ADAL" clId="{81FFEA3B-DED6-467A-A7E5-399D18FB4107}" dt="2023-01-30T21:02:45.299" v="1440" actId="700"/>
          <ac:spMkLst>
            <pc:docMk/>
            <pc:sldMk cId="1312263333" sldId="378"/>
            <ac:spMk id="11" creationId="{337BEFC7-C616-7C58-F43F-9F59DBF09824}"/>
          </ac:spMkLst>
        </pc:spChg>
        <pc:spChg chg="add del mod ord">
          <ac:chgData name="Júlio César Chaves" userId="3f913fe9-3202-435d-b9f5-b2fca763184f" providerId="ADAL" clId="{81FFEA3B-DED6-467A-A7E5-399D18FB4107}" dt="2023-01-30T21:02:48.647" v="1441" actId="478"/>
          <ac:spMkLst>
            <pc:docMk/>
            <pc:sldMk cId="1312263333" sldId="378"/>
            <ac:spMk id="12" creationId="{DBEDED80-1806-7315-96AE-3BB506C7E70A}"/>
          </ac:spMkLst>
        </pc:spChg>
        <pc:picChg chg="del">
          <ac:chgData name="Júlio César Chaves" userId="3f913fe9-3202-435d-b9f5-b2fca763184f" providerId="ADAL" clId="{81FFEA3B-DED6-467A-A7E5-399D18FB4107}" dt="2023-01-30T20:59:25.973" v="1402" actId="478"/>
          <ac:picMkLst>
            <pc:docMk/>
            <pc:sldMk cId="1312263333" sldId="378"/>
            <ac:picMk id="8" creationId="{C47CF365-C5E9-4E8E-BA82-41C41C2F998F}"/>
          </ac:picMkLst>
        </pc:picChg>
        <pc:picChg chg="add del mod">
          <ac:chgData name="Júlio César Chaves" userId="3f913fe9-3202-435d-b9f5-b2fca763184f" providerId="ADAL" clId="{81FFEA3B-DED6-467A-A7E5-399D18FB4107}" dt="2023-01-30T21:02:34.695" v="1439" actId="478"/>
          <ac:picMkLst>
            <pc:docMk/>
            <pc:sldMk cId="1312263333" sldId="378"/>
            <ac:picMk id="9" creationId="{CF07BF0F-BC66-82B7-A5BF-71D5175580DE}"/>
          </ac:picMkLst>
        </pc:picChg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3630261227" sldId="379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917886381" sldId="380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2419527000" sldId="381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2825560162" sldId="382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1768431842" sldId="384"/>
        </pc:sldMkLst>
      </pc:sldChg>
      <pc:sldChg chg="mod modShow">
        <pc:chgData name="Júlio César Chaves" userId="3f913fe9-3202-435d-b9f5-b2fca763184f" providerId="ADAL" clId="{81FFEA3B-DED6-467A-A7E5-399D18FB4107}" dt="2023-01-31T21:59:26.424" v="1569" actId="729"/>
        <pc:sldMkLst>
          <pc:docMk/>
          <pc:sldMk cId="2601561089" sldId="385"/>
        </pc:sldMkLst>
      </pc:sldChg>
      <pc:sldChg chg="modSp mod">
        <pc:chgData name="Júlio César Chaves" userId="3f913fe9-3202-435d-b9f5-b2fca763184f" providerId="ADAL" clId="{81FFEA3B-DED6-467A-A7E5-399D18FB4107}" dt="2023-01-30T18:48:04.276" v="1" actId="6549"/>
        <pc:sldMkLst>
          <pc:docMk/>
          <pc:sldMk cId="3263104415" sldId="387"/>
        </pc:sldMkLst>
        <pc:spChg chg="mod">
          <ac:chgData name="Júlio César Chaves" userId="3f913fe9-3202-435d-b9f5-b2fca763184f" providerId="ADAL" clId="{81FFEA3B-DED6-467A-A7E5-399D18FB4107}" dt="2023-01-30T18:48:04.276" v="1" actId="6549"/>
          <ac:spMkLst>
            <pc:docMk/>
            <pc:sldMk cId="3263104415" sldId="387"/>
            <ac:spMk id="3" creationId="{318F82C3-8956-AFB2-D7A7-FE9CE968C07A}"/>
          </ac:spMkLst>
        </pc:spChg>
      </pc:sldChg>
      <pc:sldChg chg="modSp mod">
        <pc:chgData name="Júlio César Chaves" userId="3f913fe9-3202-435d-b9f5-b2fca763184f" providerId="ADAL" clId="{81FFEA3B-DED6-467A-A7E5-399D18FB4107}" dt="2023-01-30T18:48:40.405" v="5" actId="6549"/>
        <pc:sldMkLst>
          <pc:docMk/>
          <pc:sldMk cId="1106292981" sldId="388"/>
        </pc:sldMkLst>
        <pc:spChg chg="mod">
          <ac:chgData name="Júlio César Chaves" userId="3f913fe9-3202-435d-b9f5-b2fca763184f" providerId="ADAL" clId="{81FFEA3B-DED6-467A-A7E5-399D18FB4107}" dt="2023-01-30T18:48:40.405" v="5" actId="6549"/>
          <ac:spMkLst>
            <pc:docMk/>
            <pc:sldMk cId="1106292981" sldId="388"/>
            <ac:spMk id="3" creationId="{7C8F83DE-66CF-A4F2-068A-8BA0BFC5874C}"/>
          </ac:spMkLst>
        </pc:spChg>
      </pc:sldChg>
      <pc:sldChg chg="addSp delSp modSp mod">
        <pc:chgData name="Júlio César Chaves" userId="3f913fe9-3202-435d-b9f5-b2fca763184f" providerId="ADAL" clId="{81FFEA3B-DED6-467A-A7E5-399D18FB4107}" dt="2023-01-31T19:02:34.595" v="1553" actId="1076"/>
        <pc:sldMkLst>
          <pc:docMk/>
          <pc:sldMk cId="3979432185" sldId="396"/>
        </pc:sldMkLst>
        <pc:picChg chg="add mod">
          <ac:chgData name="Júlio César Chaves" userId="3f913fe9-3202-435d-b9f5-b2fca763184f" providerId="ADAL" clId="{81FFEA3B-DED6-467A-A7E5-399D18FB4107}" dt="2023-01-31T19:02:34.595" v="1553" actId="1076"/>
          <ac:picMkLst>
            <pc:docMk/>
            <pc:sldMk cId="3979432185" sldId="396"/>
            <ac:picMk id="5" creationId="{D0058170-7846-1060-5D41-604389DB44BE}"/>
          </ac:picMkLst>
        </pc:picChg>
        <pc:picChg chg="del">
          <ac:chgData name="Júlio César Chaves" userId="3f913fe9-3202-435d-b9f5-b2fca763184f" providerId="ADAL" clId="{81FFEA3B-DED6-467A-A7E5-399D18FB4107}" dt="2023-01-31T19:02:28.413" v="1549" actId="478"/>
          <ac:picMkLst>
            <pc:docMk/>
            <pc:sldMk cId="3979432185" sldId="396"/>
            <ac:picMk id="11" creationId="{701100A7-3F47-7D32-6786-90939B61CE7D}"/>
          </ac:picMkLst>
        </pc:picChg>
      </pc:sldChg>
      <pc:sldChg chg="addSp delSp modSp mod">
        <pc:chgData name="Júlio César Chaves" userId="3f913fe9-3202-435d-b9f5-b2fca763184f" providerId="ADAL" clId="{81FFEA3B-DED6-467A-A7E5-399D18FB4107}" dt="2023-01-31T19:03:31.504" v="1560" actId="1076"/>
        <pc:sldMkLst>
          <pc:docMk/>
          <pc:sldMk cId="1860869633" sldId="397"/>
        </pc:sldMkLst>
        <pc:spChg chg="mod">
          <ac:chgData name="Júlio César Chaves" userId="3f913fe9-3202-435d-b9f5-b2fca763184f" providerId="ADAL" clId="{81FFEA3B-DED6-467A-A7E5-399D18FB4107}" dt="2023-01-31T19:03:26.153" v="1558" actId="1076"/>
          <ac:spMkLst>
            <pc:docMk/>
            <pc:sldMk cId="1860869633" sldId="397"/>
            <ac:spMk id="8" creationId="{D5DAB2A9-AAF3-F68B-60EA-9A502E240F92}"/>
          </ac:spMkLst>
        </pc:spChg>
        <pc:picChg chg="add mod">
          <ac:chgData name="Júlio César Chaves" userId="3f913fe9-3202-435d-b9f5-b2fca763184f" providerId="ADAL" clId="{81FFEA3B-DED6-467A-A7E5-399D18FB4107}" dt="2023-01-31T19:03:31.504" v="1560" actId="1076"/>
          <ac:picMkLst>
            <pc:docMk/>
            <pc:sldMk cId="1860869633" sldId="397"/>
            <ac:picMk id="6" creationId="{6DFB51C5-9BDC-B4C0-E7D6-6CF35B591D01}"/>
          </ac:picMkLst>
        </pc:picChg>
        <pc:picChg chg="del">
          <ac:chgData name="Júlio César Chaves" userId="3f913fe9-3202-435d-b9f5-b2fca763184f" providerId="ADAL" clId="{81FFEA3B-DED6-467A-A7E5-399D18FB4107}" dt="2023-01-31T19:03:13.497" v="1554" actId="478"/>
          <ac:picMkLst>
            <pc:docMk/>
            <pc:sldMk cId="1860869633" sldId="397"/>
            <ac:picMk id="11" creationId="{6FE0F60F-AC7D-8709-96FC-F03A7DB3562D}"/>
          </ac:picMkLst>
        </pc:picChg>
      </pc:sldChg>
      <pc:sldChg chg="addSp delSp modSp mod">
        <pc:chgData name="Júlio César Chaves" userId="3f913fe9-3202-435d-b9f5-b2fca763184f" providerId="ADAL" clId="{81FFEA3B-DED6-467A-A7E5-399D18FB4107}" dt="2023-01-31T19:05:44.513" v="1565" actId="14100"/>
        <pc:sldMkLst>
          <pc:docMk/>
          <pc:sldMk cId="216462609" sldId="398"/>
        </pc:sldMkLst>
        <pc:picChg chg="add mod">
          <ac:chgData name="Júlio César Chaves" userId="3f913fe9-3202-435d-b9f5-b2fca763184f" providerId="ADAL" clId="{81FFEA3B-DED6-467A-A7E5-399D18FB4107}" dt="2023-01-31T19:05:44.513" v="1565" actId="14100"/>
          <ac:picMkLst>
            <pc:docMk/>
            <pc:sldMk cId="216462609" sldId="398"/>
            <ac:picMk id="5" creationId="{CEF1416A-1EA0-6973-619B-7816BF625B38}"/>
          </ac:picMkLst>
        </pc:picChg>
        <pc:picChg chg="del">
          <ac:chgData name="Júlio César Chaves" userId="3f913fe9-3202-435d-b9f5-b2fca763184f" providerId="ADAL" clId="{81FFEA3B-DED6-467A-A7E5-399D18FB4107}" dt="2023-01-31T19:05:38.833" v="1561" actId="478"/>
          <ac:picMkLst>
            <pc:docMk/>
            <pc:sldMk cId="216462609" sldId="398"/>
            <ac:picMk id="6" creationId="{4A3FC8A9-5788-7D6B-AA07-63833C08B78E}"/>
          </ac:picMkLst>
        </pc:picChg>
      </pc:sldChg>
      <pc:sldChg chg="addSp modSp new mod">
        <pc:chgData name="Júlio César Chaves" userId="3f913fe9-3202-435d-b9f5-b2fca763184f" providerId="ADAL" clId="{81FFEA3B-DED6-467A-A7E5-399D18FB4107}" dt="2023-01-30T20:32:41.201" v="1177" actId="6549"/>
        <pc:sldMkLst>
          <pc:docMk/>
          <pc:sldMk cId="1217023495" sldId="405"/>
        </pc:sldMkLst>
        <pc:spChg chg="mod">
          <ac:chgData name="Júlio César Chaves" userId="3f913fe9-3202-435d-b9f5-b2fca763184f" providerId="ADAL" clId="{81FFEA3B-DED6-467A-A7E5-399D18FB4107}" dt="2023-01-30T20:24:53.376" v="1143" actId="20577"/>
          <ac:spMkLst>
            <pc:docMk/>
            <pc:sldMk cId="1217023495" sldId="405"/>
            <ac:spMk id="2" creationId="{D5B6C17A-D996-801B-FE67-C939F426EC91}"/>
          </ac:spMkLst>
        </pc:spChg>
        <pc:spChg chg="mod">
          <ac:chgData name="Júlio César Chaves" userId="3f913fe9-3202-435d-b9f5-b2fca763184f" providerId="ADAL" clId="{81FFEA3B-DED6-467A-A7E5-399D18FB4107}" dt="2023-01-30T20:32:41.201" v="1177" actId="6549"/>
          <ac:spMkLst>
            <pc:docMk/>
            <pc:sldMk cId="1217023495" sldId="405"/>
            <ac:spMk id="3" creationId="{AEB47AD6-3FA9-F547-133C-66844362777B}"/>
          </ac:spMkLst>
        </pc:spChg>
        <pc:spChg chg="mod">
          <ac:chgData name="Júlio César Chaves" userId="3f913fe9-3202-435d-b9f5-b2fca763184f" providerId="ADAL" clId="{81FFEA3B-DED6-467A-A7E5-399D18FB4107}" dt="2023-01-30T20:31:34.048" v="1173"/>
          <ac:spMkLst>
            <pc:docMk/>
            <pc:sldMk cId="1217023495" sldId="405"/>
            <ac:spMk id="4" creationId="{BA748E55-4052-7489-5905-F8CC4326EE3E}"/>
          </ac:spMkLst>
        </pc:spChg>
        <pc:picChg chg="add mod">
          <ac:chgData name="Júlio César Chaves" userId="3f913fe9-3202-435d-b9f5-b2fca763184f" providerId="ADAL" clId="{81FFEA3B-DED6-467A-A7E5-399D18FB4107}" dt="2023-01-30T20:32:09.871" v="1175" actId="1076"/>
          <ac:picMkLst>
            <pc:docMk/>
            <pc:sldMk cId="1217023495" sldId="405"/>
            <ac:picMk id="7" creationId="{C33E5829-4A20-66E3-1F56-B0C17D14475B}"/>
          </ac:picMkLst>
        </pc:picChg>
      </pc:sldChg>
      <pc:sldChg chg="delSp modSp add del mod">
        <pc:chgData name="Júlio César Chaves" userId="3f913fe9-3202-435d-b9f5-b2fca763184f" providerId="ADAL" clId="{81FFEA3B-DED6-467A-A7E5-399D18FB4107}" dt="2023-01-30T20:36:32.590" v="1243" actId="47"/>
        <pc:sldMkLst>
          <pc:docMk/>
          <pc:sldMk cId="1271300022" sldId="406"/>
        </pc:sldMkLst>
        <pc:spChg chg="mod">
          <ac:chgData name="Júlio César Chaves" userId="3f913fe9-3202-435d-b9f5-b2fca763184f" providerId="ADAL" clId="{81FFEA3B-DED6-467A-A7E5-399D18FB4107}" dt="2023-01-30T20:34:36.057" v="1228" actId="6549"/>
          <ac:spMkLst>
            <pc:docMk/>
            <pc:sldMk cId="1271300022" sldId="406"/>
            <ac:spMk id="2" creationId="{EA614D2F-1896-4840-BE46-428D11CB6CA5}"/>
          </ac:spMkLst>
        </pc:spChg>
        <pc:spChg chg="del">
          <ac:chgData name="Júlio César Chaves" userId="3f913fe9-3202-435d-b9f5-b2fca763184f" providerId="ADAL" clId="{81FFEA3B-DED6-467A-A7E5-399D18FB4107}" dt="2023-01-30T20:34:59.841" v="1229" actId="478"/>
          <ac:spMkLst>
            <pc:docMk/>
            <pc:sldMk cId="1271300022" sldId="406"/>
            <ac:spMk id="10" creationId="{38AD0C20-896D-41DF-A1D5-73E42DC3952F}"/>
          </ac:spMkLst>
        </pc:spChg>
      </pc:sldChg>
      <pc:sldChg chg="addSp modSp add mod">
        <pc:chgData name="Júlio César Chaves" userId="3f913fe9-3202-435d-b9f5-b2fca763184f" providerId="ADAL" clId="{81FFEA3B-DED6-467A-A7E5-399D18FB4107}" dt="2023-01-30T20:40:08.889" v="1313" actId="14100"/>
        <pc:sldMkLst>
          <pc:docMk/>
          <pc:sldMk cId="1441103252" sldId="407"/>
        </pc:sldMkLst>
        <pc:spChg chg="add mod">
          <ac:chgData name="Júlio César Chaves" userId="3f913fe9-3202-435d-b9f5-b2fca763184f" providerId="ADAL" clId="{81FFEA3B-DED6-467A-A7E5-399D18FB4107}" dt="2023-01-30T20:39:26.530" v="1286" actId="1076"/>
          <ac:spMkLst>
            <pc:docMk/>
            <pc:sldMk cId="1441103252" sldId="407"/>
            <ac:spMk id="4" creationId="{752FD52E-BA49-E5B7-8C8C-B054EA89E407}"/>
          </ac:spMkLst>
        </pc:spChg>
        <pc:spChg chg="mod">
          <ac:chgData name="Júlio César Chaves" userId="3f913fe9-3202-435d-b9f5-b2fca763184f" providerId="ADAL" clId="{81FFEA3B-DED6-467A-A7E5-399D18FB4107}" dt="2023-01-30T20:36:13.510" v="1242"/>
          <ac:spMkLst>
            <pc:docMk/>
            <pc:sldMk cId="1441103252" sldId="407"/>
            <ac:spMk id="6" creationId="{0A6B1D80-B264-4E52-8ACC-175B68161102}"/>
          </ac:spMkLst>
        </pc:spChg>
        <pc:spChg chg="add mod">
          <ac:chgData name="Júlio César Chaves" userId="3f913fe9-3202-435d-b9f5-b2fca763184f" providerId="ADAL" clId="{81FFEA3B-DED6-467A-A7E5-399D18FB4107}" dt="2023-01-30T20:39:48" v="1304" actId="1076"/>
          <ac:spMkLst>
            <pc:docMk/>
            <pc:sldMk cId="1441103252" sldId="407"/>
            <ac:spMk id="7" creationId="{A1354F5C-81F5-DFC5-5FE6-BEB64577A96B}"/>
          </ac:spMkLst>
        </pc:spChg>
        <pc:cxnChg chg="add mod">
          <ac:chgData name="Júlio César Chaves" userId="3f913fe9-3202-435d-b9f5-b2fca763184f" providerId="ADAL" clId="{81FFEA3B-DED6-467A-A7E5-399D18FB4107}" dt="2023-01-30T20:39:33.601" v="1288" actId="14100"/>
          <ac:cxnSpMkLst>
            <pc:docMk/>
            <pc:sldMk cId="1441103252" sldId="407"/>
            <ac:cxnSpMk id="8" creationId="{3C2AEE11-A4E2-C5B7-5EB1-32C76C5F5A28}"/>
          </ac:cxnSpMkLst>
        </pc:cxnChg>
        <pc:cxnChg chg="add mod">
          <ac:chgData name="Júlio César Chaves" userId="3f913fe9-3202-435d-b9f5-b2fca763184f" providerId="ADAL" clId="{81FFEA3B-DED6-467A-A7E5-399D18FB4107}" dt="2023-01-30T20:39:37.681" v="1291" actId="14100"/>
          <ac:cxnSpMkLst>
            <pc:docMk/>
            <pc:sldMk cId="1441103252" sldId="407"/>
            <ac:cxnSpMk id="10" creationId="{935E283C-0137-0E97-5FF1-2FFA28F10DB3}"/>
          </ac:cxnSpMkLst>
        </pc:cxnChg>
        <pc:cxnChg chg="add mod">
          <ac:chgData name="Júlio César Chaves" userId="3f913fe9-3202-435d-b9f5-b2fca763184f" providerId="ADAL" clId="{81FFEA3B-DED6-467A-A7E5-399D18FB4107}" dt="2023-01-30T20:39:57.113" v="1307" actId="14100"/>
          <ac:cxnSpMkLst>
            <pc:docMk/>
            <pc:sldMk cId="1441103252" sldId="407"/>
            <ac:cxnSpMk id="13" creationId="{E03B4D5B-9B2D-1BC9-3CCC-8F1F14D925B5}"/>
          </ac:cxnSpMkLst>
        </pc:cxnChg>
        <pc:cxnChg chg="add mod">
          <ac:chgData name="Júlio César Chaves" userId="3f913fe9-3202-435d-b9f5-b2fca763184f" providerId="ADAL" clId="{81FFEA3B-DED6-467A-A7E5-399D18FB4107}" dt="2023-01-30T20:40:01.504" v="1310" actId="14100"/>
          <ac:cxnSpMkLst>
            <pc:docMk/>
            <pc:sldMk cId="1441103252" sldId="407"/>
            <ac:cxnSpMk id="16" creationId="{FC90C928-DB7A-3506-D26C-8650680E1537}"/>
          </ac:cxnSpMkLst>
        </pc:cxnChg>
        <pc:cxnChg chg="add mod">
          <ac:chgData name="Júlio César Chaves" userId="3f913fe9-3202-435d-b9f5-b2fca763184f" providerId="ADAL" clId="{81FFEA3B-DED6-467A-A7E5-399D18FB4107}" dt="2023-01-30T20:40:08.889" v="1313" actId="14100"/>
          <ac:cxnSpMkLst>
            <pc:docMk/>
            <pc:sldMk cId="1441103252" sldId="407"/>
            <ac:cxnSpMk id="19" creationId="{EDEC4A3A-A283-2B21-BF7A-37D3F97AECC8}"/>
          </ac:cxnSpMkLst>
        </pc:cxnChg>
      </pc:sldChg>
      <pc:sldChg chg="modSp new mod">
        <pc:chgData name="Júlio César Chaves" userId="3f913fe9-3202-435d-b9f5-b2fca763184f" providerId="ADAL" clId="{81FFEA3B-DED6-467A-A7E5-399D18FB4107}" dt="2023-01-30T20:47:20.707" v="1333" actId="20577"/>
        <pc:sldMkLst>
          <pc:docMk/>
          <pc:sldMk cId="3364395427" sldId="408"/>
        </pc:sldMkLst>
        <pc:spChg chg="mod">
          <ac:chgData name="Júlio César Chaves" userId="3f913fe9-3202-435d-b9f5-b2fca763184f" providerId="ADAL" clId="{81FFEA3B-DED6-467A-A7E5-399D18FB4107}" dt="2023-01-30T20:47:20.707" v="1333" actId="20577"/>
          <ac:spMkLst>
            <pc:docMk/>
            <pc:sldMk cId="3364395427" sldId="408"/>
            <ac:spMk id="2" creationId="{7C608520-6422-7387-CE82-D0F4DF1DE694}"/>
          </ac:spMkLst>
        </pc:spChg>
      </pc:sldChg>
      <pc:sldChg chg="modSp new mod">
        <pc:chgData name="Júlio César Chaves" userId="3f913fe9-3202-435d-b9f5-b2fca763184f" providerId="ADAL" clId="{81FFEA3B-DED6-467A-A7E5-399D18FB4107}" dt="2023-01-31T22:00:08.327" v="1598" actId="14100"/>
        <pc:sldMkLst>
          <pc:docMk/>
          <pc:sldMk cId="4120982046" sldId="409"/>
        </pc:sldMkLst>
        <pc:spChg chg="mod">
          <ac:chgData name="Júlio César Chaves" userId="3f913fe9-3202-435d-b9f5-b2fca763184f" providerId="ADAL" clId="{81FFEA3B-DED6-467A-A7E5-399D18FB4107}" dt="2023-01-31T22:00:08.327" v="1598" actId="14100"/>
          <ac:spMkLst>
            <pc:docMk/>
            <pc:sldMk cId="4120982046" sldId="409"/>
            <ac:spMk id="2" creationId="{EB08AFC6-531B-5CC3-6EEC-509EC0289805}"/>
          </ac:spMkLst>
        </pc:spChg>
      </pc:sldChg>
      <pc:sldChg chg="add mod modShow">
        <pc:chgData name="Júlio César Chaves" userId="3f913fe9-3202-435d-b9f5-b2fca763184f" providerId="ADAL" clId="{81FFEA3B-DED6-467A-A7E5-399D18FB4107}" dt="2023-01-31T22:00:38.741" v="1600" actId="729"/>
        <pc:sldMkLst>
          <pc:docMk/>
          <pc:sldMk cId="1644586987" sldId="410"/>
        </pc:sldMkLst>
      </pc:sldChg>
    </pc:docChg>
  </pc:docChgLst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3f913fe9-3202-435d-b9f5-b2fca763184f" providerId="ADAL" clId="{0F296925-7E42-4FB3-960D-06D0A3135288}"/>
    <pc:docChg chg="undo custSel addSld delSld modSld modSection">
      <pc:chgData name="Júlio César Chaves" userId="3f913fe9-3202-435d-b9f5-b2fca763184f" providerId="ADAL" clId="{0F296925-7E42-4FB3-960D-06D0A3135288}" dt="2023-03-25T13:56:11.428" v="855" actId="20577"/>
      <pc:docMkLst>
        <pc:docMk/>
      </pc:docMkLst>
      <pc:sldChg chg="addSp modSp mod">
        <pc:chgData name="Júlio César Chaves" userId="3f913fe9-3202-435d-b9f5-b2fca763184f" providerId="ADAL" clId="{0F296925-7E42-4FB3-960D-06D0A3135288}" dt="2023-03-25T13:42:28.604" v="227"/>
        <pc:sldMkLst>
          <pc:docMk/>
          <pc:sldMk cId="3445667762" sldId="260"/>
        </pc:sldMkLst>
        <pc:spChg chg="mod">
          <ac:chgData name="Júlio César Chaves" userId="3f913fe9-3202-435d-b9f5-b2fca763184f" providerId="ADAL" clId="{0F296925-7E42-4FB3-960D-06D0A3135288}" dt="2023-03-25T13:42:28.604" v="227"/>
          <ac:spMkLst>
            <pc:docMk/>
            <pc:sldMk cId="3445667762" sldId="260"/>
            <ac:spMk id="3" creationId="{1457B7A2-5DD1-B515-0FFD-3D229880594C}"/>
          </ac:spMkLst>
        </pc:spChg>
        <pc:picChg chg="add mod">
          <ac:chgData name="Júlio César Chaves" userId="3f913fe9-3202-435d-b9f5-b2fca763184f" providerId="ADAL" clId="{0F296925-7E42-4FB3-960D-06D0A3135288}" dt="2023-03-25T13:41:15.418" v="149" actId="1076"/>
          <ac:picMkLst>
            <pc:docMk/>
            <pc:sldMk cId="3445667762" sldId="260"/>
            <ac:picMk id="6" creationId="{07588949-F6FF-3516-5B77-E7A74D6D13B5}"/>
          </ac:picMkLst>
        </pc:picChg>
      </pc:sldChg>
      <pc:sldChg chg="modSp mod">
        <pc:chgData name="Júlio César Chaves" userId="3f913fe9-3202-435d-b9f5-b2fca763184f" providerId="ADAL" clId="{0F296925-7E42-4FB3-960D-06D0A3135288}" dt="2023-03-25T13:54:43.515" v="636" actId="20577"/>
        <pc:sldMkLst>
          <pc:docMk/>
          <pc:sldMk cId="3005668855" sldId="261"/>
        </pc:sldMkLst>
        <pc:spChg chg="mod">
          <ac:chgData name="Júlio César Chaves" userId="3f913fe9-3202-435d-b9f5-b2fca763184f" providerId="ADAL" clId="{0F296925-7E42-4FB3-960D-06D0A3135288}" dt="2023-03-25T13:54:43.515" v="636" actId="20577"/>
          <ac:spMkLst>
            <pc:docMk/>
            <pc:sldMk cId="3005668855" sldId="261"/>
            <ac:spMk id="3" creationId="{F6B98EE0-904D-A203-DDFB-4D1714A8EAA0}"/>
          </ac:spMkLst>
        </pc:spChg>
      </pc:sldChg>
      <pc:sldChg chg="modSp mod">
        <pc:chgData name="Júlio César Chaves" userId="3f913fe9-3202-435d-b9f5-b2fca763184f" providerId="ADAL" clId="{0F296925-7E42-4FB3-960D-06D0A3135288}" dt="2023-03-25T13:56:11.428" v="855" actId="20577"/>
        <pc:sldMkLst>
          <pc:docMk/>
          <pc:sldMk cId="1594540885" sldId="262"/>
        </pc:sldMkLst>
        <pc:spChg chg="mod">
          <ac:chgData name="Júlio César Chaves" userId="3f913fe9-3202-435d-b9f5-b2fca763184f" providerId="ADAL" clId="{0F296925-7E42-4FB3-960D-06D0A3135288}" dt="2023-03-25T13:55:26.102" v="709" actId="20577"/>
          <ac:spMkLst>
            <pc:docMk/>
            <pc:sldMk cId="1594540885" sldId="262"/>
            <ac:spMk id="2" creationId="{D070209E-B389-7E4A-8642-235D6A17D5A0}"/>
          </ac:spMkLst>
        </pc:spChg>
        <pc:spChg chg="mod">
          <ac:chgData name="Júlio César Chaves" userId="3f913fe9-3202-435d-b9f5-b2fca763184f" providerId="ADAL" clId="{0F296925-7E42-4FB3-960D-06D0A3135288}" dt="2023-03-25T13:56:11.428" v="855" actId="20577"/>
          <ac:spMkLst>
            <pc:docMk/>
            <pc:sldMk cId="1594540885" sldId="262"/>
            <ac:spMk id="3" creationId="{8950B25F-D2A3-3176-C448-E4C2A8D98F7E}"/>
          </ac:spMkLst>
        </pc:spChg>
      </pc:sldChg>
      <pc:sldChg chg="modSp new mod">
        <pc:chgData name="Júlio César Chaves" userId="3f913fe9-3202-435d-b9f5-b2fca763184f" providerId="ADAL" clId="{0F296925-7E42-4FB3-960D-06D0A3135288}" dt="2023-03-25T13:39:21.224" v="32" actId="20577"/>
        <pc:sldMkLst>
          <pc:docMk/>
          <pc:sldMk cId="3058928491" sldId="269"/>
        </pc:sldMkLst>
        <pc:spChg chg="mod">
          <ac:chgData name="Júlio César Chaves" userId="3f913fe9-3202-435d-b9f5-b2fca763184f" providerId="ADAL" clId="{0F296925-7E42-4FB3-960D-06D0A3135288}" dt="2023-03-25T13:39:21.224" v="32" actId="20577"/>
          <ac:spMkLst>
            <pc:docMk/>
            <pc:sldMk cId="3058928491" sldId="269"/>
            <ac:spMk id="2" creationId="{988F350D-A44B-F185-49BD-E51D53043A29}"/>
          </ac:spMkLst>
        </pc:spChg>
      </pc:sldChg>
      <pc:sldChg chg="add del">
        <pc:chgData name="Júlio César Chaves" userId="3f913fe9-3202-435d-b9f5-b2fca763184f" providerId="ADAL" clId="{0F296925-7E42-4FB3-960D-06D0A3135288}" dt="2023-03-25T13:39:28.315" v="35"/>
        <pc:sldMkLst>
          <pc:docMk/>
          <pc:sldMk cId="3938123429" sldId="401"/>
        </pc:sldMkLst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ésar Chaves" userId="3f913fe9-3202-435d-b9f5-b2fca763184f" providerId="ADAL" clId="{62F7AC4E-C59A-4E40-BF6B-1422F3A25491}"/>
    <pc:docChg chg="undo custSel addSld delSld modSld sldOrd modSection modNotesMaster modHandout">
      <pc:chgData name="Júlio César Chaves" userId="3f913fe9-3202-435d-b9f5-b2fca763184f" providerId="ADAL" clId="{62F7AC4E-C59A-4E40-BF6B-1422F3A25491}" dt="2021-08-03T16:03:00.392" v="1546" actId="20577"/>
      <pc:docMkLst>
        <pc:docMk/>
      </pc:docMkLst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142571743" sldId="25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58"/>
        </pc:sldMkLst>
      </pc:sldChg>
      <pc:sldChg chg="modSp mod modNotesTx">
        <pc:chgData name="Júlio César Chaves" userId="3f913fe9-3202-435d-b9f5-b2fca763184f" providerId="ADAL" clId="{62F7AC4E-C59A-4E40-BF6B-1422F3A25491}" dt="2021-08-03T15:54:53.132" v="1351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8-03T15:39:12.631" v="1290" actId="1076"/>
          <ac:spMkLst>
            <pc:docMk/>
            <pc:sldMk cId="1907083369" sldId="259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62F7AC4E-C59A-4E40-BF6B-1422F3A25491}" dt="2021-08-03T15:39:23.439" v="1307" actId="20577"/>
          <ac:spMkLst>
            <pc:docMk/>
            <pc:sldMk cId="1907083369" sldId="259"/>
            <ac:spMk id="6" creationId="{00000000-0000-0000-0000-000000000000}"/>
          </ac:spMkLst>
        </pc:spChg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445667762" sldId="260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284513271" sldId="261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022304882" sldId="262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963663226" sldId="26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473376274" sldId="264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4280507168" sldId="265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231878565" sldId="266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282627520" sldId="26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795652498" sldId="268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74"/>
        </pc:sldMkLst>
      </pc:sldChg>
      <pc:sldChg chg="modNotesTx">
        <pc:chgData name="Júlio César Chaves" userId="3f913fe9-3202-435d-b9f5-b2fca763184f" providerId="ADAL" clId="{62F7AC4E-C59A-4E40-BF6B-1422F3A25491}" dt="2021-08-03T15:58:46.981" v="1361" actId="255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62F7AC4E-C59A-4E40-BF6B-1422F3A25491}" dt="2021-07-19T19:37:43.531" v="1227" actId="47"/>
        <pc:sldMkLst>
          <pc:docMk/>
          <pc:sldMk cId="1720987464" sldId="279"/>
        </pc:sldMkLst>
      </pc:sldChg>
      <pc:sldChg chg="modNotesTx">
        <pc:chgData name="Júlio César Chaves" userId="3f913fe9-3202-435d-b9f5-b2fca763184f" providerId="ADAL" clId="{62F7AC4E-C59A-4E40-BF6B-1422F3A25491}" dt="2021-07-19T14:34:20.613" v="660" actId="20577"/>
        <pc:sldMkLst>
          <pc:docMk/>
          <pc:sldMk cId="1211216815" sldId="280"/>
        </pc:sldMkLst>
      </pc:sldChg>
      <pc:sldChg chg="modSp mod modNotesTx">
        <pc:chgData name="Júlio César Chaves" userId="3f913fe9-3202-435d-b9f5-b2fca763184f" providerId="ADAL" clId="{62F7AC4E-C59A-4E40-BF6B-1422F3A25491}" dt="2021-08-03T15:58:19.733" v="1357" actId="255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8-03T15:58:25.228" v="1358" actId="255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8-03T16:01:50.762" v="1525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8-03T15:44:04.681" v="1345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8-03T15:58:40.436" v="1360" actId="255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299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304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413171414" sldId="308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949122420" sldId="310"/>
        </pc:sldMkLst>
      </pc:sldChg>
      <pc:sldChg chg="ord modNotesTx">
        <pc:chgData name="Júlio César Chaves" userId="3f913fe9-3202-435d-b9f5-b2fca763184f" providerId="ADAL" clId="{62F7AC4E-C59A-4E40-BF6B-1422F3A25491}" dt="2021-08-03T16:03:00.392" v="1546" actId="20577"/>
        <pc:sldMkLst>
          <pc:docMk/>
          <pc:sldMk cId="4217619675" sldId="311"/>
        </pc:sldMkLst>
      </pc:sldChg>
      <pc:sldChg chg="modSp mod ord modNotesTx">
        <pc:chgData name="Júlio César Chaves" userId="3f913fe9-3202-435d-b9f5-b2fca763184f" providerId="ADAL" clId="{62F7AC4E-C59A-4E40-BF6B-1422F3A25491}" dt="2021-08-03T15:59:45.077" v="1363" actId="6549"/>
        <pc:sldMkLst>
          <pc:docMk/>
          <pc:sldMk cId="3276498098" sldId="316"/>
        </pc:sldMkLst>
        <pc:spChg chg="mod">
          <ac:chgData name="Júlio César Chaves" userId="3f913fe9-3202-435d-b9f5-b2fca763184f" providerId="ADAL" clId="{62F7AC4E-C59A-4E40-BF6B-1422F3A25491}" dt="2021-07-19T19:33:15.690" v="1224" actId="20577"/>
          <ac:spMkLst>
            <pc:docMk/>
            <pc:sldMk cId="3276498098" sldId="316"/>
            <ac:spMk id="2" creationId="{54526687-0A05-4A48-B9E3-1B0712EA208D}"/>
          </ac:spMkLst>
        </pc:spChg>
      </pc:sldChg>
      <pc:sldChg chg="del">
        <pc:chgData name="Júlio César Chaves" userId="3f913fe9-3202-435d-b9f5-b2fca763184f" providerId="ADAL" clId="{62F7AC4E-C59A-4E40-BF6B-1422F3A25491}" dt="2021-07-17T19:36:57.939" v="495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05159225" sldId="32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93438378" sldId="329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768277021" sldId="330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225712823" sldId="331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827467724" sldId="332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609365172" sldId="33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966404388" sldId="335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104908072" sldId="336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782284429" sldId="33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62F7AC4E-C59A-4E40-BF6B-1422F3A25491}" dt="2021-07-17T19:35:46.903" v="492" actId="47"/>
        <pc:sldMkLst>
          <pc:docMk/>
          <pc:sldMk cId="1367439457" sldId="361"/>
        </pc:sldMkLst>
      </pc:sldChg>
      <pc:sldChg chg="modNotesTx">
        <pc:chgData name="Júlio César Chaves" userId="3f913fe9-3202-435d-b9f5-b2fca763184f" providerId="ADAL" clId="{62F7AC4E-C59A-4E40-BF6B-1422F3A25491}" dt="2021-07-22T15:55:53.232" v="1265" actId="20577"/>
        <pc:sldMkLst>
          <pc:docMk/>
          <pc:sldMk cId="1045669170" sldId="362"/>
        </pc:sldMkLst>
      </pc:sldChg>
      <pc:sldChg chg="modNotesTx">
        <pc:chgData name="Júlio César Chaves" userId="3f913fe9-3202-435d-b9f5-b2fca763184f" providerId="ADAL" clId="{62F7AC4E-C59A-4E40-BF6B-1422F3A25491}" dt="2021-07-19T15:23:10.949" v="665"/>
        <pc:sldMkLst>
          <pc:docMk/>
          <pc:sldMk cId="1798468208" sldId="364"/>
        </pc:sldMkLst>
      </pc:sldChg>
      <pc:sldChg chg="modNotesTx">
        <pc:chgData name="Júlio César Chaves" userId="3f913fe9-3202-435d-b9f5-b2fca763184f" providerId="ADAL" clId="{62F7AC4E-C59A-4E40-BF6B-1422F3A25491}" dt="2021-07-19T15:31:47.322" v="667"/>
        <pc:sldMkLst>
          <pc:docMk/>
          <pc:sldMk cId="2883109771" sldId="365"/>
        </pc:sldMkLst>
      </pc:sldChg>
      <pc:sldChg chg="modSp mod modNotesTx">
        <pc:chgData name="Júlio César Chaves" userId="3f913fe9-3202-435d-b9f5-b2fca763184f" providerId="ADAL" clId="{62F7AC4E-C59A-4E40-BF6B-1422F3A25491}" dt="2021-07-19T17:51:59.755" v="679" actId="20577"/>
        <pc:sldMkLst>
          <pc:docMk/>
          <pc:sldMk cId="535472864" sldId="366"/>
        </pc:sldMkLst>
        <pc:spChg chg="mod">
          <ac:chgData name="Júlio César Chaves" userId="3f913fe9-3202-435d-b9f5-b2fca763184f" providerId="ADAL" clId="{62F7AC4E-C59A-4E40-BF6B-1422F3A25491}" dt="2021-07-19T17:51:59.755" v="679" actId="20577"/>
          <ac:spMkLst>
            <pc:docMk/>
            <pc:sldMk cId="535472864" sldId="366"/>
            <ac:spMk id="6" creationId="{08BCF433-F3FF-4972-B615-D2AE63382BA9}"/>
          </ac:spMkLst>
        </pc:spChg>
      </pc:sldChg>
      <pc:sldChg chg="modNotesTx">
        <pc:chgData name="Júlio César Chaves" userId="3f913fe9-3202-435d-b9f5-b2fca763184f" providerId="ADAL" clId="{62F7AC4E-C59A-4E40-BF6B-1422F3A25491}" dt="2021-07-19T17:53:09.178" v="680"/>
        <pc:sldMkLst>
          <pc:docMk/>
          <pc:sldMk cId="965893609" sldId="367"/>
        </pc:sldMkLst>
      </pc:sldChg>
      <pc:sldChg chg="addSp delSp modSp mod modNotesTx">
        <pc:chgData name="Júlio César Chaves" userId="3f913fe9-3202-435d-b9f5-b2fca763184f" providerId="ADAL" clId="{62F7AC4E-C59A-4E40-BF6B-1422F3A25491}" dt="2021-07-19T18:42:28.757" v="1108" actId="1076"/>
        <pc:sldMkLst>
          <pc:docMk/>
          <pc:sldMk cId="82503280" sldId="368"/>
        </pc:sldMkLst>
        <pc:picChg chg="add mod">
          <ac:chgData name="Júlio César Chaves" userId="3f913fe9-3202-435d-b9f5-b2fca763184f" providerId="ADAL" clId="{62F7AC4E-C59A-4E40-BF6B-1422F3A25491}" dt="2021-07-19T18:42:28.757" v="1108" actId="1076"/>
          <ac:picMkLst>
            <pc:docMk/>
            <pc:sldMk cId="82503280" sldId="368"/>
            <ac:picMk id="3" creationId="{FDC96949-0794-4CE4-A047-712804D64749}"/>
          </ac:picMkLst>
        </pc:picChg>
        <pc:picChg chg="del">
          <ac:chgData name="Júlio César Chaves" userId="3f913fe9-3202-435d-b9f5-b2fca763184f" providerId="ADAL" clId="{62F7AC4E-C59A-4E40-BF6B-1422F3A25491}" dt="2021-07-19T18:42:12.934" v="1104" actId="478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mod">
        <pc:chgData name="Júlio César Chaves" userId="3f913fe9-3202-435d-b9f5-b2fca763184f" providerId="ADAL" clId="{62F7AC4E-C59A-4E40-BF6B-1422F3A25491}" dt="2021-07-19T18:23:00.639" v="686" actId="1076"/>
        <pc:sldMkLst>
          <pc:docMk/>
          <pc:sldMk cId="3245609721" sldId="369"/>
        </pc:sldMkLst>
        <pc:picChg chg="del">
          <ac:chgData name="Júlio César Chaves" userId="3f913fe9-3202-435d-b9f5-b2fca763184f" providerId="ADAL" clId="{62F7AC4E-C59A-4E40-BF6B-1422F3A25491}" dt="2021-07-19T18:22:54.935" v="684" actId="478"/>
          <ac:picMkLst>
            <pc:docMk/>
            <pc:sldMk cId="3245609721" sldId="369"/>
            <ac:picMk id="3" creationId="{E4BE693D-8E00-4313-9436-BE98FF778D0C}"/>
          </ac:picMkLst>
        </pc:picChg>
        <pc:picChg chg="add mod">
          <ac:chgData name="Júlio César Chaves" userId="3f913fe9-3202-435d-b9f5-b2fca763184f" providerId="ADAL" clId="{62F7AC4E-C59A-4E40-BF6B-1422F3A25491}" dt="2021-07-19T18:23:00.639" v="686" actId="1076"/>
          <ac:picMkLst>
            <pc:docMk/>
            <pc:sldMk cId="3245609721" sldId="369"/>
            <ac:picMk id="4" creationId="{C9EB386A-6956-499E-B159-3006FDF153C5}"/>
          </ac:picMkLst>
        </pc:picChg>
      </pc:sldChg>
      <pc:sldChg chg="addSp modSp mod modNotesTx">
        <pc:chgData name="Júlio César Chaves" userId="3f913fe9-3202-435d-b9f5-b2fca763184f" providerId="ADAL" clId="{62F7AC4E-C59A-4E40-BF6B-1422F3A25491}" dt="2021-08-03T15:46:08.039" v="1346" actId="6549"/>
        <pc:sldMkLst>
          <pc:docMk/>
          <pc:sldMk cId="804575485" sldId="370"/>
        </pc:sldMkLst>
        <pc:spChg chg="mod">
          <ac:chgData name="Júlio César Chaves" userId="3f913fe9-3202-435d-b9f5-b2fca763184f" providerId="ADAL" clId="{62F7AC4E-C59A-4E40-BF6B-1422F3A25491}" dt="2021-07-19T18:28:42.868" v="715" actId="14100"/>
          <ac:spMkLst>
            <pc:docMk/>
            <pc:sldMk cId="804575485" sldId="370"/>
            <ac:spMk id="5" creationId="{86429E50-EC8C-465F-B6A4-21DCFD7391CA}"/>
          </ac:spMkLst>
        </pc:spChg>
        <pc:spChg chg="mod">
          <ac:chgData name="Júlio César Chaves" userId="3f913fe9-3202-435d-b9f5-b2fca763184f" providerId="ADAL" clId="{62F7AC4E-C59A-4E40-BF6B-1422F3A25491}" dt="2021-07-19T18:45:27.427" v="1192" actId="20577"/>
          <ac:spMkLst>
            <pc:docMk/>
            <pc:sldMk cId="804575485" sldId="370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62F7AC4E-C59A-4E40-BF6B-1422F3A25491}" dt="2021-07-19T18:28:08.020" v="695" actId="14100"/>
          <ac:spMkLst>
            <pc:docMk/>
            <pc:sldMk cId="804575485" sldId="370"/>
            <ac:spMk id="8" creationId="{FF53BCD3-4F8F-44CF-82EF-E2F22B68033B}"/>
          </ac:spMkLst>
        </pc:spChg>
        <pc:spChg chg="add mod">
          <ac:chgData name="Júlio César Chaves" userId="3f913fe9-3202-435d-b9f5-b2fca763184f" providerId="ADAL" clId="{62F7AC4E-C59A-4E40-BF6B-1422F3A25491}" dt="2021-07-19T18:45:14.117" v="1191" actId="113"/>
          <ac:spMkLst>
            <pc:docMk/>
            <pc:sldMk cId="804575485" sldId="370"/>
            <ac:spMk id="9" creationId="{9B5D6CDD-0C96-4DB2-9875-E96333B7A08F}"/>
          </ac:spMkLst>
        </pc:spChg>
      </pc:sldChg>
      <pc:sldChg chg="modNotesTx">
        <pc:chgData name="Júlio César Chaves" userId="3f913fe9-3202-435d-b9f5-b2fca763184f" providerId="ADAL" clId="{62F7AC4E-C59A-4E40-BF6B-1422F3A25491}" dt="2021-07-19T19:02:34.365" v="1197"/>
        <pc:sldMkLst>
          <pc:docMk/>
          <pc:sldMk cId="2959543982" sldId="371"/>
        </pc:sldMkLst>
      </pc:sldChg>
      <pc:sldChg chg="modNotesTx">
        <pc:chgData name="Júlio César Chaves" userId="3f913fe9-3202-435d-b9f5-b2fca763184f" providerId="ADAL" clId="{62F7AC4E-C59A-4E40-BF6B-1422F3A25491}" dt="2021-07-19T19:22:00.090" v="1199"/>
        <pc:sldMkLst>
          <pc:docMk/>
          <pc:sldMk cId="871739062" sldId="372"/>
        </pc:sldMkLst>
      </pc:sldChg>
      <pc:sldChg chg="modNotesTx">
        <pc:chgData name="Júlio César Chaves" userId="3f913fe9-3202-435d-b9f5-b2fca763184f" providerId="ADAL" clId="{62F7AC4E-C59A-4E40-BF6B-1422F3A25491}" dt="2021-07-19T19:22:10.430" v="1201"/>
        <pc:sldMkLst>
          <pc:docMk/>
          <pc:sldMk cId="1597630539" sldId="373"/>
        </pc:sldMkLst>
      </pc:sldChg>
      <pc:sldChg chg="modNotesTx">
        <pc:chgData name="Júlio César Chaves" userId="3f913fe9-3202-435d-b9f5-b2fca763184f" providerId="ADAL" clId="{62F7AC4E-C59A-4E40-BF6B-1422F3A25491}" dt="2021-07-19T17:50:54.647" v="678"/>
        <pc:sldMkLst>
          <pc:docMk/>
          <pc:sldMk cId="2793274366" sldId="374"/>
        </pc:sldMkLst>
      </pc:sldChg>
      <pc:sldChg chg="modNotesTx">
        <pc:chgData name="Júlio César Chaves" userId="3f913fe9-3202-435d-b9f5-b2fca763184f" providerId="ADAL" clId="{62F7AC4E-C59A-4E40-BF6B-1422F3A25491}" dt="2021-07-19T19:22:38.597" v="1209" actId="20577"/>
        <pc:sldMkLst>
          <pc:docMk/>
          <pc:sldMk cId="4244821324" sldId="376"/>
        </pc:sldMkLst>
      </pc:sldChg>
      <pc:sldChg chg="modSp mod modNotesTx">
        <pc:chgData name="Júlio César Chaves" userId="3f913fe9-3202-435d-b9f5-b2fca763184f" providerId="ADAL" clId="{62F7AC4E-C59A-4E40-BF6B-1422F3A25491}" dt="2021-07-19T19:32:14.317" v="1213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62F7AC4E-C59A-4E40-BF6B-1422F3A25491}" dt="2021-07-17T19:36:21.167" v="494" actId="20577"/>
          <ac:spMkLst>
            <pc:docMk/>
            <pc:sldMk cId="1480385169" sldId="377"/>
            <ac:spMk id="6" creationId="{08BCF433-F3FF-4972-B615-D2AE63382BA9}"/>
          </ac:spMkLst>
        </pc:spChg>
      </pc:sldChg>
      <pc:sldChg chg="del mod modShow">
        <pc:chgData name="Júlio César Chaves" userId="3f913fe9-3202-435d-b9f5-b2fca763184f" providerId="ADAL" clId="{62F7AC4E-C59A-4E40-BF6B-1422F3A25491}" dt="2021-08-03T15:46:31.027" v="1347" actId="47"/>
        <pc:sldMkLst>
          <pc:docMk/>
          <pc:sldMk cId="1959266465" sldId="378"/>
        </pc:sldMkLst>
      </pc:sldChg>
      <pc:sldChg chg="addSp delSp modSp add mod">
        <pc:chgData name="Júlio César Chaves" userId="3f913fe9-3202-435d-b9f5-b2fca763184f" providerId="ADAL" clId="{62F7AC4E-C59A-4E40-BF6B-1422F3A25491}" dt="2021-07-17T20:07:50.399" v="653" actId="14100"/>
        <pc:sldMkLst>
          <pc:docMk/>
          <pc:sldMk cId="3466502807" sldId="379"/>
        </pc:sldMkLst>
        <pc:spChg chg="mod">
          <ac:chgData name="Júlio César Chaves" userId="3f913fe9-3202-435d-b9f5-b2fca763184f" providerId="ADAL" clId="{62F7AC4E-C59A-4E40-BF6B-1422F3A25491}" dt="2021-07-17T20:06:55.407" v="649" actId="20577"/>
          <ac:spMkLst>
            <pc:docMk/>
            <pc:sldMk cId="3466502807" sldId="379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62F7AC4E-C59A-4E40-BF6B-1422F3A25491}" dt="2021-07-17T20:07:50.399" v="653" actId="14100"/>
          <ac:picMkLst>
            <pc:docMk/>
            <pc:sldMk cId="3466502807" sldId="379"/>
            <ac:picMk id="1026" creationId="{E6B1EA25-74B5-42BE-91AE-F64BEAC9BA6A}"/>
          </ac:picMkLst>
        </pc:picChg>
        <pc:picChg chg="del">
          <ac:chgData name="Júlio César Chaves" userId="3f913fe9-3202-435d-b9f5-b2fca763184f" providerId="ADAL" clId="{62F7AC4E-C59A-4E40-BF6B-1422F3A25491}" dt="2021-07-17T20:06:59.087" v="650" actId="478"/>
          <ac:picMkLst>
            <pc:docMk/>
            <pc:sldMk cId="3466502807" sldId="379"/>
            <ac:picMk id="4098" creationId="{B036F30C-A433-4BC9-A37C-CCE5E06AF239}"/>
          </ac:picMkLst>
        </pc:picChg>
      </pc:sldChg>
      <pc:sldMasterChg chg="delSldLayout">
        <pc:chgData name="Júlio César Chaves" userId="3f913fe9-3202-435d-b9f5-b2fca763184f" providerId="ADAL" clId="{62F7AC4E-C59A-4E40-BF6B-1422F3A25491}" dt="2021-07-17T19:35:46.903" v="492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62F7AC4E-C59A-4E40-BF6B-1422F3A25491}" dt="2021-07-17T19:35:46.903" v="492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027E1410-3786-492E-B130-585DBB268378}"/>
    <pc:docChg chg="custSel addSld modSld modSection">
      <pc:chgData name="Júlio César Chaves" userId="3f913fe9-3202-435d-b9f5-b2fca763184f" providerId="ADAL" clId="{027E1410-3786-492E-B130-585DBB268378}" dt="2023-03-20T12:18:11.256" v="307" actId="20577"/>
      <pc:docMkLst>
        <pc:docMk/>
      </pc:docMkLst>
      <pc:sldChg chg="modSp new mod">
        <pc:chgData name="Júlio César Chaves" userId="3f913fe9-3202-435d-b9f5-b2fca763184f" providerId="ADAL" clId="{027E1410-3786-492E-B130-585DBB268378}" dt="2023-03-20T12:18:11.256" v="307" actId="20577"/>
        <pc:sldMkLst>
          <pc:docMk/>
          <pc:sldMk cId="2786050413" sldId="264"/>
        </pc:sldMkLst>
        <pc:spChg chg="mod">
          <ac:chgData name="Júlio César Chaves" userId="3f913fe9-3202-435d-b9f5-b2fca763184f" providerId="ADAL" clId="{027E1410-3786-492E-B130-585DBB268378}" dt="2023-03-20T12:15:32.872" v="9" actId="20577"/>
          <ac:spMkLst>
            <pc:docMk/>
            <pc:sldMk cId="2786050413" sldId="264"/>
            <ac:spMk id="2" creationId="{236961B1-3BAA-EC0D-66B9-20F0EA11DEC8}"/>
          </ac:spMkLst>
        </pc:spChg>
        <pc:spChg chg="mod">
          <ac:chgData name="Júlio César Chaves" userId="3f913fe9-3202-435d-b9f5-b2fca763184f" providerId="ADAL" clId="{027E1410-3786-492E-B130-585DBB268378}" dt="2023-03-20T12:18:11.256" v="307" actId="20577"/>
          <ac:spMkLst>
            <pc:docMk/>
            <pc:sldMk cId="2786050413" sldId="264"/>
            <ac:spMk id="3" creationId="{CDF0951E-FAC1-E60A-158D-6DC502C55F2B}"/>
          </ac:spMkLst>
        </pc:spChg>
      </pc:sldChg>
    </pc:docChg>
  </pc:docChgLst>
  <pc:docChgLst>
    <pc:chgData name="Júlio César Chaves" userId="3f913fe9-3202-435d-b9f5-b2fca763184f" providerId="ADAL" clId="{16531623-20C6-45BD-A4D8-8D2610E50E00}"/>
    <pc:docChg chg="undo custSel addSld delSld modSld sldOrd modSection">
      <pc:chgData name="Júlio César Chaves" userId="3f913fe9-3202-435d-b9f5-b2fca763184f" providerId="ADAL" clId="{16531623-20C6-45BD-A4D8-8D2610E50E00}" dt="2022-02-04T16:59:59.258" v="7574" actId="47"/>
      <pc:docMkLst>
        <pc:docMk/>
      </pc:docMkLst>
      <pc:sldChg chg="modSp mod">
        <pc:chgData name="Júlio César Chaves" userId="3f913fe9-3202-435d-b9f5-b2fca763184f" providerId="ADAL" clId="{16531623-20C6-45BD-A4D8-8D2610E50E00}" dt="2022-02-01T22:58:48.424" v="7533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16531623-20C6-45BD-A4D8-8D2610E50E00}" dt="2022-02-01T22:58:48.424" v="7533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">
        <pc:chgData name="Júlio César Chaves" userId="3f913fe9-3202-435d-b9f5-b2fca763184f" providerId="ADAL" clId="{16531623-20C6-45BD-A4D8-8D2610E50E00}" dt="2022-01-29T21:22:20.319" v="290" actId="1076"/>
        <pc:sldMkLst>
          <pc:docMk/>
          <pc:sldMk cId="3243391703" sldId="275"/>
        </pc:sldMkLst>
        <pc:spChg chg="mod">
          <ac:chgData name="Júlio César Chaves" userId="3f913fe9-3202-435d-b9f5-b2fca763184f" providerId="ADAL" clId="{16531623-20C6-45BD-A4D8-8D2610E50E00}" dt="2022-01-29T21:22:20.319" v="290" actId="1076"/>
          <ac:spMkLst>
            <pc:docMk/>
            <pc:sldMk cId="3243391703" sldId="275"/>
            <ac:spMk id="2" creationId="{F69B9CA0-4261-424E-A9DA-ABBCFACD1135}"/>
          </ac:spMkLst>
        </pc:spChg>
      </pc:sldChg>
      <pc:sldChg chg="del mod modShow">
        <pc:chgData name="Júlio César Chaves" userId="3f913fe9-3202-435d-b9f5-b2fca763184f" providerId="ADAL" clId="{16531623-20C6-45BD-A4D8-8D2610E50E00}" dt="2022-02-04T16:59:59.258" v="7574" actId="47"/>
        <pc:sldMkLst>
          <pc:docMk/>
          <pc:sldMk cId="1370089053" sldId="281"/>
        </pc:sldMkLst>
      </pc:sldChg>
      <pc:sldChg chg="addSp modSp mod">
        <pc:chgData name="Júlio César Chaves" userId="3f913fe9-3202-435d-b9f5-b2fca763184f" providerId="ADAL" clId="{16531623-20C6-45BD-A4D8-8D2610E50E00}" dt="2022-02-01T22:34:31.830" v="6800" actId="1076"/>
        <pc:sldMkLst>
          <pc:docMk/>
          <pc:sldMk cId="2904025016" sldId="282"/>
        </pc:sldMkLst>
        <pc:spChg chg="add mod">
          <ac:chgData name="Júlio César Chaves" userId="3f913fe9-3202-435d-b9f5-b2fca763184f" providerId="ADAL" clId="{16531623-20C6-45BD-A4D8-8D2610E50E00}" dt="2022-02-01T22:31:30.060" v="6603" actId="1076"/>
          <ac:spMkLst>
            <pc:docMk/>
            <pc:sldMk cId="2904025016" sldId="282"/>
            <ac:spMk id="5" creationId="{15AA7DE4-E7FA-4D4D-8EE0-2699DD037EF7}"/>
          </ac:spMkLst>
        </pc:spChg>
        <pc:spChg chg="add mod">
          <ac:chgData name="Júlio César Chaves" userId="3f913fe9-3202-435d-b9f5-b2fca763184f" providerId="ADAL" clId="{16531623-20C6-45BD-A4D8-8D2610E50E00}" dt="2022-02-01T22:34:31.830" v="6800" actId="1076"/>
          <ac:spMkLst>
            <pc:docMk/>
            <pc:sldMk cId="2904025016" sldId="282"/>
            <ac:spMk id="6" creationId="{77E90586-E9E9-4ACB-8FBD-ADF1D9002964}"/>
          </ac:spMkLst>
        </pc:spChg>
        <pc:spChg chg="add mod">
          <ac:chgData name="Júlio César Chaves" userId="3f913fe9-3202-435d-b9f5-b2fca763184f" providerId="ADAL" clId="{16531623-20C6-45BD-A4D8-8D2610E50E00}" dt="2022-02-01T22:34:31.830" v="6800" actId="1076"/>
          <ac:spMkLst>
            <pc:docMk/>
            <pc:sldMk cId="2904025016" sldId="282"/>
            <ac:spMk id="7" creationId="{30890CA8-40CD-44CB-913A-7DACEEFF8EBF}"/>
          </ac:spMkLst>
        </pc:spChg>
      </pc:sldChg>
      <pc:sldChg chg="modSp mod modNotesTx">
        <pc:chgData name="Júlio César Chaves" userId="3f913fe9-3202-435d-b9f5-b2fca763184f" providerId="ADAL" clId="{16531623-20C6-45BD-A4D8-8D2610E50E00}" dt="2022-01-31T12:16:26.526" v="902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16531623-20C6-45BD-A4D8-8D2610E50E00}" dt="2022-01-29T20:57:59.382" v="179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modSp mod">
        <pc:chgData name="Júlio César Chaves" userId="3f913fe9-3202-435d-b9f5-b2fca763184f" providerId="ADAL" clId="{16531623-20C6-45BD-A4D8-8D2610E50E00}" dt="2022-02-01T23:03:24.018" v="7554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6531623-20C6-45BD-A4D8-8D2610E50E00}" dt="2022-02-01T23:03:24.018" v="7554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 modNotesTx">
        <pc:chgData name="Júlio César Chaves" userId="3f913fe9-3202-435d-b9f5-b2fca763184f" providerId="ADAL" clId="{16531623-20C6-45BD-A4D8-8D2610E50E00}" dt="2022-02-01T22:36:22.109" v="6836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6531623-20C6-45BD-A4D8-8D2610E50E00}" dt="2022-01-29T21:22:06.460" v="288" actId="20577"/>
          <ac:spMkLst>
            <pc:docMk/>
            <pc:sldMk cId="4217619675" sldId="311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6531623-20C6-45BD-A4D8-8D2610E50E00}" dt="2022-01-29T21:29:53.284" v="348" actId="20577"/>
          <ac:spMkLst>
            <pc:docMk/>
            <pc:sldMk cId="4217619675" sldId="311"/>
            <ac:spMk id="5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16531623-20C6-45BD-A4D8-8D2610E50E00}" dt="2022-01-31T19:17:51.231" v="1715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6531623-20C6-45BD-A4D8-8D2610E50E00}" dt="2022-01-31T19:00:40.848" v="1017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6531623-20C6-45BD-A4D8-8D2610E50E00}" dt="2022-01-31T19:11:13.242" v="1382" actId="14100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6531623-20C6-45BD-A4D8-8D2610E50E00}" dt="2022-01-31T19:11:13.242" v="1382" actId="14100"/>
          <ac:spMkLst>
            <pc:docMk/>
            <pc:sldMk cId="1045669170" sldId="362"/>
            <ac:spMk id="4" creationId="{E1DFE9F0-E4E0-4EED-80F9-053F2AD63631}"/>
          </ac:spMkLst>
        </pc:spChg>
        <pc:spChg chg="mod">
          <ac:chgData name="Júlio César Chaves" userId="3f913fe9-3202-435d-b9f5-b2fca763184f" providerId="ADAL" clId="{16531623-20C6-45BD-A4D8-8D2610E50E00}" dt="2022-01-31T19:11:31.907" v="1384" actId="20577"/>
          <ac:spMkLst>
            <pc:docMk/>
            <pc:sldMk cId="1045669170" sldId="362"/>
            <ac:spMk id="6" creationId="{D37590EF-9518-48BD-A8A3-F1AE8FA28C8B}"/>
          </ac:spMkLst>
        </pc:spChg>
        <pc:spChg chg="mod">
          <ac:chgData name="Júlio César Chaves" userId="3f913fe9-3202-435d-b9f5-b2fca763184f" providerId="ADAL" clId="{16531623-20C6-45BD-A4D8-8D2610E50E00}" dt="2022-01-31T19:00:32.184" v="1008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NotesTx">
        <pc:chgData name="Júlio César Chaves" userId="3f913fe9-3202-435d-b9f5-b2fca763184f" providerId="ADAL" clId="{16531623-20C6-45BD-A4D8-8D2610E50E00}" dt="2022-01-31T19:18:35.050" v="1717" actId="20577"/>
        <pc:sldMkLst>
          <pc:docMk/>
          <pc:sldMk cId="1798468208" sldId="364"/>
        </pc:sldMkLst>
      </pc:sldChg>
      <pc:sldChg chg="addSp delSp modSp add del mod modNotesTx">
        <pc:chgData name="Júlio César Chaves" userId="3f913fe9-3202-435d-b9f5-b2fca763184f" providerId="ADAL" clId="{16531623-20C6-45BD-A4D8-8D2610E50E00}" dt="2022-02-01T22:44:22.080" v="7244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6531623-20C6-45BD-A4D8-8D2610E50E00}" dt="2022-02-01T22:37:58.040" v="6838" actId="1076"/>
          <ac:spMkLst>
            <pc:docMk/>
            <pc:sldMk cId="2883109771" sldId="365"/>
            <ac:spMk id="2" creationId="{0A213DBF-802B-4F7B-975A-A5A33F6FCC63}"/>
          </ac:spMkLst>
        </pc:spChg>
        <pc:spChg chg="mod">
          <ac:chgData name="Júlio César Chaves" userId="3f913fe9-3202-435d-b9f5-b2fca763184f" providerId="ADAL" clId="{16531623-20C6-45BD-A4D8-8D2610E50E00}" dt="2022-02-01T22:38:23.150" v="6903" actId="20577"/>
          <ac:spMkLst>
            <pc:docMk/>
            <pc:sldMk cId="2883109771" sldId="365"/>
            <ac:spMk id="6" creationId="{0A6B1D80-B264-4E52-8ACC-175B68161102}"/>
          </ac:spMkLst>
        </pc:spChg>
        <pc:picChg chg="del">
          <ac:chgData name="Júlio César Chaves" userId="3f913fe9-3202-435d-b9f5-b2fca763184f" providerId="ADAL" clId="{16531623-20C6-45BD-A4D8-8D2610E50E00}" dt="2022-01-31T19:42:17.869" v="2101" actId="478"/>
          <ac:picMkLst>
            <pc:docMk/>
            <pc:sldMk cId="2883109771" sldId="365"/>
            <ac:picMk id="5" creationId="{E3EE70B3-5B7E-4C6F-A8CF-F92BDE551EE3}"/>
          </ac:picMkLst>
        </pc:picChg>
        <pc:picChg chg="add mod">
          <ac:chgData name="Júlio César Chaves" userId="3f913fe9-3202-435d-b9f5-b2fca763184f" providerId="ADAL" clId="{16531623-20C6-45BD-A4D8-8D2610E50E00}" dt="2022-02-01T22:37:55.463" v="6837" actId="1076"/>
          <ac:picMkLst>
            <pc:docMk/>
            <pc:sldMk cId="2883109771" sldId="365"/>
            <ac:picMk id="7" creationId="{E3C60A4A-DB27-410D-BFCB-60A104B56881}"/>
          </ac:picMkLst>
        </pc:picChg>
      </pc:sldChg>
      <pc:sldChg chg="modSp mod">
        <pc:chgData name="Júlio César Chaves" userId="3f913fe9-3202-435d-b9f5-b2fca763184f" providerId="ADAL" clId="{16531623-20C6-45BD-A4D8-8D2610E50E00}" dt="2022-02-04T16:49:17.038" v="7563" actId="20577"/>
        <pc:sldMkLst>
          <pc:docMk/>
          <pc:sldMk cId="535472864" sldId="366"/>
        </pc:sldMkLst>
        <pc:spChg chg="mod">
          <ac:chgData name="Júlio César Chaves" userId="3f913fe9-3202-435d-b9f5-b2fca763184f" providerId="ADAL" clId="{16531623-20C6-45BD-A4D8-8D2610E50E00}" dt="2022-02-04T16:49:17.038" v="7563" actId="20577"/>
          <ac:spMkLst>
            <pc:docMk/>
            <pc:sldMk cId="535472864" sldId="366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16531623-20C6-45BD-A4D8-8D2610E50E00}" dt="2022-02-04T16:49:30.658" v="7572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6531623-20C6-45BD-A4D8-8D2610E50E00}" dt="2022-02-04T16:49:30.658" v="7572" actId="20577"/>
          <ac:spMkLst>
            <pc:docMk/>
            <pc:sldMk cId="965893609" sldId="367"/>
            <ac:spMk id="8" creationId="{DD25F577-5004-4410-B684-853264C66953}"/>
          </ac:spMkLst>
        </pc:spChg>
      </pc:sldChg>
      <pc:sldChg chg="del">
        <pc:chgData name="Júlio César Chaves" userId="3f913fe9-3202-435d-b9f5-b2fca763184f" providerId="ADAL" clId="{16531623-20C6-45BD-A4D8-8D2610E50E00}" dt="2022-02-04T16:49:37.714" v="757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16531623-20C6-45BD-A4D8-8D2610E50E00}" dt="2022-01-31T20:04:53.488" v="2839" actId="47"/>
        <pc:sldMkLst>
          <pc:docMk/>
          <pc:sldMk cId="3245609721" sldId="369"/>
        </pc:sldMkLst>
      </pc:sldChg>
      <pc:sldChg chg="mod modShow">
        <pc:chgData name="Júlio César Chaves" userId="3f913fe9-3202-435d-b9f5-b2fca763184f" providerId="ADAL" clId="{16531623-20C6-45BD-A4D8-8D2610E50E00}" dt="2022-02-01T21:54:46.249" v="6359" actId="729"/>
        <pc:sldMkLst>
          <pc:docMk/>
          <pc:sldMk cId="804575485" sldId="370"/>
        </pc:sldMkLst>
      </pc:sldChg>
      <pc:sldChg chg="addSp delSp modSp add mod modNotesTx">
        <pc:chgData name="Júlio César Chaves" userId="3f913fe9-3202-435d-b9f5-b2fca763184f" providerId="ADAL" clId="{16531623-20C6-45BD-A4D8-8D2610E50E00}" dt="2022-02-01T22:50:43.698" v="7514" actId="14100"/>
        <pc:sldMkLst>
          <pc:docMk/>
          <pc:sldMk cId="1312263333" sldId="378"/>
        </pc:sldMkLst>
        <pc:spChg chg="mod">
          <ac:chgData name="Júlio César Chaves" userId="3f913fe9-3202-435d-b9f5-b2fca763184f" providerId="ADAL" clId="{16531623-20C6-45BD-A4D8-8D2610E50E00}" dt="2022-02-01T22:50:43.698" v="7514" actId="14100"/>
          <ac:spMkLst>
            <pc:docMk/>
            <pc:sldMk cId="1312263333" sldId="378"/>
            <ac:spMk id="2" creationId="{0A213DBF-802B-4F7B-975A-A5A33F6FCC63}"/>
          </ac:spMkLst>
        </pc:spChg>
        <pc:spChg chg="mod">
          <ac:chgData name="Júlio César Chaves" userId="3f913fe9-3202-435d-b9f5-b2fca763184f" providerId="ADAL" clId="{16531623-20C6-45BD-A4D8-8D2610E50E00}" dt="2022-01-31T19:48:38.566" v="2453" actId="20577"/>
          <ac:spMkLst>
            <pc:docMk/>
            <pc:sldMk cId="1312263333" sldId="378"/>
            <ac:spMk id="6" creationId="{0A6B1D80-B264-4E52-8ACC-175B68161102}"/>
          </ac:spMkLst>
        </pc:spChg>
        <pc:graphicFrameChg chg="add mod modGraphic">
          <ac:chgData name="Júlio César Chaves" userId="3f913fe9-3202-435d-b9f5-b2fca763184f" providerId="ADAL" clId="{16531623-20C6-45BD-A4D8-8D2610E50E00}" dt="2022-01-31T19:43:30.694" v="2183" actId="20577"/>
          <ac:graphicFrameMkLst>
            <pc:docMk/>
            <pc:sldMk cId="1312263333" sldId="378"/>
            <ac:graphicFrameMk id="4" creationId="{F6F2D19A-ABF3-4D1B-B900-DC417B1244C9}"/>
          </ac:graphicFrameMkLst>
        </pc:graphicFrameChg>
        <pc:picChg chg="del">
          <ac:chgData name="Júlio César Chaves" userId="3f913fe9-3202-435d-b9f5-b2fca763184f" providerId="ADAL" clId="{16531623-20C6-45BD-A4D8-8D2610E50E00}" dt="2022-01-31T19:21:17.666" v="1726" actId="478"/>
          <ac:picMkLst>
            <pc:docMk/>
            <pc:sldMk cId="1312263333" sldId="378"/>
            <ac:picMk id="5" creationId="{E3EE70B3-5B7E-4C6F-A8CF-F92BDE551EE3}"/>
          </ac:picMkLst>
        </pc:picChg>
        <pc:picChg chg="add mod">
          <ac:chgData name="Júlio César Chaves" userId="3f913fe9-3202-435d-b9f5-b2fca763184f" providerId="ADAL" clId="{16531623-20C6-45BD-A4D8-8D2610E50E00}" dt="2022-01-31T19:41:02.470" v="2043" actId="1076"/>
          <ac:picMkLst>
            <pc:docMk/>
            <pc:sldMk cId="1312263333" sldId="378"/>
            <ac:picMk id="8" creationId="{C47CF365-C5E9-4E8E-BA82-41C41C2F998F}"/>
          </ac:picMkLst>
        </pc:picChg>
      </pc:sldChg>
      <pc:sldChg chg="del">
        <pc:chgData name="Júlio César Chaves" userId="3f913fe9-3202-435d-b9f5-b2fca763184f" providerId="ADAL" clId="{16531623-20C6-45BD-A4D8-8D2610E50E00}" dt="2022-01-31T17:42:04.762" v="903" actId="47"/>
        <pc:sldMkLst>
          <pc:docMk/>
          <pc:sldMk cId="3466502807" sldId="379"/>
        </pc:sldMkLst>
      </pc:sldChg>
      <pc:sldChg chg="addSp delSp modSp add mod">
        <pc:chgData name="Júlio César Chaves" userId="3f913fe9-3202-435d-b9f5-b2fca763184f" providerId="ADAL" clId="{16531623-20C6-45BD-A4D8-8D2610E50E00}" dt="2022-02-01T19:18:58.137" v="5081" actId="20577"/>
        <pc:sldMkLst>
          <pc:docMk/>
          <pc:sldMk cId="3630261227" sldId="379"/>
        </pc:sldMkLst>
        <pc:spChg chg="mod">
          <ac:chgData name="Júlio César Chaves" userId="3f913fe9-3202-435d-b9f5-b2fca763184f" providerId="ADAL" clId="{16531623-20C6-45BD-A4D8-8D2610E50E00}" dt="2022-02-01T15:41:01.939" v="4218" actId="20577"/>
          <ac:spMkLst>
            <pc:docMk/>
            <pc:sldMk cId="3630261227" sldId="379"/>
            <ac:spMk id="6" creationId="{08BCF433-F3FF-4972-B615-D2AE63382BA9}"/>
          </ac:spMkLst>
        </pc:spChg>
        <pc:graphicFrameChg chg="add mod modGraphic">
          <ac:chgData name="Júlio César Chaves" userId="3f913fe9-3202-435d-b9f5-b2fca763184f" providerId="ADAL" clId="{16531623-20C6-45BD-A4D8-8D2610E50E00}" dt="2022-02-01T19:18:58.137" v="5081" actId="20577"/>
          <ac:graphicFrameMkLst>
            <pc:docMk/>
            <pc:sldMk cId="3630261227" sldId="379"/>
            <ac:graphicFrameMk id="8" creationId="{405A8251-5112-47CC-A748-CA5324C15924}"/>
          </ac:graphicFrameMkLst>
        </pc:graphicFrameChg>
        <pc:picChg chg="del">
          <ac:chgData name="Júlio César Chaves" userId="3f913fe9-3202-435d-b9f5-b2fca763184f" providerId="ADAL" clId="{16531623-20C6-45BD-A4D8-8D2610E50E00}" dt="2022-01-31T19:53:24.629" v="2455" actId="478"/>
          <ac:picMkLst>
            <pc:docMk/>
            <pc:sldMk cId="3630261227" sldId="379"/>
            <ac:picMk id="4" creationId="{C9EB386A-6956-499E-B159-3006FDF153C5}"/>
          </ac:picMkLst>
        </pc:picChg>
      </pc:sldChg>
      <pc:sldChg chg="addSp delSp modSp add mod modNotesTx">
        <pc:chgData name="Júlio César Chaves" userId="3f913fe9-3202-435d-b9f5-b2fca763184f" providerId="ADAL" clId="{16531623-20C6-45BD-A4D8-8D2610E50E00}" dt="2022-02-01T21:36:29.167" v="5364" actId="313"/>
        <pc:sldMkLst>
          <pc:docMk/>
          <pc:sldMk cId="917886381" sldId="380"/>
        </pc:sldMkLst>
        <pc:spChg chg="mod">
          <ac:chgData name="Júlio César Chaves" userId="3f913fe9-3202-435d-b9f5-b2fca763184f" providerId="ADAL" clId="{16531623-20C6-45BD-A4D8-8D2610E50E00}" dt="2022-02-01T15:41:31.625" v="4220" actId="20577"/>
          <ac:spMkLst>
            <pc:docMk/>
            <pc:sldMk cId="917886381" sldId="380"/>
            <ac:spMk id="6" creationId="{08BCF433-F3FF-4972-B615-D2AE63382BA9}"/>
          </ac:spMkLst>
        </pc:spChg>
        <pc:graphicFrameChg chg="add mod modGraphic">
          <ac:chgData name="Júlio César Chaves" userId="3f913fe9-3202-435d-b9f5-b2fca763184f" providerId="ADAL" clId="{16531623-20C6-45BD-A4D8-8D2610E50E00}" dt="2022-01-31T21:11:09.296" v="3978" actId="20577"/>
          <ac:graphicFrameMkLst>
            <pc:docMk/>
            <pc:sldMk cId="917886381" sldId="380"/>
            <ac:graphicFrameMk id="2" creationId="{4F1B8695-7121-4469-A7DB-D8037F44B22F}"/>
          </ac:graphicFrameMkLst>
        </pc:graphicFrameChg>
        <pc:graphicFrameChg chg="del">
          <ac:chgData name="Júlio César Chaves" userId="3f913fe9-3202-435d-b9f5-b2fca763184f" providerId="ADAL" clId="{16531623-20C6-45BD-A4D8-8D2610E50E00}" dt="2022-01-31T20:06:00.058" v="2847" actId="478"/>
          <ac:graphicFrameMkLst>
            <pc:docMk/>
            <pc:sldMk cId="917886381" sldId="380"/>
            <ac:graphicFrameMk id="8" creationId="{405A8251-5112-47CC-A748-CA5324C15924}"/>
          </ac:graphicFrameMkLst>
        </pc:graphicFrameChg>
        <pc:graphicFrameChg chg="add mod modGraphic">
          <ac:chgData name="Júlio César Chaves" userId="3f913fe9-3202-435d-b9f5-b2fca763184f" providerId="ADAL" clId="{16531623-20C6-45BD-A4D8-8D2610E50E00}" dt="2022-01-31T21:07:32.898" v="3760" actId="20577"/>
          <ac:graphicFrameMkLst>
            <pc:docMk/>
            <pc:sldMk cId="917886381" sldId="380"/>
            <ac:graphicFrameMk id="9" creationId="{D5475749-0F0F-4EE0-B6A8-1BA2049CF079}"/>
          </ac:graphicFrameMkLst>
        </pc:graphicFrameChg>
      </pc:sldChg>
      <pc:sldChg chg="addSp delSp modSp add mod modNotesTx">
        <pc:chgData name="Júlio César Chaves" userId="3f913fe9-3202-435d-b9f5-b2fca763184f" providerId="ADAL" clId="{16531623-20C6-45BD-A4D8-8D2610E50E00}" dt="2022-02-01T21:37:21.777" v="5472" actId="20577"/>
        <pc:sldMkLst>
          <pc:docMk/>
          <pc:sldMk cId="2419527000" sldId="381"/>
        </pc:sldMkLst>
        <pc:spChg chg="mod">
          <ac:chgData name="Júlio César Chaves" userId="3f913fe9-3202-435d-b9f5-b2fca763184f" providerId="ADAL" clId="{16531623-20C6-45BD-A4D8-8D2610E50E00}" dt="2022-02-01T15:49:01.051" v="4223" actId="14100"/>
          <ac:spMkLst>
            <pc:docMk/>
            <pc:sldMk cId="2419527000" sldId="381"/>
            <ac:spMk id="6" creationId="{08BCF433-F3FF-4972-B615-D2AE63382BA9}"/>
          </ac:spMkLst>
        </pc:spChg>
        <pc:graphicFrameChg chg="del">
          <ac:chgData name="Júlio César Chaves" userId="3f913fe9-3202-435d-b9f5-b2fca763184f" providerId="ADAL" clId="{16531623-20C6-45BD-A4D8-8D2610E50E00}" dt="2022-01-31T20:59:28.263" v="3626" actId="478"/>
          <ac:graphicFrameMkLst>
            <pc:docMk/>
            <pc:sldMk cId="2419527000" sldId="381"/>
            <ac:graphicFrameMk id="2" creationId="{4F1B8695-7121-4469-A7DB-D8037F44B22F}"/>
          </ac:graphicFrameMkLst>
        </pc:graphicFrameChg>
        <pc:graphicFrameChg chg="add mod modGraphic">
          <ac:chgData name="Júlio César Chaves" userId="3f913fe9-3202-435d-b9f5-b2fca763184f" providerId="ADAL" clId="{16531623-20C6-45BD-A4D8-8D2610E50E00}" dt="2022-01-31T21:18:43.990" v="4181" actId="1076"/>
          <ac:graphicFrameMkLst>
            <pc:docMk/>
            <pc:sldMk cId="2419527000" sldId="381"/>
            <ac:graphicFrameMk id="3" creationId="{324D2367-BE8E-4B20-99A7-6CCD3CBE4D7F}"/>
          </ac:graphicFrameMkLst>
        </pc:graphicFrameChg>
        <pc:graphicFrameChg chg="del">
          <ac:chgData name="Júlio César Chaves" userId="3f913fe9-3202-435d-b9f5-b2fca763184f" providerId="ADAL" clId="{16531623-20C6-45BD-A4D8-8D2610E50E00}" dt="2022-01-31T20:59:31.144" v="3627" actId="478"/>
          <ac:graphicFrameMkLst>
            <pc:docMk/>
            <pc:sldMk cId="2419527000" sldId="381"/>
            <ac:graphicFrameMk id="9" creationId="{D5475749-0F0F-4EE0-B6A8-1BA2049CF079}"/>
          </ac:graphicFrameMkLst>
        </pc:graphicFrameChg>
      </pc:sldChg>
      <pc:sldChg chg="addSp delSp modSp add mod modNotesTx">
        <pc:chgData name="Júlio César Chaves" userId="3f913fe9-3202-435d-b9f5-b2fca763184f" providerId="ADAL" clId="{16531623-20C6-45BD-A4D8-8D2610E50E00}" dt="2022-02-01T21:54:05.831" v="6358" actId="1076"/>
        <pc:sldMkLst>
          <pc:docMk/>
          <pc:sldMk cId="2825560162" sldId="382"/>
        </pc:sldMkLst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2" creationId="{83821E90-5A74-48F3-9C08-F33F10EA17B3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3" creationId="{9F224B71-C116-43B3-8954-245BE2A748C7}"/>
          </ac:spMkLst>
        </pc:spChg>
        <pc:spChg chg="mod">
          <ac:chgData name="Júlio César Chaves" userId="3f913fe9-3202-435d-b9f5-b2fca763184f" providerId="ADAL" clId="{16531623-20C6-45BD-A4D8-8D2610E50E00}" dt="2022-02-01T18:23:29.241" v="4285" actId="14100"/>
          <ac:spMkLst>
            <pc:docMk/>
            <pc:sldMk cId="2825560162" sldId="382"/>
            <ac:spMk id="6" creationId="{08BCF433-F3FF-4972-B615-D2AE63382BA9}"/>
          </ac:spMkLst>
        </pc:spChg>
        <pc:spChg chg="add del mod">
          <ac:chgData name="Júlio César Chaves" userId="3f913fe9-3202-435d-b9f5-b2fca763184f" providerId="ADAL" clId="{16531623-20C6-45BD-A4D8-8D2610E50E00}" dt="2022-02-01T18:23:53.691" v="4301" actId="478"/>
          <ac:spMkLst>
            <pc:docMk/>
            <pc:sldMk cId="2825560162" sldId="382"/>
            <ac:spMk id="8" creationId="{D3C27911-987D-40A8-B2AA-73BA866BE357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9" creationId="{FEDAF7B5-CD6B-41E4-ACEB-BC4F28F58F73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12" creationId="{829BCE3C-8E9F-481E-A356-7E8322DB9F59}"/>
          </ac:spMkLst>
        </pc:spChg>
        <pc:spChg chg="add mod">
          <ac:chgData name="Júlio César Chaves" userId="3f913fe9-3202-435d-b9f5-b2fca763184f" providerId="ADAL" clId="{16531623-20C6-45BD-A4D8-8D2610E50E00}" dt="2022-02-01T18:26:09.878" v="4389" actId="164"/>
          <ac:spMkLst>
            <pc:docMk/>
            <pc:sldMk cId="2825560162" sldId="382"/>
            <ac:spMk id="13" creationId="{0E3C9BF9-BEEC-40BE-9F1F-FE2A522FC046}"/>
          </ac:spMkLst>
        </pc:spChg>
        <pc:spChg chg="add mod">
          <ac:chgData name="Júlio César Chaves" userId="3f913fe9-3202-435d-b9f5-b2fca763184f" providerId="ADAL" clId="{16531623-20C6-45BD-A4D8-8D2610E50E00}" dt="2022-02-01T18:26:09.878" v="4389" actId="164"/>
          <ac:spMkLst>
            <pc:docMk/>
            <pc:sldMk cId="2825560162" sldId="382"/>
            <ac:spMk id="14" creationId="{94F005BE-9C6F-41BE-A049-2B870D52D886}"/>
          </ac:spMkLst>
        </pc:spChg>
        <pc:spChg chg="add del mod">
          <ac:chgData name="Júlio César Chaves" userId="3f913fe9-3202-435d-b9f5-b2fca763184f" providerId="ADAL" clId="{16531623-20C6-45BD-A4D8-8D2610E50E00}" dt="2022-02-01T18:26:16.174" v="4392" actId="478"/>
          <ac:spMkLst>
            <pc:docMk/>
            <pc:sldMk cId="2825560162" sldId="382"/>
            <ac:spMk id="15" creationId="{B1548559-8E73-4B3A-BF9D-717007B3AD4E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25" creationId="{396C3A7C-514D-47EE-B820-73374ACEC178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26" creationId="{DA7B7905-384D-4AA8-8FD2-998C702790B8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27" creationId="{92087421-989E-423D-AA5A-47CB84030A87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28" creationId="{0C8C7551-5114-4A9A-8C94-483D00A650D3}"/>
          </ac:spMkLst>
        </pc:spChg>
        <pc:spChg chg="add mod">
          <ac:chgData name="Júlio César Chaves" userId="3f913fe9-3202-435d-b9f5-b2fca763184f" providerId="ADAL" clId="{16531623-20C6-45BD-A4D8-8D2610E50E00}" dt="2022-02-01T18:26:21.123" v="4394" actId="20577"/>
          <ac:spMkLst>
            <pc:docMk/>
            <pc:sldMk cId="2825560162" sldId="382"/>
            <ac:spMk id="29" creationId="{A28EBB37-071D-4149-A7E7-5B61DECA0745}"/>
          </ac:spMkLst>
        </pc:spChg>
        <pc:spChg chg="add mod">
          <ac:chgData name="Júlio César Chaves" userId="3f913fe9-3202-435d-b9f5-b2fca763184f" providerId="ADAL" clId="{16531623-20C6-45BD-A4D8-8D2610E50E00}" dt="2022-02-01T18:26:01.960" v="4388" actId="164"/>
          <ac:spMkLst>
            <pc:docMk/>
            <pc:sldMk cId="2825560162" sldId="382"/>
            <ac:spMk id="30" creationId="{9357D9E9-5D3B-4AF5-B963-CCBB0AA53F2B}"/>
          </ac:spMkLst>
        </pc:spChg>
        <pc:spChg chg="mod">
          <ac:chgData name="Júlio César Chaves" userId="3f913fe9-3202-435d-b9f5-b2fca763184f" providerId="ADAL" clId="{16531623-20C6-45BD-A4D8-8D2610E50E00}" dt="2022-02-01T18:26:12.490" v="4390"/>
          <ac:spMkLst>
            <pc:docMk/>
            <pc:sldMk cId="2825560162" sldId="382"/>
            <ac:spMk id="34" creationId="{6C4698C0-8A89-4399-A1B2-2C00293DFBA9}"/>
          </ac:spMkLst>
        </pc:spChg>
        <pc:spChg chg="mod">
          <ac:chgData name="Júlio César Chaves" userId="3f913fe9-3202-435d-b9f5-b2fca763184f" providerId="ADAL" clId="{16531623-20C6-45BD-A4D8-8D2610E50E00}" dt="2022-02-01T18:26:12.490" v="4390"/>
          <ac:spMkLst>
            <pc:docMk/>
            <pc:sldMk cId="2825560162" sldId="382"/>
            <ac:spMk id="35" creationId="{C4D7013B-85F4-47EE-8F42-0ED937F3DFC9}"/>
          </ac:spMkLst>
        </pc:spChg>
        <pc:spChg chg="mod">
          <ac:chgData name="Júlio César Chaves" userId="3f913fe9-3202-435d-b9f5-b2fca763184f" providerId="ADAL" clId="{16531623-20C6-45BD-A4D8-8D2610E50E00}" dt="2022-02-01T18:26:39.408" v="4399" actId="20577"/>
          <ac:spMkLst>
            <pc:docMk/>
            <pc:sldMk cId="2825560162" sldId="382"/>
            <ac:spMk id="37" creationId="{BEC0952F-87DD-4325-9E43-7FA49E875389}"/>
          </ac:spMkLst>
        </pc:spChg>
        <pc:spChg chg="mod">
          <ac:chgData name="Júlio César Chaves" userId="3f913fe9-3202-435d-b9f5-b2fca763184f" providerId="ADAL" clId="{16531623-20C6-45BD-A4D8-8D2610E50E00}" dt="2022-02-01T18:26:30.223" v="4396"/>
          <ac:spMkLst>
            <pc:docMk/>
            <pc:sldMk cId="2825560162" sldId="382"/>
            <ac:spMk id="38" creationId="{4F13F246-2C70-4E58-B10E-3713A2682A9B}"/>
          </ac:spMkLst>
        </pc:spChg>
        <pc:spChg chg="add del mod">
          <ac:chgData name="Júlio César Chaves" userId="3f913fe9-3202-435d-b9f5-b2fca763184f" providerId="ADAL" clId="{16531623-20C6-45BD-A4D8-8D2610E50E00}" dt="2022-02-01T18:27:25.271" v="4407" actId="478"/>
          <ac:spMkLst>
            <pc:docMk/>
            <pc:sldMk cId="2825560162" sldId="382"/>
            <ac:spMk id="44" creationId="{0EC9597D-D6A4-4793-9BAC-DC6E8AB775CE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45" creationId="{A5163D78-B760-4B63-89A9-B562DC4227CC}"/>
          </ac:spMkLst>
        </pc:spChg>
        <pc:spChg chg="add del mod">
          <ac:chgData name="Júlio César Chaves" userId="3f913fe9-3202-435d-b9f5-b2fca763184f" providerId="ADAL" clId="{16531623-20C6-45BD-A4D8-8D2610E50E00}" dt="2022-02-01T19:14:23.279" v="4856" actId="478"/>
          <ac:spMkLst>
            <pc:docMk/>
            <pc:sldMk cId="2825560162" sldId="382"/>
            <ac:spMk id="46" creationId="{8D3F2249-B09B-459F-9900-687301C79516}"/>
          </ac:spMkLst>
        </pc:spChg>
        <pc:grpChg chg="add del mod">
          <ac:chgData name="Júlio César Chaves" userId="3f913fe9-3202-435d-b9f5-b2fca763184f" providerId="ADAL" clId="{16531623-20C6-45BD-A4D8-8D2610E50E00}" dt="2022-02-01T19:14:23.279" v="4856" actId="478"/>
          <ac:grpSpMkLst>
            <pc:docMk/>
            <pc:sldMk cId="2825560162" sldId="382"/>
            <ac:grpSpMk id="31" creationId="{D346C948-BB6D-4E15-8252-84099115B440}"/>
          </ac:grpSpMkLst>
        </pc:grpChg>
        <pc:grpChg chg="add del mod">
          <ac:chgData name="Júlio César Chaves" userId="3f913fe9-3202-435d-b9f5-b2fca763184f" providerId="ADAL" clId="{16531623-20C6-45BD-A4D8-8D2610E50E00}" dt="2022-02-01T19:14:23.279" v="4856" actId="478"/>
          <ac:grpSpMkLst>
            <pc:docMk/>
            <pc:sldMk cId="2825560162" sldId="382"/>
            <ac:grpSpMk id="32" creationId="{42EF9034-38ED-43DD-A17F-A13A12DD569B}"/>
          </ac:grpSpMkLst>
        </pc:grpChg>
        <pc:grpChg chg="add del mod">
          <ac:chgData name="Júlio César Chaves" userId="3f913fe9-3202-435d-b9f5-b2fca763184f" providerId="ADAL" clId="{16531623-20C6-45BD-A4D8-8D2610E50E00}" dt="2022-02-01T18:27:53.459" v="4430" actId="478"/>
          <ac:grpSpMkLst>
            <pc:docMk/>
            <pc:sldMk cId="2825560162" sldId="382"/>
            <ac:grpSpMk id="33" creationId="{74770545-4995-4917-84A5-8CAA1DF60B00}"/>
          </ac:grpSpMkLst>
        </pc:grpChg>
        <pc:grpChg chg="add del mod">
          <ac:chgData name="Júlio César Chaves" userId="3f913fe9-3202-435d-b9f5-b2fca763184f" providerId="ADAL" clId="{16531623-20C6-45BD-A4D8-8D2610E50E00}" dt="2022-02-01T19:14:23.279" v="4856" actId="478"/>
          <ac:grpSpMkLst>
            <pc:docMk/>
            <pc:sldMk cId="2825560162" sldId="382"/>
            <ac:grpSpMk id="36" creationId="{E7C7ED09-1E59-4AA8-BD96-64C4E03EA4C7}"/>
          </ac:grpSpMkLst>
        </pc:grpChg>
        <pc:graphicFrameChg chg="del">
          <ac:chgData name="Júlio César Chaves" userId="3f913fe9-3202-435d-b9f5-b2fca763184f" providerId="ADAL" clId="{16531623-20C6-45BD-A4D8-8D2610E50E00}" dt="2022-01-31T21:18:55.533" v="4183" actId="478"/>
          <ac:graphicFrameMkLst>
            <pc:docMk/>
            <pc:sldMk cId="2825560162" sldId="382"/>
            <ac:graphicFrameMk id="3" creationId="{324D2367-BE8E-4B20-99A7-6CCD3CBE4D7F}"/>
          </ac:graphicFrameMkLst>
        </pc:graphicFrameChg>
        <pc:picChg chg="add del mod">
          <ac:chgData name="Júlio César Chaves" userId="3f913fe9-3202-435d-b9f5-b2fca763184f" providerId="ADAL" clId="{16531623-20C6-45BD-A4D8-8D2610E50E00}" dt="2022-02-01T19:19:17.553" v="5082" actId="478"/>
          <ac:picMkLst>
            <pc:docMk/>
            <pc:sldMk cId="2825560162" sldId="382"/>
            <ac:picMk id="48" creationId="{B1D62A62-12A7-4A27-AF4E-E6FCFDA38343}"/>
          </ac:picMkLst>
        </pc:picChg>
        <pc:picChg chg="add del mod">
          <ac:chgData name="Júlio César Chaves" userId="3f913fe9-3202-435d-b9f5-b2fca763184f" providerId="ADAL" clId="{16531623-20C6-45BD-A4D8-8D2610E50E00}" dt="2022-02-01T21:54:02.092" v="6356" actId="478"/>
          <ac:picMkLst>
            <pc:docMk/>
            <pc:sldMk cId="2825560162" sldId="382"/>
            <ac:picMk id="50" creationId="{6B3D5913-0883-4E62-98A4-793074AF9E20}"/>
          </ac:picMkLst>
        </pc:picChg>
        <pc:picChg chg="add mod">
          <ac:chgData name="Júlio César Chaves" userId="3f913fe9-3202-435d-b9f5-b2fca763184f" providerId="ADAL" clId="{16531623-20C6-45BD-A4D8-8D2610E50E00}" dt="2022-02-01T21:54:05.831" v="6358" actId="1076"/>
          <ac:picMkLst>
            <pc:docMk/>
            <pc:sldMk cId="2825560162" sldId="382"/>
            <ac:picMk id="52" creationId="{79517F7B-FF46-48AC-ACC2-6EA824E03F41}"/>
          </ac:picMkLst>
        </pc:picChg>
        <pc:cxnChg chg="add del mod">
          <ac:chgData name="Júlio César Chaves" userId="3f913fe9-3202-435d-b9f5-b2fca763184f" providerId="ADAL" clId="{16531623-20C6-45BD-A4D8-8D2610E50E00}" dt="2022-02-01T19:14:23.279" v="4856" actId="478"/>
          <ac:cxnSpMkLst>
            <pc:docMk/>
            <pc:sldMk cId="2825560162" sldId="382"/>
            <ac:cxnSpMk id="10" creationId="{1BDF003C-3048-4D5D-B211-7A79604117A4}"/>
          </ac:cxnSpMkLst>
        </pc:cxnChg>
        <pc:cxnChg chg="add del mod">
          <ac:chgData name="Júlio César Chaves" userId="3f913fe9-3202-435d-b9f5-b2fca763184f" providerId="ADAL" clId="{16531623-20C6-45BD-A4D8-8D2610E50E00}" dt="2022-02-01T19:14:23.279" v="4856" actId="478"/>
          <ac:cxnSpMkLst>
            <pc:docMk/>
            <pc:sldMk cId="2825560162" sldId="382"/>
            <ac:cxnSpMk id="16" creationId="{AFDE5AA3-1C6F-496E-B496-B8DB568340BC}"/>
          </ac:cxnSpMkLst>
        </pc:cxnChg>
        <pc:cxnChg chg="add del mod">
          <ac:chgData name="Júlio César Chaves" userId="3f913fe9-3202-435d-b9f5-b2fca763184f" providerId="ADAL" clId="{16531623-20C6-45BD-A4D8-8D2610E50E00}" dt="2022-02-01T19:14:23.279" v="4856" actId="478"/>
          <ac:cxnSpMkLst>
            <pc:docMk/>
            <pc:sldMk cId="2825560162" sldId="382"/>
            <ac:cxnSpMk id="19" creationId="{B065A234-256E-46C3-A5E0-AD321B67F794}"/>
          </ac:cxnSpMkLst>
        </pc:cxnChg>
        <pc:cxnChg chg="add del mod">
          <ac:chgData name="Júlio César Chaves" userId="3f913fe9-3202-435d-b9f5-b2fca763184f" providerId="ADAL" clId="{16531623-20C6-45BD-A4D8-8D2610E50E00}" dt="2022-02-01T19:14:23.279" v="4856" actId="478"/>
          <ac:cxnSpMkLst>
            <pc:docMk/>
            <pc:sldMk cId="2825560162" sldId="382"/>
            <ac:cxnSpMk id="22" creationId="{C98D328A-066D-43D4-B181-36276E040271}"/>
          </ac:cxnSpMkLst>
        </pc:cxnChg>
        <pc:cxnChg chg="add del mod">
          <ac:chgData name="Júlio César Chaves" userId="3f913fe9-3202-435d-b9f5-b2fca763184f" providerId="ADAL" clId="{16531623-20C6-45BD-A4D8-8D2610E50E00}" dt="2022-02-01T19:14:23.279" v="4856" actId="478"/>
          <ac:cxnSpMkLst>
            <pc:docMk/>
            <pc:sldMk cId="2825560162" sldId="382"/>
            <ac:cxnSpMk id="39" creationId="{9CDB15AB-808F-40CE-953F-EB5682AFB650}"/>
          </ac:cxnSpMkLst>
        </pc:cxnChg>
      </pc:sldChg>
      <pc:sldChg chg="addSp delSp modSp add mod modShow">
        <pc:chgData name="Júlio César Chaves" userId="3f913fe9-3202-435d-b9f5-b2fca763184f" providerId="ADAL" clId="{16531623-20C6-45BD-A4D8-8D2610E50E00}" dt="2022-02-01T18:56:18.653" v="4542" actId="729"/>
        <pc:sldMkLst>
          <pc:docMk/>
          <pc:sldMk cId="4184380335" sldId="383"/>
        </pc:sldMkLst>
        <pc:spChg chg="del">
          <ac:chgData name="Júlio César Chaves" userId="3f913fe9-3202-435d-b9f5-b2fca763184f" providerId="ADAL" clId="{16531623-20C6-45BD-A4D8-8D2610E50E00}" dt="2022-02-01T18:42:18.226" v="4435" actId="478"/>
          <ac:spMkLst>
            <pc:docMk/>
            <pc:sldMk cId="4184380335" sldId="383"/>
            <ac:spMk id="2" creationId="{83821E90-5A74-48F3-9C08-F33F10EA17B3}"/>
          </ac:spMkLst>
        </pc:spChg>
        <pc:spChg chg="del">
          <ac:chgData name="Júlio César Chaves" userId="3f913fe9-3202-435d-b9f5-b2fca763184f" providerId="ADAL" clId="{16531623-20C6-45BD-A4D8-8D2610E50E00}" dt="2022-02-01T18:42:13.382" v="4434" actId="478"/>
          <ac:spMkLst>
            <pc:docMk/>
            <pc:sldMk cId="4184380335" sldId="383"/>
            <ac:spMk id="3" creationId="{9F224B71-C116-43B3-8954-245BE2A748C7}"/>
          </ac:spMkLst>
        </pc:spChg>
        <pc:spChg chg="del">
          <ac:chgData name="Júlio César Chaves" userId="3f913fe9-3202-435d-b9f5-b2fca763184f" providerId="ADAL" clId="{16531623-20C6-45BD-A4D8-8D2610E50E00}" dt="2022-02-01T18:42:13.382" v="4434" actId="478"/>
          <ac:spMkLst>
            <pc:docMk/>
            <pc:sldMk cId="4184380335" sldId="383"/>
            <ac:spMk id="9" creationId="{FEDAF7B5-CD6B-41E4-ACEB-BC4F28F58F73}"/>
          </ac:spMkLst>
        </pc:spChg>
        <pc:spChg chg="del">
          <ac:chgData name="Júlio César Chaves" userId="3f913fe9-3202-435d-b9f5-b2fca763184f" providerId="ADAL" clId="{16531623-20C6-45BD-A4D8-8D2610E50E00}" dt="2022-02-01T18:42:13.382" v="4434" actId="478"/>
          <ac:spMkLst>
            <pc:docMk/>
            <pc:sldMk cId="4184380335" sldId="383"/>
            <ac:spMk id="12" creationId="{829BCE3C-8E9F-481E-A356-7E8322DB9F59}"/>
          </ac:spMkLst>
        </pc:spChg>
        <pc:spChg chg="del">
          <ac:chgData name="Júlio César Chaves" userId="3f913fe9-3202-435d-b9f5-b2fca763184f" providerId="ADAL" clId="{16531623-20C6-45BD-A4D8-8D2610E50E00}" dt="2022-02-01T18:42:13.382" v="4434" actId="478"/>
          <ac:spMkLst>
            <pc:docMk/>
            <pc:sldMk cId="4184380335" sldId="383"/>
            <ac:spMk id="25" creationId="{396C3A7C-514D-47EE-B820-73374ACEC178}"/>
          </ac:spMkLst>
        </pc:spChg>
        <pc:spChg chg="del">
          <ac:chgData name="Júlio César Chaves" userId="3f913fe9-3202-435d-b9f5-b2fca763184f" providerId="ADAL" clId="{16531623-20C6-45BD-A4D8-8D2610E50E00}" dt="2022-02-01T18:42:13.382" v="4434" actId="478"/>
          <ac:spMkLst>
            <pc:docMk/>
            <pc:sldMk cId="4184380335" sldId="383"/>
            <ac:spMk id="26" creationId="{DA7B7905-384D-4AA8-8FD2-998C702790B8}"/>
          </ac:spMkLst>
        </pc:spChg>
        <pc:spChg chg="del">
          <ac:chgData name="Júlio César Chaves" userId="3f913fe9-3202-435d-b9f5-b2fca763184f" providerId="ADAL" clId="{16531623-20C6-45BD-A4D8-8D2610E50E00}" dt="2022-02-01T18:42:13.382" v="4434" actId="478"/>
          <ac:spMkLst>
            <pc:docMk/>
            <pc:sldMk cId="4184380335" sldId="383"/>
            <ac:spMk id="27" creationId="{92087421-989E-423D-AA5A-47CB84030A87}"/>
          </ac:spMkLst>
        </pc:spChg>
        <pc:spChg chg="del">
          <ac:chgData name="Júlio César Chaves" userId="3f913fe9-3202-435d-b9f5-b2fca763184f" providerId="ADAL" clId="{16531623-20C6-45BD-A4D8-8D2610E50E00}" dt="2022-02-01T18:42:13.382" v="4434" actId="478"/>
          <ac:spMkLst>
            <pc:docMk/>
            <pc:sldMk cId="4184380335" sldId="383"/>
            <ac:spMk id="28" creationId="{0C8C7551-5114-4A9A-8C94-483D00A650D3}"/>
          </ac:spMkLst>
        </pc:spChg>
        <pc:spChg chg="add mod">
          <ac:chgData name="Júlio César Chaves" userId="3f913fe9-3202-435d-b9f5-b2fca763184f" providerId="ADAL" clId="{16531623-20C6-45BD-A4D8-8D2610E50E00}" dt="2022-02-01T18:42:54.404" v="4447" actId="1076"/>
          <ac:spMkLst>
            <pc:docMk/>
            <pc:sldMk cId="4184380335" sldId="383"/>
            <ac:spMk id="33" creationId="{F3181E5F-71D5-4E7A-AC2D-4A0C442F0BA3}"/>
          </ac:spMkLst>
        </pc:spChg>
        <pc:spChg chg="add mod">
          <ac:chgData name="Júlio César Chaves" userId="3f913fe9-3202-435d-b9f5-b2fca763184f" providerId="ADAL" clId="{16531623-20C6-45BD-A4D8-8D2610E50E00}" dt="2022-02-01T18:42:54.404" v="4447" actId="1076"/>
          <ac:spMkLst>
            <pc:docMk/>
            <pc:sldMk cId="4184380335" sldId="383"/>
            <ac:spMk id="34" creationId="{394E759A-918F-4A49-AEC6-3FC156971435}"/>
          </ac:spMkLst>
        </pc:spChg>
        <pc:spChg chg="add mod">
          <ac:chgData name="Júlio César Chaves" userId="3f913fe9-3202-435d-b9f5-b2fca763184f" providerId="ADAL" clId="{16531623-20C6-45BD-A4D8-8D2610E50E00}" dt="2022-02-01T18:44:58.548" v="4489" actId="1076"/>
          <ac:spMkLst>
            <pc:docMk/>
            <pc:sldMk cId="4184380335" sldId="383"/>
            <ac:spMk id="40" creationId="{E4A5534F-E264-4C6A-8A3E-6ACEF5C60A32}"/>
          </ac:spMkLst>
        </pc:spChg>
        <pc:spChg chg="add mod">
          <ac:chgData name="Júlio César Chaves" userId="3f913fe9-3202-435d-b9f5-b2fca763184f" providerId="ADAL" clId="{16531623-20C6-45BD-A4D8-8D2610E50E00}" dt="2022-02-01T18:47:46.434" v="4510" actId="1035"/>
          <ac:spMkLst>
            <pc:docMk/>
            <pc:sldMk cId="4184380335" sldId="383"/>
            <ac:spMk id="41" creationId="{36865DC2-3CF0-43EC-951B-1B960260D91F}"/>
          </ac:spMkLst>
        </pc:spChg>
        <pc:spChg chg="add mod">
          <ac:chgData name="Júlio César Chaves" userId="3f913fe9-3202-435d-b9f5-b2fca763184f" providerId="ADAL" clId="{16531623-20C6-45BD-A4D8-8D2610E50E00}" dt="2022-02-01T18:45:37.273" v="4495" actId="1076"/>
          <ac:spMkLst>
            <pc:docMk/>
            <pc:sldMk cId="4184380335" sldId="383"/>
            <ac:spMk id="42" creationId="{E17526FD-A161-4797-A42D-393B6DB91986}"/>
          </ac:spMkLst>
        </pc:spChg>
        <pc:spChg chg="add mod">
          <ac:chgData name="Júlio César Chaves" userId="3f913fe9-3202-435d-b9f5-b2fca763184f" providerId="ADAL" clId="{16531623-20C6-45BD-A4D8-8D2610E50E00}" dt="2022-02-01T18:45:37.273" v="4495" actId="1076"/>
          <ac:spMkLst>
            <pc:docMk/>
            <pc:sldMk cId="4184380335" sldId="383"/>
            <ac:spMk id="43" creationId="{90E70828-E6F9-429B-9B4F-4E77FA91B6DC}"/>
          </ac:spMkLst>
        </pc:spChg>
        <pc:spChg chg="del">
          <ac:chgData name="Júlio César Chaves" userId="3f913fe9-3202-435d-b9f5-b2fca763184f" providerId="ADAL" clId="{16531623-20C6-45BD-A4D8-8D2610E50E00}" dt="2022-02-01T18:42:18.226" v="4435" actId="478"/>
          <ac:spMkLst>
            <pc:docMk/>
            <pc:sldMk cId="4184380335" sldId="383"/>
            <ac:spMk id="45" creationId="{A5163D78-B760-4B63-89A9-B562DC4227CC}"/>
          </ac:spMkLst>
        </pc:spChg>
        <pc:spChg chg="del">
          <ac:chgData name="Júlio César Chaves" userId="3f913fe9-3202-435d-b9f5-b2fca763184f" providerId="ADAL" clId="{16531623-20C6-45BD-A4D8-8D2610E50E00}" dt="2022-02-01T18:42:18.226" v="4435" actId="478"/>
          <ac:spMkLst>
            <pc:docMk/>
            <pc:sldMk cId="4184380335" sldId="383"/>
            <ac:spMk id="46" creationId="{8D3F2249-B09B-459F-9900-687301C79516}"/>
          </ac:spMkLst>
        </pc:spChg>
        <pc:spChg chg="add mod">
          <ac:chgData name="Júlio César Chaves" userId="3f913fe9-3202-435d-b9f5-b2fca763184f" providerId="ADAL" clId="{16531623-20C6-45BD-A4D8-8D2610E50E00}" dt="2022-02-01T18:47:56.852" v="4515" actId="1036"/>
          <ac:spMkLst>
            <pc:docMk/>
            <pc:sldMk cId="4184380335" sldId="383"/>
            <ac:spMk id="47" creationId="{13388A0A-BE6B-4336-A7C3-5FAC0FC86C5E}"/>
          </ac:spMkLst>
        </pc:spChg>
        <pc:spChg chg="add mod">
          <ac:chgData name="Júlio César Chaves" userId="3f913fe9-3202-435d-b9f5-b2fca763184f" providerId="ADAL" clId="{16531623-20C6-45BD-A4D8-8D2610E50E00}" dt="2022-02-01T18:47:56.852" v="4515" actId="1036"/>
          <ac:spMkLst>
            <pc:docMk/>
            <pc:sldMk cId="4184380335" sldId="383"/>
            <ac:spMk id="48" creationId="{B21A77BF-7D14-48B2-954D-9849646640F8}"/>
          </ac:spMkLst>
        </pc:spChg>
        <pc:spChg chg="add mod">
          <ac:chgData name="Júlio César Chaves" userId="3f913fe9-3202-435d-b9f5-b2fca763184f" providerId="ADAL" clId="{16531623-20C6-45BD-A4D8-8D2610E50E00}" dt="2022-02-01T18:49:37.023" v="4540" actId="6549"/>
          <ac:spMkLst>
            <pc:docMk/>
            <pc:sldMk cId="4184380335" sldId="383"/>
            <ac:spMk id="50" creationId="{6648ACD0-CC30-400C-8F8A-26FF5BFE17AC}"/>
          </ac:spMkLst>
        </pc:spChg>
        <pc:grpChg chg="del">
          <ac:chgData name="Júlio César Chaves" userId="3f913fe9-3202-435d-b9f5-b2fca763184f" providerId="ADAL" clId="{16531623-20C6-45BD-A4D8-8D2610E50E00}" dt="2022-02-01T18:42:13.382" v="4434" actId="478"/>
          <ac:grpSpMkLst>
            <pc:docMk/>
            <pc:sldMk cId="4184380335" sldId="383"/>
            <ac:grpSpMk id="31" creationId="{D346C948-BB6D-4E15-8252-84099115B440}"/>
          </ac:grpSpMkLst>
        </pc:grpChg>
        <pc:grpChg chg="del">
          <ac:chgData name="Júlio César Chaves" userId="3f913fe9-3202-435d-b9f5-b2fca763184f" providerId="ADAL" clId="{16531623-20C6-45BD-A4D8-8D2610E50E00}" dt="2022-02-01T18:42:13.382" v="4434" actId="478"/>
          <ac:grpSpMkLst>
            <pc:docMk/>
            <pc:sldMk cId="4184380335" sldId="383"/>
            <ac:grpSpMk id="32" creationId="{42EF9034-38ED-43DD-A17F-A13A12DD569B}"/>
          </ac:grpSpMkLst>
        </pc:grpChg>
        <pc:grpChg chg="del">
          <ac:chgData name="Júlio César Chaves" userId="3f913fe9-3202-435d-b9f5-b2fca763184f" providerId="ADAL" clId="{16531623-20C6-45BD-A4D8-8D2610E50E00}" dt="2022-02-01T18:42:13.382" v="4434" actId="478"/>
          <ac:grpSpMkLst>
            <pc:docMk/>
            <pc:sldMk cId="4184380335" sldId="383"/>
            <ac:grpSpMk id="36" creationId="{E7C7ED09-1E59-4AA8-BD96-64C4E03EA4C7}"/>
          </ac:grpSpMkLst>
        </pc:grpChg>
        <pc:cxnChg chg="del mod">
          <ac:chgData name="Júlio César Chaves" userId="3f913fe9-3202-435d-b9f5-b2fca763184f" providerId="ADAL" clId="{16531623-20C6-45BD-A4D8-8D2610E50E00}" dt="2022-02-01T18:42:13.382" v="4434" actId="478"/>
          <ac:cxnSpMkLst>
            <pc:docMk/>
            <pc:sldMk cId="4184380335" sldId="383"/>
            <ac:cxnSpMk id="10" creationId="{1BDF003C-3048-4D5D-B211-7A79604117A4}"/>
          </ac:cxnSpMkLst>
        </pc:cxnChg>
        <pc:cxnChg chg="del mod">
          <ac:chgData name="Júlio César Chaves" userId="3f913fe9-3202-435d-b9f5-b2fca763184f" providerId="ADAL" clId="{16531623-20C6-45BD-A4D8-8D2610E50E00}" dt="2022-02-01T18:42:13.382" v="4434" actId="478"/>
          <ac:cxnSpMkLst>
            <pc:docMk/>
            <pc:sldMk cId="4184380335" sldId="383"/>
            <ac:cxnSpMk id="16" creationId="{AFDE5AA3-1C6F-496E-B496-B8DB568340BC}"/>
          </ac:cxnSpMkLst>
        </pc:cxnChg>
        <pc:cxnChg chg="del mod">
          <ac:chgData name="Júlio César Chaves" userId="3f913fe9-3202-435d-b9f5-b2fca763184f" providerId="ADAL" clId="{16531623-20C6-45BD-A4D8-8D2610E50E00}" dt="2022-02-01T18:42:13.382" v="4434" actId="478"/>
          <ac:cxnSpMkLst>
            <pc:docMk/>
            <pc:sldMk cId="4184380335" sldId="383"/>
            <ac:cxnSpMk id="19" creationId="{B065A234-256E-46C3-A5E0-AD321B67F794}"/>
          </ac:cxnSpMkLst>
        </pc:cxnChg>
        <pc:cxnChg chg="del mod">
          <ac:chgData name="Júlio César Chaves" userId="3f913fe9-3202-435d-b9f5-b2fca763184f" providerId="ADAL" clId="{16531623-20C6-45BD-A4D8-8D2610E50E00}" dt="2022-02-01T18:42:13.382" v="4434" actId="478"/>
          <ac:cxnSpMkLst>
            <pc:docMk/>
            <pc:sldMk cId="4184380335" sldId="383"/>
            <ac:cxnSpMk id="22" creationId="{C98D328A-066D-43D4-B181-36276E040271}"/>
          </ac:cxnSpMkLst>
        </pc:cxnChg>
        <pc:cxnChg chg="add mod">
          <ac:chgData name="Júlio César Chaves" userId="3f913fe9-3202-435d-b9f5-b2fca763184f" providerId="ADAL" clId="{16531623-20C6-45BD-A4D8-8D2610E50E00}" dt="2022-02-01T18:42:54.404" v="4447" actId="1076"/>
          <ac:cxnSpMkLst>
            <pc:docMk/>
            <pc:sldMk cId="4184380335" sldId="383"/>
            <ac:cxnSpMk id="35" creationId="{47C12922-E565-48FF-AFD6-ECF932E42958}"/>
          </ac:cxnSpMkLst>
        </pc:cxnChg>
        <pc:cxnChg chg="del mod">
          <ac:chgData name="Júlio César Chaves" userId="3f913fe9-3202-435d-b9f5-b2fca763184f" providerId="ADAL" clId="{16531623-20C6-45BD-A4D8-8D2610E50E00}" dt="2022-02-01T18:42:13.382" v="4434" actId="478"/>
          <ac:cxnSpMkLst>
            <pc:docMk/>
            <pc:sldMk cId="4184380335" sldId="383"/>
            <ac:cxnSpMk id="39" creationId="{9CDB15AB-808F-40CE-953F-EB5682AFB650}"/>
          </ac:cxnSpMkLst>
        </pc:cxnChg>
        <pc:cxnChg chg="add mod">
          <ac:chgData name="Júlio César Chaves" userId="3f913fe9-3202-435d-b9f5-b2fca763184f" providerId="ADAL" clId="{16531623-20C6-45BD-A4D8-8D2610E50E00}" dt="2022-02-01T18:46:11.194" v="4502" actId="692"/>
          <ac:cxnSpMkLst>
            <pc:docMk/>
            <pc:sldMk cId="4184380335" sldId="383"/>
            <ac:cxnSpMk id="44" creationId="{EABD188C-AA18-4723-8E6D-34E8FDAB1642}"/>
          </ac:cxnSpMkLst>
        </pc:cxnChg>
        <pc:cxnChg chg="add mod">
          <ac:chgData name="Júlio César Chaves" userId="3f913fe9-3202-435d-b9f5-b2fca763184f" providerId="ADAL" clId="{16531623-20C6-45BD-A4D8-8D2610E50E00}" dt="2022-02-01T18:48:46.932" v="4518" actId="692"/>
          <ac:cxnSpMkLst>
            <pc:docMk/>
            <pc:sldMk cId="4184380335" sldId="383"/>
            <ac:cxnSpMk id="49" creationId="{A78931AF-CF65-431A-AA22-6DBCCB10C609}"/>
          </ac:cxnSpMkLst>
        </pc:cxnChg>
      </pc:sldChg>
      <pc:sldChg chg="addSp delSp modSp add mod modNotesTx">
        <pc:chgData name="Júlio César Chaves" userId="3f913fe9-3202-435d-b9f5-b2fca763184f" providerId="ADAL" clId="{16531623-20C6-45BD-A4D8-8D2610E50E00}" dt="2022-02-01T21:48:08.626" v="6355" actId="20577"/>
        <pc:sldMkLst>
          <pc:docMk/>
          <pc:sldMk cId="1768431842" sldId="384"/>
        </pc:sldMkLst>
        <pc:spChg chg="mod">
          <ac:chgData name="Júlio César Chaves" userId="3f913fe9-3202-435d-b9f5-b2fca763184f" providerId="ADAL" clId="{16531623-20C6-45BD-A4D8-8D2610E50E00}" dt="2022-02-01T18:56:22.515" v="4544" actId="1076"/>
          <ac:spMkLst>
            <pc:docMk/>
            <pc:sldMk cId="1768431842" sldId="384"/>
            <ac:spMk id="5" creationId="{86429E50-EC8C-465F-B6A4-21DCFD7391CA}"/>
          </ac:spMkLst>
        </pc:spChg>
        <pc:spChg chg="mod">
          <ac:chgData name="Júlio César Chaves" userId="3f913fe9-3202-435d-b9f5-b2fca763184f" providerId="ADAL" clId="{16531623-20C6-45BD-A4D8-8D2610E50E00}" dt="2022-02-01T21:41:27.705" v="5666" actId="20577"/>
          <ac:spMkLst>
            <pc:docMk/>
            <pc:sldMk cId="1768431842" sldId="384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6531623-20C6-45BD-A4D8-8D2610E50E00}" dt="2022-02-01T19:03:37.671" v="4794"/>
          <ac:spMkLst>
            <pc:docMk/>
            <pc:sldMk cId="1768431842" sldId="384"/>
            <ac:spMk id="7" creationId="{29B209FF-87FA-4DA6-9B57-DFFC50CFD8F7}"/>
          </ac:spMkLst>
        </pc:spChg>
        <pc:spChg chg="add mod">
          <ac:chgData name="Júlio César Chaves" userId="3f913fe9-3202-435d-b9f5-b2fca763184f" providerId="ADAL" clId="{16531623-20C6-45BD-A4D8-8D2610E50E00}" dt="2022-02-01T18:57:51.384" v="4639" actId="14100"/>
          <ac:spMkLst>
            <pc:docMk/>
            <pc:sldMk cId="1768431842" sldId="384"/>
            <ac:spMk id="19" creationId="{25AB9C50-8256-461C-916F-AA52AD8913AD}"/>
          </ac:spMkLst>
        </pc:spChg>
        <pc:spChg chg="add mod">
          <ac:chgData name="Júlio César Chaves" userId="3f913fe9-3202-435d-b9f5-b2fca763184f" providerId="ADAL" clId="{16531623-20C6-45BD-A4D8-8D2610E50E00}" dt="2022-02-01T18:58:35.197" v="4673" actId="6549"/>
          <ac:spMkLst>
            <pc:docMk/>
            <pc:sldMk cId="1768431842" sldId="384"/>
            <ac:spMk id="22" creationId="{15F6928F-C95B-42E4-A177-9B201852F398}"/>
          </ac:spMkLst>
        </pc:spChg>
        <pc:spChg chg="add mod">
          <ac:chgData name="Júlio César Chaves" userId="3f913fe9-3202-435d-b9f5-b2fca763184f" providerId="ADAL" clId="{16531623-20C6-45BD-A4D8-8D2610E50E00}" dt="2022-02-01T19:00:33.650" v="4783" actId="20577"/>
          <ac:spMkLst>
            <pc:docMk/>
            <pc:sldMk cId="1768431842" sldId="384"/>
            <ac:spMk id="25" creationId="{D0616208-DBD1-4299-A9B9-175547857072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33" creationId="{F3181E5F-71D5-4E7A-AC2D-4A0C442F0BA3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34" creationId="{394E759A-918F-4A49-AEC6-3FC156971435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40" creationId="{E4A5534F-E264-4C6A-8A3E-6ACEF5C60A32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41" creationId="{36865DC2-3CF0-43EC-951B-1B960260D91F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42" creationId="{E17526FD-A161-4797-A42D-393B6DB91986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43" creationId="{90E70828-E6F9-429B-9B4F-4E77FA91B6DC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47" creationId="{13388A0A-BE6B-4336-A7C3-5FAC0FC86C5E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48" creationId="{B21A77BF-7D14-48B2-954D-9849646640F8}"/>
          </ac:spMkLst>
        </pc:spChg>
        <pc:spChg chg="del">
          <ac:chgData name="Júlio César Chaves" userId="3f913fe9-3202-435d-b9f5-b2fca763184f" providerId="ADAL" clId="{16531623-20C6-45BD-A4D8-8D2610E50E00}" dt="2022-02-01T18:56:25.841" v="4545" actId="478"/>
          <ac:spMkLst>
            <pc:docMk/>
            <pc:sldMk cId="1768431842" sldId="384"/>
            <ac:spMk id="50" creationId="{6648ACD0-CC30-400C-8F8A-26FF5BFE17AC}"/>
          </ac:spMkLst>
        </pc:spChg>
        <pc:picChg chg="add mod">
          <ac:chgData name="Júlio César Chaves" userId="3f913fe9-3202-435d-b9f5-b2fca763184f" providerId="ADAL" clId="{16531623-20C6-45BD-A4D8-8D2610E50E00}" dt="2022-02-01T18:56:45.359" v="4547" actId="1076"/>
          <ac:picMkLst>
            <pc:docMk/>
            <pc:sldMk cId="1768431842" sldId="384"/>
            <ac:picMk id="3" creationId="{6477D1C7-09DC-4B8C-A550-0B8573BE36CE}"/>
          </ac:picMkLst>
        </pc:picChg>
        <pc:picChg chg="add mod">
          <ac:chgData name="Júlio César Chaves" userId="3f913fe9-3202-435d-b9f5-b2fca763184f" providerId="ADAL" clId="{16531623-20C6-45BD-A4D8-8D2610E50E00}" dt="2022-02-01T18:58:04.514" v="4641" actId="1076"/>
          <ac:picMkLst>
            <pc:docMk/>
            <pc:sldMk cId="1768431842" sldId="384"/>
            <ac:picMk id="8" creationId="{626B2D06-9C02-4774-A765-AB0FCE907962}"/>
          </ac:picMkLst>
        </pc:picChg>
        <pc:picChg chg="add del mod">
          <ac:chgData name="Júlio César Chaves" userId="3f913fe9-3202-435d-b9f5-b2fca763184f" providerId="ADAL" clId="{16531623-20C6-45BD-A4D8-8D2610E50E00}" dt="2022-02-01T19:02:23.387" v="4784" actId="478"/>
          <ac:picMkLst>
            <pc:docMk/>
            <pc:sldMk cId="1768431842" sldId="384"/>
            <ac:picMk id="10" creationId="{820469CD-9287-4CBA-985B-07F40EC67641}"/>
          </ac:picMkLst>
        </pc:picChg>
        <pc:picChg chg="add mod">
          <ac:chgData name="Júlio César Chaves" userId="3f913fe9-3202-435d-b9f5-b2fca763184f" providerId="ADAL" clId="{16531623-20C6-45BD-A4D8-8D2610E50E00}" dt="2022-02-01T19:02:30.114" v="4786" actId="1076"/>
          <ac:picMkLst>
            <pc:docMk/>
            <pc:sldMk cId="1768431842" sldId="384"/>
            <ac:picMk id="12" creationId="{4B0FC5A8-7136-4E71-A949-872DFB2A3F8D}"/>
          </ac:picMkLst>
        </pc:picChg>
        <pc:cxnChg chg="del mod">
          <ac:chgData name="Júlio César Chaves" userId="3f913fe9-3202-435d-b9f5-b2fca763184f" providerId="ADAL" clId="{16531623-20C6-45BD-A4D8-8D2610E50E00}" dt="2022-02-01T18:56:25.841" v="4545" actId="478"/>
          <ac:cxnSpMkLst>
            <pc:docMk/>
            <pc:sldMk cId="1768431842" sldId="384"/>
            <ac:cxnSpMk id="35" creationId="{47C12922-E565-48FF-AFD6-ECF932E42958}"/>
          </ac:cxnSpMkLst>
        </pc:cxnChg>
        <pc:cxnChg chg="del mod">
          <ac:chgData name="Júlio César Chaves" userId="3f913fe9-3202-435d-b9f5-b2fca763184f" providerId="ADAL" clId="{16531623-20C6-45BD-A4D8-8D2610E50E00}" dt="2022-02-01T18:56:25.841" v="4545" actId="478"/>
          <ac:cxnSpMkLst>
            <pc:docMk/>
            <pc:sldMk cId="1768431842" sldId="384"/>
            <ac:cxnSpMk id="44" creationId="{EABD188C-AA18-4723-8E6D-34E8FDAB1642}"/>
          </ac:cxnSpMkLst>
        </pc:cxnChg>
        <pc:cxnChg chg="del mod">
          <ac:chgData name="Júlio César Chaves" userId="3f913fe9-3202-435d-b9f5-b2fca763184f" providerId="ADAL" clId="{16531623-20C6-45BD-A4D8-8D2610E50E00}" dt="2022-02-01T18:56:25.841" v="4545" actId="478"/>
          <ac:cxnSpMkLst>
            <pc:docMk/>
            <pc:sldMk cId="1768431842" sldId="384"/>
            <ac:cxnSpMk id="49" creationId="{A78931AF-CF65-431A-AA22-6DBCCB10C609}"/>
          </ac:cxnSpMkLst>
        </pc:cxnChg>
      </pc:sldChg>
      <pc:sldChg chg="addSp delSp modSp new mod ord">
        <pc:chgData name="Júlio César Chaves" userId="3f913fe9-3202-435d-b9f5-b2fca763184f" providerId="ADAL" clId="{16531623-20C6-45BD-A4D8-8D2610E50E00}" dt="2022-02-01T22:54:35.529" v="7522" actId="1076"/>
        <pc:sldMkLst>
          <pc:docMk/>
          <pc:sldMk cId="2601561089" sldId="385"/>
        </pc:sldMkLst>
        <pc:spChg chg="mod">
          <ac:chgData name="Júlio César Chaves" userId="3f913fe9-3202-435d-b9f5-b2fca763184f" providerId="ADAL" clId="{16531623-20C6-45BD-A4D8-8D2610E50E00}" dt="2022-02-01T22:14:34.314" v="6394" actId="20577"/>
          <ac:spMkLst>
            <pc:docMk/>
            <pc:sldMk cId="2601561089" sldId="385"/>
            <ac:spMk id="2" creationId="{3DD910F5-278C-4976-AC08-8A69A26109B5}"/>
          </ac:spMkLst>
        </pc:spChg>
        <pc:spChg chg="mod">
          <ac:chgData name="Júlio César Chaves" userId="3f913fe9-3202-435d-b9f5-b2fca763184f" providerId="ADAL" clId="{16531623-20C6-45BD-A4D8-8D2610E50E00}" dt="2022-02-01T22:22:28.864" v="6467" actId="20577"/>
          <ac:spMkLst>
            <pc:docMk/>
            <pc:sldMk cId="2601561089" sldId="385"/>
            <ac:spMk id="3" creationId="{5FF7D91B-A039-4A5D-802D-6A22698DAE72}"/>
          </ac:spMkLst>
        </pc:spChg>
        <pc:spChg chg="del">
          <ac:chgData name="Júlio César Chaves" userId="3f913fe9-3202-435d-b9f5-b2fca763184f" providerId="ADAL" clId="{16531623-20C6-45BD-A4D8-8D2610E50E00}" dt="2022-02-01T22:54:04.036" v="7519" actId="478"/>
          <ac:spMkLst>
            <pc:docMk/>
            <pc:sldMk cId="2601561089" sldId="385"/>
            <ac:spMk id="4" creationId="{2CF5C4DC-B7D7-4DE2-9519-A3FD30EA22E5}"/>
          </ac:spMkLst>
        </pc:spChg>
        <pc:picChg chg="add mod">
          <ac:chgData name="Júlio César Chaves" userId="3f913fe9-3202-435d-b9f5-b2fca763184f" providerId="ADAL" clId="{16531623-20C6-45BD-A4D8-8D2610E50E00}" dt="2022-02-01T22:54:35.529" v="7522" actId="1076"/>
          <ac:picMkLst>
            <pc:docMk/>
            <pc:sldMk cId="2601561089" sldId="385"/>
            <ac:picMk id="7" creationId="{3CB9849F-3CB1-4613-8218-75836984F573}"/>
          </ac:picMkLst>
        </pc:picChg>
      </pc:sldChg>
      <pc:sldChg chg="modSp add mod">
        <pc:chgData name="Júlio César Chaves" userId="3f913fe9-3202-435d-b9f5-b2fca763184f" providerId="ADAL" clId="{16531623-20C6-45BD-A4D8-8D2610E50E00}" dt="2022-02-01T22:30:12.528" v="6596" actId="15"/>
        <pc:sldMkLst>
          <pc:docMk/>
          <pc:sldMk cId="2627632481" sldId="386"/>
        </pc:sldMkLst>
        <pc:spChg chg="mod">
          <ac:chgData name="Júlio César Chaves" userId="3f913fe9-3202-435d-b9f5-b2fca763184f" providerId="ADAL" clId="{16531623-20C6-45BD-A4D8-8D2610E50E00}" dt="2022-02-01T22:30:12.528" v="6596" actId="15"/>
          <ac:spMkLst>
            <pc:docMk/>
            <pc:sldMk cId="2627632481" sldId="386"/>
            <ac:spMk id="3" creationId="{DF1E2541-4E28-460E-B273-5A63E66042FC}"/>
          </ac:spMkLst>
        </pc:spChg>
      </pc:sldChg>
    </pc:docChg>
  </pc:docChgLst>
  <pc:docChgLst>
    <pc:chgData name="Júlio César Chaves" userId="3f913fe9-3202-435d-b9f5-b2fca763184f" providerId="ADAL" clId="{F7F31B82-BE7D-4B44-8F04-CF1EE327D5A0}"/>
    <pc:docChg chg="custSel modSld">
      <pc:chgData name="Júlio César Chaves" userId="3f913fe9-3202-435d-b9f5-b2fca763184f" providerId="ADAL" clId="{F7F31B82-BE7D-4B44-8F04-CF1EE327D5A0}" dt="2021-07-29T14:34:27.108" v="270" actId="20577"/>
      <pc:docMkLst>
        <pc:docMk/>
      </pc:docMkLst>
      <pc:sldChg chg="modSp mod modNotesTx">
        <pc:chgData name="Júlio César Chaves" userId="3f913fe9-3202-435d-b9f5-b2fca763184f" providerId="ADAL" clId="{F7F31B82-BE7D-4B44-8F04-CF1EE327D5A0}" dt="2021-07-29T14:33:07.112" v="182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F7F31B82-BE7D-4B44-8F04-CF1EE327D5A0}" dt="2021-07-29T14:33:07.112" v="182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modSp mod">
        <pc:chgData name="Júlio César Chaves" userId="3f913fe9-3202-435d-b9f5-b2fca763184f" providerId="ADAL" clId="{F7F31B82-BE7D-4B44-8F04-CF1EE327D5A0}" dt="2021-07-26T22:30:56.253" v="11" actId="27636"/>
        <pc:sldMkLst>
          <pc:docMk/>
          <pc:sldMk cId="4137787894" sldId="292"/>
        </pc:sldMkLst>
        <pc:spChg chg="mod">
          <ac:chgData name="Júlio César Chaves" userId="3f913fe9-3202-435d-b9f5-b2fca763184f" providerId="ADAL" clId="{F7F31B82-BE7D-4B44-8F04-CF1EE327D5A0}" dt="2021-07-26T22:30:56.253" v="11" actId="27636"/>
          <ac:spMkLst>
            <pc:docMk/>
            <pc:sldMk cId="4137787894" sldId="292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F7F31B82-BE7D-4B44-8F04-CF1EE327D5A0}" dt="2021-07-29T14:34:27.108" v="270" actId="20577"/>
        <pc:sldMkLst>
          <pc:docMk/>
          <pc:sldMk cId="3276498098" sldId="316"/>
        </pc:sldMkLst>
      </pc:sldChg>
    </pc:docChg>
  </pc:docChgLst>
  <pc:docChgLst>
    <pc:chgData name="Júlio César Chaves" userId="3f913fe9-3202-435d-b9f5-b2fca763184f" providerId="ADAL" clId="{65618A80-07A6-4B20-96BB-4734ADE1F60F}"/>
    <pc:docChg chg="custSel addSld delSld modSld delMainMaster delSection modSection">
      <pc:chgData name="Júlio César Chaves" userId="3f913fe9-3202-435d-b9f5-b2fca763184f" providerId="ADAL" clId="{65618A80-07A6-4B20-96BB-4734ADE1F60F}" dt="2023-03-21T10:59:19.638" v="973" actId="20577"/>
      <pc:docMkLst>
        <pc:docMk/>
      </pc:docMkLst>
      <pc:sldChg chg="modSp mod">
        <pc:chgData name="Júlio César Chaves" userId="3f913fe9-3202-435d-b9f5-b2fca763184f" providerId="ADAL" clId="{65618A80-07A6-4B20-96BB-4734ADE1F60F}" dt="2023-03-18T18:55:16.679" v="513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65618A80-07A6-4B20-96BB-4734ADE1F60F}" dt="2023-03-18T18:45:06.958" v="62" actId="14100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65618A80-07A6-4B20-96BB-4734ADE1F60F}" dt="2023-03-18T18:45:13.464" v="67" actId="20577"/>
          <ac:spMkLst>
            <pc:docMk/>
            <pc:sldMk cId="1907083369" sldId="259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65618A80-07A6-4B20-96BB-4734ADE1F60F}" dt="2023-03-18T18:55:16.679" v="513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addSp delSp modSp new mod modClrScheme chgLayout">
        <pc:chgData name="Júlio César Chaves" userId="3f913fe9-3202-435d-b9f5-b2fca763184f" providerId="ADAL" clId="{65618A80-07A6-4B20-96BB-4734ADE1F60F}" dt="2023-03-21T10:37:34.559" v="540" actId="478"/>
        <pc:sldMkLst>
          <pc:docMk/>
          <pc:sldMk cId="3445667762" sldId="260"/>
        </pc:sldMkLst>
        <pc:spChg chg="mod ord">
          <ac:chgData name="Júlio César Chaves" userId="3f913fe9-3202-435d-b9f5-b2fca763184f" providerId="ADAL" clId="{65618A80-07A6-4B20-96BB-4734ADE1F60F}" dt="2023-03-18T18:57:47.042" v="514" actId="700"/>
          <ac:spMkLst>
            <pc:docMk/>
            <pc:sldMk cId="3445667762" sldId="260"/>
            <ac:spMk id="2" creationId="{0AAE8313-53AE-2E8A-B33E-D21AF92C59B8}"/>
          </ac:spMkLst>
        </pc:spChg>
        <pc:spChg chg="mod ord">
          <ac:chgData name="Júlio César Chaves" userId="3f913fe9-3202-435d-b9f5-b2fca763184f" providerId="ADAL" clId="{65618A80-07A6-4B20-96BB-4734ADE1F60F}" dt="2023-03-18T18:57:47.042" v="514" actId="700"/>
          <ac:spMkLst>
            <pc:docMk/>
            <pc:sldMk cId="3445667762" sldId="260"/>
            <ac:spMk id="3" creationId="{1457B7A2-5DD1-B515-0FFD-3D229880594C}"/>
          </ac:spMkLst>
        </pc:spChg>
        <pc:spChg chg="del mod ord">
          <ac:chgData name="Júlio César Chaves" userId="3f913fe9-3202-435d-b9f5-b2fca763184f" providerId="ADAL" clId="{65618A80-07A6-4B20-96BB-4734ADE1F60F}" dt="2023-03-18T18:57:47.042" v="514" actId="700"/>
          <ac:spMkLst>
            <pc:docMk/>
            <pc:sldMk cId="3445667762" sldId="260"/>
            <ac:spMk id="4" creationId="{8DD45217-49DF-5D49-126E-2F988E2AB760}"/>
          </ac:spMkLst>
        </pc:spChg>
        <pc:spChg chg="add mod ord">
          <ac:chgData name="Júlio César Chaves" userId="3f913fe9-3202-435d-b9f5-b2fca763184f" providerId="ADAL" clId="{65618A80-07A6-4B20-96BB-4734ADE1F60F}" dt="2023-03-18T18:57:47.042" v="514" actId="700"/>
          <ac:spMkLst>
            <pc:docMk/>
            <pc:sldMk cId="3445667762" sldId="260"/>
            <ac:spMk id="5" creationId="{84D8E15A-CC49-0DCD-4F2F-D1705432D495}"/>
          </ac:spMkLst>
        </pc:spChg>
        <pc:spChg chg="add del mod ord">
          <ac:chgData name="Júlio César Chaves" userId="3f913fe9-3202-435d-b9f5-b2fca763184f" providerId="ADAL" clId="{65618A80-07A6-4B20-96BB-4734ADE1F60F}" dt="2023-03-21T10:37:34.559" v="540" actId="478"/>
          <ac:spMkLst>
            <pc:docMk/>
            <pc:sldMk cId="3445667762" sldId="260"/>
            <ac:spMk id="6" creationId="{7654B0A3-9A28-9084-435A-D8B2BE5020D6}"/>
          </ac:spMkLst>
        </pc:spChg>
      </pc:sldChg>
      <pc:sldChg chg="addSp delSp modSp new mod modClrScheme chgLayout">
        <pc:chgData name="Júlio César Chaves" userId="3f913fe9-3202-435d-b9f5-b2fca763184f" providerId="ADAL" clId="{65618A80-07A6-4B20-96BB-4734ADE1F60F}" dt="2023-03-21T10:37:42.250" v="541" actId="700"/>
        <pc:sldMkLst>
          <pc:docMk/>
          <pc:sldMk cId="3005668855" sldId="261"/>
        </pc:sldMkLst>
        <pc:spChg chg="mod ord">
          <ac:chgData name="Júlio César Chaves" userId="3f913fe9-3202-435d-b9f5-b2fca763184f" providerId="ADAL" clId="{65618A80-07A6-4B20-96BB-4734ADE1F60F}" dt="2023-03-21T10:37:42.250" v="541" actId="700"/>
          <ac:spMkLst>
            <pc:docMk/>
            <pc:sldMk cId="3005668855" sldId="261"/>
            <ac:spMk id="2" creationId="{464923A9-5DF9-64E0-05B8-120D1DBF89A4}"/>
          </ac:spMkLst>
        </pc:spChg>
        <pc:spChg chg="mod ord">
          <ac:chgData name="Júlio César Chaves" userId="3f913fe9-3202-435d-b9f5-b2fca763184f" providerId="ADAL" clId="{65618A80-07A6-4B20-96BB-4734ADE1F60F}" dt="2023-03-21T10:37:42.250" v="541" actId="700"/>
          <ac:spMkLst>
            <pc:docMk/>
            <pc:sldMk cId="3005668855" sldId="261"/>
            <ac:spMk id="3" creationId="{F6B98EE0-904D-A203-DDFB-4D1714A8EAA0}"/>
          </ac:spMkLst>
        </pc:spChg>
        <pc:spChg chg="del mod ord">
          <ac:chgData name="Júlio César Chaves" userId="3f913fe9-3202-435d-b9f5-b2fca763184f" providerId="ADAL" clId="{65618A80-07A6-4B20-96BB-4734ADE1F60F}" dt="2023-03-21T10:37:42.250" v="541" actId="700"/>
          <ac:spMkLst>
            <pc:docMk/>
            <pc:sldMk cId="3005668855" sldId="261"/>
            <ac:spMk id="4" creationId="{A02CCADE-834A-1808-DDCF-2EB7F344264A}"/>
          </ac:spMkLst>
        </pc:spChg>
        <pc:spChg chg="add mod ord">
          <ac:chgData name="Júlio César Chaves" userId="3f913fe9-3202-435d-b9f5-b2fca763184f" providerId="ADAL" clId="{65618A80-07A6-4B20-96BB-4734ADE1F60F}" dt="2023-03-21T10:37:42.250" v="541" actId="700"/>
          <ac:spMkLst>
            <pc:docMk/>
            <pc:sldMk cId="3005668855" sldId="261"/>
            <ac:spMk id="5" creationId="{B7C2E036-5219-0464-4C1A-4BB321C07CF3}"/>
          </ac:spMkLst>
        </pc:spChg>
      </pc:sldChg>
      <pc:sldChg chg="del">
        <pc:chgData name="Júlio César Chaves" userId="3f913fe9-3202-435d-b9f5-b2fca763184f" providerId="ADAL" clId="{65618A80-07A6-4B20-96BB-4734ADE1F60F}" dt="2023-03-18T18:45:39.833" v="70" actId="2696"/>
        <pc:sldMkLst>
          <pc:docMk/>
          <pc:sldMk cId="3284513271" sldId="261"/>
        </pc:sldMkLst>
      </pc:sldChg>
      <pc:sldChg chg="addSp delSp modSp new mod modClrScheme chgLayout">
        <pc:chgData name="Júlio César Chaves" userId="3f913fe9-3202-435d-b9f5-b2fca763184f" providerId="ADAL" clId="{65618A80-07A6-4B20-96BB-4734ADE1F60F}" dt="2023-03-21T10:37:49.620" v="542" actId="700"/>
        <pc:sldMkLst>
          <pc:docMk/>
          <pc:sldMk cId="1594540885" sldId="262"/>
        </pc:sldMkLst>
        <pc:spChg chg="mod ord">
          <ac:chgData name="Júlio César Chaves" userId="3f913fe9-3202-435d-b9f5-b2fca763184f" providerId="ADAL" clId="{65618A80-07A6-4B20-96BB-4734ADE1F60F}" dt="2023-03-21T10:37:49.620" v="542" actId="700"/>
          <ac:spMkLst>
            <pc:docMk/>
            <pc:sldMk cId="1594540885" sldId="262"/>
            <ac:spMk id="2" creationId="{D070209E-B389-7E4A-8642-235D6A17D5A0}"/>
          </ac:spMkLst>
        </pc:spChg>
        <pc:spChg chg="mod ord">
          <ac:chgData name="Júlio César Chaves" userId="3f913fe9-3202-435d-b9f5-b2fca763184f" providerId="ADAL" clId="{65618A80-07A6-4B20-96BB-4734ADE1F60F}" dt="2023-03-21T10:37:49.620" v="542" actId="700"/>
          <ac:spMkLst>
            <pc:docMk/>
            <pc:sldMk cId="1594540885" sldId="262"/>
            <ac:spMk id="3" creationId="{8950B25F-D2A3-3176-C448-E4C2A8D98F7E}"/>
          </ac:spMkLst>
        </pc:spChg>
        <pc:spChg chg="del mod ord">
          <ac:chgData name="Júlio César Chaves" userId="3f913fe9-3202-435d-b9f5-b2fca763184f" providerId="ADAL" clId="{65618A80-07A6-4B20-96BB-4734ADE1F60F}" dt="2023-03-21T10:37:49.620" v="542" actId="700"/>
          <ac:spMkLst>
            <pc:docMk/>
            <pc:sldMk cId="1594540885" sldId="262"/>
            <ac:spMk id="4" creationId="{02561B49-8585-7B44-949E-F8BB0A3206EA}"/>
          </ac:spMkLst>
        </pc:spChg>
        <pc:spChg chg="add mod ord">
          <ac:chgData name="Júlio César Chaves" userId="3f913fe9-3202-435d-b9f5-b2fca763184f" providerId="ADAL" clId="{65618A80-07A6-4B20-96BB-4734ADE1F60F}" dt="2023-03-21T10:37:49.620" v="542" actId="700"/>
          <ac:spMkLst>
            <pc:docMk/>
            <pc:sldMk cId="1594540885" sldId="262"/>
            <ac:spMk id="5" creationId="{DA6FD4AE-B169-298C-3B4E-6DD9505D284C}"/>
          </ac:spMkLst>
        </pc:spChg>
      </pc:sldChg>
      <pc:sldChg chg="del">
        <pc:chgData name="Júlio César Chaves" userId="3f913fe9-3202-435d-b9f5-b2fca763184f" providerId="ADAL" clId="{65618A80-07A6-4B20-96BB-4734ADE1F60F}" dt="2023-03-18T18:45:39.833" v="70" actId="2696"/>
        <pc:sldMkLst>
          <pc:docMk/>
          <pc:sldMk cId="2022304882" sldId="262"/>
        </pc:sldMkLst>
      </pc:sldChg>
      <pc:sldChg chg="del">
        <pc:chgData name="Júlio César Chaves" userId="3f913fe9-3202-435d-b9f5-b2fca763184f" providerId="ADAL" clId="{65618A80-07A6-4B20-96BB-4734ADE1F60F}" dt="2023-03-18T18:45:39.833" v="70" actId="2696"/>
        <pc:sldMkLst>
          <pc:docMk/>
          <pc:sldMk cId="2963663226" sldId="263"/>
        </pc:sldMkLst>
      </pc:sldChg>
      <pc:sldChg chg="addSp delSp modSp new mod modClrScheme chgLayout">
        <pc:chgData name="Júlio César Chaves" userId="3f913fe9-3202-435d-b9f5-b2fca763184f" providerId="ADAL" clId="{65618A80-07A6-4B20-96BB-4734ADE1F60F}" dt="2023-03-21T10:56:31.902" v="864" actId="20577"/>
        <pc:sldMkLst>
          <pc:docMk/>
          <pc:sldMk cId="3650767377" sldId="263"/>
        </pc:sldMkLst>
        <pc:spChg chg="mod ord">
          <ac:chgData name="Júlio César Chaves" userId="3f913fe9-3202-435d-b9f5-b2fca763184f" providerId="ADAL" clId="{65618A80-07A6-4B20-96BB-4734ADE1F60F}" dt="2023-03-21T10:37:55.377" v="543" actId="700"/>
          <ac:spMkLst>
            <pc:docMk/>
            <pc:sldMk cId="3650767377" sldId="263"/>
            <ac:spMk id="2" creationId="{0365799D-C311-F93A-3398-1CCC94B67A28}"/>
          </ac:spMkLst>
        </pc:spChg>
        <pc:spChg chg="mod ord">
          <ac:chgData name="Júlio César Chaves" userId="3f913fe9-3202-435d-b9f5-b2fca763184f" providerId="ADAL" clId="{65618A80-07A6-4B20-96BB-4734ADE1F60F}" dt="2023-03-21T10:56:31.902" v="864" actId="20577"/>
          <ac:spMkLst>
            <pc:docMk/>
            <pc:sldMk cId="3650767377" sldId="263"/>
            <ac:spMk id="3" creationId="{1D8FEC88-1B65-829A-A4C7-84C955684B08}"/>
          </ac:spMkLst>
        </pc:spChg>
        <pc:spChg chg="del mod ord">
          <ac:chgData name="Júlio César Chaves" userId="3f913fe9-3202-435d-b9f5-b2fca763184f" providerId="ADAL" clId="{65618A80-07A6-4B20-96BB-4734ADE1F60F}" dt="2023-03-21T10:37:55.377" v="543" actId="700"/>
          <ac:spMkLst>
            <pc:docMk/>
            <pc:sldMk cId="3650767377" sldId="263"/>
            <ac:spMk id="4" creationId="{3B579E81-87C6-6011-061C-72D22704778C}"/>
          </ac:spMkLst>
        </pc:spChg>
        <pc:spChg chg="add mod ord">
          <ac:chgData name="Júlio César Chaves" userId="3f913fe9-3202-435d-b9f5-b2fca763184f" providerId="ADAL" clId="{65618A80-07A6-4B20-96BB-4734ADE1F60F}" dt="2023-03-21T10:37:55.377" v="543" actId="700"/>
          <ac:spMkLst>
            <pc:docMk/>
            <pc:sldMk cId="3650767377" sldId="263"/>
            <ac:spMk id="5" creationId="{77B5916F-6D2A-76E4-EFD0-10448995D656}"/>
          </ac:spMkLst>
        </pc:spChg>
        <pc:picChg chg="add del mod">
          <ac:chgData name="Júlio César Chaves" userId="3f913fe9-3202-435d-b9f5-b2fca763184f" providerId="ADAL" clId="{65618A80-07A6-4B20-96BB-4734ADE1F60F}" dt="2023-03-21T10:39:55.547" v="598" actId="478"/>
          <ac:picMkLst>
            <pc:docMk/>
            <pc:sldMk cId="3650767377" sldId="263"/>
            <ac:picMk id="7" creationId="{EA8FA808-C491-E91A-8E32-C05611427695}"/>
          </ac:picMkLst>
        </pc:picChg>
        <pc:picChg chg="add mod">
          <ac:chgData name="Júlio César Chaves" userId="3f913fe9-3202-435d-b9f5-b2fca763184f" providerId="ADAL" clId="{65618A80-07A6-4B20-96BB-4734ADE1F60F}" dt="2023-03-21T10:40:01.468" v="602" actId="1076"/>
          <ac:picMkLst>
            <pc:docMk/>
            <pc:sldMk cId="3650767377" sldId="263"/>
            <ac:picMk id="9" creationId="{C54A05AA-1DB2-9493-5B1C-F97A8F65BA44}"/>
          </ac:picMkLst>
        </pc:picChg>
        <pc:picChg chg="add del mod">
          <ac:chgData name="Júlio César Chaves" userId="3f913fe9-3202-435d-b9f5-b2fca763184f" providerId="ADAL" clId="{65618A80-07A6-4B20-96BB-4734ADE1F60F}" dt="2023-03-21T10:41:53.146" v="676" actId="478"/>
          <ac:picMkLst>
            <pc:docMk/>
            <pc:sldMk cId="3650767377" sldId="263"/>
            <ac:picMk id="11" creationId="{13FC809B-2954-F3B8-A44D-A32505774647}"/>
          </ac:picMkLst>
        </pc:picChg>
        <pc:picChg chg="add del mod">
          <ac:chgData name="Júlio César Chaves" userId="3f913fe9-3202-435d-b9f5-b2fca763184f" providerId="ADAL" clId="{65618A80-07A6-4B20-96BB-4734ADE1F60F}" dt="2023-03-21T10:56:01.967" v="824" actId="478"/>
          <ac:picMkLst>
            <pc:docMk/>
            <pc:sldMk cId="3650767377" sldId="263"/>
            <ac:picMk id="13" creationId="{6434EA87-4B8E-7409-234A-86886CC2181C}"/>
          </ac:picMkLst>
        </pc:picChg>
        <pc:picChg chg="add del mod">
          <ac:chgData name="Júlio César Chaves" userId="3f913fe9-3202-435d-b9f5-b2fca763184f" providerId="ADAL" clId="{65618A80-07A6-4B20-96BB-4734ADE1F60F}" dt="2023-03-21T10:55:48.819" v="822" actId="478"/>
          <ac:picMkLst>
            <pc:docMk/>
            <pc:sldMk cId="3650767377" sldId="263"/>
            <ac:picMk id="15" creationId="{A4AC4094-1E5B-193C-1E26-2C525E7946D1}"/>
          </ac:picMkLst>
        </pc:picChg>
        <pc:picChg chg="add mod">
          <ac:chgData name="Júlio César Chaves" userId="3f913fe9-3202-435d-b9f5-b2fca763184f" providerId="ADAL" clId="{65618A80-07A6-4B20-96BB-4734ADE1F60F}" dt="2023-03-21T10:56:06.346" v="826" actId="1076"/>
          <ac:picMkLst>
            <pc:docMk/>
            <pc:sldMk cId="3650767377" sldId="263"/>
            <ac:picMk id="17" creationId="{74E2011C-5610-28D8-A9DC-38C07B8FA51F}"/>
          </ac:picMkLst>
        </pc:picChg>
      </pc:sldChg>
      <pc:sldChg chg="del">
        <pc:chgData name="Júlio César Chaves" userId="3f913fe9-3202-435d-b9f5-b2fca763184f" providerId="ADAL" clId="{65618A80-07A6-4B20-96BB-4734ADE1F60F}" dt="2023-03-18T18:45:39.833" v="70" actId="2696"/>
        <pc:sldMkLst>
          <pc:docMk/>
          <pc:sldMk cId="2473376274" sldId="264"/>
        </pc:sldMkLst>
      </pc:sldChg>
      <pc:sldChg chg="modSp mod">
        <pc:chgData name="Júlio César Chaves" userId="3f913fe9-3202-435d-b9f5-b2fca763184f" providerId="ADAL" clId="{65618A80-07A6-4B20-96BB-4734ADE1F60F}" dt="2023-03-21T10:37:13.022" v="539" actId="20577"/>
        <pc:sldMkLst>
          <pc:docMk/>
          <pc:sldMk cId="2786050413" sldId="264"/>
        </pc:sldMkLst>
        <pc:spChg chg="mod">
          <ac:chgData name="Júlio César Chaves" userId="3f913fe9-3202-435d-b9f5-b2fca763184f" providerId="ADAL" clId="{65618A80-07A6-4B20-96BB-4734ADE1F60F}" dt="2023-03-21T10:37:13.022" v="539" actId="20577"/>
          <ac:spMkLst>
            <pc:docMk/>
            <pc:sldMk cId="2786050413" sldId="264"/>
            <ac:spMk id="3" creationId="{CDF0951E-FAC1-E60A-158D-6DC502C55F2B}"/>
          </ac:spMkLst>
        </pc:spChg>
      </pc:sldChg>
      <pc:sldChg chg="addSp delSp modSp new del mod">
        <pc:chgData name="Júlio César Chaves" userId="3f913fe9-3202-435d-b9f5-b2fca763184f" providerId="ADAL" clId="{65618A80-07A6-4B20-96BB-4734ADE1F60F}" dt="2023-03-21T10:57:36.547" v="874" actId="47"/>
        <pc:sldMkLst>
          <pc:docMk/>
          <pc:sldMk cId="902791778" sldId="265"/>
        </pc:sldMkLst>
        <pc:picChg chg="add del mod">
          <ac:chgData name="Júlio César Chaves" userId="3f913fe9-3202-435d-b9f5-b2fca763184f" providerId="ADAL" clId="{65618A80-07A6-4B20-96BB-4734ADE1F60F}" dt="2023-03-21T10:52:50.682" v="816" actId="478"/>
          <ac:picMkLst>
            <pc:docMk/>
            <pc:sldMk cId="902791778" sldId="265"/>
            <ac:picMk id="6" creationId="{244CBB8A-2AEC-8A1C-CDAF-C10637645C25}"/>
          </ac:picMkLst>
        </pc:picChg>
        <pc:picChg chg="add del mod">
          <ac:chgData name="Júlio César Chaves" userId="3f913fe9-3202-435d-b9f5-b2fca763184f" providerId="ADAL" clId="{65618A80-07A6-4B20-96BB-4734ADE1F60F}" dt="2023-03-21T10:52:58.038" v="819" actId="478"/>
          <ac:picMkLst>
            <pc:docMk/>
            <pc:sldMk cId="902791778" sldId="265"/>
            <ac:picMk id="8" creationId="{A6B82E1D-0B2D-FD1C-4B62-6B103B836B23}"/>
          </ac:picMkLst>
        </pc:picChg>
        <pc:picChg chg="add mod">
          <ac:chgData name="Júlio César Chaves" userId="3f913fe9-3202-435d-b9f5-b2fca763184f" providerId="ADAL" clId="{65618A80-07A6-4B20-96BB-4734ADE1F60F}" dt="2023-03-21T10:52:53.023" v="818" actId="1076"/>
          <ac:picMkLst>
            <pc:docMk/>
            <pc:sldMk cId="902791778" sldId="265"/>
            <ac:picMk id="10" creationId="{E1610388-9F8D-89C1-4B5C-C79B56420898}"/>
          </ac:picMkLst>
        </pc:picChg>
        <pc:picChg chg="add mod">
          <ac:chgData name="Júlio César Chaves" userId="3f913fe9-3202-435d-b9f5-b2fca763184f" providerId="ADAL" clId="{65618A80-07A6-4B20-96BB-4734ADE1F60F}" dt="2023-03-21T10:53:22.019" v="821" actId="1076"/>
          <ac:picMkLst>
            <pc:docMk/>
            <pc:sldMk cId="902791778" sldId="265"/>
            <ac:picMk id="12" creationId="{8C051C45-1FA9-B298-C248-FEBC8D434585}"/>
          </ac:picMkLst>
        </pc:picChg>
      </pc:sldChg>
      <pc:sldChg chg="del">
        <pc:chgData name="Júlio César Chaves" userId="3f913fe9-3202-435d-b9f5-b2fca763184f" providerId="ADAL" clId="{65618A80-07A6-4B20-96BB-4734ADE1F60F}" dt="2023-03-18T18:45:39.833" v="70" actId="2696"/>
        <pc:sldMkLst>
          <pc:docMk/>
          <pc:sldMk cId="4280507168" sldId="265"/>
        </pc:sldMkLst>
      </pc:sldChg>
      <pc:sldChg chg="del">
        <pc:chgData name="Júlio César Chaves" userId="3f913fe9-3202-435d-b9f5-b2fca763184f" providerId="ADAL" clId="{65618A80-07A6-4B20-96BB-4734ADE1F60F}" dt="2023-03-18T18:45:39.833" v="70" actId="2696"/>
        <pc:sldMkLst>
          <pc:docMk/>
          <pc:sldMk cId="2231878565" sldId="266"/>
        </pc:sldMkLst>
      </pc:sldChg>
      <pc:sldChg chg="addSp delSp modSp new del mod">
        <pc:chgData name="Júlio César Chaves" userId="3f913fe9-3202-435d-b9f5-b2fca763184f" providerId="ADAL" clId="{65618A80-07A6-4B20-96BB-4734ADE1F60F}" dt="2023-03-21T10:57:00.707" v="867" actId="47"/>
        <pc:sldMkLst>
          <pc:docMk/>
          <pc:sldMk cId="2884324074" sldId="266"/>
        </pc:sldMkLst>
        <pc:picChg chg="add del mod">
          <ac:chgData name="Júlio César Chaves" userId="3f913fe9-3202-435d-b9f5-b2fca763184f" providerId="ADAL" clId="{65618A80-07A6-4B20-96BB-4734ADE1F60F}" dt="2023-03-21T10:56:59.243" v="866" actId="478"/>
          <ac:picMkLst>
            <pc:docMk/>
            <pc:sldMk cId="2884324074" sldId="266"/>
            <ac:picMk id="6" creationId="{66F03EA9-4BEC-A92A-B441-8A48D0602EA7}"/>
          </ac:picMkLst>
        </pc:picChg>
        <pc:picChg chg="add del mod">
          <ac:chgData name="Júlio César Chaves" userId="3f913fe9-3202-435d-b9f5-b2fca763184f" providerId="ADAL" clId="{65618A80-07A6-4B20-96BB-4734ADE1F60F}" dt="2023-03-21T10:56:58.346" v="865" actId="478"/>
          <ac:picMkLst>
            <pc:docMk/>
            <pc:sldMk cId="2884324074" sldId="266"/>
            <ac:picMk id="8" creationId="{EE659569-9801-C343-A6BF-2539FC8EF51B}"/>
          </ac:picMkLst>
        </pc:picChg>
      </pc:sldChg>
      <pc:sldChg chg="addSp delSp modSp new mod">
        <pc:chgData name="Júlio César Chaves" userId="3f913fe9-3202-435d-b9f5-b2fca763184f" providerId="ADAL" clId="{65618A80-07A6-4B20-96BB-4734ADE1F60F}" dt="2023-03-21T10:57:27.709" v="871" actId="1076"/>
        <pc:sldMkLst>
          <pc:docMk/>
          <pc:sldMk cId="3282627520" sldId="267"/>
        </pc:sldMkLst>
        <pc:picChg chg="add del mod">
          <ac:chgData name="Júlio César Chaves" userId="3f913fe9-3202-435d-b9f5-b2fca763184f" providerId="ADAL" clId="{65618A80-07A6-4B20-96BB-4734ADE1F60F}" dt="2023-03-21T10:49:04.290" v="808" actId="478"/>
          <ac:picMkLst>
            <pc:docMk/>
            <pc:sldMk cId="3282627520" sldId="267"/>
            <ac:picMk id="6" creationId="{65A844FF-D747-3067-274A-2C32E825267C}"/>
          </ac:picMkLst>
        </pc:picChg>
        <pc:picChg chg="add mod">
          <ac:chgData name="Júlio César Chaves" userId="3f913fe9-3202-435d-b9f5-b2fca763184f" providerId="ADAL" clId="{65618A80-07A6-4B20-96BB-4734ADE1F60F}" dt="2023-03-21T10:57:27.709" v="871" actId="1076"/>
          <ac:picMkLst>
            <pc:docMk/>
            <pc:sldMk cId="3282627520" sldId="267"/>
            <ac:picMk id="8" creationId="{F0479BC2-4781-B404-261E-135E5CE8A294}"/>
          </ac:picMkLst>
        </pc:picChg>
        <pc:picChg chg="add mod">
          <ac:chgData name="Júlio César Chaves" userId="3f913fe9-3202-435d-b9f5-b2fca763184f" providerId="ADAL" clId="{65618A80-07A6-4B20-96BB-4734ADE1F60F}" dt="2023-03-21T10:57:26.392" v="870" actId="1076"/>
          <ac:picMkLst>
            <pc:docMk/>
            <pc:sldMk cId="3282627520" sldId="267"/>
            <ac:picMk id="10" creationId="{A8CF62D7-0FCE-2214-B674-DF2E33C0BEB3}"/>
          </ac:picMkLst>
        </pc:picChg>
        <pc:picChg chg="add del mod">
          <ac:chgData name="Júlio César Chaves" userId="3f913fe9-3202-435d-b9f5-b2fca763184f" providerId="ADAL" clId="{65618A80-07A6-4B20-96BB-4734ADE1F60F}" dt="2023-03-21T10:57:24.596" v="869" actId="478"/>
          <ac:picMkLst>
            <pc:docMk/>
            <pc:sldMk cId="3282627520" sldId="267"/>
            <ac:picMk id="12" creationId="{320AC9CF-F067-81ED-8876-04A85A6D3B28}"/>
          </ac:picMkLst>
        </pc:picChg>
      </pc:sldChg>
      <pc:sldChg chg="add del">
        <pc:chgData name="Júlio César Chaves" userId="3f913fe9-3202-435d-b9f5-b2fca763184f" providerId="ADAL" clId="{65618A80-07A6-4B20-96BB-4734ADE1F60F}" dt="2023-03-21T10:57:29.702" v="872" actId="47"/>
        <pc:sldMkLst>
          <pc:docMk/>
          <pc:sldMk cId="2229892181" sldId="268"/>
        </pc:sldMkLst>
      </pc:sldChg>
      <pc:sldChg chg="addSp modSp new mod">
        <pc:chgData name="Júlio César Chaves" userId="3f913fe9-3202-435d-b9f5-b2fca763184f" providerId="ADAL" clId="{65618A80-07A6-4B20-96BB-4734ADE1F60F}" dt="2023-03-21T10:59:19.638" v="973" actId="20577"/>
        <pc:sldMkLst>
          <pc:docMk/>
          <pc:sldMk cId="2795652498" sldId="268"/>
        </pc:sldMkLst>
        <pc:spChg chg="mod">
          <ac:chgData name="Júlio César Chaves" userId="3f913fe9-3202-435d-b9f5-b2fca763184f" providerId="ADAL" clId="{65618A80-07A6-4B20-96BB-4734ADE1F60F}" dt="2023-03-21T10:58:25.989" v="876"/>
          <ac:spMkLst>
            <pc:docMk/>
            <pc:sldMk cId="2795652498" sldId="268"/>
            <ac:spMk id="2" creationId="{19C491AA-3EEF-AF98-9951-32E342BB872E}"/>
          </ac:spMkLst>
        </pc:spChg>
        <pc:spChg chg="mod">
          <ac:chgData name="Júlio César Chaves" userId="3f913fe9-3202-435d-b9f5-b2fca763184f" providerId="ADAL" clId="{65618A80-07A6-4B20-96BB-4734ADE1F60F}" dt="2023-03-21T10:59:19.638" v="973" actId="20577"/>
          <ac:spMkLst>
            <pc:docMk/>
            <pc:sldMk cId="2795652498" sldId="268"/>
            <ac:spMk id="3" creationId="{123873C1-4197-AB28-6EBB-A66AE3B20546}"/>
          </ac:spMkLst>
        </pc:spChg>
        <pc:picChg chg="add mod">
          <ac:chgData name="Júlio César Chaves" userId="3f913fe9-3202-435d-b9f5-b2fca763184f" providerId="ADAL" clId="{65618A80-07A6-4B20-96BB-4734ADE1F60F}" dt="2023-03-21T10:59:08.241" v="944" actId="1076"/>
          <ac:picMkLst>
            <pc:docMk/>
            <pc:sldMk cId="2795652498" sldId="268"/>
            <ac:picMk id="6" creationId="{B1E0BDDF-E9F7-CF27-FD23-1656ABB14EF1}"/>
          </ac:picMkLst>
        </pc:picChg>
      </pc:sldChg>
      <pc:sldChg chg="add del">
        <pc:chgData name="Júlio César Chaves" userId="3f913fe9-3202-435d-b9f5-b2fca763184f" providerId="ADAL" clId="{65618A80-07A6-4B20-96BB-4734ADE1F60F}" dt="2023-03-21T10:57:31.103" v="873" actId="47"/>
        <pc:sldMkLst>
          <pc:docMk/>
          <pc:sldMk cId="861333482" sldId="269"/>
        </pc:sldMkLst>
      </pc:sldChg>
      <pc:sldMasterChg chg="del delSldLayout">
        <pc:chgData name="Júlio César Chaves" userId="3f913fe9-3202-435d-b9f5-b2fca763184f" providerId="ADAL" clId="{65618A80-07A6-4B20-96BB-4734ADE1F60F}" dt="2023-03-18T18:45:39.833" v="70" actId="2696"/>
        <pc:sldMasterMkLst>
          <pc:docMk/>
          <pc:sldMasterMk cId="1294985571" sldId="2147483666"/>
        </pc:sldMasterMkLst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2198557791" sldId="2147483667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557276276" sldId="2147483668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4215867613" sldId="2147483669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2751494873" sldId="2147483670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2797582686" sldId="2147483671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606244559" sldId="2147483672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4078745377" sldId="2147483673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2081512298" sldId="2147483674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05913839" sldId="2147483675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2062986594" sldId="2147483676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3824914177" sldId="2147483677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4064541561" sldId="2147483678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23952912" sldId="2147483679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710766637" sldId="2147483680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4170009101" sldId="2147483681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517382568" sldId="2147483682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3117754331" sldId="2147483683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734646961" sldId="2147483684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96054784" sldId="2147483685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2846473" sldId="2147483686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3322195990" sldId="2147483687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384576897" sldId="2147483688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1640572277" sldId="2147483689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3796304448" sldId="2147483690"/>
          </pc:sldLayoutMkLst>
        </pc:sldLayoutChg>
        <pc:sldLayoutChg chg="del">
          <pc:chgData name="Júlio César Chaves" userId="3f913fe9-3202-435d-b9f5-b2fca763184f" providerId="ADAL" clId="{65618A80-07A6-4B20-96BB-4734ADE1F60F}" dt="2023-03-18T18:45:39.833" v="70" actId="2696"/>
          <pc:sldLayoutMkLst>
            <pc:docMk/>
            <pc:sldMasterMk cId="1294985571" sldId="2147483666"/>
            <pc:sldLayoutMk cId="2550818678" sldId="2147483691"/>
          </pc:sldLayoutMkLst>
        </pc:sldLayoutChg>
      </pc:sldMaster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2142571743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2142571743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2022304882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2022304882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2231878565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2231878565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2795652498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2795652498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57C9AC41-181D-4EB7-AE03-A0594702A919}"/>
    <pc:docChg chg="undo custSel addSld delSld modSld addSection delSection modSection">
      <pc:chgData name="Júlio César Chaves" userId="3f913fe9-3202-435d-b9f5-b2fca763184f" providerId="ADAL" clId="{57C9AC41-181D-4EB7-AE03-A0594702A919}" dt="2023-02-14T15:11:47.738" v="1066" actId="17846"/>
      <pc:docMkLst>
        <pc:docMk/>
      </pc:docMkLst>
      <pc:sldChg chg="del">
        <pc:chgData name="Júlio César Chaves" userId="3f913fe9-3202-435d-b9f5-b2fca763184f" providerId="ADAL" clId="{57C9AC41-181D-4EB7-AE03-A0594702A919}" dt="2023-02-14T14:45:23.162" v="43" actId="47"/>
        <pc:sldMkLst>
          <pc:docMk/>
          <pc:sldMk cId="2142571743" sldId="257"/>
        </pc:sldMkLst>
      </pc:sldChg>
      <pc:sldChg chg="modSp mod modNotesTx">
        <pc:chgData name="Júlio César Chaves" userId="3f913fe9-3202-435d-b9f5-b2fca763184f" providerId="ADAL" clId="{57C9AC41-181D-4EB7-AE03-A0594702A919}" dt="2023-02-14T14:45:47.475" v="45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57C9AC41-181D-4EB7-AE03-A0594702A919}" dt="2023-02-14T14:44:55.087" v="40" actId="14100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57C9AC41-181D-4EB7-AE03-A0594702A919}" dt="2023-02-14T14:44:41.606" v="2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57C9AC41-181D-4EB7-AE03-A0594702A919}" dt="2023-02-14T14:57:10.732" v="476" actId="21"/>
        <pc:sldMkLst>
          <pc:docMk/>
          <pc:sldMk cId="3284513271" sldId="261"/>
        </pc:sldMkLst>
        <pc:spChg chg="mod">
          <ac:chgData name="Júlio César Chaves" userId="3f913fe9-3202-435d-b9f5-b2fca763184f" providerId="ADAL" clId="{57C9AC41-181D-4EB7-AE03-A0594702A919}" dt="2023-02-14T14:47:47.388" v="69" actId="20577"/>
          <ac:spMkLst>
            <pc:docMk/>
            <pc:sldMk cId="3284513271" sldId="261"/>
            <ac:spMk id="2" creationId="{EB5011B0-8AE5-8415-3077-7DC5A5A0A6CF}"/>
          </ac:spMkLst>
        </pc:spChg>
        <pc:spChg chg="mod">
          <ac:chgData name="Júlio César Chaves" userId="3f913fe9-3202-435d-b9f5-b2fca763184f" providerId="ADAL" clId="{57C9AC41-181D-4EB7-AE03-A0594702A919}" dt="2023-02-14T14:50:12.737" v="220" actId="20577"/>
          <ac:spMkLst>
            <pc:docMk/>
            <pc:sldMk cId="3284513271" sldId="261"/>
            <ac:spMk id="3" creationId="{41C56CAD-A101-BA2E-095D-2E8495D519FF}"/>
          </ac:spMkLst>
        </pc:spChg>
        <pc:picChg chg="add del mod">
          <ac:chgData name="Júlio César Chaves" userId="3f913fe9-3202-435d-b9f5-b2fca763184f" providerId="ADAL" clId="{57C9AC41-181D-4EB7-AE03-A0594702A919}" dt="2023-02-14T14:57:10.732" v="476" actId="21"/>
          <ac:picMkLst>
            <pc:docMk/>
            <pc:sldMk cId="3284513271" sldId="261"/>
            <ac:picMk id="7" creationId="{89E9475D-86C8-A4E4-8CF2-59DFBCD94D1D}"/>
          </ac:picMkLst>
        </pc:picChg>
        <pc:picChg chg="add del">
          <ac:chgData name="Júlio César Chaves" userId="3f913fe9-3202-435d-b9f5-b2fca763184f" providerId="ADAL" clId="{57C9AC41-181D-4EB7-AE03-A0594702A919}" dt="2023-02-14T14:57:03.570" v="474" actId="21"/>
          <ac:picMkLst>
            <pc:docMk/>
            <pc:sldMk cId="3284513271" sldId="261"/>
            <ac:picMk id="9" creationId="{DA1E5A63-0496-430D-89E2-94D0F6CBA488}"/>
          </ac:picMkLst>
        </pc:picChg>
      </pc:sldChg>
      <pc:sldChg chg="addSp delSp modSp new mod">
        <pc:chgData name="Júlio César Chaves" userId="3f913fe9-3202-435d-b9f5-b2fca763184f" providerId="ADAL" clId="{57C9AC41-181D-4EB7-AE03-A0594702A919}" dt="2023-02-14T14:52:51.705" v="468" actId="14100"/>
        <pc:sldMkLst>
          <pc:docMk/>
          <pc:sldMk cId="2022304882" sldId="262"/>
        </pc:sldMkLst>
        <pc:spChg chg="mod">
          <ac:chgData name="Júlio César Chaves" userId="3f913fe9-3202-435d-b9f5-b2fca763184f" providerId="ADAL" clId="{57C9AC41-181D-4EB7-AE03-A0594702A919}" dt="2023-02-14T14:51:27.363" v="238" actId="20577"/>
          <ac:spMkLst>
            <pc:docMk/>
            <pc:sldMk cId="2022304882" sldId="262"/>
            <ac:spMk id="2" creationId="{9C4574EA-0F00-52EB-B5A9-23EAE81E0AE8}"/>
          </ac:spMkLst>
        </pc:spChg>
        <pc:spChg chg="del">
          <ac:chgData name="Júlio César Chaves" userId="3f913fe9-3202-435d-b9f5-b2fca763184f" providerId="ADAL" clId="{57C9AC41-181D-4EB7-AE03-A0594702A919}" dt="2023-02-14T14:51:14.460" v="222" actId="22"/>
          <ac:spMkLst>
            <pc:docMk/>
            <pc:sldMk cId="2022304882" sldId="262"/>
            <ac:spMk id="3" creationId="{1CED5A89-4AC2-FCC1-22FA-DE7B7AA4F1DF}"/>
          </ac:spMkLst>
        </pc:spChg>
        <pc:spChg chg="mod">
          <ac:chgData name="Júlio César Chaves" userId="3f913fe9-3202-435d-b9f5-b2fca763184f" providerId="ADAL" clId="{57C9AC41-181D-4EB7-AE03-A0594702A919}" dt="2023-02-14T14:52:51.705" v="468" actId="14100"/>
          <ac:spMkLst>
            <pc:docMk/>
            <pc:sldMk cId="2022304882" sldId="262"/>
            <ac:spMk id="4" creationId="{69AA98D4-AF6D-81CB-5A3D-73B40AA5991E}"/>
          </ac:spMkLst>
        </pc:spChg>
        <pc:picChg chg="add mod ord">
          <ac:chgData name="Júlio César Chaves" userId="3f913fe9-3202-435d-b9f5-b2fca763184f" providerId="ADAL" clId="{57C9AC41-181D-4EB7-AE03-A0594702A919}" dt="2023-02-14T14:51:14.460" v="222" actId="22"/>
          <ac:picMkLst>
            <pc:docMk/>
            <pc:sldMk cId="2022304882" sldId="262"/>
            <ac:picMk id="7" creationId="{53093824-9DCF-2EC9-8696-7ECB1BE4D511}"/>
          </ac:picMkLst>
        </pc:picChg>
      </pc:sldChg>
      <pc:sldChg chg="addSp delSp modSp new mod">
        <pc:chgData name="Júlio César Chaves" userId="3f913fe9-3202-435d-b9f5-b2fca763184f" providerId="ADAL" clId="{57C9AC41-181D-4EB7-AE03-A0594702A919}" dt="2023-02-14T14:57:32.929" v="526" actId="20577"/>
        <pc:sldMkLst>
          <pc:docMk/>
          <pc:sldMk cId="2963663226" sldId="263"/>
        </pc:sldMkLst>
        <pc:spChg chg="mod">
          <ac:chgData name="Júlio César Chaves" userId="3f913fe9-3202-435d-b9f5-b2fca763184f" providerId="ADAL" clId="{57C9AC41-181D-4EB7-AE03-A0594702A919}" dt="2023-02-14T14:57:32.929" v="526" actId="20577"/>
          <ac:spMkLst>
            <pc:docMk/>
            <pc:sldMk cId="2963663226" sldId="263"/>
            <ac:spMk id="2" creationId="{BDF04AC5-596F-D524-6B36-9F4E630144BB}"/>
          </ac:spMkLst>
        </pc:spChg>
        <pc:spChg chg="del">
          <ac:chgData name="Júlio César Chaves" userId="3f913fe9-3202-435d-b9f5-b2fca763184f" providerId="ADAL" clId="{57C9AC41-181D-4EB7-AE03-A0594702A919}" dt="2023-02-14T14:57:12.826" v="477"/>
          <ac:spMkLst>
            <pc:docMk/>
            <pc:sldMk cId="2963663226" sldId="263"/>
            <ac:spMk id="3" creationId="{F309C592-4E0A-E882-A700-50B787322312}"/>
          </ac:spMkLst>
        </pc:spChg>
        <pc:spChg chg="del">
          <ac:chgData name="Júlio César Chaves" userId="3f913fe9-3202-435d-b9f5-b2fca763184f" providerId="ADAL" clId="{57C9AC41-181D-4EB7-AE03-A0594702A919}" dt="2023-02-14T14:57:05.820" v="475"/>
          <ac:spMkLst>
            <pc:docMk/>
            <pc:sldMk cId="2963663226" sldId="263"/>
            <ac:spMk id="4" creationId="{E4DEB7B5-2CE4-6627-2F8D-86E016C75F58}"/>
          </ac:spMkLst>
        </pc:spChg>
        <pc:picChg chg="add mod">
          <ac:chgData name="Júlio César Chaves" userId="3f913fe9-3202-435d-b9f5-b2fca763184f" providerId="ADAL" clId="{57C9AC41-181D-4EB7-AE03-A0594702A919}" dt="2023-02-14T14:57:05.820" v="475"/>
          <ac:picMkLst>
            <pc:docMk/>
            <pc:sldMk cId="2963663226" sldId="263"/>
            <ac:picMk id="6" creationId="{E014E41A-A1A4-32ED-59AD-AF761384C4E4}"/>
          </ac:picMkLst>
        </pc:picChg>
        <pc:picChg chg="add mod">
          <ac:chgData name="Júlio César Chaves" userId="3f913fe9-3202-435d-b9f5-b2fca763184f" providerId="ADAL" clId="{57C9AC41-181D-4EB7-AE03-A0594702A919}" dt="2023-02-14T14:57:12.826" v="477"/>
          <ac:picMkLst>
            <pc:docMk/>
            <pc:sldMk cId="2963663226" sldId="263"/>
            <ac:picMk id="7" creationId="{016ADCCE-AB74-BD83-DEDF-0C7811601994}"/>
          </ac:picMkLst>
        </pc:picChg>
      </pc:sldChg>
      <pc:sldChg chg="addSp delSp modSp new mod">
        <pc:chgData name="Júlio César Chaves" userId="3f913fe9-3202-435d-b9f5-b2fca763184f" providerId="ADAL" clId="{57C9AC41-181D-4EB7-AE03-A0594702A919}" dt="2023-02-14T15:03:14.726" v="797" actId="20577"/>
        <pc:sldMkLst>
          <pc:docMk/>
          <pc:sldMk cId="2473376274" sldId="264"/>
        </pc:sldMkLst>
        <pc:spChg chg="mod">
          <ac:chgData name="Júlio César Chaves" userId="3f913fe9-3202-435d-b9f5-b2fca763184f" providerId="ADAL" clId="{57C9AC41-181D-4EB7-AE03-A0594702A919}" dt="2023-02-14T14:59:11.561" v="547" actId="20577"/>
          <ac:spMkLst>
            <pc:docMk/>
            <pc:sldMk cId="2473376274" sldId="264"/>
            <ac:spMk id="2" creationId="{1E76C23F-911D-5096-4E82-7DD6BF9C8F0C}"/>
          </ac:spMkLst>
        </pc:spChg>
        <pc:spChg chg="del">
          <ac:chgData name="Júlio César Chaves" userId="3f913fe9-3202-435d-b9f5-b2fca763184f" providerId="ADAL" clId="{57C9AC41-181D-4EB7-AE03-A0594702A919}" dt="2023-02-14T14:58:34.188" v="528" actId="22"/>
          <ac:spMkLst>
            <pc:docMk/>
            <pc:sldMk cId="2473376274" sldId="264"/>
            <ac:spMk id="3" creationId="{D6B5085D-9359-ADF8-D18A-0A1626893698}"/>
          </ac:spMkLst>
        </pc:spChg>
        <pc:spChg chg="mod">
          <ac:chgData name="Júlio César Chaves" userId="3f913fe9-3202-435d-b9f5-b2fca763184f" providerId="ADAL" clId="{57C9AC41-181D-4EB7-AE03-A0594702A919}" dt="2023-02-14T15:03:14.726" v="797" actId="20577"/>
          <ac:spMkLst>
            <pc:docMk/>
            <pc:sldMk cId="2473376274" sldId="264"/>
            <ac:spMk id="4" creationId="{7FB1C386-BAD5-0681-21E5-D2F2251C2B16}"/>
          </ac:spMkLst>
        </pc:spChg>
        <pc:picChg chg="add mod ord">
          <ac:chgData name="Júlio César Chaves" userId="3f913fe9-3202-435d-b9f5-b2fca763184f" providerId="ADAL" clId="{57C9AC41-181D-4EB7-AE03-A0594702A919}" dt="2023-02-14T15:01:20.487" v="606" actId="1076"/>
          <ac:picMkLst>
            <pc:docMk/>
            <pc:sldMk cId="2473376274" sldId="264"/>
            <ac:picMk id="7" creationId="{00750262-3985-6B3B-E1FE-59C53188C92D}"/>
          </ac:picMkLst>
        </pc:picChg>
        <pc:picChg chg="add mod">
          <ac:chgData name="Júlio César Chaves" userId="3f913fe9-3202-435d-b9f5-b2fca763184f" providerId="ADAL" clId="{57C9AC41-181D-4EB7-AE03-A0594702A919}" dt="2023-02-14T15:01:23.014" v="607" actId="1076"/>
          <ac:picMkLst>
            <pc:docMk/>
            <pc:sldMk cId="2473376274" sldId="264"/>
            <ac:picMk id="9" creationId="{F5B74F15-7538-407C-42DA-8B7B2B7A5E48}"/>
          </ac:picMkLst>
        </pc:picChg>
      </pc:sldChg>
      <pc:sldChg chg="addSp delSp modSp new mod">
        <pc:chgData name="Júlio César Chaves" userId="3f913fe9-3202-435d-b9f5-b2fca763184f" providerId="ADAL" clId="{57C9AC41-181D-4EB7-AE03-A0594702A919}" dt="2023-02-14T15:09:23.248" v="923" actId="20577"/>
        <pc:sldMkLst>
          <pc:docMk/>
          <pc:sldMk cId="4280507168" sldId="265"/>
        </pc:sldMkLst>
        <pc:spChg chg="mod">
          <ac:chgData name="Júlio César Chaves" userId="3f913fe9-3202-435d-b9f5-b2fca763184f" providerId="ADAL" clId="{57C9AC41-181D-4EB7-AE03-A0594702A919}" dt="2023-02-14T15:08:51.605" v="836" actId="20577"/>
          <ac:spMkLst>
            <pc:docMk/>
            <pc:sldMk cId="4280507168" sldId="265"/>
            <ac:spMk id="2" creationId="{1C75D625-72C5-3132-3351-1A4936AF3AD4}"/>
          </ac:spMkLst>
        </pc:spChg>
        <pc:spChg chg="del">
          <ac:chgData name="Júlio César Chaves" userId="3f913fe9-3202-435d-b9f5-b2fca763184f" providerId="ADAL" clId="{57C9AC41-181D-4EB7-AE03-A0594702A919}" dt="2023-02-14T15:07:43.908" v="799" actId="22"/>
          <ac:spMkLst>
            <pc:docMk/>
            <pc:sldMk cId="4280507168" sldId="265"/>
            <ac:spMk id="3" creationId="{769322E8-6478-9699-178E-64921E5BBD41}"/>
          </ac:spMkLst>
        </pc:spChg>
        <pc:spChg chg="mod">
          <ac:chgData name="Júlio César Chaves" userId="3f913fe9-3202-435d-b9f5-b2fca763184f" providerId="ADAL" clId="{57C9AC41-181D-4EB7-AE03-A0594702A919}" dt="2023-02-14T15:09:23.248" v="923" actId="20577"/>
          <ac:spMkLst>
            <pc:docMk/>
            <pc:sldMk cId="4280507168" sldId="265"/>
            <ac:spMk id="4" creationId="{1336FD8B-5D65-4ABA-5C5F-639A2AE27C6A}"/>
          </ac:spMkLst>
        </pc:spChg>
        <pc:spChg chg="add del mod ord">
          <ac:chgData name="Júlio César Chaves" userId="3f913fe9-3202-435d-b9f5-b2fca763184f" providerId="ADAL" clId="{57C9AC41-181D-4EB7-AE03-A0594702A919}" dt="2023-02-14T15:08:33.456" v="807"/>
          <ac:spMkLst>
            <pc:docMk/>
            <pc:sldMk cId="4280507168" sldId="265"/>
            <ac:spMk id="12" creationId="{E5DBEDF7-BB35-54FD-2449-6E9BA752E15F}"/>
          </ac:spMkLst>
        </pc:spChg>
        <pc:picChg chg="add del mod ord">
          <ac:chgData name="Júlio César Chaves" userId="3f913fe9-3202-435d-b9f5-b2fca763184f" providerId="ADAL" clId="{57C9AC41-181D-4EB7-AE03-A0594702A919}" dt="2023-02-14T15:08:19.362" v="804" actId="478"/>
          <ac:picMkLst>
            <pc:docMk/>
            <pc:sldMk cId="4280507168" sldId="265"/>
            <ac:picMk id="7" creationId="{7C472390-7552-C0F4-D1AC-B9F63821D0BA}"/>
          </ac:picMkLst>
        </pc:picChg>
        <pc:picChg chg="add del">
          <ac:chgData name="Júlio César Chaves" userId="3f913fe9-3202-435d-b9f5-b2fca763184f" providerId="ADAL" clId="{57C9AC41-181D-4EB7-AE03-A0594702A919}" dt="2023-02-14T15:08:13.909" v="802" actId="21"/>
          <ac:picMkLst>
            <pc:docMk/>
            <pc:sldMk cId="4280507168" sldId="265"/>
            <ac:picMk id="9" creationId="{9B9E7A50-28BE-2C7A-1414-0141888E7CBC}"/>
          </ac:picMkLst>
        </pc:picChg>
        <pc:picChg chg="add del">
          <ac:chgData name="Júlio César Chaves" userId="3f913fe9-3202-435d-b9f5-b2fca763184f" providerId="ADAL" clId="{57C9AC41-181D-4EB7-AE03-A0594702A919}" dt="2023-02-14T15:08:32.424" v="806" actId="21"/>
          <ac:picMkLst>
            <pc:docMk/>
            <pc:sldMk cId="4280507168" sldId="265"/>
            <ac:picMk id="10" creationId="{9F7501DA-E27D-A53F-808D-FD114F9742C2}"/>
          </ac:picMkLst>
        </pc:picChg>
        <pc:picChg chg="add mod">
          <ac:chgData name="Júlio César Chaves" userId="3f913fe9-3202-435d-b9f5-b2fca763184f" providerId="ADAL" clId="{57C9AC41-181D-4EB7-AE03-A0594702A919}" dt="2023-02-14T15:08:54.952" v="837" actId="1076"/>
          <ac:picMkLst>
            <pc:docMk/>
            <pc:sldMk cId="4280507168" sldId="265"/>
            <ac:picMk id="13" creationId="{36AFE257-25F0-21C3-7A27-4D68BDD084DD}"/>
          </ac:picMkLst>
        </pc:picChg>
      </pc:sldChg>
      <pc:sldChg chg="addSp delSp modSp new mod">
        <pc:chgData name="Júlio César Chaves" userId="3f913fe9-3202-435d-b9f5-b2fca763184f" providerId="ADAL" clId="{57C9AC41-181D-4EB7-AE03-A0594702A919}" dt="2023-02-14T15:11:02.333" v="1064" actId="20577"/>
        <pc:sldMkLst>
          <pc:docMk/>
          <pc:sldMk cId="2231878565" sldId="266"/>
        </pc:sldMkLst>
        <pc:spChg chg="mod">
          <ac:chgData name="Júlio César Chaves" userId="3f913fe9-3202-435d-b9f5-b2fca763184f" providerId="ADAL" clId="{57C9AC41-181D-4EB7-AE03-A0594702A919}" dt="2023-02-14T15:10:16.143" v="961" actId="20577"/>
          <ac:spMkLst>
            <pc:docMk/>
            <pc:sldMk cId="2231878565" sldId="266"/>
            <ac:spMk id="2" creationId="{964F2183-0816-7E49-4155-4F6DEE84111F}"/>
          </ac:spMkLst>
        </pc:spChg>
        <pc:spChg chg="del">
          <ac:chgData name="Júlio César Chaves" userId="3f913fe9-3202-435d-b9f5-b2fca763184f" providerId="ADAL" clId="{57C9AC41-181D-4EB7-AE03-A0594702A919}" dt="2023-02-14T15:10:02.254" v="925" actId="22"/>
          <ac:spMkLst>
            <pc:docMk/>
            <pc:sldMk cId="2231878565" sldId="266"/>
            <ac:spMk id="3" creationId="{8931F0F9-CD6F-5DCD-8598-1E616D676037}"/>
          </ac:spMkLst>
        </pc:spChg>
        <pc:spChg chg="mod">
          <ac:chgData name="Júlio César Chaves" userId="3f913fe9-3202-435d-b9f5-b2fca763184f" providerId="ADAL" clId="{57C9AC41-181D-4EB7-AE03-A0594702A919}" dt="2023-02-14T15:11:02.333" v="1064" actId="20577"/>
          <ac:spMkLst>
            <pc:docMk/>
            <pc:sldMk cId="2231878565" sldId="266"/>
            <ac:spMk id="4" creationId="{D0F2D008-050E-3449-A61D-E156EB938889}"/>
          </ac:spMkLst>
        </pc:spChg>
        <pc:picChg chg="add mod ord">
          <ac:chgData name="Júlio César Chaves" userId="3f913fe9-3202-435d-b9f5-b2fca763184f" providerId="ADAL" clId="{57C9AC41-181D-4EB7-AE03-A0594702A919}" dt="2023-02-14T15:10:19.540" v="962" actId="1076"/>
          <ac:picMkLst>
            <pc:docMk/>
            <pc:sldMk cId="2231878565" sldId="266"/>
            <ac:picMk id="7" creationId="{0851E763-57BD-B155-17C8-0E06C22B927E}"/>
          </ac:picMkLst>
        </pc:picChg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57C9AC41-181D-4EB7-AE03-A0594702A919}" dt="2023-02-14T14:49:41.075" v="184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045669170" sldId="362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3482169116" sldId="374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312263333" sldId="378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3630261227" sldId="379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917886381" sldId="380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2419527000" sldId="381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2825560162" sldId="382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768431842" sldId="384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2601561089" sldId="385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2627632481" sldId="386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3263104415" sldId="387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1106292981" sldId="388"/>
        </pc:sldMkLst>
      </pc:sldChg>
      <pc:sldChg chg="del">
        <pc:chgData name="Júlio César Chaves" userId="3f913fe9-3202-435d-b9f5-b2fca763184f" providerId="ADAL" clId="{57C9AC41-181D-4EB7-AE03-A0594702A919}" dt="2023-02-14T14:45:23.162" v="43" actId="47"/>
        <pc:sldMkLst>
          <pc:docMk/>
          <pc:sldMk cId="3592855582" sldId="395"/>
        </pc:sldMkLst>
      </pc:sldChg>
      <pc:sldChg chg="del">
        <pc:chgData name="Júlio César Chaves" userId="3f913fe9-3202-435d-b9f5-b2fca763184f" providerId="ADAL" clId="{57C9AC41-181D-4EB7-AE03-A0594702A919}" dt="2023-02-14T14:45:23.162" v="43" actId="47"/>
        <pc:sldMkLst>
          <pc:docMk/>
          <pc:sldMk cId="3979432185" sldId="396"/>
        </pc:sldMkLst>
      </pc:sldChg>
      <pc:sldChg chg="del">
        <pc:chgData name="Júlio César Chaves" userId="3f913fe9-3202-435d-b9f5-b2fca763184f" providerId="ADAL" clId="{57C9AC41-181D-4EB7-AE03-A0594702A919}" dt="2023-02-14T14:45:23.162" v="43" actId="47"/>
        <pc:sldMkLst>
          <pc:docMk/>
          <pc:sldMk cId="1860869633" sldId="397"/>
        </pc:sldMkLst>
      </pc:sldChg>
      <pc:sldChg chg="del">
        <pc:chgData name="Júlio César Chaves" userId="3f913fe9-3202-435d-b9f5-b2fca763184f" providerId="ADAL" clId="{57C9AC41-181D-4EB7-AE03-A0594702A919}" dt="2023-02-14T14:45:23.162" v="43" actId="47"/>
        <pc:sldMkLst>
          <pc:docMk/>
          <pc:sldMk cId="216462609" sldId="398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2134841359" sldId="401"/>
        </pc:sldMkLst>
      </pc:sldChg>
      <pc:sldChg chg="del">
        <pc:chgData name="Júlio César Chaves" userId="3f913fe9-3202-435d-b9f5-b2fca763184f" providerId="ADAL" clId="{57C9AC41-181D-4EB7-AE03-A0594702A919}" dt="2023-02-14T14:45:05.751" v="41" actId="47"/>
        <pc:sldMkLst>
          <pc:docMk/>
          <pc:sldMk cId="9488048" sldId="402"/>
        </pc:sldMkLst>
      </pc:sldChg>
      <pc:sldChg chg="del">
        <pc:chgData name="Júlio César Chaves" userId="3f913fe9-3202-435d-b9f5-b2fca763184f" providerId="ADAL" clId="{57C9AC41-181D-4EB7-AE03-A0594702A919}" dt="2023-02-14T14:45:23.162" v="43" actId="47"/>
        <pc:sldMkLst>
          <pc:docMk/>
          <pc:sldMk cId="49670680" sldId="403"/>
        </pc:sldMkLst>
      </pc:sldChg>
      <pc:sldChg chg="del">
        <pc:chgData name="Júlio César Chaves" userId="3f913fe9-3202-435d-b9f5-b2fca763184f" providerId="ADAL" clId="{57C9AC41-181D-4EB7-AE03-A0594702A919}" dt="2023-02-14T14:45:23.162" v="43" actId="47"/>
        <pc:sldMkLst>
          <pc:docMk/>
          <pc:sldMk cId="42984740" sldId="404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217023495" sldId="405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441103252" sldId="407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3364395427" sldId="408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4120982046" sldId="409"/>
        </pc:sldMkLst>
      </pc:sldChg>
      <pc:sldChg chg="del">
        <pc:chgData name="Júlio César Chaves" userId="3f913fe9-3202-435d-b9f5-b2fca763184f" providerId="ADAL" clId="{57C9AC41-181D-4EB7-AE03-A0594702A919}" dt="2023-02-14T14:45:19.854" v="42" actId="47"/>
        <pc:sldMkLst>
          <pc:docMk/>
          <pc:sldMk cId="1644586987" sldId="410"/>
        </pc:sldMkLst>
      </pc:sldChg>
      <pc:sldMasterChg chg="delSldLayout">
        <pc:chgData name="Júlio César Chaves" userId="3f913fe9-3202-435d-b9f5-b2fca763184f" providerId="ADAL" clId="{57C9AC41-181D-4EB7-AE03-A0594702A919}" dt="2023-02-14T14:45:23.162" v="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57C9AC41-181D-4EB7-AE03-A0594702A919}" dt="2023-02-14T14:45:23.162" v="43" actId="47"/>
          <pc:sldLayoutMkLst>
            <pc:docMk/>
            <pc:sldMasterMk cId="3728137087" sldId="2147483648"/>
            <pc:sldLayoutMk cId="2625276133" sldId="2147483666"/>
          </pc:sldLayoutMkLst>
        </pc:sldLayoutChg>
      </pc:sldMaster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F19FCFCB-CC69-4A08-A014-D903594E122D}"/>
    <pc:docChg chg="custSel addSld modSld addSection modSection">
      <pc:chgData name="Júlio César Chaves" userId="3f913fe9-3202-435d-b9f5-b2fca763184f" providerId="ADAL" clId="{F19FCFCB-CC69-4A08-A014-D903594E122D}" dt="2023-01-23T11:27:52.105" v="993" actId="17846"/>
      <pc:docMkLst>
        <pc:docMk/>
      </pc:docMkLst>
      <pc:sldChg chg="addSp delSp modSp add mod">
        <pc:chgData name="Júlio César Chaves" userId="3f913fe9-3202-435d-b9f5-b2fca763184f" providerId="ADAL" clId="{F19FCFCB-CC69-4A08-A014-D903594E122D}" dt="2023-01-23T11:26:55.520" v="991" actId="20577"/>
        <pc:sldMkLst>
          <pc:docMk/>
          <pc:sldMk cId="2142571743" sldId="257"/>
        </pc:sldMkLst>
        <pc:spChg chg="mod">
          <ac:chgData name="Júlio César Chaves" userId="3f913fe9-3202-435d-b9f5-b2fca763184f" providerId="ADAL" clId="{F19FCFCB-CC69-4A08-A014-D903594E122D}" dt="2023-01-21T20:28:47.112" v="334" actId="20577"/>
          <ac:spMkLst>
            <pc:docMk/>
            <pc:sldMk cId="2142571743" sldId="257"/>
            <ac:spMk id="2" creationId="{0647EF49-F091-BB0B-1A4A-1DE91EEB9219}"/>
          </ac:spMkLst>
        </pc:spChg>
        <pc:spChg chg="add del mod">
          <ac:chgData name="Júlio César Chaves" userId="3f913fe9-3202-435d-b9f5-b2fca763184f" providerId="ADAL" clId="{F19FCFCB-CC69-4A08-A014-D903594E122D}" dt="2023-01-21T19:52:20.941" v="235" actId="931"/>
          <ac:spMkLst>
            <pc:docMk/>
            <pc:sldMk cId="2142571743" sldId="257"/>
            <ac:spMk id="4" creationId="{235FC1D8-1922-A41B-6E0F-3ED02C945729}"/>
          </ac:spMkLst>
        </pc:spChg>
        <pc:spChg chg="mod">
          <ac:chgData name="Júlio César Chaves" userId="3f913fe9-3202-435d-b9f5-b2fca763184f" providerId="ADAL" clId="{F19FCFCB-CC69-4A08-A014-D903594E122D}" dt="2023-01-23T11:26:55.520" v="991" actId="20577"/>
          <ac:spMkLst>
            <pc:docMk/>
            <pc:sldMk cId="2142571743" sldId="257"/>
            <ac:spMk id="5" creationId="{DD0EF806-059C-83FC-B4A3-2C9640762605}"/>
          </ac:spMkLst>
        </pc:spChg>
        <pc:spChg chg="del">
          <ac:chgData name="Júlio César Chaves" userId="3f913fe9-3202-435d-b9f5-b2fca763184f" providerId="ADAL" clId="{F19FCFCB-CC69-4A08-A014-D903594E122D}" dt="2023-01-21T19:51:05.154" v="234" actId="478"/>
          <ac:spMkLst>
            <pc:docMk/>
            <pc:sldMk cId="2142571743" sldId="257"/>
            <ac:spMk id="9" creationId="{F0C4196D-5E97-3240-919E-827AADC29AFC}"/>
          </ac:spMkLst>
        </pc:spChg>
        <pc:spChg chg="del">
          <ac:chgData name="Júlio César Chaves" userId="3f913fe9-3202-435d-b9f5-b2fca763184f" providerId="ADAL" clId="{F19FCFCB-CC69-4A08-A014-D903594E122D}" dt="2023-01-23T11:18:00.086" v="554" actId="478"/>
          <ac:spMkLst>
            <pc:docMk/>
            <pc:sldMk cId="2142571743" sldId="257"/>
            <ac:spMk id="10" creationId="{4E069296-D178-8586-2A80-284F8A4CF5F9}"/>
          </ac:spMkLst>
        </pc:spChg>
        <pc:picChg chg="del">
          <ac:chgData name="Júlio César Chaves" userId="3f913fe9-3202-435d-b9f5-b2fca763184f" providerId="ADAL" clId="{F19FCFCB-CC69-4A08-A014-D903594E122D}" dt="2023-01-21T19:51:05.154" v="234" actId="478"/>
          <ac:picMkLst>
            <pc:docMk/>
            <pc:sldMk cId="2142571743" sldId="257"/>
            <ac:picMk id="8" creationId="{44D5DB38-6519-6441-C081-D17EFCCFFBE8}"/>
          </ac:picMkLst>
        </pc:picChg>
        <pc:picChg chg="add mod">
          <ac:chgData name="Júlio César Chaves" userId="3f913fe9-3202-435d-b9f5-b2fca763184f" providerId="ADAL" clId="{F19FCFCB-CC69-4A08-A014-D903594E122D}" dt="2023-01-21T19:52:20.941" v="235" actId="931"/>
          <ac:picMkLst>
            <pc:docMk/>
            <pc:sldMk cId="2142571743" sldId="257"/>
            <ac:picMk id="11" creationId="{ADC6C465-AC4A-E3AD-B0E2-8A5978EEA5B1}"/>
          </ac:picMkLst>
        </pc:picChg>
      </pc:sldChg>
      <pc:sldChg chg="modSp mod">
        <pc:chgData name="Júlio César Chaves" userId="3f913fe9-3202-435d-b9f5-b2fca763184f" providerId="ADAL" clId="{F19FCFCB-CC69-4A08-A014-D903594E122D}" dt="2023-01-21T18:33:56.251" v="164" actId="20577"/>
        <pc:sldMkLst>
          <pc:docMk/>
          <pc:sldMk cId="2959543982" sldId="371"/>
        </pc:sldMkLst>
        <pc:spChg chg="mod">
          <ac:chgData name="Júlio César Chaves" userId="3f913fe9-3202-435d-b9f5-b2fca763184f" providerId="ADAL" clId="{F19FCFCB-CC69-4A08-A014-D903594E122D}" dt="2023-01-21T18:33:56.251" v="164" actId="20577"/>
          <ac:spMkLst>
            <pc:docMk/>
            <pc:sldMk cId="2959543982" sldId="371"/>
            <ac:spMk id="6" creationId="{08BCF433-F3FF-4972-B615-D2AE63382BA9}"/>
          </ac:spMkLst>
        </pc:spChg>
      </pc:sldChg>
      <pc:sldChg chg="modSp mod">
        <pc:chgData name="Júlio César Chaves" userId="3f913fe9-3202-435d-b9f5-b2fca763184f" providerId="ADAL" clId="{F19FCFCB-CC69-4A08-A014-D903594E122D}" dt="2023-01-21T18:34:03.650" v="167" actId="20577"/>
        <pc:sldMkLst>
          <pc:docMk/>
          <pc:sldMk cId="871739062" sldId="372"/>
        </pc:sldMkLst>
        <pc:spChg chg="mod">
          <ac:chgData name="Júlio César Chaves" userId="3f913fe9-3202-435d-b9f5-b2fca763184f" providerId="ADAL" clId="{F19FCFCB-CC69-4A08-A014-D903594E122D}" dt="2023-01-21T18:34:03.650" v="167" actId="20577"/>
          <ac:spMkLst>
            <pc:docMk/>
            <pc:sldMk cId="871739062" sldId="372"/>
            <ac:spMk id="6" creationId="{08BCF433-F3FF-4972-B615-D2AE63382BA9}"/>
          </ac:spMkLst>
        </pc:spChg>
      </pc:sldChg>
      <pc:sldChg chg="modSp mod">
        <pc:chgData name="Júlio César Chaves" userId="3f913fe9-3202-435d-b9f5-b2fca763184f" providerId="ADAL" clId="{F19FCFCB-CC69-4A08-A014-D903594E122D}" dt="2023-01-21T18:34:45.315" v="173" actId="20577"/>
        <pc:sldMkLst>
          <pc:docMk/>
          <pc:sldMk cId="1597630539" sldId="373"/>
        </pc:sldMkLst>
        <pc:spChg chg="mod">
          <ac:chgData name="Júlio César Chaves" userId="3f913fe9-3202-435d-b9f5-b2fca763184f" providerId="ADAL" clId="{F19FCFCB-CC69-4A08-A014-D903594E122D}" dt="2023-01-21T18:34:45.315" v="173" actId="20577"/>
          <ac:spMkLst>
            <pc:docMk/>
            <pc:sldMk cId="1597630539" sldId="373"/>
            <ac:spMk id="6" creationId="{08BCF433-F3FF-4972-B615-D2AE63382BA9}"/>
          </ac:spMkLst>
        </pc:spChg>
      </pc:sldChg>
      <pc:sldChg chg="addSp delSp mod">
        <pc:chgData name="Júlio César Chaves" userId="3f913fe9-3202-435d-b9f5-b2fca763184f" providerId="ADAL" clId="{F19FCFCB-CC69-4A08-A014-D903594E122D}" dt="2023-01-21T18:41:22.058" v="175" actId="22"/>
        <pc:sldMkLst>
          <pc:docMk/>
          <pc:sldMk cId="4244821324" sldId="376"/>
        </pc:sldMkLst>
        <pc:picChg chg="add">
          <ac:chgData name="Júlio César Chaves" userId="3f913fe9-3202-435d-b9f5-b2fca763184f" providerId="ADAL" clId="{F19FCFCB-CC69-4A08-A014-D903594E122D}" dt="2023-01-21T18:41:22.058" v="175" actId="22"/>
          <ac:picMkLst>
            <pc:docMk/>
            <pc:sldMk cId="4244821324" sldId="376"/>
            <ac:picMk id="3" creationId="{C6268789-BF39-405B-1BEF-22B52F01B973}"/>
          </ac:picMkLst>
        </pc:picChg>
        <pc:picChg chg="del">
          <ac:chgData name="Júlio César Chaves" userId="3f913fe9-3202-435d-b9f5-b2fca763184f" providerId="ADAL" clId="{F19FCFCB-CC69-4A08-A014-D903594E122D}" dt="2023-01-21T18:41:21.607" v="174" actId="478"/>
          <ac:picMkLst>
            <pc:docMk/>
            <pc:sldMk cId="4244821324" sldId="376"/>
            <ac:picMk id="4" creationId="{B478F09B-E5A3-4552-95C9-F3BAFA9B3F6B}"/>
          </ac:picMkLst>
        </pc:picChg>
      </pc:sldChg>
      <pc:sldChg chg="modSp mod">
        <pc:chgData name="Júlio César Chaves" userId="3f913fe9-3202-435d-b9f5-b2fca763184f" providerId="ADAL" clId="{F19FCFCB-CC69-4A08-A014-D903594E122D}" dt="2023-01-21T18:34:29.668" v="170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F19FCFCB-CC69-4A08-A014-D903594E122D}" dt="2023-01-21T18:34:29.668" v="170" actId="20577"/>
          <ac:spMkLst>
            <pc:docMk/>
            <pc:sldMk cId="1480385169" sldId="377"/>
            <ac:spMk id="6" creationId="{08BCF433-F3FF-4972-B615-D2AE63382BA9}"/>
          </ac:spMkLst>
        </pc:spChg>
      </pc:sldChg>
      <pc:sldChg chg="modSp mod">
        <pc:chgData name="Júlio César Chaves" userId="3f913fe9-3202-435d-b9f5-b2fca763184f" providerId="ADAL" clId="{F19FCFCB-CC69-4A08-A014-D903594E122D}" dt="2023-01-21T18:33:10.305" v="157" actId="20577"/>
        <pc:sldMkLst>
          <pc:docMk/>
          <pc:sldMk cId="3630261227" sldId="379"/>
        </pc:sldMkLst>
        <pc:spChg chg="mod">
          <ac:chgData name="Júlio César Chaves" userId="3f913fe9-3202-435d-b9f5-b2fca763184f" providerId="ADAL" clId="{F19FCFCB-CC69-4A08-A014-D903594E122D}" dt="2023-01-21T18:33:10.305" v="157" actId="20577"/>
          <ac:spMkLst>
            <pc:docMk/>
            <pc:sldMk cId="3630261227" sldId="379"/>
            <ac:spMk id="6" creationId="{08BCF433-F3FF-4972-B615-D2AE63382BA9}"/>
          </ac:spMkLst>
        </pc:spChg>
      </pc:sldChg>
      <pc:sldChg chg="modSp mod">
        <pc:chgData name="Júlio César Chaves" userId="3f913fe9-3202-435d-b9f5-b2fca763184f" providerId="ADAL" clId="{F19FCFCB-CC69-4A08-A014-D903594E122D}" dt="2023-01-21T18:33:31.119" v="159" actId="20577"/>
        <pc:sldMkLst>
          <pc:docMk/>
          <pc:sldMk cId="917886381" sldId="380"/>
        </pc:sldMkLst>
        <pc:spChg chg="mod">
          <ac:chgData name="Júlio César Chaves" userId="3f913fe9-3202-435d-b9f5-b2fca763184f" providerId="ADAL" clId="{F19FCFCB-CC69-4A08-A014-D903594E122D}" dt="2023-01-21T18:33:31.119" v="159" actId="20577"/>
          <ac:spMkLst>
            <pc:docMk/>
            <pc:sldMk cId="917886381" sldId="380"/>
            <ac:spMk id="6" creationId="{08BCF433-F3FF-4972-B615-D2AE63382BA9}"/>
          </ac:spMkLst>
        </pc:spChg>
      </pc:sldChg>
      <pc:sldChg chg="modSp mod">
        <pc:chgData name="Júlio César Chaves" userId="3f913fe9-3202-435d-b9f5-b2fca763184f" providerId="ADAL" clId="{F19FCFCB-CC69-4A08-A014-D903594E122D}" dt="2023-01-21T18:33:37.902" v="161" actId="20577"/>
        <pc:sldMkLst>
          <pc:docMk/>
          <pc:sldMk cId="2419527000" sldId="381"/>
        </pc:sldMkLst>
        <pc:spChg chg="mod">
          <ac:chgData name="Júlio César Chaves" userId="3f913fe9-3202-435d-b9f5-b2fca763184f" providerId="ADAL" clId="{F19FCFCB-CC69-4A08-A014-D903594E122D}" dt="2023-01-21T18:33:37.902" v="161" actId="20577"/>
          <ac:spMkLst>
            <pc:docMk/>
            <pc:sldMk cId="2419527000" sldId="381"/>
            <ac:spMk id="6" creationId="{08BCF433-F3FF-4972-B615-D2AE63382BA9}"/>
          </ac:spMkLst>
        </pc:spChg>
      </pc:sldChg>
      <pc:sldChg chg="modSp mod">
        <pc:chgData name="Júlio César Chaves" userId="3f913fe9-3202-435d-b9f5-b2fca763184f" providerId="ADAL" clId="{F19FCFCB-CC69-4A08-A014-D903594E122D}" dt="2023-01-21T13:27:34.345" v="155" actId="20577"/>
        <pc:sldMkLst>
          <pc:docMk/>
          <pc:sldMk cId="2627632481" sldId="386"/>
        </pc:sldMkLst>
        <pc:spChg chg="mod">
          <ac:chgData name="Júlio César Chaves" userId="3f913fe9-3202-435d-b9f5-b2fca763184f" providerId="ADAL" clId="{F19FCFCB-CC69-4A08-A014-D903594E122D}" dt="2023-01-21T13:27:34.345" v="155" actId="20577"/>
          <ac:spMkLst>
            <pc:docMk/>
            <pc:sldMk cId="2627632481" sldId="386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F19FCFCB-CC69-4A08-A014-D903594E122D}" dt="2023-01-21T12:54:36.984" v="30"/>
        <pc:sldMkLst>
          <pc:docMk/>
          <pc:sldMk cId="3263104415" sldId="387"/>
        </pc:sldMkLst>
        <pc:spChg chg="mod">
          <ac:chgData name="Júlio César Chaves" userId="3f913fe9-3202-435d-b9f5-b2fca763184f" providerId="ADAL" clId="{F19FCFCB-CC69-4A08-A014-D903594E122D}" dt="2023-01-21T12:54:29.825" v="29" actId="20577"/>
          <ac:spMkLst>
            <pc:docMk/>
            <pc:sldMk cId="3263104415" sldId="387"/>
            <ac:spMk id="2" creationId="{380B57CC-F925-0397-9ABB-C1BE001C42F1}"/>
          </ac:spMkLst>
        </pc:spChg>
        <pc:spChg chg="mod">
          <ac:chgData name="Júlio César Chaves" userId="3f913fe9-3202-435d-b9f5-b2fca763184f" providerId="ADAL" clId="{F19FCFCB-CC69-4A08-A014-D903594E122D}" dt="2023-01-21T12:54:36.984" v="30"/>
          <ac:spMkLst>
            <pc:docMk/>
            <pc:sldMk cId="3263104415" sldId="387"/>
            <ac:spMk id="3" creationId="{318F82C3-8956-AFB2-D7A7-FE9CE968C07A}"/>
          </ac:spMkLst>
        </pc:spChg>
      </pc:sldChg>
      <pc:sldChg chg="modSp new mod">
        <pc:chgData name="Júlio César Chaves" userId="3f913fe9-3202-435d-b9f5-b2fca763184f" providerId="ADAL" clId="{F19FCFCB-CC69-4A08-A014-D903594E122D}" dt="2023-01-21T12:58:03.989" v="97" actId="20577"/>
        <pc:sldMkLst>
          <pc:docMk/>
          <pc:sldMk cId="1106292981" sldId="388"/>
        </pc:sldMkLst>
        <pc:spChg chg="mod">
          <ac:chgData name="Júlio César Chaves" userId="3f913fe9-3202-435d-b9f5-b2fca763184f" providerId="ADAL" clId="{F19FCFCB-CC69-4A08-A014-D903594E122D}" dt="2023-01-21T12:54:46.187" v="40" actId="20577"/>
          <ac:spMkLst>
            <pc:docMk/>
            <pc:sldMk cId="1106292981" sldId="388"/>
            <ac:spMk id="2" creationId="{4FC92006-DD14-D4D3-2AF0-54BB18FCBB56}"/>
          </ac:spMkLst>
        </pc:spChg>
        <pc:spChg chg="mod">
          <ac:chgData name="Júlio César Chaves" userId="3f913fe9-3202-435d-b9f5-b2fca763184f" providerId="ADAL" clId="{F19FCFCB-CC69-4A08-A014-D903594E122D}" dt="2023-01-21T12:58:03.989" v="97" actId="20577"/>
          <ac:spMkLst>
            <pc:docMk/>
            <pc:sldMk cId="1106292981" sldId="388"/>
            <ac:spMk id="3" creationId="{7C8F83DE-66CF-A4F2-068A-8BA0BFC5874C}"/>
          </ac:spMkLst>
        </pc:spChg>
      </pc:sldChg>
      <pc:sldChg chg="add">
        <pc:chgData name="Júlio César Chaves" userId="3f913fe9-3202-435d-b9f5-b2fca763184f" providerId="ADAL" clId="{F19FCFCB-CC69-4A08-A014-D903594E122D}" dt="2023-01-21T13:00:52.427" v="100"/>
        <pc:sldMkLst>
          <pc:docMk/>
          <pc:sldMk cId="3592855582" sldId="395"/>
        </pc:sldMkLst>
      </pc:sldChg>
      <pc:sldChg chg="add">
        <pc:chgData name="Júlio César Chaves" userId="3f913fe9-3202-435d-b9f5-b2fca763184f" providerId="ADAL" clId="{F19FCFCB-CC69-4A08-A014-D903594E122D}" dt="2023-01-21T13:00:52.427" v="100"/>
        <pc:sldMkLst>
          <pc:docMk/>
          <pc:sldMk cId="3979432185" sldId="396"/>
        </pc:sldMkLst>
      </pc:sldChg>
      <pc:sldChg chg="add">
        <pc:chgData name="Júlio César Chaves" userId="3f913fe9-3202-435d-b9f5-b2fca763184f" providerId="ADAL" clId="{F19FCFCB-CC69-4A08-A014-D903594E122D}" dt="2023-01-21T13:00:52.427" v="100"/>
        <pc:sldMkLst>
          <pc:docMk/>
          <pc:sldMk cId="1860869633" sldId="397"/>
        </pc:sldMkLst>
      </pc:sldChg>
      <pc:sldChg chg="add">
        <pc:chgData name="Júlio César Chaves" userId="3f913fe9-3202-435d-b9f5-b2fca763184f" providerId="ADAL" clId="{F19FCFCB-CC69-4A08-A014-D903594E122D}" dt="2023-01-21T13:00:52.427" v="100"/>
        <pc:sldMkLst>
          <pc:docMk/>
          <pc:sldMk cId="216462609" sldId="398"/>
        </pc:sldMkLst>
      </pc:sldChg>
      <pc:sldChg chg="add">
        <pc:chgData name="Júlio César Chaves" userId="3f913fe9-3202-435d-b9f5-b2fca763184f" providerId="ADAL" clId="{F19FCFCB-CC69-4A08-A014-D903594E122D}" dt="2023-01-21T12:58:59.669" v="98"/>
        <pc:sldMkLst>
          <pc:docMk/>
          <pc:sldMk cId="2134841359" sldId="401"/>
        </pc:sldMkLst>
      </pc:sldChg>
      <pc:sldChg chg="add">
        <pc:chgData name="Júlio César Chaves" userId="3f913fe9-3202-435d-b9f5-b2fca763184f" providerId="ADAL" clId="{F19FCFCB-CC69-4A08-A014-D903594E122D}" dt="2023-01-21T13:00:08.806" v="99"/>
        <pc:sldMkLst>
          <pc:docMk/>
          <pc:sldMk cId="9488048" sldId="402"/>
        </pc:sldMkLst>
      </pc:sldChg>
      <pc:sldChg chg="add mod modShow">
        <pc:chgData name="Júlio César Chaves" userId="3f913fe9-3202-435d-b9f5-b2fca763184f" providerId="ADAL" clId="{F19FCFCB-CC69-4A08-A014-D903594E122D}" dt="2023-01-21T19:52:56.525" v="242" actId="729"/>
        <pc:sldMkLst>
          <pc:docMk/>
          <pc:sldMk cId="49670680" sldId="403"/>
        </pc:sldMkLst>
      </pc:sldChg>
      <pc:sldChg chg="add mod modShow">
        <pc:chgData name="Júlio César Chaves" userId="3f913fe9-3202-435d-b9f5-b2fca763184f" providerId="ADAL" clId="{F19FCFCB-CC69-4A08-A014-D903594E122D}" dt="2023-01-21T19:52:56.525" v="242" actId="729"/>
        <pc:sldMkLst>
          <pc:docMk/>
          <pc:sldMk cId="42984740" sldId="404"/>
        </pc:sldMkLst>
      </pc:sldChg>
    </pc:docChg>
  </pc:docChgLst>
  <pc:docChgLst>
    <pc:chgData name="Júlio César Chaves" userId="3f913fe9-3202-435d-b9f5-b2fca763184f" providerId="ADAL" clId="{81941E71-5CF4-491D-A659-A1BCEDFC3160}"/>
    <pc:docChg chg="modSld">
      <pc:chgData name="Júlio César Chaves" userId="3f913fe9-3202-435d-b9f5-b2fca763184f" providerId="ADAL" clId="{81941E71-5CF4-491D-A659-A1BCEDFC3160}" dt="2023-01-20T12:47:07.037" v="58" actId="20577"/>
      <pc:docMkLst>
        <pc:docMk/>
      </pc:docMkLst>
      <pc:sldChg chg="modSp mod">
        <pc:chgData name="Júlio César Chaves" userId="3f913fe9-3202-435d-b9f5-b2fca763184f" providerId="ADAL" clId="{81941E71-5CF4-491D-A659-A1BCEDFC3160}" dt="2023-01-20T12:43:40.812" v="29" actId="14100"/>
        <pc:sldMkLst>
          <pc:docMk/>
          <pc:sldMk cId="1907083369" sldId="259"/>
        </pc:sldMkLst>
        <pc:spChg chg="mod">
          <ac:chgData name="Júlio César Chaves" userId="3f913fe9-3202-435d-b9f5-b2fca763184f" providerId="ADAL" clId="{81941E71-5CF4-491D-A659-A1BCEDFC3160}" dt="2023-01-20T12:43:40.812" v="29" actId="14100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81941E71-5CF4-491D-A659-A1BCEDFC3160}" dt="2023-01-20T12:43:33.668" v="17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">
        <pc:chgData name="Júlio César Chaves" userId="3f913fe9-3202-435d-b9f5-b2fca763184f" providerId="ADAL" clId="{81941E71-5CF4-491D-A659-A1BCEDFC3160}" dt="2023-01-20T12:47:07.037" v="58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81941E71-5CF4-491D-A659-A1BCEDFC3160}" dt="2023-01-20T12:47:07.037" v="58" actId="20577"/>
          <ac:spMkLst>
            <pc:docMk/>
            <pc:sldMk cId="3684121646" sldId="283"/>
            <ac:spMk id="3" creationId="{E6CDF48B-47C6-4C50-B211-CDCEBFC1B73B}"/>
          </ac:spMkLst>
        </pc:spChg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haves" userId="3f913fe9-3202-435d-b9f5-b2fca763184f" providerId="ADAL" clId="{16531623-20C6-45BD-A4D8-8D2610E50E00}"/>
    <pc:docChg chg="custSel modSld">
      <pc:chgData name="Júlio Chaves" userId="3f913fe9-3202-435d-b9f5-b2fca763184f" providerId="ADAL" clId="{16531623-20C6-45BD-A4D8-8D2610E50E00}" dt="2022-02-02T16:48:30.017" v="45" actId="20577"/>
      <pc:docMkLst>
        <pc:docMk/>
      </pc:docMkLst>
      <pc:sldChg chg="modNotesTx">
        <pc:chgData name="Júlio Chaves" userId="3f913fe9-3202-435d-b9f5-b2fca763184f" providerId="ADAL" clId="{16531623-20C6-45BD-A4D8-8D2610E50E00}" dt="2022-02-02T16:48:30.017" v="45" actId="20577"/>
        <pc:sldMkLst>
          <pc:docMk/>
          <pc:sldMk cId="1907083369" sldId="259"/>
        </pc:sldMkLst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3" y="2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r">
              <a:defRPr sz="1300"/>
            </a:lvl1pPr>
          </a:lstStyle>
          <a:p>
            <a:fld id="{58B8EB65-FCB1-492D-96F1-1EEFDB36395A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3" y="9721108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r">
              <a:defRPr sz="13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2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r">
              <a:defRPr sz="1300"/>
            </a:lvl1pPr>
          </a:lstStyle>
          <a:p>
            <a:fld id="{8272A57C-5FAA-4E66-BDD9-A79C3D547D7C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0" tIns="49520" rIns="99040" bIns="495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861442"/>
            <a:ext cx="5683250" cy="4605576"/>
          </a:xfrm>
          <a:prstGeom prst="rect">
            <a:avLst/>
          </a:prstGeom>
        </p:spPr>
        <p:txBody>
          <a:bodyPr vert="horz" lIns="99040" tIns="49520" rIns="99040" bIns="495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8"/>
            <a:ext cx="3078427" cy="511731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r">
              <a:defRPr sz="13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07000"/>
              </a:lnSpc>
              <a:spcAft>
                <a:spcPts val="866"/>
              </a:spcAft>
            </a:pPr>
            <a:endParaRPr lang="pt-BR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274E2-E3B7-49C7-A762-410D70DE70B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42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</a:t>
            </a:r>
            <a:r>
              <a:rPr lang="en-US" dirty="0" err="1"/>
              <a:t>slidedoc</a:t>
            </a:r>
            <a:r>
              <a:rPr lang="en-US" dirty="0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 dirty="0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 dirty="0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59" name="Group 158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33562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No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1" y="1134598"/>
            <a:ext cx="8226689" cy="5264614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58" name="Group 157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59" name="Group 158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47645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457732" y="1816100"/>
            <a:ext cx="4037143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4647276" y="1816100"/>
            <a:ext cx="4037143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303" name="Group 302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304" name="Group 303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413" name="Straight Connector 412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" name="Group 414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6" name="Straight Connector 4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6" name="Group 415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4" name="Straight Connector 44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7" name="Group 416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2" name="Straight Connector 44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8" name="Group 417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0" name="Straight Connector 43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9" name="Group 418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8" name="Straight Connector 43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0" name="Group 419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6" name="Straight Connector 43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1" name="Group 420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4" name="Straight Connector 43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Group 421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2" name="Straight Connector 43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Group 422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0" name="Straight Connector 42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4" name="Group 423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8" name="Straight Connector 42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5" name="Group 424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6" name="Straight Connector 42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5" name="Group 304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78" name="Straight Connector 377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9" name="Group 378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11" name="Straight Connector 4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0" name="Group 379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9" name="Straight Connector 40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1" name="Group 380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7" name="Straight Connector 4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2" name="Group 381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5" name="Straight Connector 40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3" name="Group 382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3" name="Straight Connector 40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Group 383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401" name="Straight Connector 4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5" name="Group 384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9" name="Straight Connector 3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6" name="Group 385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7" name="Straight Connector 3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7" name="Group 386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5" name="Straight Connector 3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8" name="Group 387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3" name="Straight Connector 3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91" name="Straight Connector 3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0" name="Straight Connector 389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Group 305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343" name="Straight Connector 342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Group 343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6" name="Straight Connector 37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5" name="Group 344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4" name="Straight Connector 37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6" name="Group 345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2" name="Straight Connector 37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7" name="Group 346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70" name="Straight Connector 36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8" name="Group 347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8" name="Straight Connector 36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9" name="Group 348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6" name="Straight Connector 36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349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4" name="Straight Connector 36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1" name="Group 350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2" name="Straight Connector 3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2" name="Group 351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60" name="Straight Connector 3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3" name="Group 352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8" name="Straight Connector 3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4" name="Group 353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356" name="Straight Connector 3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5" name="Straight Connector 354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" name="Group 306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308" name="Straight Connector 307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Group 309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1" name="Straight Connector 34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Group 310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9" name="Straight Connector 33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2" name="Group 311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7" name="Straight Connector 33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Group 312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5" name="Straight Connector 33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4" name="Group 313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3" name="Straight Connector 33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5" name="Group 314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1" name="Straight Connector 33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6" name="Group 315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9" name="Straight Connector 32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7" name="Group 316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7" name="Straight Connector 3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8" name="Group 317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5" name="Straight Connector 3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9" name="Group 318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3" name="Straight Connector 3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0" name="Group 319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1" name="Straight Connector 3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91958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1816100"/>
            <a:ext cx="2640628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3256668" y="1816100"/>
            <a:ext cx="5430132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66" name="Group 165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67" name="Group 166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3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787856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1816100"/>
            <a:ext cx="5439564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6043787" y="1816100"/>
            <a:ext cx="2640628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66" name="Group 165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67" name="Group 166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6" name="Straight Connector 275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8" name="Group 277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9" name="Straight Connector 30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7" name="Straight Connector 3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5" name="Straight Connector 30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3" name="Straight Connector 30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8" name="Group 167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1" name="Straight Connector 240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Group 241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4" name="Straight Connector 27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2" name="Straight Connector 27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0" name="Straight Connector 26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8" name="Straight Connector 26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3" name="Straight Connector 252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6" name="Straight Connector 205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7" name="Group 206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9" name="Straight Connector 23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7" name="Straight Connector 23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5" name="Straight Connector 23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3" name="Straight Connector 23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8" name="Straight Connector 217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1" name="Straight Connector 170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2" name="Straight Connector 20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0" name="Straight Connector 19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8" name="Straight Connector 19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kern="1200" dirty="0" smtClean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285902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1816100"/>
            <a:ext cx="2640628" cy="458311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3256668" y="1816100"/>
            <a:ext cx="2640628" cy="458311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6043787" y="1816100"/>
            <a:ext cx="2640628" cy="458311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007516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1816100"/>
            <a:ext cx="1942371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2552504" y="1816100"/>
            <a:ext cx="1942371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4647276" y="1816100"/>
            <a:ext cx="1942371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6744429" y="1816100"/>
            <a:ext cx="1942371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69" name="Group 168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70" name="Group 169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8293294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1816100"/>
            <a:ext cx="1523417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2133550" y="1816100"/>
            <a:ext cx="1523417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3822113" y="1816100"/>
            <a:ext cx="1523417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5485185" y="1816100"/>
            <a:ext cx="1523417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7161002" y="1816100"/>
            <a:ext cx="1523417" cy="458311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79" name="Group 178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80" name="Group 179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00282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2762473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2552504" y="2762473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4647276" y="2762473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6744429" y="2762473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69" name="Group 168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70" name="Group 169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457732" y="5128999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2552504" y="5128999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4647276" y="5128999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6744429" y="5128999"/>
            <a:ext cx="1942371" cy="1720471"/>
          </a:xfr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9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30417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3" name="Content Placeholder 2"/>
          <p:cNvSpPr>
            <a:spLocks noGrp="1"/>
          </p:cNvSpPr>
          <p:nvPr>
            <p:ph idx="1"/>
          </p:nvPr>
        </p:nvSpPr>
        <p:spPr>
          <a:xfrm>
            <a:off x="457732" y="1134598"/>
            <a:ext cx="4037143" cy="5264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4" name="Content Placeholder 2"/>
          <p:cNvSpPr>
            <a:spLocks noGrp="1"/>
          </p:cNvSpPr>
          <p:nvPr>
            <p:ph idx="12"/>
          </p:nvPr>
        </p:nvSpPr>
        <p:spPr>
          <a:xfrm>
            <a:off x="4647276" y="1134598"/>
            <a:ext cx="4037143" cy="5264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51" name="Group 150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55" name="Group 154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9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700167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1134598"/>
            <a:ext cx="2640628" cy="5264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3256668" y="1134598"/>
            <a:ext cx="2640628" cy="5264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6043787" y="1134598"/>
            <a:ext cx="2640628" cy="5264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54" name="Group 153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55" name="Group 154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742801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:1 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1134598"/>
            <a:ext cx="5439564" cy="5264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6043787" y="1134598"/>
            <a:ext cx="2640628" cy="52646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54" name="Group 153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55" name="Group 154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4" name="Straight Connector 263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6" name="Group 265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Group 267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9" name="Group 268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0" name="Group 269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6" name="Group 155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29" name="Straight Connector 228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0" name="Group 229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1" name="Group 230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2" name="Group 231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1" name="Straight Connector 240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4" name="Straight Connector 193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5" name="Group 194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Group 197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Group 198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Straight Connector 205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59" name="Straight Connector 158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1" name="Group 160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4" name="Straight Connector 17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2" name="Straight Connector 17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157963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3714750"/>
            <a:ext cx="1523417" cy="2684461"/>
          </a:xfrm>
          <a:solidFill>
            <a:schemeClr val="tx2"/>
          </a:solidFill>
        </p:spPr>
        <p:txBody>
          <a:bodyPr lIns="91440" tIns="91440" rIns="91440" bIns="91440">
            <a:noAutofit/>
          </a:bodyPr>
          <a:lstStyle>
            <a:lvl1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1pPr>
            <a:lvl2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2pPr>
            <a:lvl3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3pPr>
            <a:lvl4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4pPr>
            <a:lvl5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2133550" y="3714750"/>
            <a:ext cx="1523417" cy="2684461"/>
          </a:xfrm>
          <a:solidFill>
            <a:schemeClr val="accent4"/>
          </a:solidFill>
        </p:spPr>
        <p:txBody>
          <a:bodyPr lIns="91440" tIns="91440" rIns="91440" bIns="91440">
            <a:noAutofit/>
          </a:bodyPr>
          <a:lstStyle>
            <a:lvl1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1pPr>
            <a:lvl2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2pPr>
            <a:lvl3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3pPr>
            <a:lvl4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4pPr>
            <a:lvl5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3822113" y="3714750"/>
            <a:ext cx="1523417" cy="2684461"/>
          </a:xfrm>
          <a:solidFill>
            <a:schemeClr val="accent2"/>
          </a:solidFill>
        </p:spPr>
        <p:txBody>
          <a:bodyPr lIns="91440" tIns="91440" rIns="91440" bIns="91440">
            <a:noAutofit/>
          </a:bodyPr>
          <a:lstStyle>
            <a:lvl1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1pPr>
            <a:lvl2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2pPr>
            <a:lvl3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3pPr>
            <a:lvl4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4pPr>
            <a:lvl5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5485185" y="3714750"/>
            <a:ext cx="1523417" cy="2684461"/>
          </a:xfrm>
          <a:solidFill>
            <a:schemeClr val="accent3"/>
          </a:solidFill>
        </p:spPr>
        <p:txBody>
          <a:bodyPr lIns="91440" tIns="91440" rIns="91440" bIns="91440">
            <a:noAutofit/>
          </a:bodyPr>
          <a:lstStyle>
            <a:lvl1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1pPr>
            <a:lvl2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2pPr>
            <a:lvl3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3pPr>
            <a:lvl4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4pPr>
            <a:lvl5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7161002" y="3714750"/>
            <a:ext cx="1523417" cy="2684461"/>
          </a:xfrm>
          <a:solidFill>
            <a:schemeClr val="accent1"/>
          </a:solidFill>
        </p:spPr>
        <p:txBody>
          <a:bodyPr lIns="91440" tIns="91440" rIns="91440" bIns="91440">
            <a:noAutofit/>
          </a:bodyPr>
          <a:lstStyle>
            <a:lvl1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1pPr>
            <a:lvl2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2pPr>
            <a:lvl3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3pPr>
            <a:lvl4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4pPr>
            <a:lvl5pPr marL="171450" indent="-171450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+"/>
              <a:defRPr sz="11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55" name="Group 154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56" name="Group 155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9" name="Straight Connector 268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1" name="Group 270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Group 280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7" name="Group 156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4" name="Straight Connector 233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" name="Group 234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5" name="Group 244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6" name="Straight Connector 245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9" name="Straight Connector 198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0" name="Group 199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1" name="Straight Connector 210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158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Group 161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3" name="Group 162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Group 175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5" name="Straight Connector 304"/>
          <p:cNvCxnSpPr/>
          <p:nvPr/>
        </p:nvCxnSpPr>
        <p:spPr>
          <a:xfrm>
            <a:off x="459580" y="2609850"/>
            <a:ext cx="152156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/>
          <p:nvPr/>
        </p:nvCxnSpPr>
        <p:spPr>
          <a:xfrm>
            <a:off x="2135398" y="2609850"/>
            <a:ext cx="1521569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/>
          <p:nvPr/>
        </p:nvCxnSpPr>
        <p:spPr>
          <a:xfrm>
            <a:off x="3823961" y="2609850"/>
            <a:ext cx="152156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/>
        </p:nvCxnSpPr>
        <p:spPr>
          <a:xfrm>
            <a:off x="5487033" y="2609850"/>
            <a:ext cx="152156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>
            <a:off x="7162850" y="2609850"/>
            <a:ext cx="152156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2133600" y="2762473"/>
            <a:ext cx="1524000" cy="952277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defRPr sz="1800" i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12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59580" y="2762473"/>
            <a:ext cx="1524000" cy="952277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defRPr sz="1800" i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821530" y="2762473"/>
            <a:ext cx="1524000" cy="952277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defRPr sz="1800" i="0">
                <a:solidFill>
                  <a:schemeClr val="accent2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5484602" y="2762473"/>
            <a:ext cx="1524000" cy="952277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defRPr sz="1800" i="0">
                <a:solidFill>
                  <a:schemeClr val="accent3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7160419" y="2762473"/>
            <a:ext cx="1524000" cy="952277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defRPr sz="180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200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31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2135398" y="1815189"/>
            <a:ext cx="1522202" cy="794660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5400" b="1" i="0" spc="-300">
                <a:solidFill>
                  <a:schemeClr val="accent4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1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3810000" y="1815189"/>
            <a:ext cx="1522202" cy="794660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5400" b="1" i="0" spc="-300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1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486400" y="1815189"/>
            <a:ext cx="1522202" cy="794660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5400" b="1" i="0" spc="-300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20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7168662" y="1815189"/>
            <a:ext cx="1522202" cy="794660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5400" b="1" i="0" spc="-300">
                <a:solidFill>
                  <a:schemeClr val="accent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21" name="Text Placeholder 2"/>
          <p:cNvSpPr>
            <a:spLocks noGrp="1"/>
          </p:cNvSpPr>
          <p:nvPr>
            <p:ph type="body" idx="26"/>
          </p:nvPr>
        </p:nvSpPr>
        <p:spPr>
          <a:xfrm>
            <a:off x="457731" y="1815188"/>
            <a:ext cx="1522202" cy="708655"/>
          </a:xfrm>
        </p:spPr>
        <p:txBody>
          <a:bodyPr anchor="b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092641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157"/>
          <p:cNvGrpSpPr/>
          <p:nvPr/>
        </p:nvGrpSpPr>
        <p:grpSpPr>
          <a:xfrm>
            <a:off x="-151325" y="-141165"/>
            <a:ext cx="9439923" cy="7136527"/>
            <a:chOff x="-151325" y="-141165"/>
            <a:chExt cx="9439923" cy="7136527"/>
          </a:xfrm>
        </p:grpSpPr>
        <p:grpSp>
          <p:nvGrpSpPr>
            <p:cNvPr id="159" name="Group 158"/>
            <p:cNvGrpSpPr/>
            <p:nvPr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Content Placeholder 2"/>
          <p:cNvSpPr>
            <a:spLocks noGrp="1"/>
          </p:cNvSpPr>
          <p:nvPr>
            <p:ph idx="12"/>
          </p:nvPr>
        </p:nvSpPr>
        <p:spPr>
          <a:xfrm>
            <a:off x="6043787" y="457200"/>
            <a:ext cx="2640628" cy="5942011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74625" indent="-174625">
              <a:spcBef>
                <a:spcPts val="3600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174625" indent="-174625">
              <a:lnSpc>
                <a:spcPct val="85000"/>
              </a:lnSpc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74625" indent="-174625">
              <a:defRPr/>
            </a:lvl4pPr>
            <a:lvl5pPr marL="174625" indent="-174625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7" name="TextBox 156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03" name="Rectangle 302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© Duarte, Inc. 2014</a:t>
            </a:r>
          </a:p>
        </p:txBody>
      </p:sp>
      <p:sp>
        <p:nvSpPr>
          <p:cNvPr id="310" name="Content Placeholder 2"/>
          <p:cNvSpPr>
            <a:spLocks noGrp="1"/>
          </p:cNvSpPr>
          <p:nvPr>
            <p:ph idx="15"/>
          </p:nvPr>
        </p:nvSpPr>
        <p:spPr>
          <a:xfrm>
            <a:off x="457732" y="457200"/>
            <a:ext cx="2640628" cy="5942011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74625" indent="-174625">
              <a:spcBef>
                <a:spcPts val="3600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174625" indent="-174625">
              <a:lnSpc>
                <a:spcPct val="85000"/>
              </a:lnSpc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74625" indent="-174625">
              <a:defRPr/>
            </a:lvl4pPr>
            <a:lvl5pPr marL="174625" indent="-174625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11" name="Content Placeholder 2"/>
          <p:cNvSpPr>
            <a:spLocks noGrp="1"/>
          </p:cNvSpPr>
          <p:nvPr>
            <p:ph idx="14"/>
          </p:nvPr>
        </p:nvSpPr>
        <p:spPr>
          <a:xfrm>
            <a:off x="3256668" y="457200"/>
            <a:ext cx="2640628" cy="5942011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74625" indent="-174625">
              <a:spcBef>
                <a:spcPts val="3600"/>
              </a:spcBef>
              <a:spcAft>
                <a:spcPts val="0"/>
              </a:spcAft>
              <a:buFont typeface="Calibri" panose="020F0502020204030204" pitchFamily="34" charset="0"/>
              <a:buChar char="–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174625" indent="-174625">
              <a:lnSpc>
                <a:spcPct val="85000"/>
              </a:lnSpc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74625" indent="-174625">
              <a:defRPr/>
            </a:lvl4pPr>
            <a:lvl5pPr marL="174625" indent="-174625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5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011396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731" y="454006"/>
            <a:ext cx="8226689" cy="3255751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660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bg1"/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bg1"/>
                </a:solidFill>
                <a:latin typeface="+mj-lt"/>
              </a:rPr>
              <a:t>© Duarte, Inc. 2014</a:t>
            </a:r>
          </a:p>
        </p:txBody>
      </p:sp>
      <p:cxnSp>
        <p:nvCxnSpPr>
          <p:cNvPr id="153" name="Straight Connector 152"/>
          <p:cNvCxnSpPr/>
          <p:nvPr/>
        </p:nvCxnSpPr>
        <p:spPr>
          <a:xfrm flipH="1">
            <a:off x="457732" y="4030998"/>
            <a:ext cx="82266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4320518"/>
            <a:ext cx="5438508" cy="2087240"/>
          </a:xfrm>
        </p:spPr>
        <p:txBody>
          <a:bodyPr>
            <a:noAutofit/>
          </a:bodyPr>
          <a:lstStyle>
            <a:lvl1pPr marL="171450" indent="-17145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1600" i="1">
                <a:solidFill>
                  <a:schemeClr val="bg1"/>
                </a:solidFill>
                <a:latin typeface="+mn-lt"/>
              </a:defRPr>
            </a:lvl1pPr>
            <a:lvl2pPr marL="171450" indent="-17145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1600" i="1">
                <a:solidFill>
                  <a:schemeClr val="bg1"/>
                </a:solidFill>
                <a:latin typeface="+mn-lt"/>
              </a:defRPr>
            </a:lvl2pPr>
            <a:lvl3pPr marL="171450" indent="-17145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1600" i="1">
                <a:solidFill>
                  <a:schemeClr val="bg1"/>
                </a:solidFill>
                <a:latin typeface="+mn-lt"/>
              </a:defRPr>
            </a:lvl3pPr>
            <a:lvl4pPr marL="171450" indent="-17145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1600" i="1">
                <a:solidFill>
                  <a:schemeClr val="bg1"/>
                </a:solidFill>
                <a:latin typeface="+mn-lt"/>
              </a:defRPr>
            </a:lvl4pPr>
            <a:lvl5pPr marL="171450" indent="-17145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FontTx/>
              <a:buChar char="+"/>
              <a:defRPr sz="16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043787" y="4183401"/>
            <a:ext cx="2640634" cy="2215810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13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9259953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Divi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731" y="454006"/>
            <a:ext cx="8226689" cy="3255751"/>
          </a:xfrm>
        </p:spPr>
        <p:txBody>
          <a:bodyPr>
            <a:noAutofit/>
          </a:bodyPr>
          <a:lstStyle>
            <a:lvl1pPr marL="685800" indent="-685800">
              <a:lnSpc>
                <a:spcPct val="90000"/>
              </a:lnSpc>
              <a:spcAft>
                <a:spcPts val="600"/>
              </a:spcAft>
              <a:buFont typeface="Georgia" panose="02040502050405020303" pitchFamily="18" charset="0"/>
              <a:buChar char="+"/>
              <a:defRPr sz="5000" i="1" cap="none" spc="-1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bg1"/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bg1"/>
                </a:solidFill>
                <a:latin typeface="+mj-lt"/>
              </a:rPr>
              <a:t>© Duarte, Inc. 2014</a:t>
            </a:r>
          </a:p>
        </p:txBody>
      </p:sp>
      <p:cxnSp>
        <p:nvCxnSpPr>
          <p:cNvPr id="153" name="Straight Connector 152"/>
          <p:cNvCxnSpPr/>
          <p:nvPr/>
        </p:nvCxnSpPr>
        <p:spPr>
          <a:xfrm flipH="1">
            <a:off x="457732" y="4030998"/>
            <a:ext cx="82266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88" y="4320136"/>
            <a:ext cx="5438508" cy="207907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043787" y="4183401"/>
            <a:ext cx="2640634" cy="2215810"/>
          </a:xfrm>
        </p:spPr>
        <p:txBody>
          <a:bodyPr anchor="ctr">
            <a:noAutofit/>
          </a:bodyPr>
          <a:lstStyle>
            <a:lvl1pPr algn="r">
              <a:buFontTx/>
              <a:buNone/>
              <a:defRPr sz="133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3pPr>
            <a:lvl4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4pPr>
            <a:lvl5pPr algn="r">
              <a:buFontTx/>
              <a:buNone/>
              <a:defRPr sz="13300">
                <a:solidFill>
                  <a:schemeClr val="bg1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121279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732" y="1144955"/>
            <a:ext cx="6830170" cy="351208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6600" cap="none" spc="-15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32" y="5130683"/>
            <a:ext cx="8229068" cy="1268528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Aft>
                <a:spcPts val="600"/>
              </a:spcAft>
              <a:buNone/>
              <a:defRPr sz="1100" b="0" i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1100" b="0" i="0">
                <a:solidFill>
                  <a:schemeClr val="tx2"/>
                </a:solidFill>
                <a:latin typeface="+mj-lt"/>
              </a:defRPr>
            </a:lvl2pPr>
            <a:lvl3pPr>
              <a:defRPr sz="1100" b="0" i="0">
                <a:solidFill>
                  <a:schemeClr val="tx2"/>
                </a:solidFill>
                <a:latin typeface="+mj-lt"/>
              </a:defRPr>
            </a:lvl3pPr>
            <a:lvl4pPr>
              <a:defRPr sz="1100" b="0" i="0">
                <a:solidFill>
                  <a:schemeClr val="tx2"/>
                </a:solidFill>
                <a:latin typeface="+mj-lt"/>
              </a:defRPr>
            </a:lvl4pPr>
            <a:lvl5pPr>
              <a:defRPr sz="11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457200"/>
            <a:ext cx="8227220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 i="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800" u="none" spc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pPr algn="r"/>
              <a:t>‹nº›</a:t>
            </a:fld>
            <a:endParaRPr lang="en-US" sz="800" u="none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r"/>
            <a:r>
              <a:rPr lang="en-US" sz="800" u="none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© Duarte, Inc. 2014</a:t>
            </a:r>
          </a:p>
        </p:txBody>
      </p:sp>
      <p:cxnSp>
        <p:nvCxnSpPr>
          <p:cNvPr id="167" name="Straight Connector 166"/>
          <p:cNvCxnSpPr/>
          <p:nvPr/>
        </p:nvCxnSpPr>
        <p:spPr>
          <a:xfrm>
            <a:off x="460845" y="4978282"/>
            <a:ext cx="8222310" cy="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173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4035293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© Duarte, Inc. 2014</a:t>
            </a: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457731" y="1816100"/>
            <a:ext cx="8290029" cy="458311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5215105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4035293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© Duarte, Inc. 2014</a:t>
            </a: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4647276" y="1134598"/>
            <a:ext cx="4037145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457731" y="1816100"/>
            <a:ext cx="4037141" cy="458311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3" name="Content Placeholder 2"/>
          <p:cNvSpPr>
            <a:spLocks noGrp="1"/>
          </p:cNvSpPr>
          <p:nvPr>
            <p:ph idx="19"/>
          </p:nvPr>
        </p:nvSpPr>
        <p:spPr>
          <a:xfrm>
            <a:off x="4644508" y="1816100"/>
            <a:ext cx="4037141" cy="458311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1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662322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0" y="1134598"/>
            <a:ext cx="4035293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© Duarte, Inc. 2014</a:t>
            </a:r>
          </a:p>
        </p:txBody>
      </p:sp>
      <p:sp>
        <p:nvSpPr>
          <p:cNvPr id="157" name="Text Placeholder 2"/>
          <p:cNvSpPr>
            <a:spLocks noGrp="1"/>
          </p:cNvSpPr>
          <p:nvPr>
            <p:ph type="body" idx="16"/>
          </p:nvPr>
        </p:nvSpPr>
        <p:spPr>
          <a:xfrm>
            <a:off x="4647276" y="1134598"/>
            <a:ext cx="4037139" cy="536519"/>
          </a:xfrm>
        </p:spPr>
        <p:txBody>
          <a:bodyPr anchor="t">
            <a:noAutofit/>
          </a:bodyPr>
          <a:lstStyle>
            <a:lvl1pPr marL="0" indent="0">
              <a:buNone/>
              <a:defRPr sz="15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0" name="Content Placeholder 2"/>
          <p:cNvSpPr>
            <a:spLocks noGrp="1"/>
          </p:cNvSpPr>
          <p:nvPr>
            <p:ph idx="12"/>
          </p:nvPr>
        </p:nvSpPr>
        <p:spPr>
          <a:xfrm>
            <a:off x="6043787" y="1816100"/>
            <a:ext cx="2640628" cy="458311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1" name="Content Placeholder 2"/>
          <p:cNvSpPr>
            <a:spLocks noGrp="1"/>
          </p:cNvSpPr>
          <p:nvPr>
            <p:ph idx="17"/>
          </p:nvPr>
        </p:nvSpPr>
        <p:spPr>
          <a:xfrm>
            <a:off x="3256668" y="1816100"/>
            <a:ext cx="2640628" cy="458311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62" name="Content Placeholder 2"/>
          <p:cNvSpPr>
            <a:spLocks noGrp="1"/>
          </p:cNvSpPr>
          <p:nvPr>
            <p:ph idx="18"/>
          </p:nvPr>
        </p:nvSpPr>
        <p:spPr>
          <a:xfrm>
            <a:off x="457732" y="1816100"/>
            <a:ext cx="2640628" cy="458311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458788" y="6399212"/>
            <a:ext cx="5438508" cy="458788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US" sz="80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878506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731" y="454006"/>
            <a:ext cx="8226689" cy="3255751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Aft>
                <a:spcPts val="600"/>
              </a:spcAft>
              <a:defRPr sz="6600" cap="none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© Duarte, Inc. 2014</a:t>
            </a:r>
          </a:p>
        </p:txBody>
      </p:sp>
      <p:cxnSp>
        <p:nvCxnSpPr>
          <p:cNvPr id="153" name="Straight Connector 152"/>
          <p:cNvCxnSpPr/>
          <p:nvPr/>
        </p:nvCxnSpPr>
        <p:spPr>
          <a:xfrm flipH="1">
            <a:off x="457732" y="4030998"/>
            <a:ext cx="822668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6290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Page FGV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81665" y="154897"/>
            <a:ext cx="7902754" cy="2928818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spcAft>
                <a:spcPts val="600"/>
              </a:spcAft>
              <a:defRPr sz="5600" cap="none" spc="-15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cxnSp>
        <p:nvCxnSpPr>
          <p:cNvPr id="276" name="Straight Connector 275"/>
          <p:cNvCxnSpPr/>
          <p:nvPr/>
        </p:nvCxnSpPr>
        <p:spPr>
          <a:xfrm>
            <a:off x="457731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/>
        </p:nvCxnSpPr>
        <p:spPr>
          <a:xfrm>
            <a:off x="8684419" y="687324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/>
        </p:nvGrpSpPr>
        <p:grpSpPr>
          <a:xfrm>
            <a:off x="7986158" y="6873247"/>
            <a:ext cx="1524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/>
        </p:nvGrpSpPr>
        <p:grpSpPr>
          <a:xfrm>
            <a:off x="7287901" y="6873247"/>
            <a:ext cx="1524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/>
        </p:nvGrpSpPr>
        <p:grpSpPr>
          <a:xfrm>
            <a:off x="6589644" y="6873247"/>
            <a:ext cx="1524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5891387" y="6873247"/>
            <a:ext cx="1524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/>
        </p:nvGrpSpPr>
        <p:grpSpPr>
          <a:xfrm>
            <a:off x="5193130" y="6873247"/>
            <a:ext cx="1524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/>
        </p:nvGrpSpPr>
        <p:grpSpPr>
          <a:xfrm>
            <a:off x="4494873" y="6873247"/>
            <a:ext cx="1524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3796616" y="6873247"/>
            <a:ext cx="1524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/>
        </p:nvGrpSpPr>
        <p:grpSpPr>
          <a:xfrm>
            <a:off x="3098359" y="6873247"/>
            <a:ext cx="1524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/>
        </p:nvGrpSpPr>
        <p:grpSpPr>
          <a:xfrm>
            <a:off x="2400102" y="6873247"/>
            <a:ext cx="1524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/>
        </p:nvGrpSpPr>
        <p:grpSpPr>
          <a:xfrm>
            <a:off x="1701845" y="6873247"/>
            <a:ext cx="1524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/>
        </p:nvGrpSpPr>
        <p:grpSpPr>
          <a:xfrm>
            <a:off x="1003588" y="6873247"/>
            <a:ext cx="1524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/>
        </p:nvCxnSpPr>
        <p:spPr>
          <a:xfrm rot="5400000">
            <a:off x="-90267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 rot="5400000">
            <a:off x="-166467" y="5940709"/>
            <a:ext cx="152400" cy="122115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/>
        </p:nvGrpSpPr>
        <p:grpSpPr>
          <a:xfrm rot="5400000">
            <a:off x="-166467" y="5467067"/>
            <a:ext cx="152400" cy="122115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/>
        </p:nvGrpSpPr>
        <p:grpSpPr>
          <a:xfrm rot="5400000">
            <a:off x="-166467" y="4993425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/>
        </p:nvGrpSpPr>
        <p:grpSpPr>
          <a:xfrm rot="5400000">
            <a:off x="-166467" y="4519783"/>
            <a:ext cx="152400" cy="122115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rot="5400000">
            <a:off x="-166467" y="4046141"/>
            <a:ext cx="152400" cy="122115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/>
        </p:nvGrpSpPr>
        <p:grpSpPr>
          <a:xfrm rot="5400000">
            <a:off x="-166467" y="3572499"/>
            <a:ext cx="152400" cy="122115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/>
        </p:nvGrpSpPr>
        <p:grpSpPr>
          <a:xfrm rot="5400000">
            <a:off x="-166467" y="3098857"/>
            <a:ext cx="152400" cy="122115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/>
        </p:nvGrpSpPr>
        <p:grpSpPr>
          <a:xfrm rot="5400000">
            <a:off x="-166467" y="2625215"/>
            <a:ext cx="152400" cy="122115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 rot="5400000">
            <a:off x="-166467" y="2151573"/>
            <a:ext cx="152400" cy="122115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/>
        </p:nvGrpSpPr>
        <p:grpSpPr>
          <a:xfrm rot="5400000">
            <a:off x="-166467" y="1677931"/>
            <a:ext cx="152400" cy="122115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/>
        </p:nvGrpSpPr>
        <p:grpSpPr>
          <a:xfrm rot="5400000">
            <a:off x="-166467" y="997340"/>
            <a:ext cx="152400" cy="122115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/>
        </p:nvCxnSpPr>
        <p:spPr>
          <a:xfrm rot="5400000">
            <a:off x="-90267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 rot="5400000">
            <a:off x="9227541" y="392949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/>
        </p:nvGrpSpPr>
        <p:grpSpPr>
          <a:xfrm rot="5400000">
            <a:off x="9151341" y="5940709"/>
            <a:ext cx="152400" cy="122115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/>
        </p:nvGrpSpPr>
        <p:grpSpPr>
          <a:xfrm rot="5400000">
            <a:off x="9151341" y="5467067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/>
        </p:nvGrpSpPr>
        <p:grpSpPr>
          <a:xfrm rot="5400000">
            <a:off x="9151341" y="4993425"/>
            <a:ext cx="152400" cy="122115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/>
        </p:nvGrpSpPr>
        <p:grpSpPr>
          <a:xfrm rot="5400000">
            <a:off x="9151341" y="4519783"/>
            <a:ext cx="152400" cy="122115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/>
        </p:nvGrpSpPr>
        <p:grpSpPr>
          <a:xfrm rot="5400000">
            <a:off x="9151341" y="4046141"/>
            <a:ext cx="152400" cy="122115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/>
        </p:nvGrpSpPr>
        <p:grpSpPr>
          <a:xfrm rot="5400000">
            <a:off x="9151341" y="3572499"/>
            <a:ext cx="152400" cy="122115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/>
        </p:nvGrpSpPr>
        <p:grpSpPr>
          <a:xfrm rot="5400000">
            <a:off x="9151341" y="3098857"/>
            <a:ext cx="152400" cy="122115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/>
        </p:nvGrpSpPr>
        <p:grpSpPr>
          <a:xfrm rot="5400000">
            <a:off x="9151341" y="2625215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 rot="5400000">
            <a:off x="9151341" y="2151573"/>
            <a:ext cx="152400" cy="122115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/>
        </p:nvGrpSpPr>
        <p:grpSpPr>
          <a:xfrm rot="5400000">
            <a:off x="9151341" y="1677931"/>
            <a:ext cx="152400" cy="122115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/>
        </p:nvGrpSpPr>
        <p:grpSpPr>
          <a:xfrm rot="5400000">
            <a:off x="9151341" y="997340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/>
        </p:nvCxnSpPr>
        <p:spPr>
          <a:xfrm rot="5400000">
            <a:off x="9227541" y="6338154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457731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684419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/>
        </p:nvGrpSpPr>
        <p:grpSpPr>
          <a:xfrm>
            <a:off x="7986158" y="-141165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7287901" y="-141165"/>
            <a:ext cx="1524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6589644" y="-141165"/>
            <a:ext cx="1524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891387" y="-141165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/>
        </p:nvGrpSpPr>
        <p:grpSpPr>
          <a:xfrm>
            <a:off x="5193130" y="-141165"/>
            <a:ext cx="1524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4494873" y="-141165"/>
            <a:ext cx="1524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3796616" y="-14116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3098359" y="-141165"/>
            <a:ext cx="1524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/>
        </p:nvGrpSpPr>
        <p:grpSpPr>
          <a:xfrm>
            <a:off x="2400102" y="-141165"/>
            <a:ext cx="1524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/>
        </p:nvGrpSpPr>
        <p:grpSpPr>
          <a:xfrm>
            <a:off x="1701845" y="-141165"/>
            <a:ext cx="1524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/>
        </p:nvGrpSpPr>
        <p:grpSpPr>
          <a:xfrm>
            <a:off x="1003588" y="-141165"/>
            <a:ext cx="1524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Freeform 7"/>
          <p:cNvSpPr>
            <a:spLocks noChangeAspect="1" noEditPoints="1"/>
          </p:cNvSpPr>
          <p:nvPr/>
        </p:nvSpPr>
        <p:spPr bwMode="white">
          <a:xfrm>
            <a:off x="0" y="1"/>
            <a:ext cx="9144000" cy="6857665"/>
          </a:xfrm>
          <a:custGeom>
            <a:avLst/>
            <a:gdLst>
              <a:gd name="T0" fmla="*/ 0 w 6803"/>
              <a:gd name="T1" fmla="*/ 0 h 5102"/>
              <a:gd name="T2" fmla="*/ 0 w 6803"/>
              <a:gd name="T3" fmla="*/ 5102 h 5102"/>
              <a:gd name="T4" fmla="*/ 6803 w 6803"/>
              <a:gd name="T5" fmla="*/ 5102 h 5102"/>
              <a:gd name="T6" fmla="*/ 6803 w 6803"/>
              <a:gd name="T7" fmla="*/ 0 h 5102"/>
              <a:gd name="T8" fmla="*/ 0 w 6803"/>
              <a:gd name="T9" fmla="*/ 0 h 5102"/>
              <a:gd name="T10" fmla="*/ 6751 w 6803"/>
              <a:gd name="T11" fmla="*/ 5048 h 5102"/>
              <a:gd name="T12" fmla="*/ 52 w 6803"/>
              <a:gd name="T13" fmla="*/ 5048 h 5102"/>
              <a:gd name="T14" fmla="*/ 52 w 6803"/>
              <a:gd name="T15" fmla="*/ 54 h 5102"/>
              <a:gd name="T16" fmla="*/ 6751 w 6803"/>
              <a:gd name="T17" fmla="*/ 54 h 5102"/>
              <a:gd name="T18" fmla="*/ 6751 w 6803"/>
              <a:gd name="T19" fmla="*/ 5048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803" h="5102">
                <a:moveTo>
                  <a:pt x="0" y="0"/>
                </a:moveTo>
                <a:lnTo>
                  <a:pt x="0" y="5102"/>
                </a:lnTo>
                <a:lnTo>
                  <a:pt x="6803" y="5102"/>
                </a:lnTo>
                <a:lnTo>
                  <a:pt x="6803" y="0"/>
                </a:lnTo>
                <a:lnTo>
                  <a:pt x="0" y="0"/>
                </a:lnTo>
                <a:close/>
                <a:moveTo>
                  <a:pt x="6751" y="5048"/>
                </a:moveTo>
                <a:lnTo>
                  <a:pt x="52" y="5048"/>
                </a:lnTo>
                <a:lnTo>
                  <a:pt x="52" y="54"/>
                </a:lnTo>
                <a:lnTo>
                  <a:pt x="6751" y="54"/>
                </a:lnTo>
                <a:lnTo>
                  <a:pt x="6751" y="50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47" name="Text Placeholder 6"/>
          <p:cNvSpPr>
            <a:spLocks noGrp="1"/>
          </p:cNvSpPr>
          <p:nvPr>
            <p:ph type="body" sz="quarter" idx="14"/>
          </p:nvPr>
        </p:nvSpPr>
        <p:spPr bwMode="gray">
          <a:xfrm>
            <a:off x="4494872" y="3878826"/>
            <a:ext cx="4189545" cy="2520385"/>
          </a:xfrm>
        </p:spPr>
        <p:txBody>
          <a:bodyPr>
            <a:noAutofit/>
          </a:bodyPr>
          <a:lstStyle>
            <a:lvl1pPr marL="0" indent="0" algn="ctr">
              <a:lnSpc>
                <a:spcPct val="95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2200" i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2">
                    <a:lumMod val="50000"/>
                  </a:schemeClr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2">
                    <a:lumMod val="50000"/>
                  </a:schemeClr>
                </a:solidFill>
                <a:latin typeface="+mn-lt"/>
              </a:defRPr>
            </a:lvl3pPr>
            <a:lvl4pPr marL="0" indent="0" algn="ctr">
              <a:lnSpc>
                <a:spcPct val="10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2">
                    <a:lumMod val="50000"/>
                  </a:schemeClr>
                </a:solidFill>
                <a:latin typeface="+mn-lt"/>
              </a:defRPr>
            </a:lvl4pPr>
            <a:lvl5pPr marL="0" indent="0" algn="ctr">
              <a:lnSpc>
                <a:spcPct val="100000"/>
              </a:lnSpc>
              <a:spcAft>
                <a:spcPts val="1000"/>
              </a:spcAft>
              <a:buClr>
                <a:schemeClr val="bg1"/>
              </a:buClr>
              <a:buFont typeface="Arial" panose="020B0604020202020204" pitchFamily="34" charset="0"/>
              <a:buChar char="​"/>
              <a:defRPr sz="1600" i="1">
                <a:solidFill>
                  <a:schemeClr val="bg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 bwMode="gray">
          <a:xfrm>
            <a:off x="781665" y="6174894"/>
            <a:ext cx="2341562" cy="460375"/>
          </a:xfrm>
        </p:spPr>
        <p:txBody>
          <a:bodyPr/>
          <a:lstStyle>
            <a:lvl3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327867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</a:t>
            </a:r>
            <a:r>
              <a:rPr lang="en-US" dirty="0" err="1"/>
              <a:t>slidedoc</a:t>
            </a:r>
            <a:r>
              <a:rPr lang="en-US" dirty="0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836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 userDrawn="1"/>
        </p:nvSpPr>
        <p:spPr>
          <a:xfrm>
            <a:off x="8165123" y="6589187"/>
            <a:ext cx="29307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80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pPr algn="r"/>
              <a:t>‹nº›</a:t>
            </a:fld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6564565"/>
            <a:ext cx="5029200" cy="147733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0"/>
            <a:ext cx="9144000" cy="6908105"/>
            <a:chOff x="0" y="0"/>
            <a:chExt cx="9144000" cy="6908105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0" y="0"/>
              <a:ext cx="9144000" cy="6858000"/>
              <a:chOff x="0" y="0"/>
              <a:chExt cx="9144000" cy="685800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>
                <a:off x="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>
                <a:off x="845820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>
                <a:off x="0" y="0"/>
                <a:ext cx="84582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>
                <a:off x="0" y="6172200"/>
                <a:ext cx="91440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26531"/>
                  </a:solidFill>
                </a:endParaRPr>
              </a:p>
            </p:txBody>
          </p:sp>
        </p:grpSp>
        <p:cxnSp>
          <p:nvCxnSpPr>
            <p:cNvPr id="31" name="Straight Connector 30"/>
            <p:cNvCxnSpPr/>
            <p:nvPr userDrawn="1"/>
          </p:nvCxnSpPr>
          <p:spPr>
            <a:xfrm flipV="1">
              <a:off x="6858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 flipV="1">
              <a:off x="84582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 userDrawn="1"/>
          </p:nvGrpSpPr>
          <p:grpSpPr>
            <a:xfrm>
              <a:off x="5715000" y="0"/>
              <a:ext cx="457200" cy="6908105"/>
              <a:chOff x="2956470" y="50104"/>
              <a:chExt cx="457200" cy="6858001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 userDrawn="1"/>
          </p:nvCxnSpPr>
          <p:spPr>
            <a:xfrm rot="5400000" flipV="1">
              <a:off x="4572000" y="-3886200"/>
              <a:ext cx="0" cy="9144000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 userDrawn="1"/>
          </p:nvGrpSpPr>
          <p:grpSpPr>
            <a:xfrm>
              <a:off x="0" y="1143000"/>
              <a:ext cx="9144000" cy="914400"/>
              <a:chOff x="0" y="1143000"/>
              <a:chExt cx="9144000" cy="914400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 userDrawn="1"/>
          </p:nvGrpSpPr>
          <p:grpSpPr>
            <a:xfrm>
              <a:off x="0" y="2971800"/>
              <a:ext cx="9144000" cy="914400"/>
              <a:chOff x="0" y="1143000"/>
              <a:chExt cx="9144000" cy="914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 userDrawn="1"/>
          </p:nvGrpSpPr>
          <p:grpSpPr>
            <a:xfrm>
              <a:off x="0" y="4800602"/>
              <a:ext cx="9144000" cy="914400"/>
              <a:chOff x="0" y="1143000"/>
              <a:chExt cx="91440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 userDrawn="1"/>
          </p:nvGrpSpPr>
          <p:grpSpPr>
            <a:xfrm>
              <a:off x="2971800" y="0"/>
              <a:ext cx="457200" cy="6908105"/>
              <a:chOff x="2956470" y="50104"/>
              <a:chExt cx="457200" cy="6858001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955277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730060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32837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CF40CE8-12F7-4F56-9E71-B419C438AF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13CA704B-240C-45FE-A3AE-2921D72DDA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577116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chemeClr val="bg2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Chapter 2 – Slide  </a:t>
            </a:r>
            <a:fld id="{688A9D58-1E21-4940-A557-8A32E88E0976}" type="slidenum">
              <a:rPr lang="en-US" altLang="en-US" b="1"/>
              <a:pPr>
                <a:defRPr/>
              </a:pPr>
              <a:t>‹nº›</a:t>
            </a:fld>
            <a:endParaRPr lang="en-US" altLang="en-US" b="1" dirty="0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r>
              <a:rPr lang="en-US" dirty="0"/>
              <a:t>Jukić, Vrbsky, Nestorov, Sharma, Sharma –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241213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All Click To Edit 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More</a:t>
            </a:r>
          </a:p>
          <a:p>
            <a:pPr lvl="8"/>
            <a:r>
              <a:rPr lang="en-US" dirty="0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 dirty="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731" y="457200"/>
            <a:ext cx="8226689" cy="5249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731" y="1816100"/>
            <a:ext cx="8226689" cy="45831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31" name="TextBox 230"/>
          <p:cNvSpPr txBox="1"/>
          <p:nvPr/>
        </p:nvSpPr>
        <p:spPr>
          <a:xfrm>
            <a:off x="8138559" y="6567050"/>
            <a:ext cx="545862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567A4CEE-210B-4A43-8E57-98E37E0AC15F}" type="slidenum">
              <a:rPr lang="en-US" sz="800" spc="0" baseline="0" smtClean="0">
                <a:solidFill>
                  <a:schemeClr val="bg2"/>
                </a:solidFill>
                <a:latin typeface="+mj-lt"/>
              </a:rPr>
              <a:pPr algn="r"/>
              <a:t>‹nº›</a:t>
            </a:fld>
            <a:endParaRPr lang="en-US" sz="800" spc="0" baseline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38578" y="6567049"/>
            <a:ext cx="1099980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0" algn="r"/>
            <a:r>
              <a:rPr lang="en-US" sz="800" spc="0" baseline="0" dirty="0">
                <a:solidFill>
                  <a:schemeClr val="bg2"/>
                </a:solidFill>
                <a:latin typeface="+mj-lt"/>
              </a:rPr>
              <a:t>© Duarte, Inc. 2014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DDC44D-ECD4-AD7C-724A-9D825A53F7E3}"/>
              </a:ext>
            </a:extLst>
          </p:cNvPr>
          <p:cNvSpPr txBox="1">
            <a:spLocks/>
          </p:cNvSpPr>
          <p:nvPr userDrawn="1"/>
        </p:nvSpPr>
        <p:spPr>
          <a:xfrm>
            <a:off x="3429000" y="6629400"/>
            <a:ext cx="3276600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2pPr>
            <a:lvl3pPr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3pPr>
            <a:lvl4pPr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4pPr>
            <a:lvl5pPr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sz="900" dirty="0"/>
              <a:t>Copyright (c) 2020 Nenad Jukic and Prospect Press</a:t>
            </a:r>
            <a:endParaRPr lang="en-US" sz="900" i="1" dirty="0"/>
          </a:p>
        </p:txBody>
      </p:sp>
    </p:spTree>
    <p:extLst>
      <p:ext uri="{BB962C8B-B14F-4D97-AF65-F5344CB8AC3E}">
        <p14:creationId xmlns:p14="http://schemas.microsoft.com/office/powerpoint/2010/main" val="27878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Calibri" panose="020F0502020204030204" pitchFamily="34" charset="0"/>
        <a:buChar char="​"/>
        <a:defRPr sz="1500" i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​"/>
        <a:defRPr sz="15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Calibri" panose="020F0502020204030204" pitchFamily="34" charset="0"/>
        <a:buChar char="​"/>
        <a:defRPr sz="1100" kern="1200">
          <a:solidFill>
            <a:schemeClr val="tx2"/>
          </a:solidFill>
          <a:latin typeface="+mj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buFont typeface="Calibri" panose="020F0502020204030204" pitchFamily="34" charset="0"/>
        <a:buChar char="​"/>
        <a:defRPr sz="1100" i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50000"/>
        </a:lnSpc>
        <a:spcBef>
          <a:spcPts val="0"/>
        </a:spcBef>
        <a:buFont typeface="Calibri" panose="020F0502020204030204" pitchFamily="34" charset="0"/>
        <a:buChar char="​"/>
        <a:defRPr sz="7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139727"/>
          </a:xfrm>
        </p:spPr>
        <p:txBody>
          <a:bodyPr/>
          <a:lstStyle/>
          <a:p>
            <a:r>
              <a:rPr lang="en-US" dirty="0"/>
              <a:t>Lab individual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823493" y="5181598"/>
            <a:ext cx="1497013" cy="1022351"/>
          </a:xfrm>
        </p:spPr>
        <p:txBody>
          <a:bodyPr/>
          <a:lstStyle/>
          <a:p>
            <a:r>
              <a:rPr lang="en-US" dirty="0" err="1"/>
              <a:t>Março</a:t>
            </a:r>
            <a:r>
              <a:rPr lang="en-US" dirty="0"/>
              <a:t>, 2023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087291" y="5181598"/>
            <a:ext cx="2599509" cy="1022351"/>
          </a:xfrm>
        </p:spPr>
        <p:txBody>
          <a:bodyPr/>
          <a:lstStyle/>
          <a:p>
            <a:r>
              <a:rPr lang="en-US" dirty="0"/>
              <a:t>Júlio </a:t>
            </a:r>
            <a:r>
              <a:rPr lang="en-US"/>
              <a:t>César Chaves</a:t>
            </a:r>
          </a:p>
          <a:p>
            <a:r>
              <a:rPr lang="en-US"/>
              <a:t>julio.cesar.chaves@prof.fgv.edu.br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457200" y="2716492"/>
            <a:ext cx="787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00B0F0"/>
                </a:solidFill>
              </a:rPr>
              <a:t>Trajetória simples de um DW</a:t>
            </a:r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961B1-3BAA-EC0D-66B9-20F0EA11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F0951E-FAC1-E60A-158D-6DC502C5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Este </a:t>
            </a:r>
            <a:r>
              <a:rPr lang="pt-BR" dirty="0" err="1"/>
              <a:t>lab</a:t>
            </a:r>
            <a:r>
              <a:rPr lang="pt-BR" dirty="0"/>
              <a:t> irá compor uma parcela do peso 6 da avaliação da A1.</a:t>
            </a:r>
          </a:p>
          <a:p>
            <a:r>
              <a:rPr lang="pt-BR" dirty="0"/>
              <a:t>Pontuação máxima para quem estiver em aula e simplesmente executar as etapas instruídas com foco e dedicação.</a:t>
            </a:r>
          </a:p>
          <a:p>
            <a:r>
              <a:rPr lang="pt-BR" dirty="0"/>
              <a:t>Sem pontuação para quem faltar a aula sem justificativa ou se recusar a realizar esta atividade.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08CE28-E395-9894-F16F-BB612B80D3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05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E8313-53AE-2E8A-B33E-D21AF92C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Elaboração do DB operacional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57B7A2-5DD1-B515-0FFD-3D2298805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MIR</a:t>
            </a:r>
          </a:p>
          <a:p>
            <a:pPr lvl="2"/>
            <a:r>
              <a:rPr lang="pt-BR" dirty="0"/>
              <a:t>Não faz parte do lab.</a:t>
            </a:r>
          </a:p>
          <a:p>
            <a:r>
              <a:rPr lang="pt-BR" dirty="0"/>
              <a:t>Lista de requisitos de DB operacional.</a:t>
            </a:r>
          </a:p>
          <a:p>
            <a:pPr lvl="2"/>
            <a:r>
              <a:rPr lang="pt-BR" dirty="0"/>
              <a:t>Não faz parte do lab. Está disponível na seção de anexo desta apresentação.</a:t>
            </a:r>
          </a:p>
          <a:p>
            <a:r>
              <a:rPr lang="pt-BR" dirty="0"/>
              <a:t>Modelo Conceitual</a:t>
            </a:r>
          </a:p>
          <a:p>
            <a:pPr lvl="2"/>
            <a:r>
              <a:rPr lang="pt-BR" dirty="0"/>
              <a:t>Arquivo “ZAGI BR </a:t>
            </a:r>
            <a:r>
              <a:rPr lang="pt-BR" dirty="0" err="1"/>
              <a:t>Conceitual.erdplus</a:t>
            </a:r>
            <a:r>
              <a:rPr lang="pt-BR" dirty="0"/>
              <a:t>” disponível no </a:t>
            </a:r>
            <a:r>
              <a:rPr lang="pt-BR" dirty="0" err="1"/>
              <a:t>eclass</a:t>
            </a:r>
            <a:r>
              <a:rPr lang="pt-BR" dirty="0"/>
              <a:t>.</a:t>
            </a:r>
          </a:p>
          <a:p>
            <a:r>
              <a:rPr lang="pt-BR" dirty="0"/>
              <a:t>Modelo relacional</a:t>
            </a:r>
          </a:p>
          <a:p>
            <a:pPr lvl="2"/>
            <a:r>
              <a:rPr lang="pt-BR" dirty="0"/>
              <a:t>Arquivo “ZAGI BR </a:t>
            </a:r>
            <a:r>
              <a:rPr lang="pt-BR" dirty="0" err="1"/>
              <a:t>Relacional.erdplus</a:t>
            </a:r>
            <a:r>
              <a:rPr lang="pt-BR" dirty="0"/>
              <a:t>” no </a:t>
            </a:r>
            <a:r>
              <a:rPr lang="pt-BR" dirty="0" err="1"/>
              <a:t>eclass</a:t>
            </a:r>
            <a:r>
              <a:rPr lang="pt-BR" dirty="0"/>
              <a:t>.</a:t>
            </a:r>
          </a:p>
          <a:p>
            <a:r>
              <a:rPr lang="pt-BR" dirty="0"/>
              <a:t>DDL de implantação</a:t>
            </a:r>
          </a:p>
          <a:p>
            <a:pPr lvl="2"/>
            <a:r>
              <a:rPr lang="pt-BR" dirty="0"/>
              <a:t>“DDL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 Lojas ZAGI PT </a:t>
            </a:r>
            <a:r>
              <a:rPr lang="pt-BR" dirty="0" err="1"/>
              <a:t>BR.sql</a:t>
            </a:r>
            <a:r>
              <a:rPr lang="pt-BR" dirty="0"/>
              <a:t>” no </a:t>
            </a:r>
            <a:r>
              <a:rPr lang="pt-BR" dirty="0" err="1"/>
              <a:t>eclass</a:t>
            </a:r>
            <a:r>
              <a:rPr lang="pt-BR" dirty="0"/>
              <a:t>.</a:t>
            </a:r>
          </a:p>
          <a:p>
            <a:r>
              <a:rPr lang="pt-BR" dirty="0"/>
              <a:t>DML de carga de dados</a:t>
            </a:r>
          </a:p>
          <a:p>
            <a:pPr lvl="2"/>
            <a:r>
              <a:rPr lang="pt-BR" dirty="0"/>
              <a:t>“DML </a:t>
            </a:r>
            <a:r>
              <a:rPr lang="pt-BR" dirty="0" err="1"/>
              <a:t>insert</a:t>
            </a:r>
            <a:r>
              <a:rPr lang="pt-BR" dirty="0"/>
              <a:t> Lojas ZAGI PT BR” no </a:t>
            </a:r>
            <a:r>
              <a:rPr lang="pt-BR" dirty="0" err="1"/>
              <a:t>eclass</a:t>
            </a:r>
            <a:r>
              <a:rPr lang="pt-BR" dirty="0"/>
              <a:t>.</a:t>
            </a:r>
          </a:p>
          <a:p>
            <a:pPr lvl="2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D8E15A-CC49-0DCD-4F2F-D1705432D4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7588949-F6FF-3516-5B77-E7A74D6D1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77" y="1913828"/>
            <a:ext cx="2495898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6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923A9-5DF9-64E0-05B8-120D1DBF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Elaboração do modelo dimensional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B98EE0-904D-A203-DDFB-4D1714A8E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78" y="575734"/>
            <a:ext cx="4857722" cy="5602816"/>
          </a:xfrm>
        </p:spPr>
        <p:txBody>
          <a:bodyPr/>
          <a:lstStyle/>
          <a:p>
            <a:r>
              <a:rPr lang="pt-BR" dirty="0"/>
              <a:t>Lista de requisitos analíticos</a:t>
            </a:r>
          </a:p>
          <a:p>
            <a:pPr lvl="2"/>
            <a:r>
              <a:rPr lang="pt-BR" dirty="0"/>
              <a:t>A receita (o fato) detalhado das lojas deverá conter o valor (R$) recebido, a quantidade de itens vendidos, o produto, o cliente, a loja, o dia, a hora, e o identificador da transação de venda.</a:t>
            </a:r>
          </a:p>
          <a:p>
            <a:pPr lvl="2"/>
            <a:r>
              <a:rPr lang="pt-BR" dirty="0"/>
              <a:t>O dia pode permitir filtros por vários formatos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ano.</a:t>
            </a:r>
          </a:p>
          <a:p>
            <a:pPr lvl="2"/>
            <a:r>
              <a:rPr lang="pt-BR" dirty="0"/>
              <a:t>O diretor deseja visualizar o </a:t>
            </a:r>
            <a:r>
              <a:rPr lang="pt-BR" dirty="0" err="1"/>
              <a:t>dashborad</a:t>
            </a:r>
            <a:r>
              <a:rPr lang="pt-BR" dirty="0"/>
              <a:t> cobrindo os seguintes itens:</a:t>
            </a:r>
          </a:p>
          <a:p>
            <a:pPr lvl="3"/>
            <a:r>
              <a:rPr lang="pt-BR" dirty="0"/>
              <a:t>Para cada loja individual, mostre separadamente por compradores do sexo masculino e feminino o número de unidades de produto vendidas para cada categoria de produto;</a:t>
            </a:r>
          </a:p>
          <a:p>
            <a:pPr lvl="3"/>
            <a:r>
              <a:rPr lang="pt-BR" dirty="0"/>
              <a:t>Para as lojas 1 e 2, mostre separadamente para compradores do sexo masculino e feminino o número de unidades de produto vendidas para cada categoria de produto;</a:t>
            </a:r>
          </a:p>
          <a:p>
            <a:pPr lvl="3"/>
            <a:r>
              <a:rPr lang="pt-BR" dirty="0"/>
              <a:t>Para cada loja individual, mostre separadamente para compradores do sexo masculino e feminino o número de unidades de produto vendidas nos dias úteis e nos fins de semana;</a:t>
            </a:r>
          </a:p>
          <a:p>
            <a:pPr lvl="3"/>
            <a:r>
              <a:rPr lang="pt-BR" dirty="0"/>
              <a:t>Para cada loja individual, mostre separadamente para compradores do sexo masculino e feminino o número de unidades de produto vendidas para cada produto individual em cada categoria.</a:t>
            </a:r>
          </a:p>
          <a:p>
            <a:r>
              <a:rPr lang="pt-BR" dirty="0"/>
              <a:t>Implantação do modelo dimensional (DDL)</a:t>
            </a:r>
          </a:p>
          <a:p>
            <a:pPr lvl="2"/>
            <a:r>
              <a:rPr lang="pt-BR" dirty="0"/>
              <a:t>Arquivo “DW ZAGI PT </a:t>
            </a:r>
            <a:r>
              <a:rPr lang="pt-BR" dirty="0" err="1"/>
              <a:t>BR.sql</a:t>
            </a:r>
            <a:r>
              <a:rPr lang="pt-BR" dirty="0"/>
              <a:t>” no </a:t>
            </a:r>
            <a:r>
              <a:rPr lang="pt-BR" dirty="0" err="1"/>
              <a:t>eclass</a:t>
            </a:r>
            <a:r>
              <a:rPr lang="pt-BR" dirty="0"/>
              <a:t>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7C2E036-5219-0464-4C1A-4BB321C07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566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0209E-B389-7E4A-8642-235D6A17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Elaboração do script de ETL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50B25F-D2A3-3176-C448-E4C2A8D98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ETL para carga inicial e ETL para carga incremental</a:t>
            </a:r>
          </a:p>
          <a:p>
            <a:pPr lvl="2"/>
            <a:r>
              <a:rPr lang="pt-BR" dirty="0"/>
              <a:t>Observar cuidadosamente todas as instruções e comentários dentro do arquivo “</a:t>
            </a:r>
            <a:r>
              <a:rPr lang="pt-BR" dirty="0" err="1"/>
              <a:t>ETL.sql</a:t>
            </a:r>
            <a:r>
              <a:rPr lang="pt-BR" dirty="0"/>
              <a:t>” disponível no </a:t>
            </a:r>
            <a:r>
              <a:rPr lang="pt-BR" dirty="0" err="1"/>
              <a:t>eclass</a:t>
            </a:r>
            <a:r>
              <a:rPr lang="pt-BR" dirty="0"/>
              <a:t>.</a:t>
            </a:r>
          </a:p>
          <a:p>
            <a:pPr lvl="2"/>
            <a:r>
              <a:rPr lang="pt-BR" dirty="0"/>
              <a:t>Execute um passo de cada vez, selecionando blocos de instruções e validando os resultados.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6FD4AE-B169-298C-3B4E-6DD9505D28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4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5799D-C311-F93A-3398-1CCC94B6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Dashboard do DW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FEC88-1B65-829A-A4C7-84C95568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Visualização dos dados através de operações OLAP</a:t>
            </a:r>
          </a:p>
          <a:p>
            <a:pPr lvl="2"/>
            <a:r>
              <a:rPr lang="pt-BR" dirty="0"/>
              <a:t>Fazer uma cópia do arquivo Excel no servidor de </a:t>
            </a:r>
            <a:r>
              <a:rPr lang="pt-BR" dirty="0" err="1"/>
              <a:t>lab</a:t>
            </a:r>
            <a:r>
              <a:rPr lang="pt-BR" dirty="0"/>
              <a:t>, use o seu código de matrícula na sua cópia.</a:t>
            </a:r>
          </a:p>
          <a:p>
            <a:pPr lvl="2"/>
            <a:r>
              <a:rPr lang="pt-BR" dirty="0"/>
              <a:t>Conecte-se à sua tabela de fato.</a:t>
            </a:r>
          </a:p>
          <a:p>
            <a:pPr lvl="2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B5916F-6D2A-76E4-EFD0-10448995D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54A05AA-1DB2-9493-5B1C-F97A8F65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5763"/>
            <a:ext cx="2720499" cy="7623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4E2011C-5610-28D8-A9DC-38C07B8F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06" y="2329897"/>
            <a:ext cx="4610743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6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8E6C8-12EA-94A8-4A52-8F76F41E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1A0B8D-ABAF-6ED3-6B0E-3FC2386BF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5BD976-0A4A-6B9A-FE87-22CB92CC32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0479BC2-4781-B404-261E-135E5CE8A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72" y="679450"/>
            <a:ext cx="4124901" cy="336279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8CF62D7-0FCE-2214-B674-DF2E33C0B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251" y="2790353"/>
            <a:ext cx="4477375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2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491AA-3EEF-AF98-9951-32E342BB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Dashboard do DW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3873C1-4197-AB28-6EBB-A66AE3B20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Monte as suas </a:t>
            </a:r>
            <a:r>
              <a:rPr lang="pt-BR" dirty="0" err="1"/>
              <a:t>pivot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 e faça as operações OLAP com o seu fato, conforme abas </a:t>
            </a:r>
            <a:r>
              <a:rPr lang="pt-BR"/>
              <a:t>da planilha.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30BD13-EFB5-E281-FBBB-F8A2F58A5F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E0BDDF-E9F7-CF27-FD23-1656ABB14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73" y="2484746"/>
            <a:ext cx="6201640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52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F350D-A44B-F185-49BD-E51D5304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847924"/>
          </a:xfrm>
        </p:spPr>
        <p:txBody>
          <a:bodyPr/>
          <a:lstStyle/>
          <a:p>
            <a:r>
              <a:rPr lang="pt-BR" dirty="0"/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3058928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A2303-5B9E-B1FD-4E48-E394E67E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requisitos de banco de dados das lojas </a:t>
            </a:r>
            <a:r>
              <a:rPr lang="pt-BR" dirty="0" err="1"/>
              <a:t>zagi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7FF603-9185-EE15-D5DA-E02B64C8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732" y="982198"/>
            <a:ext cx="5794268" cy="5417013"/>
          </a:xfrm>
        </p:spPr>
        <p:txBody>
          <a:bodyPr/>
          <a:lstStyle/>
          <a:p>
            <a:pPr lvl="2"/>
            <a:r>
              <a:rPr lang="pt-BR" dirty="0"/>
              <a:t>O departamento de vendas das Lojas ZAGI decidiu criar um banco de dados que contém detalhes de seu processo de vendas. Depois de realizar entrevistas dentro da empresa e estudar a documentação da empresa, a equipe de banco de dados extraiu os seguintes requisitos para o futuro banco de dados.</a:t>
            </a:r>
          </a:p>
          <a:p>
            <a:pPr lvl="2"/>
            <a:r>
              <a:rPr lang="pt-BR" dirty="0"/>
              <a:t>•Para cada produto vendido, existe um identificador de produto, um nome e um preço;</a:t>
            </a:r>
          </a:p>
          <a:p>
            <a:pPr lvl="2"/>
            <a:r>
              <a:rPr lang="pt-BR" dirty="0"/>
              <a:t>•Para cada categoria de produto, existe um identificador de categoria e um nome;</a:t>
            </a:r>
          </a:p>
          <a:p>
            <a:pPr lvl="2"/>
            <a:r>
              <a:rPr lang="pt-BR" dirty="0"/>
              <a:t>•Para cada fornecedor, existe um identificador de fornecedor e um nome;</a:t>
            </a:r>
          </a:p>
          <a:p>
            <a:pPr lvl="2"/>
            <a:r>
              <a:rPr lang="pt-BR" dirty="0"/>
              <a:t>•Para cada cliente, existe um identificador de cliente, um nome, um CEP e telefone;</a:t>
            </a:r>
          </a:p>
          <a:p>
            <a:pPr lvl="2"/>
            <a:r>
              <a:rPr lang="pt-BR" dirty="0"/>
              <a:t>•Para cada transação de venda, existe um identificador da transação e uma data;</a:t>
            </a:r>
          </a:p>
          <a:p>
            <a:pPr lvl="2"/>
            <a:r>
              <a:rPr lang="pt-BR" dirty="0"/>
              <a:t>•Cada produto é fornecido por exatamente um fornecedor. Cada fornecedor fornece um ou mais produtos;</a:t>
            </a:r>
          </a:p>
          <a:p>
            <a:pPr lvl="2"/>
            <a:r>
              <a:rPr lang="pt-BR" dirty="0"/>
              <a:t>•Cada produto pertence a exatamente uma categoria. Cada categoria contém um ou mais produtos;</a:t>
            </a:r>
          </a:p>
          <a:p>
            <a:pPr lvl="2"/>
            <a:r>
              <a:rPr lang="pt-BR" dirty="0"/>
              <a:t>•Cada transação de venda envolve exatamente um cliente. Cada cliente pode estar envolvido em uma ou mais transações de vendas;</a:t>
            </a:r>
          </a:p>
          <a:p>
            <a:pPr lvl="2"/>
            <a:r>
              <a:rPr lang="pt-BR" dirty="0"/>
              <a:t>•Cada produto é incluído em uma ou mais transações de vendas. Cada transação de venda inclui um ou mais produtos;</a:t>
            </a:r>
          </a:p>
          <a:p>
            <a:pPr lvl="2"/>
            <a:r>
              <a:rPr lang="pt-BR" dirty="0"/>
              <a:t>•Para cada instância de produto incluído nas transações de vendas, a quantidade de produtos vendidos na transação é registrada.</a:t>
            </a:r>
          </a:p>
          <a:p>
            <a:pPr lvl="3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205C3A-FEAC-ADA0-BA58-60901A11BE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8788" y="6551610"/>
            <a:ext cx="5438508" cy="306389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1026" name="Picture 2" descr="Ver a imagem de origem">
            <a:extLst>
              <a:ext uri="{FF2B5EF4-FFF2-40B4-BE49-F238E27FC236}">
                <a16:creationId xmlns:a16="http://schemas.microsoft.com/office/drawing/2014/main" id="{D8921B36-AE85-038E-3A31-B8EE0417444F}"/>
              </a:ext>
            </a:extLst>
          </p:cNvPr>
          <p:cNvPicPr>
            <a:picLocks noGrp="1" noChangeAspect="1" noChangeArrowheads="1"/>
          </p:cNvPicPr>
          <p:nvPr>
            <p:ph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204" y="1416942"/>
            <a:ext cx="2640012" cy="202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4AF4B5F-4959-805D-A9A8-E2ED65EA01EA}"/>
              </a:ext>
            </a:extLst>
          </p:cNvPr>
          <p:cNvSpPr txBox="1"/>
          <p:nvPr/>
        </p:nvSpPr>
        <p:spPr>
          <a:xfrm>
            <a:off x="6727062" y="3507291"/>
            <a:ext cx="21204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2D2D2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https://th.bing.com/th/id/R.e419e01d864c7e3ca49a2167c1ef015b?rik=TNvC%2fJKmlUQTSQ&amp;riu=http%3a%2f%2fashfordlouis.co.uk%2fimages%2fretail.jpg&amp;ehk=M%2b1lXRlp0FYUerhV9YYQzwiqYSJKYnudQ%2bGWemX46Mk%3d&amp;risl=&amp;pid=ImgRaw&amp;r=0&amp;sres=1&amp;sresct=1</a:t>
            </a:r>
          </a:p>
        </p:txBody>
      </p:sp>
    </p:spTree>
    <p:extLst>
      <p:ext uri="{BB962C8B-B14F-4D97-AF65-F5344CB8AC3E}">
        <p14:creationId xmlns:p14="http://schemas.microsoft.com/office/powerpoint/2010/main" val="3938123429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uarte Slidedoc padrão FGV">
  <a:themeElements>
    <a:clrScheme name="Custom 4">
      <a:dk1>
        <a:srgbClr val="2D2D2A"/>
      </a:dk1>
      <a:lt1>
        <a:sysClr val="window" lastClr="FFFFFF"/>
      </a:lt1>
      <a:dk2>
        <a:srgbClr val="696969"/>
      </a:dk2>
      <a:lt2>
        <a:srgbClr val="D1D1D1"/>
      </a:lt2>
      <a:accent1>
        <a:srgbClr val="E7B800"/>
      </a:accent1>
      <a:accent2>
        <a:srgbClr val="86AA00"/>
      </a:accent2>
      <a:accent3>
        <a:srgbClr val="00AFBB"/>
      </a:accent3>
      <a:accent4>
        <a:srgbClr val="2E9FDF"/>
      </a:accent4>
      <a:accent5>
        <a:srgbClr val="FF9E29"/>
      </a:accent5>
      <a:accent6>
        <a:srgbClr val="0F2855"/>
      </a:accent6>
      <a:hlink>
        <a:srgbClr val="64645D"/>
      </a:hlink>
      <a:folHlink>
        <a:srgbClr val="64645D"/>
      </a:folHlink>
    </a:clrScheme>
    <a:fontScheme name="Duarte_SlideDocs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uarte Slidedoc padrão FGV" id="{2EBECD91-A8D8-4D8A-BE18-B9212A269B2D}" vid="{EE4BB160-FEED-4A7B-B904-785A49237DBF}"/>
    </a:ext>
  </a:extLst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40993</TotalTime>
  <Words>823</Words>
  <Application>Microsoft Office PowerPoint</Application>
  <PresentationFormat>Apresentação na tela (4:3)</PresentationFormat>
  <Paragraphs>59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21" baseType="lpstr">
      <vt:lpstr>Arial</vt:lpstr>
      <vt:lpstr>Arial Narrow</vt:lpstr>
      <vt:lpstr>Calibri</vt:lpstr>
      <vt:lpstr>Corbel</vt:lpstr>
      <vt:lpstr>Courier New</vt:lpstr>
      <vt:lpstr>Franklin Gothic Book</vt:lpstr>
      <vt:lpstr>Georgia</vt:lpstr>
      <vt:lpstr>Microsoft New Tai Lue</vt:lpstr>
      <vt:lpstr>Wingdings</vt:lpstr>
      <vt:lpstr>Modern Swiss</vt:lpstr>
      <vt:lpstr>Duarte Slidedoc padrão FGV</vt:lpstr>
      <vt:lpstr>Lab individual</vt:lpstr>
      <vt:lpstr>Avaliação</vt:lpstr>
      <vt:lpstr>Elaboração do DB operacional</vt:lpstr>
      <vt:lpstr>Elaboração do modelo dimensional</vt:lpstr>
      <vt:lpstr>Elaboração do script de ETL</vt:lpstr>
      <vt:lpstr>Dashboard do DW</vt:lpstr>
      <vt:lpstr>Apresentação do PowerPoint</vt:lpstr>
      <vt:lpstr>Dashboard do DW</vt:lpstr>
      <vt:lpstr>Anexo</vt:lpstr>
      <vt:lpstr>Lista de requisitos de banco de dados das lojas zagi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458</cp:revision>
  <cp:lastPrinted>2022-02-07T18:42:09Z</cp:lastPrinted>
  <dcterms:created xsi:type="dcterms:W3CDTF">2014-02-07T03:47:22Z</dcterms:created>
  <dcterms:modified xsi:type="dcterms:W3CDTF">2023-03-25T13:56:16Z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