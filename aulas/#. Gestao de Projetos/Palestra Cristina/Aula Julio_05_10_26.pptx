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21"/>
  </p:notesMasterIdLst>
  <p:sldIdLst>
    <p:sldId id="256" r:id="rId3"/>
    <p:sldId id="259" r:id="rId4"/>
    <p:sldId id="297" r:id="rId5"/>
    <p:sldId id="299" r:id="rId6"/>
    <p:sldId id="298" r:id="rId7"/>
    <p:sldId id="303" r:id="rId8"/>
    <p:sldId id="302" r:id="rId9"/>
    <p:sldId id="300" r:id="rId10"/>
    <p:sldId id="260" r:id="rId11"/>
    <p:sldId id="261" r:id="rId12"/>
    <p:sldId id="264" r:id="rId13"/>
    <p:sldId id="295" r:id="rId14"/>
    <p:sldId id="296" r:id="rId15"/>
    <p:sldId id="265" r:id="rId16"/>
    <p:sldId id="278" r:id="rId17"/>
    <p:sldId id="279" r:id="rId18"/>
    <p:sldId id="280" r:id="rId19"/>
    <p:sldId id="284" r:id="rId20"/>
  </p:sldIdLst>
  <p:sldSz cx="9144000" cy="5143500" type="screen16x9"/>
  <p:notesSz cx="6858000" cy="9144000"/>
  <p:embeddedFontLst>
    <p:embeddedFont>
      <p:font typeface="Helvetica Neue" panose="020B0604020202020204" charset="0"/>
      <p:regular r:id="rId22"/>
      <p:bold r:id="rId23"/>
      <p:italic r:id="rId24"/>
      <p:boldItalic r:id="rId25"/>
    </p:embeddedFont>
    <p:embeddedFont>
      <p:font typeface="Quattrocento Sans" panose="020B0502050000020003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A8536E-468C-4C43-9C51-7D7AA23802F7}" v="10" dt="2026-10-05T13:42:16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a Valente Meneses" userId="345535ea-53c0-4b5f-acee-328bfc75a748" providerId="ADAL" clId="{0F250CA3-BAA1-4545-802F-8A5E22310B02}"/>
    <pc:docChg chg="undo custSel addSld delSld modSld sldOrd">
      <pc:chgData name="Cristiana Valente Meneses" userId="345535ea-53c0-4b5f-acee-328bfc75a748" providerId="ADAL" clId="{0F250CA3-BAA1-4545-802F-8A5E22310B02}" dt="2026-10-05T13:42:16.553" v="1048"/>
      <pc:docMkLst>
        <pc:docMk/>
      </pc:docMkLst>
      <pc:sldChg chg="del">
        <pc:chgData name="Cristiana Valente Meneses" userId="345535ea-53c0-4b5f-acee-328bfc75a748" providerId="ADAL" clId="{0F250CA3-BAA1-4545-802F-8A5E22310B02}" dt="2026-10-05T13:13:29.346" v="0" actId="2696"/>
        <pc:sldMkLst>
          <pc:docMk/>
          <pc:sldMk cId="0" sldId="257"/>
        </pc:sldMkLst>
      </pc:sldChg>
      <pc:sldChg chg="del">
        <pc:chgData name="Cristiana Valente Meneses" userId="345535ea-53c0-4b5f-acee-328bfc75a748" providerId="ADAL" clId="{0F250CA3-BAA1-4545-802F-8A5E22310B02}" dt="2026-10-05T13:13:32.053" v="1" actId="2696"/>
        <pc:sldMkLst>
          <pc:docMk/>
          <pc:sldMk cId="0" sldId="258"/>
        </pc:sldMkLst>
      </pc:sldChg>
      <pc:sldChg chg="delSp modSp mod">
        <pc:chgData name="Cristiana Valente Meneses" userId="345535ea-53c0-4b5f-acee-328bfc75a748" providerId="ADAL" clId="{0F250CA3-BAA1-4545-802F-8A5E22310B02}" dt="2026-10-05T13:41:17.703" v="1027" actId="108"/>
        <pc:sldMkLst>
          <pc:docMk/>
          <pc:sldMk cId="0" sldId="259"/>
        </pc:sldMkLst>
        <pc:spChg chg="mod">
          <ac:chgData name="Cristiana Valente Meneses" userId="345535ea-53c0-4b5f-acee-328bfc75a748" providerId="ADAL" clId="{0F250CA3-BAA1-4545-802F-8A5E22310B02}" dt="2026-10-05T13:41:17.703" v="1027" actId="108"/>
          <ac:spMkLst>
            <pc:docMk/>
            <pc:sldMk cId="0" sldId="259"/>
            <ac:spMk id="127" creationId="{00000000-0000-0000-0000-000000000000}"/>
          </ac:spMkLst>
        </pc:spChg>
        <pc:picChg chg="del">
          <ac:chgData name="Cristiana Valente Meneses" userId="345535ea-53c0-4b5f-acee-328bfc75a748" providerId="ADAL" clId="{0F250CA3-BAA1-4545-802F-8A5E22310B02}" dt="2026-10-05T13:20:06.363" v="51" actId="478"/>
          <ac:picMkLst>
            <pc:docMk/>
            <pc:sldMk cId="0" sldId="259"/>
            <ac:picMk id="135" creationId="{00000000-0000-0000-0000-000000000000}"/>
          </ac:picMkLst>
        </pc:picChg>
      </pc:sldChg>
      <pc:sldChg chg="modSp mod modShow">
        <pc:chgData name="Cristiana Valente Meneses" userId="345535ea-53c0-4b5f-acee-328bfc75a748" providerId="ADAL" clId="{0F250CA3-BAA1-4545-802F-8A5E22310B02}" dt="2026-10-05T13:35:01.584" v="515" actId="34476"/>
        <pc:sldMkLst>
          <pc:docMk/>
          <pc:sldMk cId="0" sldId="260"/>
        </pc:sldMkLst>
        <pc:spChg chg="mod">
          <ac:chgData name="Cristiana Valente Meneses" userId="345535ea-53c0-4b5f-acee-328bfc75a748" providerId="ADAL" clId="{0F250CA3-BAA1-4545-802F-8A5E22310B02}" dt="2026-10-05T13:13:45.314" v="3" actId="1076"/>
          <ac:spMkLst>
            <pc:docMk/>
            <pc:sldMk cId="0" sldId="260"/>
            <ac:spMk id="148" creationId="{00000000-0000-0000-0000-000000000000}"/>
          </ac:spMkLst>
        </pc:spChg>
        <pc:spChg chg="mod">
          <ac:chgData name="Cristiana Valente Meneses" userId="345535ea-53c0-4b5f-acee-328bfc75a748" providerId="ADAL" clId="{0F250CA3-BAA1-4545-802F-8A5E22310B02}" dt="2026-10-05T13:13:41.693" v="2" actId="1076"/>
          <ac:spMkLst>
            <pc:docMk/>
            <pc:sldMk cId="0" sldId="260"/>
            <ac:spMk id="151" creationId="{00000000-0000-0000-0000-000000000000}"/>
          </ac:spMkLst>
        </pc:spChg>
      </pc:sldChg>
      <pc:sldChg chg="modSp mod">
        <pc:chgData name="Cristiana Valente Meneses" userId="345535ea-53c0-4b5f-acee-328bfc75a748" providerId="ADAL" clId="{0F250CA3-BAA1-4545-802F-8A5E22310B02}" dt="2026-10-05T13:14:25.848" v="14" actId="108"/>
        <pc:sldMkLst>
          <pc:docMk/>
          <pc:sldMk cId="0" sldId="261"/>
        </pc:sldMkLst>
        <pc:spChg chg="mod">
          <ac:chgData name="Cristiana Valente Meneses" userId="345535ea-53c0-4b5f-acee-328bfc75a748" providerId="ADAL" clId="{0F250CA3-BAA1-4545-802F-8A5E22310B02}" dt="2026-10-05T13:13:51.713" v="4" actId="1076"/>
          <ac:spMkLst>
            <pc:docMk/>
            <pc:sldMk cId="0" sldId="261"/>
            <ac:spMk id="160" creationId="{00000000-0000-0000-0000-000000000000}"/>
          </ac:spMkLst>
        </pc:spChg>
        <pc:spChg chg="mod">
          <ac:chgData name="Cristiana Valente Meneses" userId="345535ea-53c0-4b5f-acee-328bfc75a748" providerId="ADAL" clId="{0F250CA3-BAA1-4545-802F-8A5E22310B02}" dt="2026-10-05T13:13:55.120" v="5" actId="1076"/>
          <ac:spMkLst>
            <pc:docMk/>
            <pc:sldMk cId="0" sldId="261"/>
            <ac:spMk id="162" creationId="{00000000-0000-0000-0000-000000000000}"/>
          </ac:spMkLst>
        </pc:spChg>
        <pc:spChg chg="mod">
          <ac:chgData name="Cristiana Valente Meneses" userId="345535ea-53c0-4b5f-acee-328bfc75a748" providerId="ADAL" clId="{0F250CA3-BAA1-4545-802F-8A5E22310B02}" dt="2026-10-05T13:13:57.094" v="6" actId="1076"/>
          <ac:spMkLst>
            <pc:docMk/>
            <pc:sldMk cId="0" sldId="261"/>
            <ac:spMk id="164" creationId="{00000000-0000-0000-0000-000000000000}"/>
          </ac:spMkLst>
        </pc:spChg>
        <pc:spChg chg="mod">
          <ac:chgData name="Cristiana Valente Meneses" userId="345535ea-53c0-4b5f-acee-328bfc75a748" providerId="ADAL" clId="{0F250CA3-BAA1-4545-802F-8A5E22310B02}" dt="2026-10-05T13:14:01.011" v="7" actId="1076"/>
          <ac:spMkLst>
            <pc:docMk/>
            <pc:sldMk cId="0" sldId="261"/>
            <ac:spMk id="166" creationId="{00000000-0000-0000-0000-000000000000}"/>
          </ac:spMkLst>
        </pc:spChg>
        <pc:spChg chg="mod">
          <ac:chgData name="Cristiana Valente Meneses" userId="345535ea-53c0-4b5f-acee-328bfc75a748" providerId="ADAL" clId="{0F250CA3-BAA1-4545-802F-8A5E22310B02}" dt="2026-10-05T13:14:05.419" v="8" actId="1076"/>
          <ac:spMkLst>
            <pc:docMk/>
            <pc:sldMk cId="0" sldId="261"/>
            <ac:spMk id="169" creationId="{00000000-0000-0000-0000-000000000000}"/>
          </ac:spMkLst>
        </pc:spChg>
        <pc:spChg chg="mod">
          <ac:chgData name="Cristiana Valente Meneses" userId="345535ea-53c0-4b5f-acee-328bfc75a748" providerId="ADAL" clId="{0F250CA3-BAA1-4545-802F-8A5E22310B02}" dt="2026-10-05T13:14:25.848" v="14" actId="108"/>
          <ac:spMkLst>
            <pc:docMk/>
            <pc:sldMk cId="0" sldId="261"/>
            <ac:spMk id="170" creationId="{00000000-0000-0000-0000-000000000000}"/>
          </ac:spMkLst>
        </pc:spChg>
        <pc:cxnChg chg="mod">
          <ac:chgData name="Cristiana Valente Meneses" userId="345535ea-53c0-4b5f-acee-328bfc75a748" providerId="ADAL" clId="{0F250CA3-BAA1-4545-802F-8A5E22310B02}" dt="2026-10-05T13:14:12.534" v="10" actId="14100"/>
          <ac:cxnSpMkLst>
            <pc:docMk/>
            <pc:sldMk cId="0" sldId="261"/>
            <ac:cxnSpMk id="171" creationId="{00000000-0000-0000-0000-000000000000}"/>
          </ac:cxnSpMkLst>
        </pc:cxnChg>
      </pc:sldChg>
      <pc:sldChg chg="del">
        <pc:chgData name="Cristiana Valente Meneses" userId="345535ea-53c0-4b5f-acee-328bfc75a748" providerId="ADAL" clId="{0F250CA3-BAA1-4545-802F-8A5E22310B02}" dt="2026-10-05T13:14:37.473" v="15" actId="47"/>
        <pc:sldMkLst>
          <pc:docMk/>
          <pc:sldMk cId="0" sldId="262"/>
        </pc:sldMkLst>
      </pc:sldChg>
      <pc:sldChg chg="add del">
        <pc:chgData name="Cristiana Valente Meneses" userId="345535ea-53c0-4b5f-acee-328bfc75a748" providerId="ADAL" clId="{0F250CA3-BAA1-4545-802F-8A5E22310B02}" dt="2026-10-05T13:14:57.163" v="20" actId="47"/>
        <pc:sldMkLst>
          <pc:docMk/>
          <pc:sldMk cId="0" sldId="263"/>
        </pc:sldMkLst>
      </pc:sldChg>
      <pc:sldChg chg="delSp mod">
        <pc:chgData name="Cristiana Valente Meneses" userId="345535ea-53c0-4b5f-acee-328bfc75a748" providerId="ADAL" clId="{0F250CA3-BAA1-4545-802F-8A5E22310B02}" dt="2026-10-05T13:15:09.045" v="21" actId="478"/>
        <pc:sldMkLst>
          <pc:docMk/>
          <pc:sldMk cId="0" sldId="264"/>
        </pc:sldMkLst>
        <pc:spChg chg="del">
          <ac:chgData name="Cristiana Valente Meneses" userId="345535ea-53c0-4b5f-acee-328bfc75a748" providerId="ADAL" clId="{0F250CA3-BAA1-4545-802F-8A5E22310B02}" dt="2026-10-05T13:15:09.045" v="21" actId="478"/>
          <ac:spMkLst>
            <pc:docMk/>
            <pc:sldMk cId="0" sldId="264"/>
            <ac:spMk id="204" creationId="{00000000-0000-0000-0000-000000000000}"/>
          </ac:spMkLst>
        </pc:spChg>
      </pc:sldChg>
      <pc:sldChg chg="del">
        <pc:chgData name="Cristiana Valente Meneses" userId="345535ea-53c0-4b5f-acee-328bfc75a748" providerId="ADAL" clId="{0F250CA3-BAA1-4545-802F-8A5E22310B02}" dt="2026-10-05T13:15:45.506" v="22" actId="47"/>
        <pc:sldMkLst>
          <pc:docMk/>
          <pc:sldMk cId="0" sldId="266"/>
        </pc:sldMkLst>
      </pc:sldChg>
      <pc:sldChg chg="del">
        <pc:chgData name="Cristiana Valente Meneses" userId="345535ea-53c0-4b5f-acee-328bfc75a748" providerId="ADAL" clId="{0F250CA3-BAA1-4545-802F-8A5E22310B02}" dt="2026-10-05T13:15:45.506" v="22" actId="47"/>
        <pc:sldMkLst>
          <pc:docMk/>
          <pc:sldMk cId="0" sldId="267"/>
        </pc:sldMkLst>
      </pc:sldChg>
      <pc:sldChg chg="del">
        <pc:chgData name="Cristiana Valente Meneses" userId="345535ea-53c0-4b5f-acee-328bfc75a748" providerId="ADAL" clId="{0F250CA3-BAA1-4545-802F-8A5E22310B02}" dt="2026-10-05T13:15:45.506" v="22" actId="47"/>
        <pc:sldMkLst>
          <pc:docMk/>
          <pc:sldMk cId="0" sldId="268"/>
        </pc:sldMkLst>
      </pc:sldChg>
      <pc:sldChg chg="del">
        <pc:chgData name="Cristiana Valente Meneses" userId="345535ea-53c0-4b5f-acee-328bfc75a748" providerId="ADAL" clId="{0F250CA3-BAA1-4545-802F-8A5E22310B02}" dt="2026-10-05T13:15:45.506" v="22" actId="47"/>
        <pc:sldMkLst>
          <pc:docMk/>
          <pc:sldMk cId="0" sldId="269"/>
        </pc:sldMkLst>
      </pc:sldChg>
      <pc:sldChg chg="del">
        <pc:chgData name="Cristiana Valente Meneses" userId="345535ea-53c0-4b5f-acee-328bfc75a748" providerId="ADAL" clId="{0F250CA3-BAA1-4545-802F-8A5E22310B02}" dt="2026-10-05T13:15:45.506" v="22" actId="47"/>
        <pc:sldMkLst>
          <pc:docMk/>
          <pc:sldMk cId="0" sldId="270"/>
        </pc:sldMkLst>
      </pc:sldChg>
      <pc:sldChg chg="del">
        <pc:chgData name="Cristiana Valente Meneses" userId="345535ea-53c0-4b5f-acee-328bfc75a748" providerId="ADAL" clId="{0F250CA3-BAA1-4545-802F-8A5E22310B02}" dt="2026-10-05T13:15:45.506" v="22" actId="47"/>
        <pc:sldMkLst>
          <pc:docMk/>
          <pc:sldMk cId="0" sldId="271"/>
        </pc:sldMkLst>
      </pc:sldChg>
      <pc:sldChg chg="modSp del mod">
        <pc:chgData name="Cristiana Valente Meneses" userId="345535ea-53c0-4b5f-acee-328bfc75a748" providerId="ADAL" clId="{0F250CA3-BAA1-4545-802F-8A5E22310B02}" dt="2026-10-05T13:35:14.691" v="516" actId="2696"/>
        <pc:sldMkLst>
          <pc:docMk/>
          <pc:sldMk cId="0" sldId="272"/>
        </pc:sldMkLst>
        <pc:spChg chg="mod">
          <ac:chgData name="Cristiana Valente Meneses" userId="345535ea-53c0-4b5f-acee-328bfc75a748" providerId="ADAL" clId="{0F250CA3-BAA1-4545-802F-8A5E22310B02}" dt="2026-10-05T13:17:54.740" v="50" actId="20577"/>
          <ac:spMkLst>
            <pc:docMk/>
            <pc:sldMk cId="0" sldId="272"/>
            <ac:spMk id="273" creationId="{00000000-0000-0000-0000-000000000000}"/>
          </ac:spMkLst>
        </pc:spChg>
        <pc:spChg chg="mod">
          <ac:chgData name="Cristiana Valente Meneses" userId="345535ea-53c0-4b5f-acee-328bfc75a748" providerId="ADAL" clId="{0F250CA3-BAA1-4545-802F-8A5E22310B02}" dt="2026-10-05T13:17:48.420" v="46" actId="14100"/>
          <ac:spMkLst>
            <pc:docMk/>
            <pc:sldMk cId="0" sldId="272"/>
            <ac:spMk id="274" creationId="{00000000-0000-0000-0000-000000000000}"/>
          </ac:spMkLst>
        </pc:spChg>
        <pc:picChg chg="mod">
          <ac:chgData name="Cristiana Valente Meneses" userId="345535ea-53c0-4b5f-acee-328bfc75a748" providerId="ADAL" clId="{0F250CA3-BAA1-4545-802F-8A5E22310B02}" dt="2026-10-05T13:17:36.923" v="30" actId="1076"/>
          <ac:picMkLst>
            <pc:docMk/>
            <pc:sldMk cId="0" sldId="272"/>
            <ac:picMk id="276" creationId="{00000000-0000-0000-0000-000000000000}"/>
          </ac:picMkLst>
        </pc:picChg>
      </pc:sldChg>
      <pc:sldChg chg="del">
        <pc:chgData name="Cristiana Valente Meneses" userId="345535ea-53c0-4b5f-acee-328bfc75a748" providerId="ADAL" clId="{0F250CA3-BAA1-4545-802F-8A5E22310B02}" dt="2026-10-05T13:35:36.182" v="517" actId="2696"/>
        <pc:sldMkLst>
          <pc:docMk/>
          <pc:sldMk cId="0" sldId="273"/>
        </pc:sldMkLst>
      </pc:sldChg>
      <pc:sldChg chg="del">
        <pc:chgData name="Cristiana Valente Meneses" userId="345535ea-53c0-4b5f-acee-328bfc75a748" providerId="ADAL" clId="{0F250CA3-BAA1-4545-802F-8A5E22310B02}" dt="2026-10-05T13:15:59.890" v="23" actId="47"/>
        <pc:sldMkLst>
          <pc:docMk/>
          <pc:sldMk cId="0" sldId="274"/>
        </pc:sldMkLst>
      </pc:sldChg>
      <pc:sldChg chg="del">
        <pc:chgData name="Cristiana Valente Meneses" userId="345535ea-53c0-4b5f-acee-328bfc75a748" providerId="ADAL" clId="{0F250CA3-BAA1-4545-802F-8A5E22310B02}" dt="2026-10-05T13:15:59.890" v="23" actId="47"/>
        <pc:sldMkLst>
          <pc:docMk/>
          <pc:sldMk cId="0" sldId="275"/>
        </pc:sldMkLst>
      </pc:sldChg>
      <pc:sldChg chg="del">
        <pc:chgData name="Cristiana Valente Meneses" userId="345535ea-53c0-4b5f-acee-328bfc75a748" providerId="ADAL" clId="{0F250CA3-BAA1-4545-802F-8A5E22310B02}" dt="2026-10-05T13:15:59.890" v="23" actId="47"/>
        <pc:sldMkLst>
          <pc:docMk/>
          <pc:sldMk cId="0" sldId="276"/>
        </pc:sldMkLst>
      </pc:sldChg>
      <pc:sldChg chg="del">
        <pc:chgData name="Cristiana Valente Meneses" userId="345535ea-53c0-4b5f-acee-328bfc75a748" providerId="ADAL" clId="{0F250CA3-BAA1-4545-802F-8A5E22310B02}" dt="2026-10-05T13:15:59.890" v="23" actId="47"/>
        <pc:sldMkLst>
          <pc:docMk/>
          <pc:sldMk cId="0" sldId="277"/>
        </pc:sldMkLst>
      </pc:sldChg>
      <pc:sldChg chg="modSp mod">
        <pc:chgData name="Cristiana Valente Meneses" userId="345535ea-53c0-4b5f-acee-328bfc75a748" providerId="ADAL" clId="{0F250CA3-BAA1-4545-802F-8A5E22310B02}" dt="2026-10-05T13:38:53.933" v="856" actId="1076"/>
        <pc:sldMkLst>
          <pc:docMk/>
          <pc:sldMk cId="0" sldId="279"/>
        </pc:sldMkLst>
        <pc:spChg chg="mod">
          <ac:chgData name="Cristiana Valente Meneses" userId="345535ea-53c0-4b5f-acee-328bfc75a748" providerId="ADAL" clId="{0F250CA3-BAA1-4545-802F-8A5E22310B02}" dt="2026-10-05T13:38:53.933" v="856" actId="1076"/>
          <ac:spMkLst>
            <pc:docMk/>
            <pc:sldMk cId="0" sldId="279"/>
            <ac:spMk id="350" creationId="{00000000-0000-0000-0000-000000000000}"/>
          </ac:spMkLst>
        </pc:spChg>
        <pc:spChg chg="mod">
          <ac:chgData name="Cristiana Valente Meneses" userId="345535ea-53c0-4b5f-acee-328bfc75a748" providerId="ADAL" clId="{0F250CA3-BAA1-4545-802F-8A5E22310B02}" dt="2026-10-05T13:38:07.053" v="837" actId="1076"/>
          <ac:spMkLst>
            <pc:docMk/>
            <pc:sldMk cId="0" sldId="279"/>
            <ac:spMk id="351" creationId="{00000000-0000-0000-0000-000000000000}"/>
          </ac:spMkLst>
        </pc:spChg>
      </pc:sldChg>
      <pc:sldChg chg="del">
        <pc:chgData name="Cristiana Valente Meneses" userId="345535ea-53c0-4b5f-acee-328bfc75a748" providerId="ADAL" clId="{0F250CA3-BAA1-4545-802F-8A5E22310B02}" dt="2026-10-05T13:35:49.310" v="518" actId="2696"/>
        <pc:sldMkLst>
          <pc:docMk/>
          <pc:sldMk cId="0" sldId="281"/>
        </pc:sldMkLst>
      </pc:sldChg>
      <pc:sldChg chg="del">
        <pc:chgData name="Cristiana Valente Meneses" userId="345535ea-53c0-4b5f-acee-328bfc75a748" providerId="ADAL" clId="{0F250CA3-BAA1-4545-802F-8A5E22310B02}" dt="2026-10-05T13:16:21.660" v="25" actId="47"/>
        <pc:sldMkLst>
          <pc:docMk/>
          <pc:sldMk cId="0" sldId="282"/>
        </pc:sldMkLst>
      </pc:sldChg>
      <pc:sldChg chg="del">
        <pc:chgData name="Cristiana Valente Meneses" userId="345535ea-53c0-4b5f-acee-328bfc75a748" providerId="ADAL" clId="{0F250CA3-BAA1-4545-802F-8A5E22310B02}" dt="2026-10-05T13:16:21.660" v="25" actId="47"/>
        <pc:sldMkLst>
          <pc:docMk/>
          <pc:sldMk cId="0" sldId="283"/>
        </pc:sldMkLst>
      </pc:sldChg>
      <pc:sldChg chg="del">
        <pc:chgData name="Cristiana Valente Meneses" userId="345535ea-53c0-4b5f-acee-328bfc75a748" providerId="ADAL" clId="{0F250CA3-BAA1-4545-802F-8A5E22310B02}" dt="2026-10-05T13:16:33.654" v="26" actId="2696"/>
        <pc:sldMkLst>
          <pc:docMk/>
          <pc:sldMk cId="0" sldId="285"/>
        </pc:sldMkLst>
      </pc:sldChg>
      <pc:sldChg chg="del ord">
        <pc:chgData name="Cristiana Valente Meneses" userId="345535ea-53c0-4b5f-acee-328bfc75a748" providerId="ADAL" clId="{0F250CA3-BAA1-4545-802F-8A5E22310B02}" dt="2026-10-05T13:36:21.115" v="521" actId="2696"/>
        <pc:sldMkLst>
          <pc:docMk/>
          <pc:sldMk cId="0" sldId="286"/>
        </pc:sldMkLst>
      </pc:sldChg>
      <pc:sldChg chg="del">
        <pc:chgData name="Cristiana Valente Meneses" userId="345535ea-53c0-4b5f-acee-328bfc75a748" providerId="ADAL" clId="{0F250CA3-BAA1-4545-802F-8A5E22310B02}" dt="2026-10-05T13:16:51.721" v="27" actId="47"/>
        <pc:sldMkLst>
          <pc:docMk/>
          <pc:sldMk cId="0" sldId="287"/>
        </pc:sldMkLst>
      </pc:sldChg>
      <pc:sldChg chg="del">
        <pc:chgData name="Cristiana Valente Meneses" userId="345535ea-53c0-4b5f-acee-328bfc75a748" providerId="ADAL" clId="{0F250CA3-BAA1-4545-802F-8A5E22310B02}" dt="2026-10-05T13:16:51.721" v="27" actId="47"/>
        <pc:sldMkLst>
          <pc:docMk/>
          <pc:sldMk cId="0" sldId="288"/>
        </pc:sldMkLst>
      </pc:sldChg>
      <pc:sldChg chg="del">
        <pc:chgData name="Cristiana Valente Meneses" userId="345535ea-53c0-4b5f-acee-328bfc75a748" providerId="ADAL" clId="{0F250CA3-BAA1-4545-802F-8A5E22310B02}" dt="2026-10-05T13:16:51.721" v="27" actId="47"/>
        <pc:sldMkLst>
          <pc:docMk/>
          <pc:sldMk cId="0" sldId="289"/>
        </pc:sldMkLst>
      </pc:sldChg>
      <pc:sldChg chg="del">
        <pc:chgData name="Cristiana Valente Meneses" userId="345535ea-53c0-4b5f-acee-328bfc75a748" providerId="ADAL" clId="{0F250CA3-BAA1-4545-802F-8A5E22310B02}" dt="2026-10-05T13:16:51.721" v="27" actId="47"/>
        <pc:sldMkLst>
          <pc:docMk/>
          <pc:sldMk cId="0" sldId="290"/>
        </pc:sldMkLst>
      </pc:sldChg>
      <pc:sldChg chg="del">
        <pc:chgData name="Cristiana Valente Meneses" userId="345535ea-53c0-4b5f-acee-328bfc75a748" providerId="ADAL" clId="{0F250CA3-BAA1-4545-802F-8A5E22310B02}" dt="2026-10-05T13:16:51.721" v="27" actId="47"/>
        <pc:sldMkLst>
          <pc:docMk/>
          <pc:sldMk cId="0" sldId="291"/>
        </pc:sldMkLst>
      </pc:sldChg>
      <pc:sldChg chg="del">
        <pc:chgData name="Cristiana Valente Meneses" userId="345535ea-53c0-4b5f-acee-328bfc75a748" providerId="ADAL" clId="{0F250CA3-BAA1-4545-802F-8A5E22310B02}" dt="2026-10-05T13:16:51.721" v="27" actId="47"/>
        <pc:sldMkLst>
          <pc:docMk/>
          <pc:sldMk cId="0" sldId="292"/>
        </pc:sldMkLst>
      </pc:sldChg>
      <pc:sldChg chg="del">
        <pc:chgData name="Cristiana Valente Meneses" userId="345535ea-53c0-4b5f-acee-328bfc75a748" providerId="ADAL" clId="{0F250CA3-BAA1-4545-802F-8A5E22310B02}" dt="2026-10-05T13:16:51.721" v="27" actId="47"/>
        <pc:sldMkLst>
          <pc:docMk/>
          <pc:sldMk cId="0" sldId="293"/>
        </pc:sldMkLst>
      </pc:sldChg>
      <pc:sldChg chg="del">
        <pc:chgData name="Cristiana Valente Meneses" userId="345535ea-53c0-4b5f-acee-328bfc75a748" providerId="ADAL" clId="{0F250CA3-BAA1-4545-802F-8A5E22310B02}" dt="2026-10-05T13:16:51.721" v="27" actId="47"/>
        <pc:sldMkLst>
          <pc:docMk/>
          <pc:sldMk cId="0" sldId="294"/>
        </pc:sldMkLst>
      </pc:sldChg>
      <pc:sldChg chg="add del">
        <pc:chgData name="Cristiana Valente Meneses" userId="345535ea-53c0-4b5f-acee-328bfc75a748" providerId="ADAL" clId="{0F250CA3-BAA1-4545-802F-8A5E22310B02}" dt="2026-10-05T13:14:54.551" v="19"/>
        <pc:sldMkLst>
          <pc:docMk/>
          <pc:sldMk cId="109455188" sldId="295"/>
        </pc:sldMkLst>
      </pc:sldChg>
      <pc:sldChg chg="add">
        <pc:chgData name="Cristiana Valente Meneses" userId="345535ea-53c0-4b5f-acee-328bfc75a748" providerId="ADAL" clId="{0F250CA3-BAA1-4545-802F-8A5E22310B02}" dt="2026-10-05T13:16:17.418" v="24"/>
        <pc:sldMkLst>
          <pc:docMk/>
          <pc:sldMk cId="2322529233" sldId="295"/>
        </pc:sldMkLst>
      </pc:sldChg>
      <pc:sldChg chg="add">
        <pc:chgData name="Cristiana Valente Meneses" userId="345535ea-53c0-4b5f-acee-328bfc75a748" providerId="ADAL" clId="{0F250CA3-BAA1-4545-802F-8A5E22310B02}" dt="2026-10-05T13:16:17.418" v="24"/>
        <pc:sldMkLst>
          <pc:docMk/>
          <pc:sldMk cId="1902798245" sldId="296"/>
        </pc:sldMkLst>
      </pc:sldChg>
      <pc:sldChg chg="delSp modSp add mod">
        <pc:chgData name="Cristiana Valente Meneses" userId="345535ea-53c0-4b5f-acee-328bfc75a748" providerId="ADAL" clId="{0F250CA3-BAA1-4545-802F-8A5E22310B02}" dt="2026-10-05T13:24:05.479" v="171" actId="1076"/>
        <pc:sldMkLst>
          <pc:docMk/>
          <pc:sldMk cId="1774981958" sldId="297"/>
        </pc:sldMkLst>
        <pc:spChg chg="mod">
          <ac:chgData name="Cristiana Valente Meneses" userId="345535ea-53c0-4b5f-acee-328bfc75a748" providerId="ADAL" clId="{0F250CA3-BAA1-4545-802F-8A5E22310B02}" dt="2026-10-05T13:21:10.495" v="110" actId="20577"/>
          <ac:spMkLst>
            <pc:docMk/>
            <pc:sldMk cId="1774981958" sldId="297"/>
            <ac:spMk id="126" creationId="{FA50515B-F781-8AEB-EE61-E35BA7478C9D}"/>
          </ac:spMkLst>
        </pc:spChg>
        <pc:spChg chg="mod">
          <ac:chgData name="Cristiana Valente Meneses" userId="345535ea-53c0-4b5f-acee-328bfc75a748" providerId="ADAL" clId="{0F250CA3-BAA1-4545-802F-8A5E22310B02}" dt="2026-10-05T13:24:05.479" v="171" actId="1076"/>
          <ac:spMkLst>
            <pc:docMk/>
            <pc:sldMk cId="1774981958" sldId="297"/>
            <ac:spMk id="127" creationId="{212D0143-1DE6-F510-4BC4-D26ADF54E926}"/>
          </ac:spMkLst>
        </pc:spChg>
        <pc:picChg chg="del">
          <ac:chgData name="Cristiana Valente Meneses" userId="345535ea-53c0-4b5f-acee-328bfc75a748" providerId="ADAL" clId="{0F250CA3-BAA1-4545-802F-8A5E22310B02}" dt="2026-10-05T13:23:11.606" v="140" actId="478"/>
          <ac:picMkLst>
            <pc:docMk/>
            <pc:sldMk cId="1774981958" sldId="297"/>
            <ac:picMk id="128" creationId="{75C74D2C-1F38-0944-B912-82EB1EF5EF4A}"/>
          </ac:picMkLst>
        </pc:picChg>
        <pc:picChg chg="del">
          <ac:chgData name="Cristiana Valente Meneses" userId="345535ea-53c0-4b5f-acee-328bfc75a748" providerId="ADAL" clId="{0F250CA3-BAA1-4545-802F-8A5E22310B02}" dt="2026-10-05T13:21:17.980" v="112" actId="478"/>
          <ac:picMkLst>
            <pc:docMk/>
            <pc:sldMk cId="1774981958" sldId="297"/>
            <ac:picMk id="129" creationId="{61E1D1D4-1CDB-6861-AF12-2EA04B3B0508}"/>
          </ac:picMkLst>
        </pc:picChg>
        <pc:picChg chg="del">
          <ac:chgData name="Cristiana Valente Meneses" userId="345535ea-53c0-4b5f-acee-328bfc75a748" providerId="ADAL" clId="{0F250CA3-BAA1-4545-802F-8A5E22310B02}" dt="2026-10-05T13:21:18.959" v="113" actId="478"/>
          <ac:picMkLst>
            <pc:docMk/>
            <pc:sldMk cId="1774981958" sldId="297"/>
            <ac:picMk id="130" creationId="{18D2B7A5-8450-21BA-9500-913551F31CB0}"/>
          </ac:picMkLst>
        </pc:picChg>
        <pc:picChg chg="del">
          <ac:chgData name="Cristiana Valente Meneses" userId="345535ea-53c0-4b5f-acee-328bfc75a748" providerId="ADAL" clId="{0F250CA3-BAA1-4545-802F-8A5E22310B02}" dt="2026-10-05T13:21:20.760" v="114" actId="478"/>
          <ac:picMkLst>
            <pc:docMk/>
            <pc:sldMk cId="1774981958" sldId="297"/>
            <ac:picMk id="131" creationId="{BB885A3A-0729-68AF-BBC0-781B61886330}"/>
          </ac:picMkLst>
        </pc:picChg>
        <pc:picChg chg="del">
          <ac:chgData name="Cristiana Valente Meneses" userId="345535ea-53c0-4b5f-acee-328bfc75a748" providerId="ADAL" clId="{0F250CA3-BAA1-4545-802F-8A5E22310B02}" dt="2026-10-05T13:21:21.895" v="115" actId="478"/>
          <ac:picMkLst>
            <pc:docMk/>
            <pc:sldMk cId="1774981958" sldId="297"/>
            <ac:picMk id="132" creationId="{E52F2379-4754-D996-4FCA-A716B0AF8F72}"/>
          </ac:picMkLst>
        </pc:picChg>
        <pc:picChg chg="del">
          <ac:chgData name="Cristiana Valente Meneses" userId="345535ea-53c0-4b5f-acee-328bfc75a748" providerId="ADAL" clId="{0F250CA3-BAA1-4545-802F-8A5E22310B02}" dt="2026-10-05T13:21:23.500" v="116" actId="478"/>
          <ac:picMkLst>
            <pc:docMk/>
            <pc:sldMk cId="1774981958" sldId="297"/>
            <ac:picMk id="133" creationId="{21B13A3F-63A1-7D3D-590F-F508DBD2BE03}"/>
          </ac:picMkLst>
        </pc:picChg>
        <pc:picChg chg="del">
          <ac:chgData name="Cristiana Valente Meneses" userId="345535ea-53c0-4b5f-acee-328bfc75a748" providerId="ADAL" clId="{0F250CA3-BAA1-4545-802F-8A5E22310B02}" dt="2026-10-05T13:21:25.216" v="117" actId="478"/>
          <ac:picMkLst>
            <pc:docMk/>
            <pc:sldMk cId="1774981958" sldId="297"/>
            <ac:picMk id="134" creationId="{77E41D92-0523-6E28-234E-A73CB4740069}"/>
          </ac:picMkLst>
        </pc:picChg>
      </pc:sldChg>
      <pc:sldChg chg="addSp delSp modSp add mod">
        <pc:chgData name="Cristiana Valente Meneses" userId="345535ea-53c0-4b5f-acee-328bfc75a748" providerId="ADAL" clId="{0F250CA3-BAA1-4545-802F-8A5E22310B02}" dt="2026-10-05T13:25:40.729" v="273" actId="1076"/>
        <pc:sldMkLst>
          <pc:docMk/>
          <pc:sldMk cId="266390592" sldId="298"/>
        </pc:sldMkLst>
        <pc:spChg chg="mod">
          <ac:chgData name="Cristiana Valente Meneses" userId="345535ea-53c0-4b5f-acee-328bfc75a748" providerId="ADAL" clId="{0F250CA3-BAA1-4545-802F-8A5E22310B02}" dt="2026-10-05T13:24:37.576" v="269" actId="20577"/>
          <ac:spMkLst>
            <pc:docMk/>
            <pc:sldMk cId="266390592" sldId="298"/>
            <ac:spMk id="126" creationId="{FE80E447-1C61-6DC7-D6D1-C23B0BEB5D2C}"/>
          </ac:spMkLst>
        </pc:spChg>
        <pc:spChg chg="del">
          <ac:chgData name="Cristiana Valente Meneses" userId="345535ea-53c0-4b5f-acee-328bfc75a748" providerId="ADAL" clId="{0F250CA3-BAA1-4545-802F-8A5E22310B02}" dt="2026-10-05T13:24:40.453" v="270" actId="478"/>
          <ac:spMkLst>
            <pc:docMk/>
            <pc:sldMk cId="266390592" sldId="298"/>
            <ac:spMk id="127" creationId="{F8C323CC-5B85-8B51-0E33-D25548616D87}"/>
          </ac:spMkLst>
        </pc:spChg>
        <pc:picChg chg="add mod">
          <ac:chgData name="Cristiana Valente Meneses" userId="345535ea-53c0-4b5f-acee-328bfc75a748" providerId="ADAL" clId="{0F250CA3-BAA1-4545-802F-8A5E22310B02}" dt="2026-10-05T13:25:40.729" v="273" actId="1076"/>
          <ac:picMkLst>
            <pc:docMk/>
            <pc:sldMk cId="266390592" sldId="298"/>
            <ac:picMk id="3" creationId="{A6259FC2-0EBE-21CC-459E-99291AEF67D9}"/>
          </ac:picMkLst>
        </pc:picChg>
      </pc:sldChg>
      <pc:sldChg chg="addSp delSp modSp add mod ord">
        <pc:chgData name="Cristiana Valente Meneses" userId="345535ea-53c0-4b5f-acee-328bfc75a748" providerId="ADAL" clId="{0F250CA3-BAA1-4545-802F-8A5E22310B02}" dt="2026-10-05T13:29:52.619" v="376" actId="20577"/>
        <pc:sldMkLst>
          <pc:docMk/>
          <pc:sldMk cId="2916313553" sldId="299"/>
        </pc:sldMkLst>
        <pc:spChg chg="add mod">
          <ac:chgData name="Cristiana Valente Meneses" userId="345535ea-53c0-4b5f-acee-328bfc75a748" providerId="ADAL" clId="{0F250CA3-BAA1-4545-802F-8A5E22310B02}" dt="2026-10-05T13:29:49.502" v="372" actId="1076"/>
          <ac:spMkLst>
            <pc:docMk/>
            <pc:sldMk cId="2916313553" sldId="299"/>
            <ac:spMk id="4" creationId="{EDE1869A-DC94-5B43-81EE-B0FAD823D11E}"/>
          </ac:spMkLst>
        </pc:spChg>
        <pc:spChg chg="mod">
          <ac:chgData name="Cristiana Valente Meneses" userId="345535ea-53c0-4b5f-acee-328bfc75a748" providerId="ADAL" clId="{0F250CA3-BAA1-4545-802F-8A5E22310B02}" dt="2026-10-05T13:29:52.619" v="376" actId="20577"/>
          <ac:spMkLst>
            <pc:docMk/>
            <pc:sldMk cId="2916313553" sldId="299"/>
            <ac:spMk id="126" creationId="{F336B10A-3BCD-8718-53E3-BA071E4CE8EE}"/>
          </ac:spMkLst>
        </pc:spChg>
        <pc:picChg chg="del">
          <ac:chgData name="Cristiana Valente Meneses" userId="345535ea-53c0-4b5f-acee-328bfc75a748" providerId="ADAL" clId="{0F250CA3-BAA1-4545-802F-8A5E22310B02}" dt="2026-10-05T13:26:18.302" v="306" actId="478"/>
          <ac:picMkLst>
            <pc:docMk/>
            <pc:sldMk cId="2916313553" sldId="299"/>
            <ac:picMk id="3" creationId="{3AB93F5B-98A3-2924-55D4-A366884EA2A1}"/>
          </ac:picMkLst>
        </pc:picChg>
      </pc:sldChg>
      <pc:sldChg chg="add del">
        <pc:chgData name="Cristiana Valente Meneses" userId="345535ea-53c0-4b5f-acee-328bfc75a748" providerId="ADAL" clId="{0F250CA3-BAA1-4545-802F-8A5E22310B02}" dt="2026-10-05T13:28:49.315" v="334" actId="2890"/>
        <pc:sldMkLst>
          <pc:docMk/>
          <pc:sldMk cId="1690753767" sldId="300"/>
        </pc:sldMkLst>
      </pc:sldChg>
      <pc:sldChg chg="modSp add mod">
        <pc:chgData name="Cristiana Valente Meneses" userId="345535ea-53c0-4b5f-acee-328bfc75a748" providerId="ADAL" clId="{0F250CA3-BAA1-4545-802F-8A5E22310B02}" dt="2026-10-05T13:30:41.592" v="472" actId="1076"/>
        <pc:sldMkLst>
          <pc:docMk/>
          <pc:sldMk cId="3654164934" sldId="300"/>
        </pc:sldMkLst>
        <pc:spChg chg="mod">
          <ac:chgData name="Cristiana Valente Meneses" userId="345535ea-53c0-4b5f-acee-328bfc75a748" providerId="ADAL" clId="{0F250CA3-BAA1-4545-802F-8A5E22310B02}" dt="2026-10-05T13:30:38.487" v="471" actId="20577"/>
          <ac:spMkLst>
            <pc:docMk/>
            <pc:sldMk cId="3654164934" sldId="300"/>
            <ac:spMk id="371" creationId="{ED624923-A361-B290-C427-AB984095DDF8}"/>
          </ac:spMkLst>
        </pc:spChg>
        <pc:picChg chg="mod">
          <ac:chgData name="Cristiana Valente Meneses" userId="345535ea-53c0-4b5f-acee-328bfc75a748" providerId="ADAL" clId="{0F250CA3-BAA1-4545-802F-8A5E22310B02}" dt="2026-10-05T13:30:41.592" v="472" actId="1076"/>
          <ac:picMkLst>
            <pc:docMk/>
            <pc:sldMk cId="3654164934" sldId="300"/>
            <ac:picMk id="370" creationId="{1FCC3526-8387-F163-7881-E458B1CBC466}"/>
          </ac:picMkLst>
        </pc:picChg>
      </pc:sldChg>
      <pc:sldChg chg="delSp modSp add del mod">
        <pc:chgData name="Cristiana Valente Meneses" userId="345535ea-53c0-4b5f-acee-328bfc75a748" providerId="ADAL" clId="{0F250CA3-BAA1-4545-802F-8A5E22310B02}" dt="2026-10-05T13:34:53.594" v="514" actId="47"/>
        <pc:sldMkLst>
          <pc:docMk/>
          <pc:sldMk cId="542382200" sldId="301"/>
        </pc:sldMkLst>
        <pc:spChg chg="mod">
          <ac:chgData name="Cristiana Valente Meneses" userId="345535ea-53c0-4b5f-acee-328bfc75a748" providerId="ADAL" clId="{0F250CA3-BAA1-4545-802F-8A5E22310B02}" dt="2026-10-05T13:30:55.742" v="487" actId="5793"/>
          <ac:spMkLst>
            <pc:docMk/>
            <pc:sldMk cId="542382200" sldId="301"/>
            <ac:spMk id="371" creationId="{81138C85-F41B-D44D-CC44-49172954BE83}"/>
          </ac:spMkLst>
        </pc:spChg>
        <pc:spChg chg="del">
          <ac:chgData name="Cristiana Valente Meneses" userId="345535ea-53c0-4b5f-acee-328bfc75a748" providerId="ADAL" clId="{0F250CA3-BAA1-4545-802F-8A5E22310B02}" dt="2026-10-05T13:30:59.437" v="488" actId="478"/>
          <ac:spMkLst>
            <pc:docMk/>
            <pc:sldMk cId="542382200" sldId="301"/>
            <ac:spMk id="374" creationId="{D5E9470C-9C9D-480F-27BF-6501A8F0E4C8}"/>
          </ac:spMkLst>
        </pc:spChg>
        <pc:picChg chg="del">
          <ac:chgData name="Cristiana Valente Meneses" userId="345535ea-53c0-4b5f-acee-328bfc75a748" providerId="ADAL" clId="{0F250CA3-BAA1-4545-802F-8A5E22310B02}" dt="2026-10-05T13:30:48.498" v="474" actId="478"/>
          <ac:picMkLst>
            <pc:docMk/>
            <pc:sldMk cId="542382200" sldId="301"/>
            <ac:picMk id="373" creationId="{EE7649AF-C6ED-54AF-3AFB-042A72208FA8}"/>
          </ac:picMkLst>
        </pc:picChg>
      </pc:sldChg>
      <pc:sldChg chg="addSp modSp add mod ord">
        <pc:chgData name="Cristiana Valente Meneses" userId="345535ea-53c0-4b5f-acee-328bfc75a748" providerId="ADAL" clId="{0F250CA3-BAA1-4545-802F-8A5E22310B02}" dt="2026-10-05T13:40:00.377" v="919"/>
        <pc:sldMkLst>
          <pc:docMk/>
          <pc:sldMk cId="220400137" sldId="302"/>
        </pc:sldMkLst>
        <pc:spChg chg="mod">
          <ac:chgData name="Cristiana Valente Meneses" userId="345535ea-53c0-4b5f-acee-328bfc75a748" providerId="ADAL" clId="{0F250CA3-BAA1-4545-802F-8A5E22310B02}" dt="2026-10-05T13:32:44.431" v="511" actId="20577"/>
          <ac:spMkLst>
            <pc:docMk/>
            <pc:sldMk cId="220400137" sldId="302"/>
            <ac:spMk id="371" creationId="{0D78EA45-B177-A008-D79B-A6C0889A2F98}"/>
          </ac:spMkLst>
        </pc:spChg>
        <pc:picChg chg="add mod">
          <ac:chgData name="Cristiana Valente Meneses" userId="345535ea-53c0-4b5f-acee-328bfc75a748" providerId="ADAL" clId="{0F250CA3-BAA1-4545-802F-8A5E22310B02}" dt="2026-10-05T13:32:37.736" v="492" actId="1076"/>
          <ac:picMkLst>
            <pc:docMk/>
            <pc:sldMk cId="220400137" sldId="302"/>
            <ac:picMk id="3" creationId="{A6A9D385-BE2B-5C44-610B-17A218F1317E}"/>
          </ac:picMkLst>
        </pc:picChg>
      </pc:sldChg>
      <pc:sldChg chg="addSp delSp modSp add mod">
        <pc:chgData name="Cristiana Valente Meneses" userId="345535ea-53c0-4b5f-acee-328bfc75a748" providerId="ADAL" clId="{0F250CA3-BAA1-4545-802F-8A5E22310B02}" dt="2026-10-05T13:42:16.553" v="1048"/>
        <pc:sldMkLst>
          <pc:docMk/>
          <pc:sldMk cId="1087767699" sldId="303"/>
        </pc:sldMkLst>
        <pc:spChg chg="mod">
          <ac:chgData name="Cristiana Valente Meneses" userId="345535ea-53c0-4b5f-acee-328bfc75a748" providerId="ADAL" clId="{0F250CA3-BAA1-4545-802F-8A5E22310B02}" dt="2026-10-05T13:42:16.553" v="1048"/>
          <ac:spMkLst>
            <pc:docMk/>
            <pc:sldMk cId="1087767699" sldId="303"/>
            <ac:spMk id="371" creationId="{5823C3C3-A1EF-C4B6-64F2-5F4F159CB423}"/>
          </ac:spMkLst>
        </pc:spChg>
        <pc:picChg chg="del">
          <ac:chgData name="Cristiana Valente Meneses" userId="345535ea-53c0-4b5f-acee-328bfc75a748" providerId="ADAL" clId="{0F250CA3-BAA1-4545-802F-8A5E22310B02}" dt="2026-10-05T13:41:35.018" v="1039" actId="478"/>
          <ac:picMkLst>
            <pc:docMk/>
            <pc:sldMk cId="1087767699" sldId="303"/>
            <ac:picMk id="3" creationId="{A7D37B61-824F-C175-C9E0-AFAF19B0723F}"/>
          </ac:picMkLst>
        </pc:picChg>
        <pc:picChg chg="add mod">
          <ac:chgData name="Cristiana Valente Meneses" userId="345535ea-53c0-4b5f-acee-328bfc75a748" providerId="ADAL" clId="{0F250CA3-BAA1-4545-802F-8A5E22310B02}" dt="2026-10-05T13:42:07.864" v="1044" actId="1076"/>
          <ac:picMkLst>
            <pc:docMk/>
            <pc:sldMk cId="1087767699" sldId="303"/>
            <ac:picMk id="4" creationId="{5955D658-C0BC-AB32-FB93-E854A37235C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b2c93a90a_2_43:notes"/>
          <p:cNvSpPr txBox="1">
            <a:spLocks noGrp="1"/>
          </p:cNvSpPr>
          <p:nvPr>
            <p:ph type="body" idx="1"/>
          </p:nvPr>
        </p:nvSpPr>
        <p:spPr>
          <a:xfrm>
            <a:off x="686592" y="4400720"/>
            <a:ext cx="5486410" cy="3599905"/>
          </a:xfrm>
          <a:prstGeom prst="rect">
            <a:avLst/>
          </a:prstGeom>
        </p:spPr>
        <p:txBody>
          <a:bodyPr spcFirstLastPara="1" wrap="square" lIns="89575" tIns="89575" rIns="89575" bIns="89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35b2c93a90a_2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630" y="1143376"/>
            <a:ext cx="5774336" cy="30860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b2c93a90a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35b2c93a90a_2_69:notes"/>
          <p:cNvSpPr txBox="1">
            <a:spLocks noGrp="1"/>
          </p:cNvSpPr>
          <p:nvPr>
            <p:ph type="body" idx="1"/>
          </p:nvPr>
        </p:nvSpPr>
        <p:spPr>
          <a:xfrm>
            <a:off x="686592" y="4400720"/>
            <a:ext cx="5486410" cy="359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75" tIns="44775" rIns="89575" bIns="447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24" name="Google Shape;124;g35b2c93a90a_2_69:notes"/>
          <p:cNvSpPr txBox="1">
            <a:spLocks noGrp="1"/>
          </p:cNvSpPr>
          <p:nvPr>
            <p:ph type="sldNum" idx="12"/>
          </p:nvPr>
        </p:nvSpPr>
        <p:spPr>
          <a:xfrm>
            <a:off x="3883835" y="8685749"/>
            <a:ext cx="2972596" cy="458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75" tIns="44775" rIns="89575" bIns="447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400"/>
              <a:t>2</a:t>
            </a:fld>
            <a:endParaRPr sz="1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8ACDB4EA-927D-229C-E155-805D76C5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b2c93a90a_2_69:notes">
            <a:extLst>
              <a:ext uri="{FF2B5EF4-FFF2-40B4-BE49-F238E27FC236}">
                <a16:creationId xmlns:a16="http://schemas.microsoft.com/office/drawing/2014/main" id="{03F95543-CE6E-E55A-70FC-5AF275B381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35b2c93a90a_2_69:notes">
            <a:extLst>
              <a:ext uri="{FF2B5EF4-FFF2-40B4-BE49-F238E27FC236}">
                <a16:creationId xmlns:a16="http://schemas.microsoft.com/office/drawing/2014/main" id="{09E5C888-0206-043F-F741-B5AA4B30EC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592" y="4400720"/>
            <a:ext cx="5486410" cy="359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75" tIns="44775" rIns="89575" bIns="447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24" name="Google Shape;124;g35b2c93a90a_2_69:notes">
            <a:extLst>
              <a:ext uri="{FF2B5EF4-FFF2-40B4-BE49-F238E27FC236}">
                <a16:creationId xmlns:a16="http://schemas.microsoft.com/office/drawing/2014/main" id="{83BD25A1-D994-4D71-133C-9B49B5AB81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3835" y="8685749"/>
            <a:ext cx="2972596" cy="458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75" tIns="44775" rIns="89575" bIns="447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400"/>
              <a:t>3</a:t>
            </a:fld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46564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83DE5EFC-5996-E36F-0D90-7799B7C8A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b2c93a90a_2_69:notes">
            <a:extLst>
              <a:ext uri="{FF2B5EF4-FFF2-40B4-BE49-F238E27FC236}">
                <a16:creationId xmlns:a16="http://schemas.microsoft.com/office/drawing/2014/main" id="{581920C0-5AC1-D2A9-F1CB-1E01595043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35b2c93a90a_2_69:notes">
            <a:extLst>
              <a:ext uri="{FF2B5EF4-FFF2-40B4-BE49-F238E27FC236}">
                <a16:creationId xmlns:a16="http://schemas.microsoft.com/office/drawing/2014/main" id="{F82191C2-54C1-615E-73C1-8ADB8D1C4A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592" y="4400720"/>
            <a:ext cx="5486410" cy="359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75" tIns="44775" rIns="89575" bIns="447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24" name="Google Shape;124;g35b2c93a90a_2_69:notes">
            <a:extLst>
              <a:ext uri="{FF2B5EF4-FFF2-40B4-BE49-F238E27FC236}">
                <a16:creationId xmlns:a16="http://schemas.microsoft.com/office/drawing/2014/main" id="{C1F194FF-1AAD-38A7-37E4-D0FF694945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3835" y="8685749"/>
            <a:ext cx="2972596" cy="458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75" tIns="44775" rIns="89575" bIns="447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400"/>
              <a:t>4</a:t>
            </a:fld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473278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0413CE92-EA19-0883-BAF0-C7D8882F6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b2c93a90a_2_69:notes">
            <a:extLst>
              <a:ext uri="{FF2B5EF4-FFF2-40B4-BE49-F238E27FC236}">
                <a16:creationId xmlns:a16="http://schemas.microsoft.com/office/drawing/2014/main" id="{F361E409-4449-2BB6-E874-B266BBC561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35b2c93a90a_2_69:notes">
            <a:extLst>
              <a:ext uri="{FF2B5EF4-FFF2-40B4-BE49-F238E27FC236}">
                <a16:creationId xmlns:a16="http://schemas.microsoft.com/office/drawing/2014/main" id="{03EAD971-DB75-EC7B-DDD1-3215105528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592" y="4400720"/>
            <a:ext cx="5486410" cy="359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75" tIns="44775" rIns="89575" bIns="447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24" name="Google Shape;124;g35b2c93a90a_2_69:notes">
            <a:extLst>
              <a:ext uri="{FF2B5EF4-FFF2-40B4-BE49-F238E27FC236}">
                <a16:creationId xmlns:a16="http://schemas.microsoft.com/office/drawing/2014/main" id="{D02571C9-BB6D-5D42-1333-34DA5C42C4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3835" y="8685749"/>
            <a:ext cx="2972596" cy="458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75" tIns="44775" rIns="89575" bIns="447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400"/>
              <a:t>5</a:t>
            </a:fld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479463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>
          <a:extLst>
            <a:ext uri="{FF2B5EF4-FFF2-40B4-BE49-F238E27FC236}">
              <a16:creationId xmlns:a16="http://schemas.microsoft.com/office/drawing/2014/main" id="{F483E752-5CD6-031B-6DB5-FE0B0B0E1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5b2c93a90a_2_288:notes">
            <a:extLst>
              <a:ext uri="{FF2B5EF4-FFF2-40B4-BE49-F238E27FC236}">
                <a16:creationId xmlns:a16="http://schemas.microsoft.com/office/drawing/2014/main" id="{67654564-5F39-5818-9056-C3A5F5A649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592" y="4400720"/>
            <a:ext cx="5486410" cy="3599905"/>
          </a:xfrm>
          <a:prstGeom prst="rect">
            <a:avLst/>
          </a:prstGeom>
        </p:spPr>
        <p:txBody>
          <a:bodyPr spcFirstLastPara="1" wrap="square" lIns="89575" tIns="89575" rIns="89575" bIns="89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35b2c93a90a_2_288:notes">
            <a:extLst>
              <a:ext uri="{FF2B5EF4-FFF2-40B4-BE49-F238E27FC236}">
                <a16:creationId xmlns:a16="http://schemas.microsoft.com/office/drawing/2014/main" id="{863E2B7C-70E9-2159-9867-BC8C2DD124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3041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>
          <a:extLst>
            <a:ext uri="{FF2B5EF4-FFF2-40B4-BE49-F238E27FC236}">
              <a16:creationId xmlns:a16="http://schemas.microsoft.com/office/drawing/2014/main" id="{AE8AE1A7-DED0-3190-28F7-4BB1FEDA8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5b2c93a90a_2_288:notes">
            <a:extLst>
              <a:ext uri="{FF2B5EF4-FFF2-40B4-BE49-F238E27FC236}">
                <a16:creationId xmlns:a16="http://schemas.microsoft.com/office/drawing/2014/main" id="{C5D34E95-ABC4-786F-9356-69E078DEEB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592" y="4400720"/>
            <a:ext cx="5486410" cy="3599905"/>
          </a:xfrm>
          <a:prstGeom prst="rect">
            <a:avLst/>
          </a:prstGeom>
        </p:spPr>
        <p:txBody>
          <a:bodyPr spcFirstLastPara="1" wrap="square" lIns="89575" tIns="89575" rIns="89575" bIns="89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35b2c93a90a_2_288:notes">
            <a:extLst>
              <a:ext uri="{FF2B5EF4-FFF2-40B4-BE49-F238E27FC236}">
                <a16:creationId xmlns:a16="http://schemas.microsoft.com/office/drawing/2014/main" id="{EDD64D24-1E32-AF9F-533C-598592DEDA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7222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>
          <a:extLst>
            <a:ext uri="{FF2B5EF4-FFF2-40B4-BE49-F238E27FC236}">
              <a16:creationId xmlns:a16="http://schemas.microsoft.com/office/drawing/2014/main" id="{37C40848-5F6F-A72F-9DE4-7E9300B9A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5b2c93a90a_2_288:notes">
            <a:extLst>
              <a:ext uri="{FF2B5EF4-FFF2-40B4-BE49-F238E27FC236}">
                <a16:creationId xmlns:a16="http://schemas.microsoft.com/office/drawing/2014/main" id="{A60EAB65-3F46-3F3A-8B6E-9E4D32DB8B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592" y="4400720"/>
            <a:ext cx="5486410" cy="3599905"/>
          </a:xfrm>
          <a:prstGeom prst="rect">
            <a:avLst/>
          </a:prstGeom>
        </p:spPr>
        <p:txBody>
          <a:bodyPr spcFirstLastPara="1" wrap="square" lIns="89575" tIns="89575" rIns="89575" bIns="89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35b2c93a90a_2_288:notes">
            <a:extLst>
              <a:ext uri="{FF2B5EF4-FFF2-40B4-BE49-F238E27FC236}">
                <a16:creationId xmlns:a16="http://schemas.microsoft.com/office/drawing/2014/main" id="{8825A4AC-C9AB-4E3D-F73A-6A39474940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5646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b2c93a90a_2_83:notes"/>
          <p:cNvSpPr txBox="1">
            <a:spLocks noGrp="1"/>
          </p:cNvSpPr>
          <p:nvPr>
            <p:ph type="body" idx="1"/>
          </p:nvPr>
        </p:nvSpPr>
        <p:spPr>
          <a:xfrm>
            <a:off x="686592" y="4400720"/>
            <a:ext cx="5486410" cy="3599905"/>
          </a:xfrm>
          <a:prstGeom prst="rect">
            <a:avLst/>
          </a:prstGeom>
        </p:spPr>
        <p:txBody>
          <a:bodyPr spcFirstLastPara="1" wrap="square" lIns="89575" tIns="89575" rIns="89575" bIns="89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5b2c93a90a_2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b2c93a90a_2_99:notes"/>
          <p:cNvSpPr txBox="1">
            <a:spLocks noGrp="1"/>
          </p:cNvSpPr>
          <p:nvPr>
            <p:ph type="body" idx="1"/>
          </p:nvPr>
        </p:nvSpPr>
        <p:spPr>
          <a:xfrm>
            <a:off x="686592" y="4400720"/>
            <a:ext cx="5486410" cy="3599905"/>
          </a:xfrm>
          <a:prstGeom prst="rect">
            <a:avLst/>
          </a:prstGeom>
        </p:spPr>
        <p:txBody>
          <a:bodyPr spcFirstLastPara="1" wrap="square" lIns="89575" tIns="89575" rIns="89575" bIns="89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5b2c93a90a_2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b2c93a90a_2_135:notes"/>
          <p:cNvSpPr txBox="1">
            <a:spLocks noGrp="1"/>
          </p:cNvSpPr>
          <p:nvPr>
            <p:ph type="body" idx="1"/>
          </p:nvPr>
        </p:nvSpPr>
        <p:spPr>
          <a:xfrm>
            <a:off x="686592" y="4400720"/>
            <a:ext cx="5486410" cy="3599905"/>
          </a:xfrm>
          <a:prstGeom prst="rect">
            <a:avLst/>
          </a:prstGeom>
        </p:spPr>
        <p:txBody>
          <a:bodyPr spcFirstLastPara="1" wrap="square" lIns="89575" tIns="89575" rIns="89575" bIns="89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35b2c93a90a_2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>
          <a:extLst>
            <a:ext uri="{FF2B5EF4-FFF2-40B4-BE49-F238E27FC236}">
              <a16:creationId xmlns:a16="http://schemas.microsoft.com/office/drawing/2014/main" id="{94B763FF-CAF5-3718-3FE9-73E25D9EA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5b2c93a90a_2_300:notes">
            <a:extLst>
              <a:ext uri="{FF2B5EF4-FFF2-40B4-BE49-F238E27FC236}">
                <a16:creationId xmlns:a16="http://schemas.microsoft.com/office/drawing/2014/main" id="{5A195CF8-C21C-D8AE-2A26-7D084F107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592" y="4400720"/>
            <a:ext cx="5486410" cy="3599905"/>
          </a:xfrm>
          <a:prstGeom prst="rect">
            <a:avLst/>
          </a:prstGeom>
        </p:spPr>
        <p:txBody>
          <a:bodyPr spcFirstLastPara="1" wrap="square" lIns="89575" tIns="89575" rIns="89575" bIns="89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g35b2c93a90a_2_300:notes">
            <a:extLst>
              <a:ext uri="{FF2B5EF4-FFF2-40B4-BE49-F238E27FC236}">
                <a16:creationId xmlns:a16="http://schemas.microsoft.com/office/drawing/2014/main" id="{0306FC5D-5F86-854D-E9CC-F1DF08CA8A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14760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24BF54DF-EE0B-BB9A-44D6-877D35C73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5b2c93a90a_2_315:notes">
            <a:extLst>
              <a:ext uri="{FF2B5EF4-FFF2-40B4-BE49-F238E27FC236}">
                <a16:creationId xmlns:a16="http://schemas.microsoft.com/office/drawing/2014/main" id="{48DA2A20-8ECB-524E-8E17-D8DD8C1D2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592" y="4400720"/>
            <a:ext cx="5486410" cy="3599905"/>
          </a:xfrm>
          <a:prstGeom prst="rect">
            <a:avLst/>
          </a:prstGeom>
        </p:spPr>
        <p:txBody>
          <a:bodyPr spcFirstLastPara="1" wrap="square" lIns="89575" tIns="89575" rIns="89575" bIns="89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35b2c93a90a_2_315:notes">
            <a:extLst>
              <a:ext uri="{FF2B5EF4-FFF2-40B4-BE49-F238E27FC236}">
                <a16:creationId xmlns:a16="http://schemas.microsoft.com/office/drawing/2014/main" id="{5A3A5EEE-84A6-80F2-4DA5-A6A8A1A08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4764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b2c93a90a_2_147:notes"/>
          <p:cNvSpPr txBox="1">
            <a:spLocks noGrp="1"/>
          </p:cNvSpPr>
          <p:nvPr>
            <p:ph type="body" idx="1"/>
          </p:nvPr>
        </p:nvSpPr>
        <p:spPr>
          <a:xfrm>
            <a:off x="686592" y="4400720"/>
            <a:ext cx="5486410" cy="3599905"/>
          </a:xfrm>
          <a:prstGeom prst="rect">
            <a:avLst/>
          </a:prstGeom>
        </p:spPr>
        <p:txBody>
          <a:bodyPr spcFirstLastPara="1" wrap="square" lIns="89575" tIns="89575" rIns="89575" bIns="89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5b2c93a90a_2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42630" y="1143376"/>
            <a:ext cx="5774336" cy="30860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5b2c93a90a_2_259:notes"/>
          <p:cNvSpPr txBox="1">
            <a:spLocks noGrp="1"/>
          </p:cNvSpPr>
          <p:nvPr>
            <p:ph type="body" idx="1"/>
          </p:nvPr>
        </p:nvSpPr>
        <p:spPr>
          <a:xfrm>
            <a:off x="686592" y="4400720"/>
            <a:ext cx="5486410" cy="3599905"/>
          </a:xfrm>
          <a:prstGeom prst="rect">
            <a:avLst/>
          </a:prstGeom>
        </p:spPr>
        <p:txBody>
          <a:bodyPr spcFirstLastPara="1" wrap="square" lIns="89575" tIns="89575" rIns="89575" bIns="89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35b2c93a90a_2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5b2c93a90a_2_269:notes"/>
          <p:cNvSpPr txBox="1">
            <a:spLocks noGrp="1"/>
          </p:cNvSpPr>
          <p:nvPr>
            <p:ph type="body" idx="1"/>
          </p:nvPr>
        </p:nvSpPr>
        <p:spPr>
          <a:xfrm>
            <a:off x="686592" y="4400720"/>
            <a:ext cx="5486410" cy="3599905"/>
          </a:xfrm>
          <a:prstGeom prst="rect">
            <a:avLst/>
          </a:prstGeom>
        </p:spPr>
        <p:txBody>
          <a:bodyPr spcFirstLastPara="1" wrap="square" lIns="89575" tIns="89575" rIns="89575" bIns="89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35b2c93a90a_2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5b2c93a90a_2_279:notes"/>
          <p:cNvSpPr txBox="1">
            <a:spLocks noGrp="1"/>
          </p:cNvSpPr>
          <p:nvPr>
            <p:ph type="body" idx="1"/>
          </p:nvPr>
        </p:nvSpPr>
        <p:spPr>
          <a:xfrm>
            <a:off x="686592" y="4400720"/>
            <a:ext cx="5486410" cy="3599905"/>
          </a:xfrm>
          <a:prstGeom prst="rect">
            <a:avLst/>
          </a:prstGeom>
        </p:spPr>
        <p:txBody>
          <a:bodyPr spcFirstLastPara="1" wrap="square" lIns="89575" tIns="89575" rIns="89575" bIns="89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35b2c93a90a_2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5b2c93a90a_2_331:notes"/>
          <p:cNvSpPr txBox="1">
            <a:spLocks noGrp="1"/>
          </p:cNvSpPr>
          <p:nvPr>
            <p:ph type="body" idx="1"/>
          </p:nvPr>
        </p:nvSpPr>
        <p:spPr>
          <a:xfrm>
            <a:off x="686592" y="4400720"/>
            <a:ext cx="5486410" cy="3599905"/>
          </a:xfrm>
          <a:prstGeom prst="rect">
            <a:avLst/>
          </a:prstGeom>
        </p:spPr>
        <p:txBody>
          <a:bodyPr spcFirstLastPara="1" wrap="square" lIns="89575" tIns="89575" rIns="89575" bIns="89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g35b2c93a90a_2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Slide de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106959" y="4654011"/>
            <a:ext cx="38641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cxnSp>
        <p:nvCxnSpPr>
          <p:cNvPr id="54" name="Google Shape;54;p15"/>
          <p:cNvCxnSpPr/>
          <p:nvPr/>
        </p:nvCxnSpPr>
        <p:spPr>
          <a:xfrm>
            <a:off x="591424" y="6292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0346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5" name="Google Shape;5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73642" y="153849"/>
            <a:ext cx="724249" cy="1995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" name="Google Shape;56;p15"/>
          <p:cNvCxnSpPr/>
          <p:nvPr/>
        </p:nvCxnSpPr>
        <p:spPr>
          <a:xfrm rot="10800000">
            <a:off x="7719969" y="471881"/>
            <a:ext cx="1277923" cy="0"/>
          </a:xfrm>
          <a:prstGeom prst="straightConnector1">
            <a:avLst/>
          </a:prstGeom>
          <a:noFill/>
          <a:ln w="28575" cap="flat" cmpd="sng">
            <a:solidFill>
              <a:srgbClr val="0C63A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5"/>
          <p:cNvSpPr/>
          <p:nvPr/>
        </p:nvSpPr>
        <p:spPr>
          <a:xfrm rot="-8100000">
            <a:off x="-106960" y="2471082"/>
            <a:ext cx="213919" cy="213919"/>
          </a:xfrm>
          <a:prstGeom prst="rtTriangle">
            <a:avLst/>
          </a:prstGeom>
          <a:solidFill>
            <a:srgbClr val="0C63A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" name="Google Shape;58;p15"/>
          <p:cNvCxnSpPr/>
          <p:nvPr/>
        </p:nvCxnSpPr>
        <p:spPr>
          <a:xfrm>
            <a:off x="151262" y="4589215"/>
            <a:ext cx="0" cy="125835"/>
          </a:xfrm>
          <a:prstGeom prst="straightConnector1">
            <a:avLst/>
          </a:prstGeom>
          <a:noFill/>
          <a:ln w="12700" cap="flat" cmpd="sng">
            <a:solidFill>
              <a:srgbClr val="0C63A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lide de Título">
  <p:cSld name="3_Slide de Título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106959" y="4654011"/>
            <a:ext cx="38641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cxnSp>
        <p:nvCxnSpPr>
          <p:cNvPr id="61" name="Google Shape;61;p16"/>
          <p:cNvCxnSpPr/>
          <p:nvPr/>
        </p:nvCxnSpPr>
        <p:spPr>
          <a:xfrm>
            <a:off x="591424" y="6292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0346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2" name="Google Shape;6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73642" y="153849"/>
            <a:ext cx="724249" cy="1995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16"/>
          <p:cNvCxnSpPr/>
          <p:nvPr/>
        </p:nvCxnSpPr>
        <p:spPr>
          <a:xfrm rot="10800000">
            <a:off x="7719969" y="471881"/>
            <a:ext cx="1277923" cy="0"/>
          </a:xfrm>
          <a:prstGeom prst="straightConnector1">
            <a:avLst/>
          </a:prstGeom>
          <a:noFill/>
          <a:ln w="28575" cap="flat" cmpd="sng">
            <a:solidFill>
              <a:srgbClr val="0C63A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6"/>
          <p:cNvSpPr/>
          <p:nvPr/>
        </p:nvSpPr>
        <p:spPr>
          <a:xfrm rot="-8100000">
            <a:off x="-106960" y="2471082"/>
            <a:ext cx="213919" cy="213919"/>
          </a:xfrm>
          <a:prstGeom prst="rtTriangle">
            <a:avLst/>
          </a:prstGeom>
          <a:solidFill>
            <a:srgbClr val="0C63A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p16"/>
          <p:cNvCxnSpPr/>
          <p:nvPr/>
        </p:nvCxnSpPr>
        <p:spPr>
          <a:xfrm>
            <a:off x="151262" y="4589215"/>
            <a:ext cx="0" cy="125835"/>
          </a:xfrm>
          <a:prstGeom prst="straightConnector1">
            <a:avLst/>
          </a:prstGeom>
          <a:noFill/>
          <a:ln w="12700" cap="flat" cmpd="sng">
            <a:solidFill>
              <a:srgbClr val="0C63A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6" name="Google Shape;66;p16"/>
          <p:cNvSpPr>
            <a:spLocks noGrp="1"/>
          </p:cNvSpPr>
          <p:nvPr>
            <p:ph type="chart" idx="2"/>
          </p:nvPr>
        </p:nvSpPr>
        <p:spPr>
          <a:xfrm>
            <a:off x="1358504" y="1597819"/>
            <a:ext cx="7078265" cy="230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lide de Título">
  <p:cSld name="2_Slide de Título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106959" y="4654011"/>
            <a:ext cx="38641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cxnSp>
        <p:nvCxnSpPr>
          <p:cNvPr id="69" name="Google Shape;69;p17"/>
          <p:cNvCxnSpPr/>
          <p:nvPr/>
        </p:nvCxnSpPr>
        <p:spPr>
          <a:xfrm>
            <a:off x="591424" y="6292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0346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0" name="Google Shape;7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73642" y="153849"/>
            <a:ext cx="724249" cy="1995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Google Shape;71;p17"/>
          <p:cNvCxnSpPr/>
          <p:nvPr/>
        </p:nvCxnSpPr>
        <p:spPr>
          <a:xfrm rot="10800000">
            <a:off x="7719969" y="471881"/>
            <a:ext cx="1277923" cy="0"/>
          </a:xfrm>
          <a:prstGeom prst="straightConnector1">
            <a:avLst/>
          </a:prstGeom>
          <a:noFill/>
          <a:ln w="28575" cap="flat" cmpd="sng">
            <a:solidFill>
              <a:srgbClr val="0C63A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2" name="Google Shape;72;p17"/>
          <p:cNvSpPr/>
          <p:nvPr/>
        </p:nvSpPr>
        <p:spPr>
          <a:xfrm rot="-8100000">
            <a:off x="-106960" y="2471082"/>
            <a:ext cx="213919" cy="213919"/>
          </a:xfrm>
          <a:prstGeom prst="rtTriangle">
            <a:avLst/>
          </a:prstGeom>
          <a:solidFill>
            <a:srgbClr val="0C63A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17"/>
          <p:cNvCxnSpPr/>
          <p:nvPr/>
        </p:nvCxnSpPr>
        <p:spPr>
          <a:xfrm>
            <a:off x="151262" y="4589215"/>
            <a:ext cx="0" cy="125835"/>
          </a:xfrm>
          <a:prstGeom prst="straightConnector1">
            <a:avLst/>
          </a:prstGeom>
          <a:noFill/>
          <a:ln w="12700" cap="flat" cmpd="sng">
            <a:solidFill>
              <a:srgbClr val="0C63A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4" name="Google Shape;74;p17"/>
          <p:cNvSpPr>
            <a:spLocks noGrp="1"/>
          </p:cNvSpPr>
          <p:nvPr>
            <p:ph type="pic" idx="2"/>
          </p:nvPr>
        </p:nvSpPr>
        <p:spPr>
          <a:xfrm>
            <a:off x="1188714" y="2120503"/>
            <a:ext cx="2095576" cy="2533508"/>
          </a:xfrm>
          <a:prstGeom prst="rect">
            <a:avLst/>
          </a:prstGeom>
          <a:noFill/>
          <a:ln w="12700" cap="flat" cmpd="sng">
            <a:solidFill>
              <a:srgbClr val="5C5B5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17"/>
          <p:cNvSpPr>
            <a:spLocks noGrp="1"/>
          </p:cNvSpPr>
          <p:nvPr>
            <p:ph type="pic" idx="3"/>
          </p:nvPr>
        </p:nvSpPr>
        <p:spPr>
          <a:xfrm>
            <a:off x="3799786" y="2120503"/>
            <a:ext cx="2095576" cy="2533508"/>
          </a:xfrm>
          <a:prstGeom prst="rect">
            <a:avLst/>
          </a:prstGeom>
          <a:noFill/>
          <a:ln w="12700" cap="flat" cmpd="sng">
            <a:solidFill>
              <a:srgbClr val="5C5B5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"/>
          <p:cNvSpPr>
            <a:spLocks noGrp="1"/>
          </p:cNvSpPr>
          <p:nvPr>
            <p:ph type="pic" idx="4"/>
          </p:nvPr>
        </p:nvSpPr>
        <p:spPr>
          <a:xfrm>
            <a:off x="6410859" y="2120503"/>
            <a:ext cx="2095576" cy="2533508"/>
          </a:xfrm>
          <a:prstGeom prst="rect">
            <a:avLst/>
          </a:prstGeom>
          <a:noFill/>
          <a:ln w="12700" cap="flat" cmpd="sng">
            <a:solidFill>
              <a:srgbClr val="5C5B5F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lide de Título">
  <p:cSld name="1_Slide de Título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>
            <a:spLocks noGrp="1"/>
          </p:cNvSpPr>
          <p:nvPr>
            <p:ph type="sldNum" idx="12"/>
          </p:nvPr>
        </p:nvSpPr>
        <p:spPr>
          <a:xfrm>
            <a:off x="106959" y="4654011"/>
            <a:ext cx="38641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cxnSp>
        <p:nvCxnSpPr>
          <p:cNvPr id="79" name="Google Shape;79;p18"/>
          <p:cNvCxnSpPr/>
          <p:nvPr/>
        </p:nvCxnSpPr>
        <p:spPr>
          <a:xfrm>
            <a:off x="591424" y="6292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0346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73642" y="153849"/>
            <a:ext cx="724249" cy="1995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8"/>
          <p:cNvCxnSpPr/>
          <p:nvPr/>
        </p:nvCxnSpPr>
        <p:spPr>
          <a:xfrm rot="10800000">
            <a:off x="7719969" y="471881"/>
            <a:ext cx="1277923" cy="0"/>
          </a:xfrm>
          <a:prstGeom prst="straightConnector1">
            <a:avLst/>
          </a:prstGeom>
          <a:noFill/>
          <a:ln w="28575" cap="flat" cmpd="sng">
            <a:solidFill>
              <a:srgbClr val="0C63A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2" name="Google Shape;82;p18"/>
          <p:cNvSpPr/>
          <p:nvPr/>
        </p:nvSpPr>
        <p:spPr>
          <a:xfrm rot="-8100000">
            <a:off x="-106960" y="2471082"/>
            <a:ext cx="213919" cy="213919"/>
          </a:xfrm>
          <a:prstGeom prst="rtTriangle">
            <a:avLst/>
          </a:prstGeom>
          <a:solidFill>
            <a:srgbClr val="0C63A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18"/>
          <p:cNvCxnSpPr/>
          <p:nvPr/>
        </p:nvCxnSpPr>
        <p:spPr>
          <a:xfrm>
            <a:off x="151262" y="4589215"/>
            <a:ext cx="0" cy="125835"/>
          </a:xfrm>
          <a:prstGeom prst="straightConnector1">
            <a:avLst/>
          </a:prstGeom>
          <a:noFill/>
          <a:ln w="12700" cap="flat" cmpd="sng">
            <a:solidFill>
              <a:srgbClr val="0C63A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4" name="Google Shape;84;p18"/>
          <p:cNvSpPr>
            <a:spLocks noGrp="1"/>
          </p:cNvSpPr>
          <p:nvPr>
            <p:ph type="pic" idx="2"/>
          </p:nvPr>
        </p:nvSpPr>
        <p:spPr>
          <a:xfrm>
            <a:off x="591741" y="0"/>
            <a:ext cx="3881688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sldNum" idx="12"/>
          </p:nvPr>
        </p:nvSpPr>
        <p:spPr>
          <a:xfrm>
            <a:off x="106959" y="4654011"/>
            <a:ext cx="38641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cxnSp>
        <p:nvCxnSpPr>
          <p:cNvPr id="87" name="Google Shape;87;p19"/>
          <p:cNvCxnSpPr/>
          <p:nvPr/>
        </p:nvCxnSpPr>
        <p:spPr>
          <a:xfrm>
            <a:off x="591424" y="6292"/>
            <a:ext cx="0" cy="5143500"/>
          </a:xfrm>
          <a:prstGeom prst="straightConnector1">
            <a:avLst/>
          </a:prstGeom>
          <a:noFill/>
          <a:ln w="12700" cap="flat" cmpd="sng">
            <a:solidFill>
              <a:srgbClr val="00346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8" name="Google Shape;8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73642" y="153849"/>
            <a:ext cx="724249" cy="1995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19"/>
          <p:cNvCxnSpPr/>
          <p:nvPr/>
        </p:nvCxnSpPr>
        <p:spPr>
          <a:xfrm rot="10800000">
            <a:off x="7719969" y="471881"/>
            <a:ext cx="1277923" cy="0"/>
          </a:xfrm>
          <a:prstGeom prst="straightConnector1">
            <a:avLst/>
          </a:prstGeom>
          <a:noFill/>
          <a:ln w="28575" cap="flat" cmpd="sng">
            <a:solidFill>
              <a:srgbClr val="0C63A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0" name="Google Shape;90;p19"/>
          <p:cNvSpPr/>
          <p:nvPr/>
        </p:nvSpPr>
        <p:spPr>
          <a:xfrm rot="-8100000">
            <a:off x="-106960" y="2471082"/>
            <a:ext cx="213919" cy="213919"/>
          </a:xfrm>
          <a:prstGeom prst="rtTriangle">
            <a:avLst/>
          </a:prstGeom>
          <a:solidFill>
            <a:srgbClr val="0C63A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19"/>
          <p:cNvCxnSpPr/>
          <p:nvPr/>
        </p:nvCxnSpPr>
        <p:spPr>
          <a:xfrm>
            <a:off x="151262" y="4589215"/>
            <a:ext cx="0" cy="125835"/>
          </a:xfrm>
          <a:prstGeom prst="straightConnector1">
            <a:avLst/>
          </a:prstGeom>
          <a:noFill/>
          <a:ln w="12700" cap="flat" cmpd="sng">
            <a:solidFill>
              <a:srgbClr val="0C63A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19"/>
          <p:cNvSpPr>
            <a:spLocks noGrp="1"/>
          </p:cNvSpPr>
          <p:nvPr>
            <p:ph type="pic" idx="2"/>
          </p:nvPr>
        </p:nvSpPr>
        <p:spPr>
          <a:xfrm>
            <a:off x="5823511" y="1569790"/>
            <a:ext cx="2903137" cy="314526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/>
          <p:nvPr/>
        </p:nvSpPr>
        <p:spPr>
          <a:xfrm>
            <a:off x="1245763" y="1988820"/>
            <a:ext cx="2704055" cy="3154680"/>
          </a:xfrm>
          <a:custGeom>
            <a:avLst/>
            <a:gdLst/>
            <a:ahLst/>
            <a:cxnLst/>
            <a:rect l="l" t="t" r="r" b="b"/>
            <a:pathLst>
              <a:path w="4898079" h="5714333" extrusionOk="0">
                <a:moveTo>
                  <a:pt x="10948" y="5705788"/>
                </a:moveTo>
                <a:cubicBezTo>
                  <a:pt x="7299" y="3803859"/>
                  <a:pt x="3649" y="1901929"/>
                  <a:pt x="0" y="0"/>
                </a:cubicBezTo>
                <a:lnTo>
                  <a:pt x="4898079" y="0"/>
                </a:lnTo>
                <a:lnTo>
                  <a:pt x="2746942" y="5714333"/>
                </a:lnTo>
                <a:lnTo>
                  <a:pt x="10948" y="57057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4444177" y="1789607"/>
            <a:ext cx="4456498" cy="159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rgbClr val="001D3C"/>
                </a:solidFill>
                <a:latin typeface="Arial"/>
                <a:ea typeface="Arial"/>
                <a:cs typeface="Arial"/>
                <a:sym typeface="Arial"/>
              </a:rPr>
              <a:t>Transformação Digital:</a:t>
            </a:r>
            <a:endParaRPr sz="110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i="0" u="none" strike="noStrike" cap="none">
                <a:solidFill>
                  <a:srgbClr val="001D3C"/>
                </a:solidFill>
                <a:latin typeface="Arial"/>
                <a:ea typeface="Arial"/>
                <a:cs typeface="Arial"/>
                <a:sym typeface="Arial"/>
              </a:rPr>
              <a:t>Novas Fronteiras no Escritório de Projetos</a:t>
            </a:r>
            <a:endParaRPr sz="2400" b="1" i="0" u="none" strike="noStrike" cap="none">
              <a:solidFill>
                <a:srgbClr val="001D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0"/>
          <p:cNvSpPr/>
          <p:nvPr/>
        </p:nvSpPr>
        <p:spPr>
          <a:xfrm>
            <a:off x="-13823" y="-1"/>
            <a:ext cx="4404225" cy="5138180"/>
          </a:xfrm>
          <a:custGeom>
            <a:avLst/>
            <a:gdLst/>
            <a:ahLst/>
            <a:cxnLst/>
            <a:rect l="l" t="t" r="r" b="b"/>
            <a:pathLst>
              <a:path w="4898079" h="5714333" extrusionOk="0">
                <a:moveTo>
                  <a:pt x="10948" y="5705788"/>
                </a:moveTo>
                <a:cubicBezTo>
                  <a:pt x="7299" y="3803859"/>
                  <a:pt x="3649" y="1901929"/>
                  <a:pt x="0" y="0"/>
                </a:cubicBezTo>
                <a:lnTo>
                  <a:pt x="4898079" y="0"/>
                </a:lnTo>
                <a:lnTo>
                  <a:pt x="2746942" y="5714333"/>
                </a:lnTo>
                <a:lnTo>
                  <a:pt x="10948" y="570578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4279" b="-14279"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6308354" y="4593676"/>
            <a:ext cx="3886492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0" u="none" strike="noStrike" cap="none">
                <a:solidFill>
                  <a:srgbClr val="001839"/>
                </a:solidFill>
                <a:latin typeface="Arial "/>
                <a:ea typeface="Arial "/>
                <a:cs typeface="Arial "/>
                <a:sym typeface="Arial "/>
              </a:rPr>
              <a:t>05/2025</a:t>
            </a:r>
            <a:endParaRPr sz="1100"/>
          </a:p>
        </p:txBody>
      </p:sp>
      <p:pic>
        <p:nvPicPr>
          <p:cNvPr id="101" name="Google Shape;101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37370" y="318991"/>
            <a:ext cx="1463305" cy="403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/>
        </p:nvSpPr>
        <p:spPr>
          <a:xfrm>
            <a:off x="718132" y="194766"/>
            <a:ext cx="5993892" cy="43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004564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2400">
              <a:solidFill>
                <a:srgbClr val="0045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997179" y="796347"/>
            <a:ext cx="7744852" cy="330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que é um projeto?</a:t>
            </a:r>
          </a:p>
          <a:p>
            <a:pPr algn="just">
              <a:lnSpc>
                <a:spcPct val="200000"/>
              </a:lnSpc>
            </a:pPr>
            <a:r>
              <a:rPr lang="pt-BR" sz="1500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que é escopo em projetos</a:t>
            </a:r>
            <a:endParaRPr lang="pt-BR" sz="1100" dirty="0"/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Diferenças entre projetos preditivos e ágeis</a:t>
            </a: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Classificação dos Projetos</a:t>
            </a:r>
            <a:endParaRPr lang="pt-BR" sz="1100" dirty="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chemeClr val="dk2"/>
                </a:solidFill>
                <a:latin typeface="Quattrocento Sans"/>
                <a:sym typeface="Quattrocento Sans"/>
              </a:rPr>
              <a:t>Transformação Digital</a:t>
            </a:r>
          </a:p>
          <a:p>
            <a:pPr algn="just">
              <a:lnSpc>
                <a:spcPct val="200000"/>
              </a:lnSpc>
            </a:pPr>
            <a:r>
              <a:rPr lang="pt-BR" sz="1100" dirty="0"/>
              <a:t> </a:t>
            </a:r>
            <a:r>
              <a:rPr lang="pt-BR" sz="1500" dirty="0">
                <a:solidFill>
                  <a:schemeClr val="dk2"/>
                </a:solidFill>
                <a:latin typeface="Quattrocento Sans"/>
              </a:rPr>
              <a:t>Novo Papel do Escritório de Projetos</a:t>
            </a:r>
          </a:p>
          <a:p>
            <a:pPr algn="just">
              <a:lnSpc>
                <a:spcPct val="200000"/>
              </a:lnSpc>
            </a:pPr>
            <a:r>
              <a:rPr lang="pt-BR" sz="1500" dirty="0">
                <a:solidFill>
                  <a:schemeClr val="dk2"/>
                </a:solidFill>
                <a:latin typeface="Quattrocento Sans"/>
              </a:rPr>
              <a:t>Cases de Projetos</a:t>
            </a:r>
            <a:endParaRPr sz="1500" dirty="0">
              <a:solidFill>
                <a:schemeClr val="dk2"/>
              </a:solidFill>
              <a:latin typeface="Quattrocento Sans"/>
            </a:endParaRPr>
          </a:p>
        </p:txBody>
      </p:sp>
      <p:pic>
        <p:nvPicPr>
          <p:cNvPr id="128" name="Google Shape;128;p23" descr="Selo Tick1 estrutura de tópic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277" y="1008637"/>
            <a:ext cx="279046" cy="279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3" descr="Selo Tick1 estrutura de tópico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4277" y="1395209"/>
            <a:ext cx="279046" cy="279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3" descr="Selo Tick1 estrutura de tópico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4277" y="1877174"/>
            <a:ext cx="279046" cy="279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 descr="Selo Tick1 estrutura de tópico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4277" y="2322377"/>
            <a:ext cx="279046" cy="279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 descr="Selo Tick1 estrutura de tópico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8133" y="2788375"/>
            <a:ext cx="279047" cy="279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descr="Selo Tick1 estrutura de tópico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4277" y="3243470"/>
            <a:ext cx="279046" cy="279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3" descr="Selo Tick1 estrutura de tópico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4277" y="3700361"/>
            <a:ext cx="279046" cy="279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8D96EAE9-0638-1F2C-B3DC-9FBC516F1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>
            <a:extLst>
              <a:ext uri="{FF2B5EF4-FFF2-40B4-BE49-F238E27FC236}">
                <a16:creationId xmlns:a16="http://schemas.microsoft.com/office/drawing/2014/main" id="{FA50515B-F781-8AEB-EE61-E35BA7478C9D}"/>
              </a:ext>
            </a:extLst>
          </p:cNvPr>
          <p:cNvSpPr txBox="1"/>
          <p:nvPr/>
        </p:nvSpPr>
        <p:spPr>
          <a:xfrm>
            <a:off x="718132" y="194766"/>
            <a:ext cx="5993892" cy="43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rgbClr val="004564"/>
                </a:solidFill>
                <a:latin typeface="Arial"/>
                <a:ea typeface="Arial"/>
                <a:cs typeface="Arial"/>
                <a:sym typeface="Arial"/>
              </a:rPr>
              <a:t>O que é um projeto?</a:t>
            </a:r>
            <a:endParaRPr sz="2400" dirty="0">
              <a:solidFill>
                <a:srgbClr val="0045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3">
            <a:extLst>
              <a:ext uri="{FF2B5EF4-FFF2-40B4-BE49-F238E27FC236}">
                <a16:creationId xmlns:a16="http://schemas.microsoft.com/office/drawing/2014/main" id="{212D0143-1DE6-F510-4BC4-D26ADF54E926}"/>
              </a:ext>
            </a:extLst>
          </p:cNvPr>
          <p:cNvSpPr txBox="1"/>
          <p:nvPr/>
        </p:nvSpPr>
        <p:spPr>
          <a:xfrm>
            <a:off x="817468" y="1382978"/>
            <a:ext cx="7939956" cy="2377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500" b="1" dirty="0">
                <a:solidFill>
                  <a:schemeClr val="dk2"/>
                </a:solidFill>
                <a:latin typeface="Quattrocento Sans"/>
              </a:rPr>
              <a:t>Iniciativa temporária </a:t>
            </a:r>
            <a:r>
              <a:rPr lang="pt-BR" sz="1500" dirty="0">
                <a:solidFill>
                  <a:schemeClr val="dk2"/>
                </a:solidFill>
                <a:latin typeface="Quattrocento Sans"/>
              </a:rPr>
              <a:t>- tem início e fim definidos (isso não mudou: continua sendo o que diferencia projeto de operação contínua).</a:t>
            </a:r>
          </a:p>
          <a:p>
            <a:pPr algn="just"/>
            <a:endParaRPr lang="pt-BR" sz="1500" dirty="0">
              <a:solidFill>
                <a:schemeClr val="dk2"/>
              </a:solidFill>
              <a:latin typeface="Quattrocento Sans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500" b="1" dirty="0">
                <a:solidFill>
                  <a:schemeClr val="dk2"/>
                </a:solidFill>
                <a:latin typeface="Quattrocento Sans"/>
              </a:rPr>
              <a:t>Contexto único </a:t>
            </a:r>
            <a:r>
              <a:rPr lang="pt-BR" sz="1500" dirty="0">
                <a:solidFill>
                  <a:schemeClr val="dk2"/>
                </a:solidFill>
                <a:latin typeface="Quattrocento Sans"/>
              </a:rPr>
              <a:t>- cada projeto acontece em circunstâncias específicas (organização, stakeholders, restrições, momento) que não se repetem exatamente, mesmo que o entregável em si seja parecido com o de outro projeto.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pt-BR" sz="1500" dirty="0">
              <a:solidFill>
                <a:schemeClr val="dk2"/>
              </a:solidFill>
              <a:latin typeface="Quattrocento Sans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500" b="1" dirty="0">
                <a:solidFill>
                  <a:schemeClr val="dk2"/>
                </a:solidFill>
                <a:latin typeface="Quattrocento Sans"/>
              </a:rPr>
              <a:t>Geração de valor</a:t>
            </a:r>
            <a:r>
              <a:rPr lang="pt-BR" sz="1500" dirty="0">
                <a:solidFill>
                  <a:schemeClr val="dk2"/>
                </a:solidFill>
                <a:latin typeface="Quattrocento Sans"/>
              </a:rPr>
              <a:t> - o foco deixa de ser apenas "entregar um produto/serviço/resultado" e passa a ser o valor que esse projeto cria para a organização ou para os interessados. O próprio guia reforça, em mais de um trecho, que "todo projeto é um investimento".</a:t>
            </a:r>
          </a:p>
        </p:txBody>
      </p:sp>
    </p:spTree>
    <p:extLst>
      <p:ext uri="{BB962C8B-B14F-4D97-AF65-F5344CB8AC3E}">
        <p14:creationId xmlns:p14="http://schemas.microsoft.com/office/powerpoint/2010/main" val="1774981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FFE79B19-CC19-ABA0-8696-1120DC725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>
            <a:extLst>
              <a:ext uri="{FF2B5EF4-FFF2-40B4-BE49-F238E27FC236}">
                <a16:creationId xmlns:a16="http://schemas.microsoft.com/office/drawing/2014/main" id="{F336B10A-3BCD-8718-53E3-BA071E4CE8EE}"/>
              </a:ext>
            </a:extLst>
          </p:cNvPr>
          <p:cNvSpPr txBox="1"/>
          <p:nvPr/>
        </p:nvSpPr>
        <p:spPr>
          <a:xfrm>
            <a:off x="718132" y="194766"/>
            <a:ext cx="5993892" cy="43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rgbClr val="004564"/>
                </a:solidFill>
                <a:latin typeface="Arial"/>
                <a:ea typeface="Arial"/>
                <a:cs typeface="Arial"/>
                <a:sym typeface="Arial"/>
              </a:rPr>
              <a:t>O que é Escopo em projetos?</a:t>
            </a:r>
            <a:endParaRPr sz="2400" dirty="0">
              <a:solidFill>
                <a:srgbClr val="0045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DE1869A-DC94-5B43-81EE-B0FAD823D11E}"/>
              </a:ext>
            </a:extLst>
          </p:cNvPr>
          <p:cNvSpPr txBox="1"/>
          <p:nvPr/>
        </p:nvSpPr>
        <p:spPr>
          <a:xfrm>
            <a:off x="951572" y="1256005"/>
            <a:ext cx="7865326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Wingdings" panose="05000000000000000000" pitchFamily="2" charset="2"/>
              <a:buChar char="§"/>
            </a:pPr>
            <a:r>
              <a:rPr lang="pt-BR" sz="1500" b="1" dirty="0">
                <a:solidFill>
                  <a:srgbClr val="002060"/>
                </a:solidFill>
                <a:latin typeface="Quattrocento Sans"/>
              </a:rPr>
              <a:t>Escopo do Projeto (Project Scope)</a:t>
            </a:r>
          </a:p>
          <a:p>
            <a:pPr rtl="0">
              <a:buNone/>
            </a:pPr>
            <a:r>
              <a:rPr lang="pt-BR" sz="1500" dirty="0">
                <a:solidFill>
                  <a:schemeClr val="dk2"/>
                </a:solidFill>
                <a:latin typeface="Quattrocento Sans"/>
              </a:rPr>
              <a:t>Abrange todo o trabalho real realizado para entregar um produto, serviço ou resultado.</a:t>
            </a:r>
          </a:p>
          <a:p>
            <a:pPr rtl="0">
              <a:buNone/>
            </a:pPr>
            <a:br>
              <a:rPr lang="pt-BR" sz="1500" dirty="0">
                <a:solidFill>
                  <a:schemeClr val="dk2"/>
                </a:solidFill>
                <a:latin typeface="Quattrocento Sans"/>
              </a:rPr>
            </a:br>
            <a:r>
              <a:rPr lang="pt-BR" sz="1500" dirty="0">
                <a:solidFill>
                  <a:schemeClr val="dk2"/>
                </a:solidFill>
                <a:latin typeface="Quattrocento Sans"/>
              </a:rPr>
              <a:t>→ É o "como" - todas as atividades, tarefas e esforços necessários para chegar lá. </a:t>
            </a:r>
          </a:p>
          <a:p>
            <a:pPr rtl="0">
              <a:buNone/>
            </a:pPr>
            <a:endParaRPr lang="pt-BR" sz="1500" dirty="0">
              <a:solidFill>
                <a:schemeClr val="dk2"/>
              </a:solidFill>
              <a:latin typeface="Quattrocento Sans"/>
            </a:endParaRPr>
          </a:p>
          <a:p>
            <a:pPr marL="285750" indent="-285750" rtl="0">
              <a:buFont typeface="Wingdings" panose="05000000000000000000" pitchFamily="2" charset="2"/>
              <a:buChar char="§"/>
            </a:pPr>
            <a:r>
              <a:rPr lang="pt-BR" sz="1500" b="1" dirty="0">
                <a:solidFill>
                  <a:srgbClr val="002060"/>
                </a:solidFill>
                <a:latin typeface="Quattrocento Sans"/>
              </a:rPr>
              <a:t>Escopo do Produto (Product Scope)</a:t>
            </a:r>
          </a:p>
          <a:p>
            <a:pPr rtl="0">
              <a:buNone/>
            </a:pPr>
            <a:r>
              <a:rPr lang="pt-BR" sz="1500" dirty="0">
                <a:solidFill>
                  <a:schemeClr val="dk2"/>
                </a:solidFill>
                <a:latin typeface="Quattrocento Sans"/>
              </a:rPr>
              <a:t>É a descrição clara das características, funções e atributos do resultado que o projeto pretende entregar.</a:t>
            </a:r>
          </a:p>
          <a:p>
            <a:pPr rtl="0">
              <a:buNone/>
            </a:pPr>
            <a:br>
              <a:rPr lang="pt-BR" sz="1500" dirty="0">
                <a:solidFill>
                  <a:schemeClr val="dk2"/>
                </a:solidFill>
                <a:latin typeface="Quattrocento Sans"/>
              </a:rPr>
            </a:br>
            <a:r>
              <a:rPr lang="pt-BR" sz="1500" dirty="0">
                <a:solidFill>
                  <a:schemeClr val="dk2"/>
                </a:solidFill>
                <a:latin typeface="Quattrocento Sans"/>
              </a:rPr>
              <a:t>→ É o "o quê"  - as especificações do entregável final. Em projetos ágeis, esse conceito corresponde ao </a:t>
            </a:r>
            <a:r>
              <a:rPr lang="pt-BR" sz="1500" dirty="0" err="1">
                <a:solidFill>
                  <a:schemeClr val="dk2"/>
                </a:solidFill>
                <a:latin typeface="Quattrocento Sans"/>
              </a:rPr>
              <a:t>product</a:t>
            </a:r>
            <a:r>
              <a:rPr lang="pt-BR" sz="1500" dirty="0">
                <a:solidFill>
                  <a:schemeClr val="dk2"/>
                </a:solidFill>
                <a:latin typeface="Quattrocento Sans"/>
              </a:rPr>
              <a:t> backlog</a:t>
            </a:r>
          </a:p>
        </p:txBody>
      </p:sp>
    </p:spTree>
    <p:extLst>
      <p:ext uri="{BB962C8B-B14F-4D97-AF65-F5344CB8AC3E}">
        <p14:creationId xmlns:p14="http://schemas.microsoft.com/office/powerpoint/2010/main" val="2916313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0D803947-2BF4-9169-8357-B5F808724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>
            <a:extLst>
              <a:ext uri="{FF2B5EF4-FFF2-40B4-BE49-F238E27FC236}">
                <a16:creationId xmlns:a16="http://schemas.microsoft.com/office/drawing/2014/main" id="{FE80E447-1C61-6DC7-D6D1-C23B0BEB5D2C}"/>
              </a:ext>
            </a:extLst>
          </p:cNvPr>
          <p:cNvSpPr txBox="1"/>
          <p:nvPr/>
        </p:nvSpPr>
        <p:spPr>
          <a:xfrm>
            <a:off x="718132" y="194766"/>
            <a:ext cx="5993892" cy="43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rgbClr val="004564"/>
                </a:solidFill>
                <a:latin typeface="Arial"/>
                <a:ea typeface="Arial"/>
                <a:cs typeface="Arial"/>
                <a:sym typeface="Arial"/>
              </a:rPr>
              <a:t>Diferenças Projetos Preditivos e Ágeis</a:t>
            </a:r>
            <a:endParaRPr sz="2400" dirty="0">
              <a:solidFill>
                <a:srgbClr val="0045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6259FC2-0EBE-21CC-459E-99291AEF6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596" y="996175"/>
            <a:ext cx="6587032" cy="370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0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>
          <a:extLst>
            <a:ext uri="{FF2B5EF4-FFF2-40B4-BE49-F238E27FC236}">
              <a16:creationId xmlns:a16="http://schemas.microsoft.com/office/drawing/2014/main" id="{B97C3FDE-3FEE-3704-5347-86F3BD140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6" name="Google Shape;366;p45">
            <a:extLst>
              <a:ext uri="{FF2B5EF4-FFF2-40B4-BE49-F238E27FC236}">
                <a16:creationId xmlns:a16="http://schemas.microsoft.com/office/drawing/2014/main" id="{99746D95-8807-73FF-7FED-2F894702CAB0}"/>
              </a:ext>
            </a:extLst>
          </p:cNvPr>
          <p:cNvCxnSpPr/>
          <p:nvPr/>
        </p:nvCxnSpPr>
        <p:spPr>
          <a:xfrm>
            <a:off x="522844" y="4806892"/>
            <a:ext cx="8552576" cy="0"/>
          </a:xfrm>
          <a:prstGeom prst="straightConnector1">
            <a:avLst/>
          </a:prstGeom>
          <a:noFill/>
          <a:ln w="571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7" name="Google Shape;367;p45">
            <a:extLst>
              <a:ext uri="{FF2B5EF4-FFF2-40B4-BE49-F238E27FC236}">
                <a16:creationId xmlns:a16="http://schemas.microsoft.com/office/drawing/2014/main" id="{1D2E7F10-E217-D7D8-3409-0DC6CB40D21F}"/>
              </a:ext>
            </a:extLst>
          </p:cNvPr>
          <p:cNvSpPr/>
          <p:nvPr/>
        </p:nvSpPr>
        <p:spPr>
          <a:xfrm>
            <a:off x="1771574" y="305621"/>
            <a:ext cx="49" cy="191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5">
            <a:extLst>
              <a:ext uri="{FF2B5EF4-FFF2-40B4-BE49-F238E27FC236}">
                <a16:creationId xmlns:a16="http://schemas.microsoft.com/office/drawing/2014/main" id="{54A3D6CA-E7FF-587C-A089-E6AA6D57A36F}"/>
              </a:ext>
            </a:extLst>
          </p:cNvPr>
          <p:cNvSpPr txBox="1"/>
          <p:nvPr/>
        </p:nvSpPr>
        <p:spPr>
          <a:xfrm>
            <a:off x="106959" y="4647719"/>
            <a:ext cx="38641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5">
            <a:extLst>
              <a:ext uri="{FF2B5EF4-FFF2-40B4-BE49-F238E27FC236}">
                <a16:creationId xmlns:a16="http://schemas.microsoft.com/office/drawing/2014/main" id="{2B7354A0-26D2-03C1-D320-E9EF843C71D5}"/>
              </a:ext>
            </a:extLst>
          </p:cNvPr>
          <p:cNvSpPr/>
          <p:nvPr/>
        </p:nvSpPr>
        <p:spPr>
          <a:xfrm>
            <a:off x="7680960" y="116941"/>
            <a:ext cx="1463040" cy="3924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p45">
            <a:extLst>
              <a:ext uri="{FF2B5EF4-FFF2-40B4-BE49-F238E27FC236}">
                <a16:creationId xmlns:a16="http://schemas.microsoft.com/office/drawing/2014/main" id="{C8123501-0AB1-EB01-73B7-EB67A13C11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3614" y="336607"/>
            <a:ext cx="1463305" cy="40324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5">
            <a:extLst>
              <a:ext uri="{FF2B5EF4-FFF2-40B4-BE49-F238E27FC236}">
                <a16:creationId xmlns:a16="http://schemas.microsoft.com/office/drawing/2014/main" id="{5823C3C3-A1EF-C4B6-64F2-5F4F159CB423}"/>
              </a:ext>
            </a:extLst>
          </p:cNvPr>
          <p:cNvSpPr txBox="1"/>
          <p:nvPr/>
        </p:nvSpPr>
        <p:spPr>
          <a:xfrm>
            <a:off x="580248" y="93872"/>
            <a:ext cx="7675019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/>
            <a:r>
              <a:rPr lang="pt-BR" sz="2400" b="1" dirty="0">
                <a:solidFill>
                  <a:srgbClr val="004564"/>
                </a:solidFill>
                <a:latin typeface="Arial"/>
                <a:ea typeface="Arial"/>
                <a:cs typeface="Arial"/>
                <a:sym typeface="Arial"/>
              </a:rPr>
              <a:t>Projetos </a:t>
            </a:r>
            <a:r>
              <a:rPr lang="pt-BR" sz="2400" b="1" dirty="0">
                <a:solidFill>
                  <a:srgbClr val="004564"/>
                </a:solidFill>
              </a:rPr>
              <a:t>Preditivos - PMO da área de TI</a:t>
            </a:r>
            <a:endParaRPr sz="2400" dirty="0">
              <a:solidFill>
                <a:srgbClr val="0045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5">
            <a:extLst>
              <a:ext uri="{FF2B5EF4-FFF2-40B4-BE49-F238E27FC236}">
                <a16:creationId xmlns:a16="http://schemas.microsoft.com/office/drawing/2014/main" id="{0F7A80D4-4330-2471-14F3-3D34211C0E2B}"/>
              </a:ext>
            </a:extLst>
          </p:cNvPr>
          <p:cNvSpPr txBox="1"/>
          <p:nvPr/>
        </p:nvSpPr>
        <p:spPr>
          <a:xfrm>
            <a:off x="1771574" y="2320917"/>
            <a:ext cx="1372607" cy="1084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PMO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33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955D658-C0BC-AB32-FB93-E854A3723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746" y="843547"/>
            <a:ext cx="6405214" cy="367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767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>
          <a:extLst>
            <a:ext uri="{FF2B5EF4-FFF2-40B4-BE49-F238E27FC236}">
              <a16:creationId xmlns:a16="http://schemas.microsoft.com/office/drawing/2014/main" id="{B7F45CF5-4963-7DCC-4547-0BC97762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6" name="Google Shape;366;p45">
            <a:extLst>
              <a:ext uri="{FF2B5EF4-FFF2-40B4-BE49-F238E27FC236}">
                <a16:creationId xmlns:a16="http://schemas.microsoft.com/office/drawing/2014/main" id="{46794AD1-D172-F2B3-DFC7-59BC6E5BFC19}"/>
              </a:ext>
            </a:extLst>
          </p:cNvPr>
          <p:cNvCxnSpPr/>
          <p:nvPr/>
        </p:nvCxnSpPr>
        <p:spPr>
          <a:xfrm>
            <a:off x="522844" y="4806892"/>
            <a:ext cx="8552576" cy="0"/>
          </a:xfrm>
          <a:prstGeom prst="straightConnector1">
            <a:avLst/>
          </a:prstGeom>
          <a:noFill/>
          <a:ln w="571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7" name="Google Shape;367;p45">
            <a:extLst>
              <a:ext uri="{FF2B5EF4-FFF2-40B4-BE49-F238E27FC236}">
                <a16:creationId xmlns:a16="http://schemas.microsoft.com/office/drawing/2014/main" id="{E7DAEEF2-0A0E-D3DF-5559-19F1793C6849}"/>
              </a:ext>
            </a:extLst>
          </p:cNvPr>
          <p:cNvSpPr/>
          <p:nvPr/>
        </p:nvSpPr>
        <p:spPr>
          <a:xfrm>
            <a:off x="1771574" y="305621"/>
            <a:ext cx="49" cy="191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5">
            <a:extLst>
              <a:ext uri="{FF2B5EF4-FFF2-40B4-BE49-F238E27FC236}">
                <a16:creationId xmlns:a16="http://schemas.microsoft.com/office/drawing/2014/main" id="{7A725B27-3451-51A3-12FB-2E45EA903A3E}"/>
              </a:ext>
            </a:extLst>
          </p:cNvPr>
          <p:cNvSpPr txBox="1"/>
          <p:nvPr/>
        </p:nvSpPr>
        <p:spPr>
          <a:xfrm>
            <a:off x="106959" y="4647719"/>
            <a:ext cx="38641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5">
            <a:extLst>
              <a:ext uri="{FF2B5EF4-FFF2-40B4-BE49-F238E27FC236}">
                <a16:creationId xmlns:a16="http://schemas.microsoft.com/office/drawing/2014/main" id="{A8F399AE-F1C6-C22A-B5BF-2EE2CC8EA0C0}"/>
              </a:ext>
            </a:extLst>
          </p:cNvPr>
          <p:cNvSpPr/>
          <p:nvPr/>
        </p:nvSpPr>
        <p:spPr>
          <a:xfrm>
            <a:off x="7680960" y="116941"/>
            <a:ext cx="1463040" cy="3924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p45">
            <a:extLst>
              <a:ext uri="{FF2B5EF4-FFF2-40B4-BE49-F238E27FC236}">
                <a16:creationId xmlns:a16="http://schemas.microsoft.com/office/drawing/2014/main" id="{C3401C66-487C-4D1A-4BFD-0BE3E564FD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3614" y="336607"/>
            <a:ext cx="1463305" cy="40324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5">
            <a:extLst>
              <a:ext uri="{FF2B5EF4-FFF2-40B4-BE49-F238E27FC236}">
                <a16:creationId xmlns:a16="http://schemas.microsoft.com/office/drawing/2014/main" id="{0D78EA45-B177-A008-D79B-A6C0889A2F98}"/>
              </a:ext>
            </a:extLst>
          </p:cNvPr>
          <p:cNvSpPr txBox="1"/>
          <p:nvPr/>
        </p:nvSpPr>
        <p:spPr>
          <a:xfrm>
            <a:off x="580248" y="93872"/>
            <a:ext cx="7675019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rgbClr val="004564"/>
                </a:solidFill>
                <a:latin typeface="Arial"/>
                <a:ea typeface="Arial"/>
                <a:cs typeface="Arial"/>
                <a:sym typeface="Arial"/>
              </a:rPr>
              <a:t>Projetos Ágeis - PMO da área de TI</a:t>
            </a:r>
            <a:endParaRPr sz="2400" dirty="0">
              <a:solidFill>
                <a:srgbClr val="0045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5">
            <a:extLst>
              <a:ext uri="{FF2B5EF4-FFF2-40B4-BE49-F238E27FC236}">
                <a16:creationId xmlns:a16="http://schemas.microsoft.com/office/drawing/2014/main" id="{634552FF-262B-2407-CF07-797DC2F77698}"/>
              </a:ext>
            </a:extLst>
          </p:cNvPr>
          <p:cNvSpPr txBox="1"/>
          <p:nvPr/>
        </p:nvSpPr>
        <p:spPr>
          <a:xfrm>
            <a:off x="1771574" y="2320917"/>
            <a:ext cx="1372607" cy="1084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PMO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33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6A9D385-BE2B-5C44-610B-17A218F13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7468" y="841315"/>
            <a:ext cx="6616277" cy="367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00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>
          <a:extLst>
            <a:ext uri="{FF2B5EF4-FFF2-40B4-BE49-F238E27FC236}">
              <a16:creationId xmlns:a16="http://schemas.microsoft.com/office/drawing/2014/main" id="{DCD4A3B8-C205-98D3-4315-CE8C47754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6" name="Google Shape;366;p45">
            <a:extLst>
              <a:ext uri="{FF2B5EF4-FFF2-40B4-BE49-F238E27FC236}">
                <a16:creationId xmlns:a16="http://schemas.microsoft.com/office/drawing/2014/main" id="{05F8C503-AB28-D7B0-62FE-C8BB53E7499F}"/>
              </a:ext>
            </a:extLst>
          </p:cNvPr>
          <p:cNvCxnSpPr/>
          <p:nvPr/>
        </p:nvCxnSpPr>
        <p:spPr>
          <a:xfrm>
            <a:off x="522844" y="4806892"/>
            <a:ext cx="8552576" cy="0"/>
          </a:xfrm>
          <a:prstGeom prst="straightConnector1">
            <a:avLst/>
          </a:prstGeom>
          <a:noFill/>
          <a:ln w="571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7" name="Google Shape;367;p45">
            <a:extLst>
              <a:ext uri="{FF2B5EF4-FFF2-40B4-BE49-F238E27FC236}">
                <a16:creationId xmlns:a16="http://schemas.microsoft.com/office/drawing/2014/main" id="{61FC6746-89BB-F4F1-D0DD-DCCA15FC53FE}"/>
              </a:ext>
            </a:extLst>
          </p:cNvPr>
          <p:cNvSpPr/>
          <p:nvPr/>
        </p:nvSpPr>
        <p:spPr>
          <a:xfrm>
            <a:off x="1771574" y="305621"/>
            <a:ext cx="49" cy="191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5">
            <a:extLst>
              <a:ext uri="{FF2B5EF4-FFF2-40B4-BE49-F238E27FC236}">
                <a16:creationId xmlns:a16="http://schemas.microsoft.com/office/drawing/2014/main" id="{4D8200A6-4EAB-5A10-53F5-CD56E8C1CABA}"/>
              </a:ext>
            </a:extLst>
          </p:cNvPr>
          <p:cNvSpPr txBox="1"/>
          <p:nvPr/>
        </p:nvSpPr>
        <p:spPr>
          <a:xfrm>
            <a:off x="106959" y="4647719"/>
            <a:ext cx="38641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5">
            <a:extLst>
              <a:ext uri="{FF2B5EF4-FFF2-40B4-BE49-F238E27FC236}">
                <a16:creationId xmlns:a16="http://schemas.microsoft.com/office/drawing/2014/main" id="{B0C1A9B4-27E6-3950-739F-3BFA30C5B538}"/>
              </a:ext>
            </a:extLst>
          </p:cNvPr>
          <p:cNvSpPr/>
          <p:nvPr/>
        </p:nvSpPr>
        <p:spPr>
          <a:xfrm>
            <a:off x="7680960" y="116941"/>
            <a:ext cx="1463040" cy="3924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p45">
            <a:extLst>
              <a:ext uri="{FF2B5EF4-FFF2-40B4-BE49-F238E27FC236}">
                <a16:creationId xmlns:a16="http://schemas.microsoft.com/office/drawing/2014/main" id="{1FCC3526-8387-F163-7881-E458B1CBC4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3614" y="336607"/>
            <a:ext cx="1463305" cy="40324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5">
            <a:extLst>
              <a:ext uri="{FF2B5EF4-FFF2-40B4-BE49-F238E27FC236}">
                <a16:creationId xmlns:a16="http://schemas.microsoft.com/office/drawing/2014/main" id="{ED624923-A361-B290-C427-AB984095DDF8}"/>
              </a:ext>
            </a:extLst>
          </p:cNvPr>
          <p:cNvSpPr txBox="1"/>
          <p:nvPr/>
        </p:nvSpPr>
        <p:spPr>
          <a:xfrm>
            <a:off x="580248" y="93872"/>
            <a:ext cx="7675019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rgbClr val="004564"/>
                </a:solidFill>
                <a:latin typeface="Arial"/>
                <a:ea typeface="Arial"/>
                <a:cs typeface="Arial"/>
                <a:sym typeface="Arial"/>
              </a:rPr>
              <a:t>Classificação dos Projetos - PMO da área de TI</a:t>
            </a:r>
            <a:endParaRPr sz="2400" dirty="0">
              <a:solidFill>
                <a:srgbClr val="0045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5">
            <a:extLst>
              <a:ext uri="{FF2B5EF4-FFF2-40B4-BE49-F238E27FC236}">
                <a16:creationId xmlns:a16="http://schemas.microsoft.com/office/drawing/2014/main" id="{EAE6DAE8-B1D1-BDCE-8E9F-6BC184EDEC65}"/>
              </a:ext>
            </a:extLst>
          </p:cNvPr>
          <p:cNvSpPr txBox="1"/>
          <p:nvPr/>
        </p:nvSpPr>
        <p:spPr>
          <a:xfrm>
            <a:off x="1771574" y="2320917"/>
            <a:ext cx="1372607" cy="1084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PMO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33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p45">
            <a:extLst>
              <a:ext uri="{FF2B5EF4-FFF2-40B4-BE49-F238E27FC236}">
                <a16:creationId xmlns:a16="http://schemas.microsoft.com/office/drawing/2014/main" id="{9A3B4790-F8F7-2374-F057-40DC9783E47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6286" y="828893"/>
            <a:ext cx="6371429" cy="3485714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5">
            <a:extLst>
              <a:ext uri="{FF2B5EF4-FFF2-40B4-BE49-F238E27FC236}">
                <a16:creationId xmlns:a16="http://schemas.microsoft.com/office/drawing/2014/main" id="{72A9DC51-D18C-8881-C432-41748504DD11}"/>
              </a:ext>
            </a:extLst>
          </p:cNvPr>
          <p:cNvSpPr/>
          <p:nvPr/>
        </p:nvSpPr>
        <p:spPr>
          <a:xfrm>
            <a:off x="2057400" y="2221529"/>
            <a:ext cx="910555" cy="1184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4164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/>
        </p:nvSpPr>
        <p:spPr>
          <a:xfrm>
            <a:off x="718132" y="194766"/>
            <a:ext cx="5993892" cy="43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004564"/>
                </a:solidFill>
                <a:latin typeface="Arial"/>
                <a:ea typeface="Arial"/>
                <a:cs typeface="Arial"/>
                <a:sym typeface="Arial"/>
              </a:rPr>
              <a:t>A sexta onda de inovação</a:t>
            </a:r>
            <a:endParaRPr sz="2400">
              <a:solidFill>
                <a:srgbClr val="0045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718131" y="968184"/>
            <a:ext cx="4743331" cy="168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Início do Século XXI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</a:pP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Crise climática gerada pelo aquecimento global</a:t>
            </a:r>
            <a:endParaRPr sz="1100"/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</a:pP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Duas Guerras de grandes proporções - Europa e Oriente Médio.</a:t>
            </a:r>
            <a:endParaRPr sz="1100"/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</a:pP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pandemia Covid-19 que além de milhões de mortes, deixou efeitos persistentes.  </a:t>
            </a:r>
            <a:endParaRPr sz="1100"/>
          </a:p>
        </p:txBody>
      </p:sp>
      <p:sp>
        <p:nvSpPr>
          <p:cNvPr id="142" name="Google Shape;142;p24"/>
          <p:cNvSpPr txBox="1"/>
          <p:nvPr/>
        </p:nvSpPr>
        <p:spPr>
          <a:xfrm>
            <a:off x="718133" y="2988098"/>
            <a:ext cx="4344320" cy="1454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Joseph Schumpeter (1883-1950) - Economista</a:t>
            </a:r>
            <a:endParaRPr sz="1100"/>
          </a:p>
          <a:p>
            <a:pPr marL="25400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15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</a:pP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Importante contribuição teórica ao apontar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que os ciclos econômicos, historicamente, se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comportam como ondas de inovação.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endParaRPr sz="1100"/>
          </a:p>
        </p:txBody>
      </p:sp>
      <p:pic>
        <p:nvPicPr>
          <p:cNvPr id="143" name="Google Shape;143;p24" descr="Histograma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1832" y="1796111"/>
            <a:ext cx="3682538" cy="19077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24"/>
          <p:cNvCxnSpPr/>
          <p:nvPr/>
        </p:nvCxnSpPr>
        <p:spPr>
          <a:xfrm rot="10800000">
            <a:off x="6627573" y="1810722"/>
            <a:ext cx="0" cy="54807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5" name="Google Shape;145;p24"/>
          <p:cNvSpPr txBox="1"/>
          <p:nvPr/>
        </p:nvSpPr>
        <p:spPr>
          <a:xfrm>
            <a:off x="5956572" y="1164391"/>
            <a:ext cx="96792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Inovação Disruptiva atrai investidores empreendedores e empresários.</a:t>
            </a:r>
            <a:endParaRPr sz="1100"/>
          </a:p>
        </p:txBody>
      </p:sp>
      <p:sp>
        <p:nvSpPr>
          <p:cNvPr id="146" name="Google Shape;146;p24"/>
          <p:cNvSpPr txBox="1"/>
          <p:nvPr/>
        </p:nvSpPr>
        <p:spPr>
          <a:xfrm>
            <a:off x="6557167" y="510755"/>
            <a:ext cx="96792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Prosperidade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Ganhos financeiros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Crescimento econômico, renda e emprego.</a:t>
            </a:r>
            <a:endParaRPr sz="1100"/>
          </a:p>
        </p:txBody>
      </p:sp>
      <p:cxnSp>
        <p:nvCxnSpPr>
          <p:cNvPr id="147" name="Google Shape;147;p24"/>
          <p:cNvCxnSpPr/>
          <p:nvPr/>
        </p:nvCxnSpPr>
        <p:spPr>
          <a:xfrm rot="10800000">
            <a:off x="6945534" y="1234592"/>
            <a:ext cx="0" cy="45554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8" name="Google Shape;148;p24"/>
          <p:cNvSpPr txBox="1"/>
          <p:nvPr/>
        </p:nvSpPr>
        <p:spPr>
          <a:xfrm>
            <a:off x="8185638" y="917890"/>
            <a:ext cx="84809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Depressão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Empresas começam a demitir, consumo cai, dificuldades financeiras levando a profunda crise.</a:t>
            </a:r>
            <a:endParaRPr sz="1100" dirty="0"/>
          </a:p>
        </p:txBody>
      </p:sp>
      <p:cxnSp>
        <p:nvCxnSpPr>
          <p:cNvPr id="149" name="Google Shape;149;p24"/>
          <p:cNvCxnSpPr/>
          <p:nvPr/>
        </p:nvCxnSpPr>
        <p:spPr>
          <a:xfrm rot="10800000" flipH="1">
            <a:off x="7307586" y="1860630"/>
            <a:ext cx="111523" cy="34700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0" name="Google Shape;150;p24"/>
          <p:cNvCxnSpPr/>
          <p:nvPr/>
        </p:nvCxnSpPr>
        <p:spPr>
          <a:xfrm rot="10800000" flipH="1">
            <a:off x="7680516" y="2207639"/>
            <a:ext cx="218211" cy="36411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1" name="Google Shape;151;p24"/>
          <p:cNvSpPr txBox="1"/>
          <p:nvPr/>
        </p:nvSpPr>
        <p:spPr>
          <a:xfrm>
            <a:off x="7393603" y="709034"/>
            <a:ext cx="792035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Recessão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Esgotamento da capacidade de expansão, de novos produtos e serviços.</a:t>
            </a:r>
            <a:endParaRPr sz="1100" dirty="0"/>
          </a:p>
        </p:txBody>
      </p:sp>
      <p:sp>
        <p:nvSpPr>
          <p:cNvPr id="152" name="Google Shape;152;p24"/>
          <p:cNvSpPr txBox="1"/>
          <p:nvPr/>
        </p:nvSpPr>
        <p:spPr>
          <a:xfrm>
            <a:off x="5587085" y="3819824"/>
            <a:ext cx="3205448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Fases típicas ondas de inovação adaptado de Schumpeter 1997)- Livro Inteligência Artificial, 2024</a:t>
            </a:r>
            <a:endParaRPr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/>
        </p:nvSpPr>
        <p:spPr>
          <a:xfrm>
            <a:off x="688102" y="162299"/>
            <a:ext cx="5993892" cy="43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004564"/>
                </a:solidFill>
                <a:latin typeface="Arial"/>
                <a:ea typeface="Arial"/>
                <a:cs typeface="Arial"/>
                <a:sym typeface="Arial"/>
              </a:rPr>
              <a:t>A sexta onda de inovação</a:t>
            </a:r>
            <a:endParaRPr sz="2400">
              <a:solidFill>
                <a:srgbClr val="0045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5"/>
          <p:cNvSpPr txBox="1"/>
          <p:nvPr/>
        </p:nvSpPr>
        <p:spPr>
          <a:xfrm>
            <a:off x="596023" y="469526"/>
            <a:ext cx="5398549" cy="992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Economista austríaco </a:t>
            </a:r>
            <a:r>
              <a:rPr lang="pt-BR" sz="1500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Joseph Schumpeter (1883-1950).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Segundo a teoria das ondas longas, desde a Revolução Industrial foram cinco ondas de inovação.  </a:t>
            </a:r>
            <a:endParaRPr sz="1100"/>
          </a:p>
        </p:txBody>
      </p:sp>
      <p:pic>
        <p:nvPicPr>
          <p:cNvPr id="159" name="Google Shape;159;p25" descr="Texto preto sobre fundo branc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2171" y="1744229"/>
            <a:ext cx="5775378" cy="2883178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5"/>
          <p:cNvSpPr txBox="1"/>
          <p:nvPr/>
        </p:nvSpPr>
        <p:spPr>
          <a:xfrm>
            <a:off x="2277858" y="1451437"/>
            <a:ext cx="967929" cy="122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Início do processo de industrialização. </a:t>
            </a:r>
            <a:r>
              <a:rPr lang="pt-BR" sz="800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Máqiuina</a:t>
            </a:r>
            <a:r>
              <a:rPr lang="pt-BR" sz="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a Vapor – James Watt, utilizadas nas minas de carvão e automatização dos processos das indústrias de tecelagem.</a:t>
            </a:r>
            <a:endParaRPr sz="1100" dirty="0"/>
          </a:p>
        </p:txBody>
      </p:sp>
      <p:cxnSp>
        <p:nvCxnSpPr>
          <p:cNvPr id="161" name="Google Shape;161;p25"/>
          <p:cNvCxnSpPr/>
          <p:nvPr/>
        </p:nvCxnSpPr>
        <p:spPr>
          <a:xfrm rot="10800000">
            <a:off x="2762155" y="2908002"/>
            <a:ext cx="0" cy="54807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62" name="Google Shape;162;p25"/>
          <p:cNvSpPr txBox="1"/>
          <p:nvPr/>
        </p:nvSpPr>
        <p:spPr>
          <a:xfrm>
            <a:off x="3425382" y="1566853"/>
            <a:ext cx="967929" cy="992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Invenção importante na área de construção – cimento pelo químico e construtor britânico Joseph Aspdin (1824).</a:t>
            </a:r>
            <a:endParaRPr sz="1100"/>
          </a:p>
        </p:txBody>
      </p:sp>
      <p:cxnSp>
        <p:nvCxnSpPr>
          <p:cNvPr id="163" name="Google Shape;163;p25"/>
          <p:cNvCxnSpPr/>
          <p:nvPr/>
        </p:nvCxnSpPr>
        <p:spPr>
          <a:xfrm rot="10800000">
            <a:off x="3986204" y="2968800"/>
            <a:ext cx="0" cy="54807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64" name="Google Shape;164;p25"/>
          <p:cNvSpPr txBox="1"/>
          <p:nvPr/>
        </p:nvSpPr>
        <p:spPr>
          <a:xfrm>
            <a:off x="4316453" y="1669449"/>
            <a:ext cx="96792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Invenção do telefone, do rádio - entre final do séc. XIX e início do séc XX.</a:t>
            </a:r>
            <a:endParaRPr sz="1100"/>
          </a:p>
        </p:txBody>
      </p:sp>
      <p:cxnSp>
        <p:nvCxnSpPr>
          <p:cNvPr id="165" name="Google Shape;165;p25"/>
          <p:cNvCxnSpPr/>
          <p:nvPr/>
        </p:nvCxnSpPr>
        <p:spPr>
          <a:xfrm rot="10800000">
            <a:off x="4848649" y="2462485"/>
            <a:ext cx="0" cy="38471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66" name="Google Shape;166;p25"/>
          <p:cNvSpPr txBox="1"/>
          <p:nvPr/>
        </p:nvSpPr>
        <p:spPr>
          <a:xfrm>
            <a:off x="5155512" y="1146820"/>
            <a:ext cx="967929" cy="992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Primeiro computador ENIAC, segunda metade do séc. XX na Universidade da Pensilvânia. Microprocessador da Intel em 1971.</a:t>
            </a:r>
            <a:endParaRPr sz="1100" dirty="0"/>
          </a:p>
        </p:txBody>
      </p:sp>
      <p:cxnSp>
        <p:nvCxnSpPr>
          <p:cNvPr id="167" name="Google Shape;167;p25"/>
          <p:cNvCxnSpPr/>
          <p:nvPr/>
        </p:nvCxnSpPr>
        <p:spPr>
          <a:xfrm rot="10800000">
            <a:off x="5712797" y="2270125"/>
            <a:ext cx="0" cy="38471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8" name="Google Shape;168;p25"/>
          <p:cNvCxnSpPr/>
          <p:nvPr/>
        </p:nvCxnSpPr>
        <p:spPr>
          <a:xfrm rot="10800000">
            <a:off x="6252311" y="1354488"/>
            <a:ext cx="0" cy="91563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69" name="Google Shape;169;p25"/>
          <p:cNvSpPr txBox="1"/>
          <p:nvPr/>
        </p:nvSpPr>
        <p:spPr>
          <a:xfrm>
            <a:off x="5768346" y="262182"/>
            <a:ext cx="967929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Telefonia Celular Digital, redes </a:t>
            </a:r>
            <a:r>
              <a:rPr lang="pt-BR" sz="800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digitiais</a:t>
            </a:r>
            <a:r>
              <a:rPr lang="pt-BR" sz="8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, crescimento da indústria de software e *RFID (IBM)</a:t>
            </a:r>
            <a:endParaRPr sz="1100" dirty="0"/>
          </a:p>
        </p:txBody>
      </p:sp>
      <p:sp>
        <p:nvSpPr>
          <p:cNvPr id="170" name="Google Shape;170;p25"/>
          <p:cNvSpPr txBox="1"/>
          <p:nvPr/>
        </p:nvSpPr>
        <p:spPr>
          <a:xfrm>
            <a:off x="6900861" y="545705"/>
            <a:ext cx="1555037" cy="807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dirty="0">
                <a:solidFill>
                  <a:srgbClr val="002060"/>
                </a:solidFill>
              </a:rPr>
              <a:t>Blockchain e demais tecnologias emergentes. Riscos envolvidos como aumento da concentração da riqueza, manipulação da opinião pública e demais ricos.</a:t>
            </a:r>
            <a:endParaRPr sz="800" dirty="0">
              <a:solidFill>
                <a:srgbClr val="002060"/>
              </a:solidFill>
            </a:endParaRPr>
          </a:p>
        </p:txBody>
      </p:sp>
      <p:cxnSp>
        <p:nvCxnSpPr>
          <p:cNvPr id="171" name="Google Shape;171;p25"/>
          <p:cNvCxnSpPr>
            <a:cxnSpLocks/>
          </p:cNvCxnSpPr>
          <p:nvPr/>
        </p:nvCxnSpPr>
        <p:spPr>
          <a:xfrm flipV="1">
            <a:off x="6841407" y="1514089"/>
            <a:ext cx="249963" cy="17746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2" name="Google Shape;172;p25"/>
          <p:cNvSpPr txBox="1"/>
          <p:nvPr/>
        </p:nvSpPr>
        <p:spPr>
          <a:xfrm>
            <a:off x="2105980" y="4755808"/>
            <a:ext cx="5485338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Ondas da inovação – Marcelo Graglia, 2024 – Livro  Inteligência Artificial, 2024</a:t>
            </a:r>
            <a:endParaRPr sz="1100"/>
          </a:p>
        </p:txBody>
      </p:sp>
      <p:sp>
        <p:nvSpPr>
          <p:cNvPr id="173" name="Google Shape;173;p25"/>
          <p:cNvSpPr txBox="1"/>
          <p:nvPr/>
        </p:nvSpPr>
        <p:spPr>
          <a:xfrm>
            <a:off x="7294418" y="4844024"/>
            <a:ext cx="1849582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lang="pt-BR" sz="700">
                <a:solidFill>
                  <a:srgbClr val="002B5A"/>
                </a:solidFill>
                <a:latin typeface="Arial"/>
                <a:ea typeface="Arial"/>
                <a:cs typeface="Arial"/>
                <a:sym typeface="Arial"/>
              </a:rPr>
              <a:t>RFID - </a:t>
            </a:r>
            <a:r>
              <a:rPr lang="pt-BR" sz="700" b="0" i="0">
                <a:solidFill>
                  <a:srgbClr val="002B5A"/>
                </a:solidFill>
                <a:latin typeface="Arial"/>
                <a:ea typeface="Arial"/>
                <a:cs typeface="Arial"/>
                <a:sym typeface="Arial"/>
              </a:rPr>
              <a:t>Radio-Frequency Identification</a:t>
            </a:r>
            <a:endParaRPr sz="700">
              <a:solidFill>
                <a:srgbClr val="002B5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6" name="Google Shape;196;p28"/>
          <p:cNvCxnSpPr/>
          <p:nvPr/>
        </p:nvCxnSpPr>
        <p:spPr>
          <a:xfrm>
            <a:off x="522844" y="4806892"/>
            <a:ext cx="8552576" cy="0"/>
          </a:xfrm>
          <a:prstGeom prst="straightConnector1">
            <a:avLst/>
          </a:prstGeom>
          <a:noFill/>
          <a:ln w="571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7" name="Google Shape;197;p28"/>
          <p:cNvSpPr/>
          <p:nvPr/>
        </p:nvSpPr>
        <p:spPr>
          <a:xfrm>
            <a:off x="1771574" y="305621"/>
            <a:ext cx="49" cy="191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106959" y="4647719"/>
            <a:ext cx="38641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7680960" y="116941"/>
            <a:ext cx="1463040" cy="3924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2426" y="336608"/>
            <a:ext cx="1463305" cy="40324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8"/>
          <p:cNvSpPr/>
          <p:nvPr/>
        </p:nvSpPr>
        <p:spPr>
          <a:xfrm>
            <a:off x="789453" y="1067912"/>
            <a:ext cx="6224350" cy="2025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i="1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i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 A disrupção envolve não só a inovação tecnológica,</a:t>
            </a:r>
            <a:endParaRPr sz="110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i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mas também a capacidade de criar um novo ecossistema </a:t>
            </a:r>
            <a:endParaRPr sz="110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i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 clientes, parceiros e canais que suportem a mudança”.</a:t>
            </a:r>
            <a:endParaRPr sz="110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George Westerman </a:t>
            </a:r>
            <a:endParaRPr sz="1800" b="1" i="1">
              <a:solidFill>
                <a:schemeClr val="lt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718132" y="117317"/>
            <a:ext cx="5993892" cy="43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004564"/>
                </a:solidFill>
                <a:latin typeface="Arial"/>
                <a:ea typeface="Arial"/>
                <a:cs typeface="Arial"/>
                <a:sym typeface="Arial"/>
              </a:rPr>
              <a:t>Mudanças Criam um Cenário Disruptivo </a:t>
            </a:r>
            <a:endParaRPr sz="2400">
              <a:solidFill>
                <a:srgbClr val="0045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72087" y="1613500"/>
            <a:ext cx="1926236" cy="1575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9A190976-CD34-13A6-41FE-E99441CC6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9" name="Google Shape;379;p46">
            <a:extLst>
              <a:ext uri="{FF2B5EF4-FFF2-40B4-BE49-F238E27FC236}">
                <a16:creationId xmlns:a16="http://schemas.microsoft.com/office/drawing/2014/main" id="{8A5CB5FD-8AA1-4CF2-B6A0-7E3090002917}"/>
              </a:ext>
            </a:extLst>
          </p:cNvPr>
          <p:cNvCxnSpPr/>
          <p:nvPr/>
        </p:nvCxnSpPr>
        <p:spPr>
          <a:xfrm>
            <a:off x="522844" y="4806892"/>
            <a:ext cx="8552576" cy="0"/>
          </a:xfrm>
          <a:prstGeom prst="straightConnector1">
            <a:avLst/>
          </a:prstGeom>
          <a:noFill/>
          <a:ln w="571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0" name="Google Shape;380;p46">
            <a:extLst>
              <a:ext uri="{FF2B5EF4-FFF2-40B4-BE49-F238E27FC236}">
                <a16:creationId xmlns:a16="http://schemas.microsoft.com/office/drawing/2014/main" id="{ACB6BD89-DCED-69A6-9B34-3D4553759E4A}"/>
              </a:ext>
            </a:extLst>
          </p:cNvPr>
          <p:cNvSpPr/>
          <p:nvPr/>
        </p:nvSpPr>
        <p:spPr>
          <a:xfrm>
            <a:off x="1771574" y="305621"/>
            <a:ext cx="49" cy="191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6">
            <a:extLst>
              <a:ext uri="{FF2B5EF4-FFF2-40B4-BE49-F238E27FC236}">
                <a16:creationId xmlns:a16="http://schemas.microsoft.com/office/drawing/2014/main" id="{06A97245-7C03-E1E2-ED1C-2B82F38DBF8C}"/>
              </a:ext>
            </a:extLst>
          </p:cNvPr>
          <p:cNvSpPr txBox="1"/>
          <p:nvPr/>
        </p:nvSpPr>
        <p:spPr>
          <a:xfrm>
            <a:off x="106959" y="4647719"/>
            <a:ext cx="38641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6">
            <a:extLst>
              <a:ext uri="{FF2B5EF4-FFF2-40B4-BE49-F238E27FC236}">
                <a16:creationId xmlns:a16="http://schemas.microsoft.com/office/drawing/2014/main" id="{E1DB605B-41B9-1227-90AA-CF410E2071EE}"/>
              </a:ext>
            </a:extLst>
          </p:cNvPr>
          <p:cNvSpPr/>
          <p:nvPr/>
        </p:nvSpPr>
        <p:spPr>
          <a:xfrm>
            <a:off x="7680960" y="116941"/>
            <a:ext cx="1463040" cy="3924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p46">
            <a:extLst>
              <a:ext uri="{FF2B5EF4-FFF2-40B4-BE49-F238E27FC236}">
                <a16:creationId xmlns:a16="http://schemas.microsoft.com/office/drawing/2014/main" id="{701427BF-1D84-23B4-AA00-04BAEAAB21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2426" y="336608"/>
            <a:ext cx="1463305" cy="40324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6">
            <a:extLst>
              <a:ext uri="{FF2B5EF4-FFF2-40B4-BE49-F238E27FC236}">
                <a16:creationId xmlns:a16="http://schemas.microsoft.com/office/drawing/2014/main" id="{8803CD3E-CB55-A1F4-CB3D-C2D511E8E922}"/>
              </a:ext>
            </a:extLst>
          </p:cNvPr>
          <p:cNvSpPr txBox="1"/>
          <p:nvPr/>
        </p:nvSpPr>
        <p:spPr>
          <a:xfrm>
            <a:off x="836204" y="935856"/>
            <a:ext cx="7744852" cy="992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54000" marR="0" lvl="0" indent="-2476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</a:pPr>
            <a:r>
              <a:rPr lang="pt-BR" sz="1500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2007 – Projeto Light “Cliente Light Tem Mais” – Aumento da Receita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85" name="Google Shape;385;p46">
            <a:extLst>
              <a:ext uri="{FF2B5EF4-FFF2-40B4-BE49-F238E27FC236}">
                <a16:creationId xmlns:a16="http://schemas.microsoft.com/office/drawing/2014/main" id="{3FADC03C-D972-F26C-E52F-5C7BAF0CD7C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952" y="2084627"/>
            <a:ext cx="1247881" cy="1758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46">
            <a:extLst>
              <a:ext uri="{FF2B5EF4-FFF2-40B4-BE49-F238E27FC236}">
                <a16:creationId xmlns:a16="http://schemas.microsoft.com/office/drawing/2014/main" id="{E5D47F7D-B8DC-1995-CCC3-4338CC9597F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r="5669"/>
          <a:stretch/>
        </p:blipFill>
        <p:spPr>
          <a:xfrm>
            <a:off x="2089911" y="2084627"/>
            <a:ext cx="1267404" cy="1758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6">
            <a:extLst>
              <a:ext uri="{FF2B5EF4-FFF2-40B4-BE49-F238E27FC236}">
                <a16:creationId xmlns:a16="http://schemas.microsoft.com/office/drawing/2014/main" id="{1ECF98F5-3AC3-2216-4DC5-CEA849C98A9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32810" y="2124443"/>
            <a:ext cx="1266322" cy="1790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6">
            <a:extLst>
              <a:ext uri="{FF2B5EF4-FFF2-40B4-BE49-F238E27FC236}">
                <a16:creationId xmlns:a16="http://schemas.microsoft.com/office/drawing/2014/main" id="{5755B3AB-0CED-96D0-CEF5-0281CDF5092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2241" y="2116127"/>
            <a:ext cx="1276616" cy="1807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6">
            <a:extLst>
              <a:ext uri="{FF2B5EF4-FFF2-40B4-BE49-F238E27FC236}">
                <a16:creationId xmlns:a16="http://schemas.microsoft.com/office/drawing/2014/main" id="{D0BC7EA6-6640-168D-4309-E7ECBE5C980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4569" y="2165249"/>
            <a:ext cx="2592781" cy="1758166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6">
            <a:extLst>
              <a:ext uri="{FF2B5EF4-FFF2-40B4-BE49-F238E27FC236}">
                <a16:creationId xmlns:a16="http://schemas.microsoft.com/office/drawing/2014/main" id="{1E8E9845-FD40-C28C-AB59-799435D66B14}"/>
              </a:ext>
            </a:extLst>
          </p:cNvPr>
          <p:cNvSpPr txBox="1"/>
          <p:nvPr/>
        </p:nvSpPr>
        <p:spPr>
          <a:xfrm>
            <a:off x="718132" y="194766"/>
            <a:ext cx="5993892" cy="43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0045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100" b="1">
                <a:solidFill>
                  <a:srgbClr val="004564"/>
                </a:solidFill>
                <a:latin typeface="Arial"/>
                <a:ea typeface="Arial"/>
                <a:cs typeface="Arial"/>
                <a:sym typeface="Arial"/>
              </a:rPr>
              <a:t>Case Transformação Digital - Light</a:t>
            </a:r>
            <a:endParaRPr sz="2100">
              <a:solidFill>
                <a:srgbClr val="00456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2529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>
          <a:extLst>
            <a:ext uri="{FF2B5EF4-FFF2-40B4-BE49-F238E27FC236}">
              <a16:creationId xmlns:a16="http://schemas.microsoft.com/office/drawing/2014/main" id="{420B3E1E-EA53-943F-A0C8-432B14105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5" name="Google Shape;395;p47">
            <a:extLst>
              <a:ext uri="{FF2B5EF4-FFF2-40B4-BE49-F238E27FC236}">
                <a16:creationId xmlns:a16="http://schemas.microsoft.com/office/drawing/2014/main" id="{984C8E79-001D-C7CA-3FEC-B104EFE9C7FB}"/>
              </a:ext>
            </a:extLst>
          </p:cNvPr>
          <p:cNvCxnSpPr/>
          <p:nvPr/>
        </p:nvCxnSpPr>
        <p:spPr>
          <a:xfrm>
            <a:off x="522844" y="4806892"/>
            <a:ext cx="8552576" cy="0"/>
          </a:xfrm>
          <a:prstGeom prst="straightConnector1">
            <a:avLst/>
          </a:prstGeom>
          <a:noFill/>
          <a:ln w="571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96" name="Google Shape;396;p47">
            <a:extLst>
              <a:ext uri="{FF2B5EF4-FFF2-40B4-BE49-F238E27FC236}">
                <a16:creationId xmlns:a16="http://schemas.microsoft.com/office/drawing/2014/main" id="{FA6FB9C2-59E2-873F-2B87-132FB48DF22F}"/>
              </a:ext>
            </a:extLst>
          </p:cNvPr>
          <p:cNvSpPr/>
          <p:nvPr/>
        </p:nvSpPr>
        <p:spPr>
          <a:xfrm>
            <a:off x="1771574" y="305621"/>
            <a:ext cx="49" cy="191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47">
            <a:extLst>
              <a:ext uri="{FF2B5EF4-FFF2-40B4-BE49-F238E27FC236}">
                <a16:creationId xmlns:a16="http://schemas.microsoft.com/office/drawing/2014/main" id="{06B77803-D131-0EAE-9E4F-D5DE522AA2DD}"/>
              </a:ext>
            </a:extLst>
          </p:cNvPr>
          <p:cNvSpPr txBox="1"/>
          <p:nvPr/>
        </p:nvSpPr>
        <p:spPr>
          <a:xfrm>
            <a:off x="106959" y="4647719"/>
            <a:ext cx="38641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47">
            <a:extLst>
              <a:ext uri="{FF2B5EF4-FFF2-40B4-BE49-F238E27FC236}">
                <a16:creationId xmlns:a16="http://schemas.microsoft.com/office/drawing/2014/main" id="{249C8D06-3CCE-547B-5688-D1FC9736D65A}"/>
              </a:ext>
            </a:extLst>
          </p:cNvPr>
          <p:cNvSpPr/>
          <p:nvPr/>
        </p:nvSpPr>
        <p:spPr>
          <a:xfrm>
            <a:off x="7680960" y="116941"/>
            <a:ext cx="1463040" cy="3924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47">
            <a:extLst>
              <a:ext uri="{FF2B5EF4-FFF2-40B4-BE49-F238E27FC236}">
                <a16:creationId xmlns:a16="http://schemas.microsoft.com/office/drawing/2014/main" id="{E0AB8465-AAC2-3253-0B46-529ABDB038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2426" y="336608"/>
            <a:ext cx="1463305" cy="40324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47">
            <a:extLst>
              <a:ext uri="{FF2B5EF4-FFF2-40B4-BE49-F238E27FC236}">
                <a16:creationId xmlns:a16="http://schemas.microsoft.com/office/drawing/2014/main" id="{0BD2DA96-FBE9-531E-9EA5-0FE46E85331D}"/>
              </a:ext>
            </a:extLst>
          </p:cNvPr>
          <p:cNvSpPr txBox="1"/>
          <p:nvPr/>
        </p:nvSpPr>
        <p:spPr>
          <a:xfrm>
            <a:off x="766065" y="897602"/>
            <a:ext cx="7744852" cy="992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54000" marR="0" lvl="0" indent="-2476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</a:pPr>
            <a:r>
              <a:rPr lang="pt-BR" sz="1500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2011 – Projeto Light – Migração para Plataforma Digital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401" name="Google Shape;401;p47">
            <a:extLst>
              <a:ext uri="{FF2B5EF4-FFF2-40B4-BE49-F238E27FC236}">
                <a16:creationId xmlns:a16="http://schemas.microsoft.com/office/drawing/2014/main" id="{92720AB3-B2BF-7697-EC29-D9E29884217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36211"/>
          <a:stretch/>
        </p:blipFill>
        <p:spPr>
          <a:xfrm>
            <a:off x="6599855" y="1835029"/>
            <a:ext cx="1818525" cy="2369103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47">
            <a:extLst>
              <a:ext uri="{FF2B5EF4-FFF2-40B4-BE49-F238E27FC236}">
                <a16:creationId xmlns:a16="http://schemas.microsoft.com/office/drawing/2014/main" id="{8185F6D0-AE6D-8C99-7C2E-DA114A779B90}"/>
              </a:ext>
            </a:extLst>
          </p:cNvPr>
          <p:cNvSpPr txBox="1"/>
          <p:nvPr/>
        </p:nvSpPr>
        <p:spPr>
          <a:xfrm>
            <a:off x="4203182" y="2011478"/>
            <a:ext cx="1818525" cy="992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Broker empresa especializada em programas de relacionamento</a:t>
            </a:r>
            <a:endParaRPr sz="1100"/>
          </a:p>
        </p:txBody>
      </p:sp>
      <p:cxnSp>
        <p:nvCxnSpPr>
          <p:cNvPr id="403" name="Google Shape;403;p47">
            <a:extLst>
              <a:ext uri="{FF2B5EF4-FFF2-40B4-BE49-F238E27FC236}">
                <a16:creationId xmlns:a16="http://schemas.microsoft.com/office/drawing/2014/main" id="{7F1AA647-3B92-02B2-387E-25F3D453FB01}"/>
              </a:ext>
            </a:extLst>
          </p:cNvPr>
          <p:cNvCxnSpPr/>
          <p:nvPr/>
        </p:nvCxnSpPr>
        <p:spPr>
          <a:xfrm>
            <a:off x="4177766" y="3196712"/>
            <a:ext cx="1869359" cy="0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04" name="Google Shape;404;p47">
            <a:extLst>
              <a:ext uri="{FF2B5EF4-FFF2-40B4-BE49-F238E27FC236}">
                <a16:creationId xmlns:a16="http://schemas.microsoft.com/office/drawing/2014/main" id="{7E3F40E3-C4C0-80DC-4452-0EA12EC0EB62}"/>
              </a:ext>
            </a:extLst>
          </p:cNvPr>
          <p:cNvSpPr txBox="1"/>
          <p:nvPr/>
        </p:nvSpPr>
        <p:spPr>
          <a:xfrm>
            <a:off x="4228599" y="3461631"/>
            <a:ext cx="1818525" cy="992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Programa de Fidelidade com mais de 2.000 parceiros</a:t>
            </a:r>
            <a:endParaRPr sz="1100"/>
          </a:p>
        </p:txBody>
      </p:sp>
      <p:pic>
        <p:nvPicPr>
          <p:cNvPr id="405" name="Google Shape;405;p47">
            <a:extLst>
              <a:ext uri="{FF2B5EF4-FFF2-40B4-BE49-F238E27FC236}">
                <a16:creationId xmlns:a16="http://schemas.microsoft.com/office/drawing/2014/main" id="{DDEE08ED-8A76-EB08-484B-77AB83ACBD4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57951" y="1706313"/>
            <a:ext cx="1818525" cy="2497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7">
            <a:extLst>
              <a:ext uri="{FF2B5EF4-FFF2-40B4-BE49-F238E27FC236}">
                <a16:creationId xmlns:a16="http://schemas.microsoft.com/office/drawing/2014/main" id="{E0F66C45-6549-128F-B184-EF034589E50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2324" y="922234"/>
            <a:ext cx="1256003" cy="85169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7">
            <a:extLst>
              <a:ext uri="{FF2B5EF4-FFF2-40B4-BE49-F238E27FC236}">
                <a16:creationId xmlns:a16="http://schemas.microsoft.com/office/drawing/2014/main" id="{E4522F60-C541-7567-1947-C843AA1D938E}"/>
              </a:ext>
            </a:extLst>
          </p:cNvPr>
          <p:cNvSpPr txBox="1"/>
          <p:nvPr/>
        </p:nvSpPr>
        <p:spPr>
          <a:xfrm>
            <a:off x="718132" y="194766"/>
            <a:ext cx="5993892" cy="43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0045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100" b="1">
                <a:solidFill>
                  <a:srgbClr val="004564"/>
                </a:solidFill>
                <a:latin typeface="Arial"/>
                <a:ea typeface="Arial"/>
                <a:cs typeface="Arial"/>
                <a:sym typeface="Arial"/>
              </a:rPr>
              <a:t>Case Transformação Digital - Light</a:t>
            </a:r>
            <a:endParaRPr sz="2100">
              <a:solidFill>
                <a:srgbClr val="00456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2798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/>
          <p:nvPr/>
        </p:nvSpPr>
        <p:spPr>
          <a:xfrm>
            <a:off x="593441" y="90098"/>
            <a:ext cx="7124926" cy="43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004564"/>
                </a:solidFill>
                <a:latin typeface="Arial"/>
                <a:ea typeface="Arial"/>
                <a:cs typeface="Arial"/>
                <a:sym typeface="Arial"/>
              </a:rPr>
              <a:t>Três Pilares Principais - Transformação Digital</a:t>
            </a:r>
            <a:endParaRPr sz="2400">
              <a:solidFill>
                <a:srgbClr val="0045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9"/>
          <p:cNvSpPr txBox="1"/>
          <p:nvPr/>
        </p:nvSpPr>
        <p:spPr>
          <a:xfrm>
            <a:off x="823528" y="1208099"/>
            <a:ext cx="4213169" cy="1454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Tecnologia </a:t>
            </a:r>
            <a:endParaRPr sz="110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Pilar central da Transformação Digital</a:t>
            </a:r>
            <a:endParaRPr sz="110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tecnologia possibilita a automação, integração de sistemas, análise de dados em tempo real, e o uso de novas ferramentas que melhoram a eficiência e a experiência do cliente.</a:t>
            </a:r>
            <a:endParaRPr sz="1100"/>
          </a:p>
        </p:txBody>
      </p:sp>
      <p:sp>
        <p:nvSpPr>
          <p:cNvPr id="211" name="Google Shape;211;p29"/>
          <p:cNvSpPr txBox="1"/>
          <p:nvPr/>
        </p:nvSpPr>
        <p:spPr>
          <a:xfrm>
            <a:off x="823528" y="2731300"/>
            <a:ext cx="4883372" cy="992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Processos </a:t>
            </a:r>
            <a:endParaRPr sz="110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Aborda a necessidade de remodelar os processos de negócio em torno das capacidades digitais emergentes para melhorar a eficiência e a inovação</a:t>
            </a:r>
            <a:r>
              <a:rPr lang="pt-B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212" name="Google Shape;212;p29"/>
          <p:cNvSpPr txBox="1"/>
          <p:nvPr/>
        </p:nvSpPr>
        <p:spPr>
          <a:xfrm>
            <a:off x="823528" y="3992822"/>
            <a:ext cx="4883372" cy="992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 . Pessoas (Cultura e Capacitação) </a:t>
            </a:r>
            <a:endParaRPr sz="110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Aborda a necessidade de remodelar os processos de negócio em torno das capacidades digitais emergentes para melhorar a eficiência e a inovação</a:t>
            </a:r>
            <a:r>
              <a:rPr lang="pt-BR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pic>
        <p:nvPicPr>
          <p:cNvPr id="213" name="Google Shape;213;p29" descr="Torre de Celular com preenchimento sólid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9834" y="160749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9" descr="Gráfico de decisão estrutura de tópico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5576" y="2945820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9" descr="Grupo de pessoas com preenchimento sólid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9124" y="417115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9"/>
          <p:cNvSpPr txBox="1"/>
          <p:nvPr/>
        </p:nvSpPr>
        <p:spPr>
          <a:xfrm>
            <a:off x="823527" y="558245"/>
            <a:ext cx="689483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Nov - 2012 Westerman</a:t>
            </a:r>
            <a:r>
              <a:rPr lang="pt-BR" sz="1400" i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sz="1400" b="1" i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Bonnet</a:t>
            </a:r>
            <a:r>
              <a:rPr lang="pt-BR" sz="1400" i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pt-BR" sz="1400" b="1" i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Ferraris</a:t>
            </a:r>
            <a:r>
              <a:rPr lang="pt-BR" sz="1400" i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pt-BR" sz="1400" b="1" i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MIT Center for Digital Business</a:t>
            </a:r>
            <a:endParaRPr sz="1400" i="1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4" name="Google Shape;334;p42"/>
          <p:cNvCxnSpPr/>
          <p:nvPr/>
        </p:nvCxnSpPr>
        <p:spPr>
          <a:xfrm>
            <a:off x="522844" y="4806892"/>
            <a:ext cx="8552576" cy="0"/>
          </a:xfrm>
          <a:prstGeom prst="straightConnector1">
            <a:avLst/>
          </a:prstGeom>
          <a:noFill/>
          <a:ln w="571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5" name="Google Shape;335;p42"/>
          <p:cNvSpPr/>
          <p:nvPr/>
        </p:nvSpPr>
        <p:spPr>
          <a:xfrm>
            <a:off x="1771574" y="305621"/>
            <a:ext cx="49" cy="191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2"/>
          <p:cNvSpPr txBox="1"/>
          <p:nvPr/>
        </p:nvSpPr>
        <p:spPr>
          <a:xfrm>
            <a:off x="106959" y="4647719"/>
            <a:ext cx="38641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2"/>
          <p:cNvSpPr/>
          <p:nvPr/>
        </p:nvSpPr>
        <p:spPr>
          <a:xfrm>
            <a:off x="7680960" y="116941"/>
            <a:ext cx="1463040" cy="3924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2426" y="336608"/>
            <a:ext cx="1463305" cy="40324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2"/>
          <p:cNvSpPr txBox="1"/>
          <p:nvPr/>
        </p:nvSpPr>
        <p:spPr>
          <a:xfrm>
            <a:off x="718132" y="194766"/>
            <a:ext cx="5993892" cy="43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004564"/>
                </a:solidFill>
                <a:latin typeface="Arial"/>
                <a:ea typeface="Arial"/>
                <a:cs typeface="Arial"/>
                <a:sym typeface="Arial"/>
              </a:rPr>
              <a:t> Novo Papel do Escritório de Projetos </a:t>
            </a:r>
            <a:endParaRPr sz="2400">
              <a:solidFill>
                <a:srgbClr val="0045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2"/>
          <p:cNvSpPr txBox="1"/>
          <p:nvPr/>
        </p:nvSpPr>
        <p:spPr>
          <a:xfrm>
            <a:off x="806441" y="959515"/>
            <a:ext cx="7744852" cy="3300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54000" marR="0" lvl="0" indent="-2476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</a:pPr>
            <a:r>
              <a:rPr lang="pt-BR" sz="1500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Agente de Transformação Digital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Atua como impulsionador de iniciativas digitais.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Promove a integração entre estratégia, tecnologia e cultura</a:t>
            </a:r>
            <a:r>
              <a:rPr lang="pt-BR" sz="15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4000" marR="0" lvl="0" indent="-2476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</a:pP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pt-BR" sz="1500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Orquestrador de Portfólios Digitais</a:t>
            </a:r>
            <a:endParaRPr sz="110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Gerencia um portfólio de projetos digitais (IA, automação, analytics, cloud, etc)</a:t>
            </a:r>
            <a:endParaRPr sz="110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Garante priorização estratégica e sinergia entre as iniciativas.</a:t>
            </a:r>
            <a:endParaRPr sz="110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54000" marR="0" lvl="0" indent="-2476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</a:pPr>
            <a:r>
              <a:rPr lang="pt-BR" sz="1500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Facilitador de Metodologias Híbridas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Combina abordagens ágeis (Scrum, SAFe) e tradicionais (PMBOK, PRINCE2).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Adapta metodologias ao tipo e maturidade do projeto.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5" name="Google Shape;345;p43"/>
          <p:cNvCxnSpPr/>
          <p:nvPr/>
        </p:nvCxnSpPr>
        <p:spPr>
          <a:xfrm>
            <a:off x="522844" y="4806892"/>
            <a:ext cx="8552576" cy="0"/>
          </a:xfrm>
          <a:prstGeom prst="straightConnector1">
            <a:avLst/>
          </a:prstGeom>
          <a:noFill/>
          <a:ln w="571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6" name="Google Shape;346;p43"/>
          <p:cNvSpPr/>
          <p:nvPr/>
        </p:nvSpPr>
        <p:spPr>
          <a:xfrm>
            <a:off x="1771574" y="305621"/>
            <a:ext cx="49" cy="191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3"/>
          <p:cNvSpPr txBox="1"/>
          <p:nvPr/>
        </p:nvSpPr>
        <p:spPr>
          <a:xfrm>
            <a:off x="106959" y="4647719"/>
            <a:ext cx="38641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3"/>
          <p:cNvSpPr/>
          <p:nvPr/>
        </p:nvSpPr>
        <p:spPr>
          <a:xfrm>
            <a:off x="7680960" y="116941"/>
            <a:ext cx="1463040" cy="3924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2426" y="336608"/>
            <a:ext cx="1463305" cy="40324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3"/>
          <p:cNvSpPr txBox="1"/>
          <p:nvPr/>
        </p:nvSpPr>
        <p:spPr>
          <a:xfrm>
            <a:off x="787767" y="813522"/>
            <a:ext cx="7744852" cy="376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9210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Wingdings" panose="05000000000000000000" pitchFamily="2" charset="2"/>
              <a:buChar char="§"/>
            </a:pPr>
            <a:r>
              <a:rPr lang="pt-BR" sz="1500" b="1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Gestor da Mudança Cultural</a:t>
            </a: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Atua na preparação de equipes para novas formas de trabalho.</a:t>
            </a: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Apoia ações de capacitação, comunicação e engajamento dos colaboradores.</a:t>
            </a:r>
            <a:endParaRPr sz="15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210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Wingdings" panose="05000000000000000000" pitchFamily="2" charset="2"/>
              <a:buChar char="§"/>
            </a:pPr>
            <a:r>
              <a:rPr lang="pt-BR" sz="1500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pt-BR" sz="1500" b="1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Foco em Valor e Impacto no Negócio</a:t>
            </a:r>
            <a:endParaRPr sz="1100"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Prioriza e monitora projetos com base em geração de valor (ROI, NPS, eficiência).</a:t>
            </a:r>
            <a:endParaRPr sz="1100"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Define indicadores de sucesso alinhados à estratégia digital da empresa.</a:t>
            </a:r>
            <a:endParaRPr sz="1100" dirty="0"/>
          </a:p>
          <a:p>
            <a:pPr marL="29210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Wingdings" panose="05000000000000000000" pitchFamily="2" charset="2"/>
              <a:buChar char="§"/>
            </a:pPr>
            <a:r>
              <a:rPr lang="pt-BR" sz="1500" b="1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Acelerador da Estratégia Digital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Alinha todos os projetos à visão de futuro da organização.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Garante entregas ágeis, iterativas e com foco no cliente.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1500" dirty="0">
              <a:solidFill>
                <a:schemeClr val="dk2"/>
              </a:solidFill>
              <a:latin typeface="Quattrocento Sans"/>
              <a:sym typeface="Quattrocento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pt-BR" sz="1500" b="1" dirty="0">
                <a:solidFill>
                  <a:schemeClr val="dk2"/>
                </a:solidFill>
                <a:latin typeface="Quattrocento Sans"/>
                <a:sym typeface="Quattrocento Sans"/>
              </a:rPr>
              <a:t>Possibilitar melhoria na gestão de processos com uso da IA</a:t>
            </a:r>
            <a:r>
              <a:rPr lang="pt-BR" sz="1500" dirty="0">
                <a:solidFill>
                  <a:schemeClr val="dk2"/>
                </a:solidFill>
                <a:latin typeface="Quattrocento Sans"/>
                <a:sym typeface="Quattrocento Sans"/>
              </a:rPr>
              <a:t>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pt-BR" sz="1500" dirty="0">
                <a:solidFill>
                  <a:schemeClr val="dk2"/>
                </a:solidFill>
                <a:latin typeface="Quattrocento Sans"/>
                <a:sym typeface="Quattrocento Sans"/>
              </a:rPr>
              <a:t>Melhora no processo de preenchimento de documentações dos projeto.</a:t>
            </a:r>
            <a:endParaRPr sz="1500" dirty="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1" name="Google Shape;351;p43"/>
          <p:cNvSpPr txBox="1"/>
          <p:nvPr/>
        </p:nvSpPr>
        <p:spPr>
          <a:xfrm>
            <a:off x="688396" y="144109"/>
            <a:ext cx="5993892" cy="43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004564"/>
                </a:solidFill>
                <a:latin typeface="Arial"/>
                <a:ea typeface="Arial"/>
                <a:cs typeface="Arial"/>
                <a:sym typeface="Arial"/>
              </a:rPr>
              <a:t> Novo Papel do Escritório de Projetos </a:t>
            </a:r>
            <a:endParaRPr sz="2400">
              <a:solidFill>
                <a:srgbClr val="00456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6" name="Google Shape;356;p44"/>
          <p:cNvCxnSpPr/>
          <p:nvPr/>
        </p:nvCxnSpPr>
        <p:spPr>
          <a:xfrm>
            <a:off x="522844" y="4806892"/>
            <a:ext cx="8552576" cy="0"/>
          </a:xfrm>
          <a:prstGeom prst="straightConnector1">
            <a:avLst/>
          </a:prstGeom>
          <a:noFill/>
          <a:ln w="571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7" name="Google Shape;357;p44"/>
          <p:cNvSpPr/>
          <p:nvPr/>
        </p:nvSpPr>
        <p:spPr>
          <a:xfrm>
            <a:off x="1771574" y="305621"/>
            <a:ext cx="49" cy="191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4"/>
          <p:cNvSpPr txBox="1"/>
          <p:nvPr/>
        </p:nvSpPr>
        <p:spPr>
          <a:xfrm>
            <a:off x="106959" y="4647719"/>
            <a:ext cx="38641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4"/>
          <p:cNvSpPr/>
          <p:nvPr/>
        </p:nvSpPr>
        <p:spPr>
          <a:xfrm>
            <a:off x="7680960" y="116941"/>
            <a:ext cx="1463040" cy="3924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Google Shape;360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2426" y="336608"/>
            <a:ext cx="1463305" cy="40324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4"/>
          <p:cNvSpPr txBox="1"/>
          <p:nvPr/>
        </p:nvSpPr>
        <p:spPr>
          <a:xfrm>
            <a:off x="2841839" y="1927132"/>
            <a:ext cx="5993892" cy="43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004564"/>
                </a:solidFill>
                <a:latin typeface="Arial"/>
                <a:ea typeface="Arial"/>
                <a:cs typeface="Arial"/>
                <a:sym typeface="Arial"/>
              </a:rPr>
              <a:t>Cases Práticos </a:t>
            </a:r>
            <a:endParaRPr sz="2400">
              <a:solidFill>
                <a:srgbClr val="00456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2" name="Google Shape;412;p48"/>
          <p:cNvCxnSpPr/>
          <p:nvPr/>
        </p:nvCxnSpPr>
        <p:spPr>
          <a:xfrm>
            <a:off x="522844" y="4806892"/>
            <a:ext cx="8552576" cy="0"/>
          </a:xfrm>
          <a:prstGeom prst="straightConnector1">
            <a:avLst/>
          </a:prstGeom>
          <a:noFill/>
          <a:ln w="571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3" name="Google Shape;413;p48"/>
          <p:cNvSpPr/>
          <p:nvPr/>
        </p:nvSpPr>
        <p:spPr>
          <a:xfrm>
            <a:off x="1771574" y="305621"/>
            <a:ext cx="49" cy="191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5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8"/>
          <p:cNvSpPr txBox="1"/>
          <p:nvPr/>
        </p:nvSpPr>
        <p:spPr>
          <a:xfrm>
            <a:off x="106959" y="4647719"/>
            <a:ext cx="386418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8"/>
          <p:cNvSpPr/>
          <p:nvPr/>
        </p:nvSpPr>
        <p:spPr>
          <a:xfrm>
            <a:off x="7680960" y="116941"/>
            <a:ext cx="1463040" cy="3924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2426" y="336608"/>
            <a:ext cx="1463305" cy="40324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48"/>
          <p:cNvSpPr txBox="1"/>
          <p:nvPr/>
        </p:nvSpPr>
        <p:spPr>
          <a:xfrm>
            <a:off x="643899" y="977236"/>
            <a:ext cx="7744852" cy="122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54000" marR="0" lvl="0" indent="-2476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</a:pPr>
            <a:r>
              <a:rPr lang="pt-BR" sz="1500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2020 (março)  –  Projeto jurídico com assinaturas eletrônicas</a:t>
            </a:r>
            <a:endParaRPr sz="1100"/>
          </a:p>
          <a:p>
            <a:pPr marL="254000" marR="0" lvl="0" indent="-24765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</a:pPr>
            <a:r>
              <a:rPr lang="pt-BR" sz="1500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Necessidade de gerar assinatura eletrônica</a:t>
            </a:r>
            <a:r>
              <a:rPr lang="pt-BR" sz="1500" i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documentos com validade jurídica.</a:t>
            </a:r>
            <a:endParaRPr sz="15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8" name="Google Shape;418;p48"/>
          <p:cNvSpPr txBox="1"/>
          <p:nvPr/>
        </p:nvSpPr>
        <p:spPr>
          <a:xfrm>
            <a:off x="681016" y="1921496"/>
            <a:ext cx="7744852" cy="168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54000" marR="0" lvl="0" indent="-2476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</a:pPr>
            <a:r>
              <a:rPr lang="pt-BR" sz="1500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2020 (maio) –  Gestão Eletrônica de Documentos</a:t>
            </a:r>
            <a:endParaRPr sz="1100"/>
          </a:p>
          <a:p>
            <a:pPr marL="254000" marR="0" lvl="0" indent="-24765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</a:pP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Os documentos gerados pela área de manutenção eram arquivados em locais distintos. Foi criado repositório no Sharepoint para submeter os arquivos.</a:t>
            </a:r>
            <a:endParaRPr sz="150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54000" marR="0" lvl="0" indent="-1524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endParaRPr sz="1500" b="1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9" name="Google Shape;419;p48"/>
          <p:cNvSpPr txBox="1"/>
          <p:nvPr/>
        </p:nvSpPr>
        <p:spPr>
          <a:xfrm>
            <a:off x="718132" y="3096589"/>
            <a:ext cx="7744852" cy="1454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54000" marR="0" lvl="0" indent="-2476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</a:pPr>
            <a:r>
              <a:rPr lang="pt-BR" sz="1500" b="1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2020 (junho) –  App Engenharia </a:t>
            </a:r>
            <a:endParaRPr sz="1100"/>
          </a:p>
          <a:p>
            <a:pPr marL="254000" marR="0" lvl="0" indent="-247650" algn="just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</a:pPr>
            <a:r>
              <a:rPr lang="pt-BR" sz="15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Oferecer aos engenheiros possibilidade de registrar e submeter fotos das Usinas em um único aplicativo sem wi-fi. Antes o processo era manual via arquivo em Word e dependia do wi-fi (escritório).</a:t>
            </a:r>
            <a:endParaRPr sz="150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0" name="Google Shape;420;p48"/>
          <p:cNvSpPr txBox="1"/>
          <p:nvPr/>
        </p:nvSpPr>
        <p:spPr>
          <a:xfrm>
            <a:off x="718132" y="210005"/>
            <a:ext cx="7160206" cy="43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00456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100" b="1">
                <a:solidFill>
                  <a:srgbClr val="004564"/>
                </a:solidFill>
                <a:latin typeface="Arial"/>
                <a:ea typeface="Arial"/>
                <a:cs typeface="Arial"/>
                <a:sym typeface="Arial"/>
              </a:rPr>
              <a:t>Case Transformação Digital – Elera Renováveis</a:t>
            </a:r>
            <a:endParaRPr sz="2100">
              <a:solidFill>
                <a:srgbClr val="00456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Personalizar 1">
      <a:dk1>
        <a:srgbClr val="000000"/>
      </a:dk1>
      <a:lt1>
        <a:srgbClr val="FFFFFF"/>
      </a:lt1>
      <a:dk2>
        <a:srgbClr val="00204C"/>
      </a:dk2>
      <a:lt2>
        <a:srgbClr val="003A78"/>
      </a:lt2>
      <a:accent1>
        <a:srgbClr val="0C62AA"/>
      </a:accent1>
      <a:accent2>
        <a:srgbClr val="008AC8"/>
      </a:accent2>
      <a:accent3>
        <a:srgbClr val="73BEE8"/>
      </a:accent3>
      <a:accent4>
        <a:srgbClr val="5B5B5E"/>
      </a:accent4>
      <a:accent5>
        <a:srgbClr val="3AAE95"/>
      </a:accent5>
      <a:accent6>
        <a:srgbClr val="8AC8C0"/>
      </a:accent6>
      <a:hlink>
        <a:srgbClr val="2B8670"/>
      </a:hlink>
      <a:folHlink>
        <a:srgbClr val="89A85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1136</Words>
  <Application>Microsoft Office PowerPoint</Application>
  <PresentationFormat>Apresentação na tela (16:9)</PresentationFormat>
  <Paragraphs>137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18</vt:i4>
      </vt:variant>
    </vt:vector>
  </HeadingPairs>
  <TitlesOfParts>
    <vt:vector size="26" baseType="lpstr">
      <vt:lpstr>Arial </vt:lpstr>
      <vt:lpstr>Noto Sans Symbols</vt:lpstr>
      <vt:lpstr>Quattrocento Sans</vt:lpstr>
      <vt:lpstr>Helvetica Neue</vt:lpstr>
      <vt:lpstr>Arial</vt:lpstr>
      <vt:lpstr>Wingdings</vt:lpstr>
      <vt:lpstr>Simple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Cristiana Valente</dc:creator>
  <cp:lastModifiedBy>Cristiana Valente Meneses</cp:lastModifiedBy>
  <cp:revision>1</cp:revision>
  <dcterms:modified xsi:type="dcterms:W3CDTF">2026-10-05T13:42:28Z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f7750d-9cdf-4ba7-80aa-2c6ffdc35229_Enabled">
    <vt:lpwstr>true</vt:lpwstr>
  </property>
  <property fmtid="{D5CDD505-2E9C-101B-9397-08002B2CF9AE}" pid="3" name="MSIP_Label_84f7750d-9cdf-4ba7-80aa-2c6ffdc35229_SetDate">
    <vt:lpwstr>2026-04-16T12:49:02Z</vt:lpwstr>
  </property>
  <property fmtid="{D5CDD505-2E9C-101B-9397-08002B2CF9AE}" pid="4" name="MSIP_Label_84f7750d-9cdf-4ba7-80aa-2c6ffdc35229_Method">
    <vt:lpwstr>Standard</vt:lpwstr>
  </property>
  <property fmtid="{D5CDD505-2E9C-101B-9397-08002B2CF9AE}" pid="5" name="MSIP_Label_84f7750d-9cdf-4ba7-80aa-2c6ffdc35229_Name">
    <vt:lpwstr>Nível - 1</vt:lpwstr>
  </property>
  <property fmtid="{D5CDD505-2E9C-101B-9397-08002B2CF9AE}" pid="6" name="MSIP_Label_84f7750d-9cdf-4ba7-80aa-2c6ffdc35229_SiteId">
    <vt:lpwstr>79f6b639-ab12-4280-8077-bdbeef869b33</vt:lpwstr>
  </property>
  <property fmtid="{D5CDD505-2E9C-101B-9397-08002B2CF9AE}" pid="7" name="MSIP_Label_84f7750d-9cdf-4ba7-80aa-2c6ffdc35229_ActionId">
    <vt:lpwstr>5d755dbf-b11d-4f5a-9861-710cc4b48959</vt:lpwstr>
  </property>
  <property fmtid="{D5CDD505-2E9C-101B-9397-08002B2CF9AE}" pid="8" name="MSIP_Label_84f7750d-9cdf-4ba7-80aa-2c6ffdc35229_ContentBits">
    <vt:lpwstr>0</vt:lpwstr>
  </property>
  <property fmtid="{D5CDD505-2E9C-101B-9397-08002B2CF9AE}" pid="9" name="MSIP_Label_84f7750d-9cdf-4ba7-80aa-2c6ffdc35229_Tag">
    <vt:lpwstr>10, 3, 0, 1</vt:lpwstr>
  </property>
</Properties>
</file>