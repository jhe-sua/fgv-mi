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a Valente Meneses" userId="345535ea-53c0-4b5f-acee-328bfc75a748" providerId="ADAL" clId="{0F250CA3-BAA1-4545-802F-8A5E22310B02}"/>
    <pc:docChg chg="delSld">
      <pc:chgData name="Cristiana Valente Meneses" userId="345535ea-53c0-4b5f-acee-328bfc75a748" providerId="ADAL" clId="{0F250CA3-BAA1-4545-802F-8A5E22310B02}" dt="2026-09-30T17:19:46.372" v="0" actId="47"/>
      <pc:docMkLst>
        <pc:docMk/>
      </pc:docMkLst>
      <pc:sldChg chg="del">
        <pc:chgData name="Cristiana Valente Meneses" userId="345535ea-53c0-4b5f-acee-328bfc75a748" providerId="ADAL" clId="{0F250CA3-BAA1-4545-802F-8A5E22310B02}" dt="2026-09-30T17:19:46.372" v="0" actId="47"/>
        <pc:sldMkLst>
          <pc:docMk/>
          <pc:sldMk cId="0" sldId="267"/>
        </pc:sldMkLst>
      </pc:sldChg>
      <pc:sldChg chg="del">
        <pc:chgData name="Cristiana Valente Meneses" userId="345535ea-53c0-4b5f-acee-328bfc75a748" providerId="ADAL" clId="{0F250CA3-BAA1-4545-802F-8A5E22310B02}" dt="2026-09-30T17:19:46.372" v="0" actId="47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7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332720" y="3931920"/>
            <a:ext cx="2926080" cy="2926080"/>
          </a:xfrm>
          <a:prstGeom prst="ellipse">
            <a:avLst/>
          </a:prstGeom>
          <a:solidFill>
            <a:srgbClr val="FF6B35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 · 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Bradesco e a BIA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Escala, produtividade e os limites da Inteligência Artificial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para dinâmica de grupo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Getúlio Vargas  ·  Graduação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579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Febraban Tech 2026 e a jornada de 10 anos da BIA no Bradesco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898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552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real de uso, produtividade e o comparativo setorial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tensão do caso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3525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eficiência da IA encontra o limite da responsabilidade humana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93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Dinâmica em grupo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44982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coletiva de um 'Mapa de Autonomia' da IA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457200" y="21945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FEBRABAN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4709160"/>
            <a:ext cx="146304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457200" y="49377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anual dos maiores bancos do país, plataforma onde executivos apresentam publicamente o estágio de maturidade em IA de suas instituições.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CASO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658368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jornada de 10 anos, contada em 2 anos de aceleração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828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Febraban Tech 2026, o CEO do Bradesco,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Noronha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a CTO,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Cíntia Scovine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apresentaram o estágio da transformação em Inteligência Artificial do banco.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2004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símbolo dessa jornada é a BIA - a assistente virtual do banco - que completou uma década de atuação e hoje opera como “BIA Gen IA”: de chatbot de perguntas e respostas a uma ferramenta de IA generativa capaz de executar transações completas dentro do app e via WhatsApp.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BIA em números (Febraban Tech 2026)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32461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4290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atuação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BIA junto aos clientes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514600" cy="32461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383280" y="2148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bi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34290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acumuladas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 a trajetória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514600" cy="32461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217920" y="2148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4290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autorresolução —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resolvem sozinhos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514600" cy="3246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052560" y="21488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mi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3429000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via BIA Gen IA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no 1º trimestre de 2026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declarações de Marcelo Noronha (CEO) e Cíntia Scovine (CTO) na Febraban Tech 2026.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-  Bradesco e a BIA (2026)  |  FGV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chatbot a agente transacional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2423160"/>
            <a:ext cx="973836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246120" cy="283464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41248" y="324612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47872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 nasce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04164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virtual para dúvidas simples e navegação assistida no app do banco.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206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240" y="3063240"/>
            <a:ext cx="3246120" cy="283464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407408" y="324612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3547872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Início da aceleração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404164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Bradesco estrutura um processo intensivo de transformação com IA em toda a operação.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2103120"/>
            <a:ext cx="640080" cy="640080"/>
          </a:xfrm>
          <a:prstGeom prst="ellipse">
            <a:avLst/>
          </a:prstGeom>
          <a:solidFill>
            <a:srgbClr val="FF6B3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7772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0" y="3063240"/>
            <a:ext cx="3246120" cy="283464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973568" y="324612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3547872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 Gen IA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4041648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executa transações completas: saldo, extrato, Pix, boletos e alertas de fraude, no app e no WhatsApp.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- Bradesco e a BIA (2026)  |  FGV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TRÁS DA INTERFACE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infraestrutura que sustenta a escala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8745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41248" y="20756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4124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39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os modelos de IA aos sistemas internos, com controles de segurança, privacidade e </a:t>
            </a:r>
            <a:r>
              <a:rPr lang="en-US" sz="125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 “motor” de governança de todas as iniciativas.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874520"/>
            <a:ext cx="5120640" cy="18745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281928" y="20756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28192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0391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 Tech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06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 voltada aos próprios funcionários: apoia o trabalho diário de especialistas e engenheiros do banco.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120640" cy="18745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41248" y="4224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4124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Instituto Konumi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54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25 a 27 laboratórios conveniados com universidades no Brasil e no exterior, dedicados a pesquisar o futuro da IA.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9320" y="4023360"/>
            <a:ext cx="5120640" cy="187452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281928" y="4224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281928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Meu Bradesco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754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inovação construída sob a premissa de extrema customização: “um banco para cada cliente”.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SETORIAL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Bradesco se compara a outros bancos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Bradesco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milhões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transações via BIA Gen IA no 1º tri. de 2026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429000" cy="3200400"/>
          </a:xfrm>
          <a:prstGeom prst="rect">
            <a:avLst/>
          </a:prstGeom>
          <a:solidFill>
            <a:srgbClr val="334C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48056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Itaú Unibanco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mil → 3 mi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na experiência de IA até o fim de 2026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429000" cy="3200400"/>
          </a:xfrm>
          <a:prstGeom prst="rect">
            <a:avLst/>
          </a:prstGeom>
          <a:solidFill>
            <a:srgbClr val="5B6F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18388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Nubank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aumento na capacidade de produção de código com IA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0241280" cy="82296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77240" y="55321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 índice Evident (jul/2026), Nubank, Itaú, Bradesco e Banco do Brasil ocupam, nesta ordem, as quatro primeiras posições entre os bancos mais maduros em IA na América Latina.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85800" y="5029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783080"/>
            <a:ext cx="9509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e responsabilidade social não dá para delegar para a máquina, até porque quem responde é a empresa. Temos os limites da IA definidos por uma série de </a:t>
            </a:r>
            <a:r>
              <a:rPr lang="en-US" sz="30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</a:t>
            </a: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 isso é indelegável.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4983480"/>
            <a:ext cx="118872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NORONHA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do Bradesco  ·  Febraban Tech 2026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TENSÃO DO CASO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Acelerar e frear, ao mesmo tempo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379476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Acelerando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Ganhar produtividade, reduzir custo operacional e melhorar a experiência do </a:t>
            </a:r>
            <a:r>
              <a:rPr lang="en-US" sz="14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- 74 milhões de transações automatizadas só no 1º trimestre de 2026.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97880" y="1874520"/>
            <a:ext cx="5120640" cy="3794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Freando de propósito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88036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decisão final com um humano em tudo que envolve ética, risco e responsabilidade legal - mesmo quando a tecnologia permitiria mais autonomia.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97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que fica: onde termina “eficiência” e começa “risco que a empresa não pode terceirizar para o algoritmo”?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DINÂMICA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para discussão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202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BIA resolve 90% das demandas sozinha. Que tipo de situação vocês imaginam que cai nos 10% restantes?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502920" cy="8229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48640" y="289864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443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Bradesco criou uma plataforma própria de governança (a “Bridge”) antes de escalar o uso de IA. Na experiência de vocês, a governança costuma vir antes ou depois da adoção da ferramenta?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22776"/>
            <a:ext cx="5029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48640" y="392277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96849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investiu 10 anos antes de chegar a este patamar. Como isso muda a forma de avaliar “sucesso” de uma iniciativa de IA que tem só alguns meses?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946904"/>
            <a:ext cx="502920" cy="8229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48640" y="494690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9926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resultado (74 milhões de transações) fosse comunicado sem a frase sobre ética, como a percepção da notícia mudaria?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DE GRUPO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de Autonomia da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241280" cy="100584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os participantes vivenciarem, na prática, o dilema de “onde estabelecer o limite de autonomia da IA” - não apenas discutir isso em abstrato.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291840" cy="155448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7724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4 a 6 pessoas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23360" y="3200400"/>
            <a:ext cx="3291840" cy="1554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25196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3767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a 60 minutos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98080" y="3200400"/>
            <a:ext cx="3291840" cy="1554480"/>
          </a:xfrm>
          <a:prstGeom prst="rect">
            <a:avLst/>
          </a:prstGeom>
          <a:solidFill>
            <a:srgbClr val="F3F6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72668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VISUAL – POST ITS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Eixos do mapa (a construir na Etapa 3):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X — Impacto do erro (baixo → alto)          Eixo Y — Reversibilidade da decisão (fácil de corrigir → irreversível)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Bradesco e a BIA (2026)  |  FGV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49047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1097280" y="13990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Bradesco prioriza IA, mas diz que ética não se delega às máquinas — ConvergênciaDigital, 24/08/2026</a:t>
            </a: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https://convergenciadigital.com.br/mercado/bradesco-prioriza-ia-mas-diz-que-etica-nao-se-delega-as-maquinas/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242147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1097280" y="2187283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Febraban Tech: BIA já soma 3 bilhões de interações e resolve 90% das demandas, diz CTO do Bradesco — Times Brasil (CNBC), 25/08/2026</a:t>
            </a: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https://timesbrasil.com.br/empresas-e-negocios/febraban-tech-bia-ja-soma-3-bilhoes-de-interacoes-e-resolve-90-das-demandas-diz-cto-do-bradesco-cintia-scovine/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03114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158240" y="2948851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Itaú, Bradesco, Nubank e mais mostram como a IA transforma produtividade, crédito e CX — Consumidor Moderno, Febraban Tech 2026</a:t>
            </a: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https://consumidormoderno.com.br/ia-bancos-cx-economia-febraban/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" y="3705745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1097280" y="3735323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Nubank, Itaú, Bradesco e BB lideram ranking de IA entre bancos da América Latina (índice Evident) — Mercado &amp; Consumo, 21/07/2026</a:t>
            </a: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https://economia.uol.com.br/noticias/estadao-conteudo/2026/07/21/nubank-itau-bradesco-e-bb-lideram-ranking-de-ia-entre-bancos-da-america-latina.htm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10424160" cy="0"/>
          </a:xfrm>
          <a:prstGeom prst="line">
            <a:avLst/>
          </a:prstGeom>
          <a:noFill/>
          <a:ln w="12700">
            <a:solidFill>
              <a:srgbClr val="334C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2296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uso: números e citações divulgados pelas próprias empresas/executivos em evento setorial; não auditados de forma independente neste material.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Getúlio Vargas  ·  Material de apoio à dinâmica de grupo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1253</Words>
  <Application>Microsoft Office PowerPoint</Application>
  <PresentationFormat>Widescreen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Cristiana Valente Meneses</cp:lastModifiedBy>
  <cp:revision>2</cp:revision>
  <dcterms:created xsi:type="dcterms:W3CDTF">2026-09-30T15:12:48Z</dcterms:created>
  <dcterms:modified xsi:type="dcterms:W3CDTF">2026-09-30T17:19:56Z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2026-09-30T17:07:20Z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a335b02b-e764-42be-ae78-1eecfaced641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