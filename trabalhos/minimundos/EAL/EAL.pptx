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259" r:id="rId2"/>
    <p:sldId id="260" r:id="rId3"/>
    <p:sldId id="261" r:id="rId4"/>
  </p:sldIdLst>
  <p:sldSz cx="9144000" cy="6858000" type="screen4x3"/>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ern Swiss" id="{FD2B0C0D-84C0-42ED-88AF-E5F83906AE8B}">
          <p14:sldIdLst>
            <p14:sldId id="259"/>
            <p14:sldId id="260"/>
            <p14:sldId id="261"/>
          </p14:sldIdLst>
        </p14:section>
      </p14:sectionLst>
    </p:ext>
    <p:ext uri="{EFAFB233-063F-42B5-8137-9DF3F51BA10A}">
      <p15:sldGuideLst xmlns:p15="http://schemas.microsoft.com/office/powerpoint/2012/main">
        <p15:guide id="1" orient="horz" pos="2516">
          <p15:clr>
            <a:srgbClr val="A4A3A4"/>
          </p15:clr>
        </p15:guide>
        <p15:guide id="2" pos="2880">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8497"/>
    <a:srgbClr val="60D134"/>
    <a:srgbClr val="B9B9B9"/>
    <a:srgbClr val="31CCE8"/>
    <a:srgbClr val="118E97"/>
    <a:srgbClr val="17B1CB"/>
    <a:srgbClr val="BC873A"/>
    <a:srgbClr val="C1C139"/>
    <a:srgbClr val="A48F52"/>
    <a:srgbClr val="9C975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419C17-992C-47F6-B957-162ADFE2ADDF}" v="6" dt="2023-02-21T21:06:19.832"/>
    <p1510:client id="{B002F7D9-0AFB-477B-93E2-B03E229F5AB4}" v="8" dt="2023-02-21T21:51:24.696"/>
    <p1510:client id="{D3BF70D5-97BD-46D6-B0DA-4E40D7716359}" v="5" dt="2023-02-21T21:19:55.3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623" autoAdjust="0"/>
    <p:restoredTop sz="84543" autoAdjust="0"/>
  </p:normalViewPr>
  <p:slideViewPr>
    <p:cSldViewPr snapToGrid="0">
      <p:cViewPr>
        <p:scale>
          <a:sx n="125" d="100"/>
          <a:sy n="125" d="100"/>
        </p:scale>
        <p:origin x="792" y="-690"/>
      </p:cViewPr>
      <p:guideLst>
        <p:guide orient="horz" pos="2516"/>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microsoft.com/office/2016/11/relationships/changesInfo" Target="changesInfos/changesInfo1.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úlio César Chaves" userId="3f913fe9-3202-435d-b9f5-b2fca763184f" providerId="ADAL" clId="{7CF8A0C6-BB7D-4EAB-8C90-8CF66D04CA6D}"/>
    <pc:docChg chg="undo custSel addSld delSld modSld sldOrd modSection">
      <pc:chgData name="Júlio César Chaves" userId="3f913fe9-3202-435d-b9f5-b2fca763184f" providerId="ADAL" clId="{7CF8A0C6-BB7D-4EAB-8C90-8CF66D04CA6D}" dt="2023-02-07T17:53:55.085" v="2149" actId="1076"/>
      <pc:docMkLst>
        <pc:docMk/>
      </pc:docMkLst>
      <pc:sldChg chg="add">
        <pc:chgData name="Júlio César Chaves" userId="3f913fe9-3202-435d-b9f5-b2fca763184f" providerId="ADAL" clId="{7CF8A0C6-BB7D-4EAB-8C90-8CF66D04CA6D}" dt="2023-02-07T15:56:15.751" v="674"/>
        <pc:sldMkLst>
          <pc:docMk/>
          <pc:sldMk cId="1305121269" sldId="317"/>
        </pc:sldMkLst>
      </pc:sldChg>
      <pc:sldChg chg="add">
        <pc:chgData name="Júlio César Chaves" userId="3f913fe9-3202-435d-b9f5-b2fca763184f" providerId="ADAL" clId="{7CF8A0C6-BB7D-4EAB-8C90-8CF66D04CA6D}" dt="2023-02-07T15:56:15.751" v="674"/>
        <pc:sldMkLst>
          <pc:docMk/>
          <pc:sldMk cId="2583684058" sldId="318"/>
        </pc:sldMkLst>
      </pc:sldChg>
      <pc:sldChg chg="add">
        <pc:chgData name="Júlio César Chaves" userId="3f913fe9-3202-435d-b9f5-b2fca763184f" providerId="ADAL" clId="{7CF8A0C6-BB7D-4EAB-8C90-8CF66D04CA6D}" dt="2023-02-07T15:56:15.751" v="674"/>
        <pc:sldMkLst>
          <pc:docMk/>
          <pc:sldMk cId="2274743479" sldId="319"/>
        </pc:sldMkLst>
      </pc:sldChg>
      <pc:sldChg chg="add">
        <pc:chgData name="Júlio César Chaves" userId="3f913fe9-3202-435d-b9f5-b2fca763184f" providerId="ADAL" clId="{7CF8A0C6-BB7D-4EAB-8C90-8CF66D04CA6D}" dt="2023-02-07T15:56:15.751" v="674"/>
        <pc:sldMkLst>
          <pc:docMk/>
          <pc:sldMk cId="4051142667" sldId="320"/>
        </pc:sldMkLst>
      </pc:sldChg>
      <pc:sldChg chg="add">
        <pc:chgData name="Júlio César Chaves" userId="3f913fe9-3202-435d-b9f5-b2fca763184f" providerId="ADAL" clId="{7CF8A0C6-BB7D-4EAB-8C90-8CF66D04CA6D}" dt="2023-02-07T15:56:15.751" v="674"/>
        <pc:sldMkLst>
          <pc:docMk/>
          <pc:sldMk cId="1941385276" sldId="321"/>
        </pc:sldMkLst>
      </pc:sldChg>
      <pc:sldChg chg="addSp modSp add mod modClrScheme chgLayout">
        <pc:chgData name="Júlio César Chaves" userId="3f913fe9-3202-435d-b9f5-b2fca763184f" providerId="ADAL" clId="{7CF8A0C6-BB7D-4EAB-8C90-8CF66D04CA6D}" dt="2023-02-07T16:01:55.829" v="779"/>
        <pc:sldMkLst>
          <pc:docMk/>
          <pc:sldMk cId="929839991" sldId="322"/>
        </pc:sldMkLst>
        <pc:spChg chg="mod ord">
          <ac:chgData name="Júlio César Chaves" userId="3f913fe9-3202-435d-b9f5-b2fca763184f" providerId="ADAL" clId="{7CF8A0C6-BB7D-4EAB-8C90-8CF66D04CA6D}" dt="2023-02-07T16:01:53.523" v="778" actId="700"/>
          <ac:spMkLst>
            <pc:docMk/>
            <pc:sldMk cId="929839991" sldId="322"/>
            <ac:spMk id="2" creationId="{1FD7C138-CBE0-4993-ABE0-6A14DAFFDAD0}"/>
          </ac:spMkLst>
        </pc:spChg>
        <pc:spChg chg="add mod ord">
          <ac:chgData name="Júlio César Chaves" userId="3f913fe9-3202-435d-b9f5-b2fca763184f" providerId="ADAL" clId="{7CF8A0C6-BB7D-4EAB-8C90-8CF66D04CA6D}" dt="2023-02-07T16:01:55.829" v="779"/>
          <ac:spMkLst>
            <pc:docMk/>
            <pc:sldMk cId="929839991" sldId="322"/>
            <ac:spMk id="3" creationId="{B5A25E6B-DF71-8D8F-F8CB-9AA4F004BB51}"/>
          </ac:spMkLst>
        </pc:spChg>
        <pc:spChg chg="mod ord">
          <ac:chgData name="Júlio César Chaves" userId="3f913fe9-3202-435d-b9f5-b2fca763184f" providerId="ADAL" clId="{7CF8A0C6-BB7D-4EAB-8C90-8CF66D04CA6D}" dt="2023-02-07T16:01:53.523" v="778" actId="700"/>
          <ac:spMkLst>
            <pc:docMk/>
            <pc:sldMk cId="929839991" sldId="322"/>
            <ac:spMk id="5" creationId="{A7762A2D-1338-4A5E-B7C3-3FA800D115BB}"/>
          </ac:spMkLst>
        </pc:spChg>
        <pc:spChg chg="mod ord">
          <ac:chgData name="Júlio César Chaves" userId="3f913fe9-3202-435d-b9f5-b2fca763184f" providerId="ADAL" clId="{7CF8A0C6-BB7D-4EAB-8C90-8CF66D04CA6D}" dt="2023-02-07T16:01:53.523" v="778" actId="700"/>
          <ac:spMkLst>
            <pc:docMk/>
            <pc:sldMk cId="929839991" sldId="322"/>
            <ac:spMk id="8" creationId="{C270CDCA-863B-40B4-96E2-C70358D66F7E}"/>
          </ac:spMkLst>
        </pc:spChg>
      </pc:sldChg>
      <pc:sldChg chg="modSp mod">
        <pc:chgData name="Júlio César Chaves" userId="3f913fe9-3202-435d-b9f5-b2fca763184f" providerId="ADAL" clId="{7CF8A0C6-BB7D-4EAB-8C90-8CF66D04CA6D}" dt="2023-02-07T16:11:31.265" v="943" actId="20577"/>
        <pc:sldMkLst>
          <pc:docMk/>
          <pc:sldMk cId="3369538392" sldId="323"/>
        </pc:sldMkLst>
        <pc:spChg chg="mod">
          <ac:chgData name="Júlio César Chaves" userId="3f913fe9-3202-435d-b9f5-b2fca763184f" providerId="ADAL" clId="{7CF8A0C6-BB7D-4EAB-8C90-8CF66D04CA6D}" dt="2023-02-07T16:11:31.265" v="943" actId="20577"/>
          <ac:spMkLst>
            <pc:docMk/>
            <pc:sldMk cId="3369538392" sldId="323"/>
            <ac:spMk id="2" creationId="{1FD7C138-CBE0-4993-ABE0-6A14DAFFDAD0}"/>
          </ac:spMkLst>
        </pc:spChg>
      </pc:sldChg>
      <pc:sldChg chg="add">
        <pc:chgData name="Júlio César Chaves" userId="3f913fe9-3202-435d-b9f5-b2fca763184f" providerId="ADAL" clId="{7CF8A0C6-BB7D-4EAB-8C90-8CF66D04CA6D}" dt="2023-02-07T15:56:15.751" v="674"/>
        <pc:sldMkLst>
          <pc:docMk/>
          <pc:sldMk cId="3898828060" sldId="326"/>
        </pc:sldMkLst>
      </pc:sldChg>
      <pc:sldChg chg="addSp modSp add">
        <pc:chgData name="Júlio César Chaves" userId="3f913fe9-3202-435d-b9f5-b2fca763184f" providerId="ADAL" clId="{7CF8A0C6-BB7D-4EAB-8C90-8CF66D04CA6D}" dt="2023-02-07T16:02:06.238" v="780"/>
        <pc:sldMkLst>
          <pc:docMk/>
          <pc:sldMk cId="2818597822" sldId="327"/>
        </pc:sldMkLst>
        <pc:spChg chg="add mod">
          <ac:chgData name="Júlio César Chaves" userId="3f913fe9-3202-435d-b9f5-b2fca763184f" providerId="ADAL" clId="{7CF8A0C6-BB7D-4EAB-8C90-8CF66D04CA6D}" dt="2023-02-07T16:02:06.238" v="780"/>
          <ac:spMkLst>
            <pc:docMk/>
            <pc:sldMk cId="2818597822" sldId="327"/>
            <ac:spMk id="3" creationId="{721216B7-E146-8151-3FD6-9960E6C227E5}"/>
          </ac:spMkLst>
        </pc:spChg>
      </pc:sldChg>
      <pc:sldChg chg="addSp delSp modSp mod">
        <pc:chgData name="Júlio César Chaves" userId="3f913fe9-3202-435d-b9f5-b2fca763184f" providerId="ADAL" clId="{7CF8A0C6-BB7D-4EAB-8C90-8CF66D04CA6D}" dt="2023-02-07T17:40:49.850" v="2090"/>
        <pc:sldMkLst>
          <pc:docMk/>
          <pc:sldMk cId="2261464086" sldId="357"/>
        </pc:sldMkLst>
        <pc:graphicFrameChg chg="add mod modGraphic">
          <ac:chgData name="Júlio César Chaves" userId="3f913fe9-3202-435d-b9f5-b2fca763184f" providerId="ADAL" clId="{7CF8A0C6-BB7D-4EAB-8C90-8CF66D04CA6D}" dt="2023-02-07T17:39:19.553" v="2042" actId="20577"/>
          <ac:graphicFrameMkLst>
            <pc:docMk/>
            <pc:sldMk cId="2261464086" sldId="357"/>
            <ac:graphicFrameMk id="5" creationId="{B69EF8AB-972B-0A24-9D82-08B84F8B5E1A}"/>
          </ac:graphicFrameMkLst>
        </pc:graphicFrameChg>
        <pc:graphicFrameChg chg="mod modGraphic">
          <ac:chgData name="Júlio César Chaves" userId="3f913fe9-3202-435d-b9f5-b2fca763184f" providerId="ADAL" clId="{7CF8A0C6-BB7D-4EAB-8C90-8CF66D04CA6D}" dt="2023-02-07T17:40:49.850" v="2090"/>
          <ac:graphicFrameMkLst>
            <pc:docMk/>
            <pc:sldMk cId="2261464086" sldId="357"/>
            <ac:graphicFrameMk id="7" creationId="{09CF4B41-D9E8-4949-B44B-B3018DAB9446}"/>
          </ac:graphicFrameMkLst>
        </pc:graphicFrameChg>
        <pc:graphicFrameChg chg="mod modGraphic">
          <ac:chgData name="Júlio César Chaves" userId="3f913fe9-3202-435d-b9f5-b2fca763184f" providerId="ADAL" clId="{7CF8A0C6-BB7D-4EAB-8C90-8CF66D04CA6D}" dt="2023-02-07T17:33:51.362" v="1864" actId="1076"/>
          <ac:graphicFrameMkLst>
            <pc:docMk/>
            <pc:sldMk cId="2261464086" sldId="357"/>
            <ac:graphicFrameMk id="8" creationId="{9A087A41-0DE3-4EED-A6B1-9DCC002F7DCE}"/>
          </ac:graphicFrameMkLst>
        </pc:graphicFrameChg>
        <pc:graphicFrameChg chg="del mod modGraphic">
          <ac:chgData name="Júlio César Chaves" userId="3f913fe9-3202-435d-b9f5-b2fca763184f" providerId="ADAL" clId="{7CF8A0C6-BB7D-4EAB-8C90-8CF66D04CA6D}" dt="2023-02-07T17:32:42.070" v="1835" actId="478"/>
          <ac:graphicFrameMkLst>
            <pc:docMk/>
            <pc:sldMk cId="2261464086" sldId="357"/>
            <ac:graphicFrameMk id="9" creationId="{791231F8-2CD0-4714-B444-45DC19AB4714}"/>
          </ac:graphicFrameMkLst>
        </pc:graphicFrameChg>
      </pc:sldChg>
      <pc:sldChg chg="addSp modSp mod">
        <pc:chgData name="Júlio César Chaves" userId="3f913fe9-3202-435d-b9f5-b2fca763184f" providerId="ADAL" clId="{7CF8A0C6-BB7D-4EAB-8C90-8CF66D04CA6D}" dt="2023-02-07T17:53:55.085" v="2149" actId="1076"/>
        <pc:sldMkLst>
          <pc:docMk/>
          <pc:sldMk cId="1531970424" sldId="360"/>
        </pc:sldMkLst>
        <pc:picChg chg="add mod">
          <ac:chgData name="Júlio César Chaves" userId="3f913fe9-3202-435d-b9f5-b2fca763184f" providerId="ADAL" clId="{7CF8A0C6-BB7D-4EAB-8C90-8CF66D04CA6D}" dt="2023-02-07T17:53:55.085" v="2149" actId="1076"/>
          <ac:picMkLst>
            <pc:docMk/>
            <pc:sldMk cId="1531970424" sldId="360"/>
            <ac:picMk id="5" creationId="{09B16E04-DE80-4988-E0A6-9CA0FBE974E3}"/>
          </ac:picMkLst>
        </pc:picChg>
        <pc:picChg chg="mod">
          <ac:chgData name="Júlio César Chaves" userId="3f913fe9-3202-435d-b9f5-b2fca763184f" providerId="ADAL" clId="{7CF8A0C6-BB7D-4EAB-8C90-8CF66D04CA6D}" dt="2023-02-07T17:53:53.321" v="2148" actId="1076"/>
          <ac:picMkLst>
            <pc:docMk/>
            <pc:sldMk cId="1531970424" sldId="360"/>
            <ac:picMk id="7" creationId="{DABB6C8C-2D4D-4578-8ABF-CC5238761513}"/>
          </ac:picMkLst>
        </pc:picChg>
      </pc:sldChg>
      <pc:sldChg chg="modSp mod">
        <pc:chgData name="Júlio César Chaves" userId="3f913fe9-3202-435d-b9f5-b2fca763184f" providerId="ADAL" clId="{7CF8A0C6-BB7D-4EAB-8C90-8CF66D04CA6D}" dt="2023-02-07T15:57:11.501" v="740" actId="20577"/>
        <pc:sldMkLst>
          <pc:docMk/>
          <pc:sldMk cId="3952324206" sldId="369"/>
        </pc:sldMkLst>
        <pc:spChg chg="mod">
          <ac:chgData name="Júlio César Chaves" userId="3f913fe9-3202-435d-b9f5-b2fca763184f" providerId="ADAL" clId="{7CF8A0C6-BB7D-4EAB-8C90-8CF66D04CA6D}" dt="2023-02-07T15:57:11.501" v="740" actId="20577"/>
          <ac:spMkLst>
            <pc:docMk/>
            <pc:sldMk cId="3952324206" sldId="369"/>
            <ac:spMk id="7" creationId="{3E639D28-E782-427A-B6FA-51F71DFFE2DC}"/>
          </ac:spMkLst>
        </pc:spChg>
        <pc:picChg chg="mod">
          <ac:chgData name="Júlio César Chaves" userId="3f913fe9-3202-435d-b9f5-b2fca763184f" providerId="ADAL" clId="{7CF8A0C6-BB7D-4EAB-8C90-8CF66D04CA6D}" dt="2023-02-07T14:10:54.836" v="255" actId="1076"/>
          <ac:picMkLst>
            <pc:docMk/>
            <pc:sldMk cId="3952324206" sldId="369"/>
            <ac:picMk id="9" creationId="{35CBDE00-CFDB-4110-8903-38EE9F6C4719}"/>
          </ac:picMkLst>
        </pc:picChg>
      </pc:sldChg>
      <pc:sldChg chg="modSp mod">
        <pc:chgData name="Júlio César Chaves" userId="3f913fe9-3202-435d-b9f5-b2fca763184f" providerId="ADAL" clId="{7CF8A0C6-BB7D-4EAB-8C90-8CF66D04CA6D}" dt="2023-02-07T16:05:59.746" v="907" actId="20577"/>
        <pc:sldMkLst>
          <pc:docMk/>
          <pc:sldMk cId="232465950" sldId="370"/>
        </pc:sldMkLst>
        <pc:spChg chg="mod">
          <ac:chgData name="Júlio César Chaves" userId="3f913fe9-3202-435d-b9f5-b2fca763184f" providerId="ADAL" clId="{7CF8A0C6-BB7D-4EAB-8C90-8CF66D04CA6D}" dt="2023-02-07T14:25:53.720" v="668" actId="20577"/>
          <ac:spMkLst>
            <pc:docMk/>
            <pc:sldMk cId="232465950" sldId="370"/>
            <ac:spMk id="3" creationId="{CF0D9838-F2CF-4F62-BB3A-104609D40138}"/>
          </ac:spMkLst>
        </pc:spChg>
        <pc:spChg chg="mod">
          <ac:chgData name="Júlio César Chaves" userId="3f913fe9-3202-435d-b9f5-b2fca763184f" providerId="ADAL" clId="{7CF8A0C6-BB7D-4EAB-8C90-8CF66D04CA6D}" dt="2023-02-07T16:05:59.746" v="907" actId="20577"/>
          <ac:spMkLst>
            <pc:docMk/>
            <pc:sldMk cId="232465950" sldId="370"/>
            <ac:spMk id="4" creationId="{BC03FD52-6CB7-4E97-B6D5-A704BF45920A}"/>
          </ac:spMkLst>
        </pc:spChg>
        <pc:spChg chg="mod">
          <ac:chgData name="Júlio César Chaves" userId="3f913fe9-3202-435d-b9f5-b2fca763184f" providerId="ADAL" clId="{7CF8A0C6-BB7D-4EAB-8C90-8CF66D04CA6D}" dt="2023-02-07T14:27:26.299" v="669" actId="14100"/>
          <ac:spMkLst>
            <pc:docMk/>
            <pc:sldMk cId="232465950" sldId="370"/>
            <ac:spMk id="5" creationId="{5982846B-FE36-46D2-87BA-331E45FC7594}"/>
          </ac:spMkLst>
        </pc:spChg>
        <pc:spChg chg="mod">
          <ac:chgData name="Júlio César Chaves" userId="3f913fe9-3202-435d-b9f5-b2fca763184f" providerId="ADAL" clId="{7CF8A0C6-BB7D-4EAB-8C90-8CF66D04CA6D}" dt="2023-02-07T14:18:46.223" v="530" actId="1076"/>
          <ac:spMkLst>
            <pc:docMk/>
            <pc:sldMk cId="232465950" sldId="370"/>
            <ac:spMk id="7" creationId="{B330A6E7-CDE4-45CA-815F-44AFBD1E4BE8}"/>
          </ac:spMkLst>
        </pc:spChg>
      </pc:sldChg>
      <pc:sldChg chg="del ord">
        <pc:chgData name="Júlio César Chaves" userId="3f913fe9-3202-435d-b9f5-b2fca763184f" providerId="ADAL" clId="{7CF8A0C6-BB7D-4EAB-8C90-8CF66D04CA6D}" dt="2023-02-07T17:12:04.622" v="1306" actId="47"/>
        <pc:sldMkLst>
          <pc:docMk/>
          <pc:sldMk cId="2665008781" sldId="376"/>
        </pc:sldMkLst>
      </pc:sldChg>
      <pc:sldChg chg="modSp mod">
        <pc:chgData name="Júlio César Chaves" userId="3f913fe9-3202-435d-b9f5-b2fca763184f" providerId="ADAL" clId="{7CF8A0C6-BB7D-4EAB-8C90-8CF66D04CA6D}" dt="2023-02-07T17:41:43.776" v="2120" actId="6549"/>
        <pc:sldMkLst>
          <pc:docMk/>
          <pc:sldMk cId="1342878562" sldId="377"/>
        </pc:sldMkLst>
        <pc:spChg chg="mod">
          <ac:chgData name="Júlio César Chaves" userId="3f913fe9-3202-435d-b9f5-b2fca763184f" providerId="ADAL" clId="{7CF8A0C6-BB7D-4EAB-8C90-8CF66D04CA6D}" dt="2023-02-07T17:41:43.776" v="2120" actId="6549"/>
          <ac:spMkLst>
            <pc:docMk/>
            <pc:sldMk cId="1342878562" sldId="377"/>
            <ac:spMk id="3" creationId="{A51A31DE-3146-4367-BF81-88781FA2194D}"/>
          </ac:spMkLst>
        </pc:spChg>
      </pc:sldChg>
      <pc:sldChg chg="del">
        <pc:chgData name="Júlio César Chaves" userId="3f913fe9-3202-435d-b9f5-b2fca763184f" providerId="ADAL" clId="{7CF8A0C6-BB7D-4EAB-8C90-8CF66D04CA6D}" dt="2023-02-07T17:00:34.148" v="1197" actId="47"/>
        <pc:sldMkLst>
          <pc:docMk/>
          <pc:sldMk cId="678271451" sldId="382"/>
        </pc:sldMkLst>
      </pc:sldChg>
      <pc:sldChg chg="addSp modSp mod">
        <pc:chgData name="Júlio César Chaves" userId="3f913fe9-3202-435d-b9f5-b2fca763184f" providerId="ADAL" clId="{7CF8A0C6-BB7D-4EAB-8C90-8CF66D04CA6D}" dt="2023-02-07T17:30:02.230" v="1770" actId="1076"/>
        <pc:sldMkLst>
          <pc:docMk/>
          <pc:sldMk cId="702249828" sldId="406"/>
        </pc:sldMkLst>
        <pc:spChg chg="mod">
          <ac:chgData name="Júlio César Chaves" userId="3f913fe9-3202-435d-b9f5-b2fca763184f" providerId="ADAL" clId="{7CF8A0C6-BB7D-4EAB-8C90-8CF66D04CA6D}" dt="2023-02-07T17:28:33.019" v="1719" actId="20577"/>
          <ac:spMkLst>
            <pc:docMk/>
            <pc:sldMk cId="702249828" sldId="406"/>
            <ac:spMk id="4" creationId="{0D48193B-15B1-74E7-3886-B664D279C549}"/>
          </ac:spMkLst>
        </pc:spChg>
        <pc:spChg chg="mod">
          <ac:chgData name="Júlio César Chaves" userId="3f913fe9-3202-435d-b9f5-b2fca763184f" providerId="ADAL" clId="{7CF8A0C6-BB7D-4EAB-8C90-8CF66D04CA6D}" dt="2023-02-07T17:28:21.663" v="1716" actId="1076"/>
          <ac:spMkLst>
            <pc:docMk/>
            <pc:sldMk cId="702249828" sldId="406"/>
            <ac:spMk id="5" creationId="{5D55B533-4F9F-51F9-7BB2-BB4022F69BBF}"/>
          </ac:spMkLst>
        </pc:spChg>
        <pc:spChg chg="add mod">
          <ac:chgData name="Júlio César Chaves" userId="3f913fe9-3202-435d-b9f5-b2fca763184f" providerId="ADAL" clId="{7CF8A0C6-BB7D-4EAB-8C90-8CF66D04CA6D}" dt="2023-02-07T17:28:53.662" v="1722" actId="1076"/>
          <ac:spMkLst>
            <pc:docMk/>
            <pc:sldMk cId="702249828" sldId="406"/>
            <ac:spMk id="8" creationId="{7A4BB8C8-4F69-2CE8-4284-7E3A399A21A7}"/>
          </ac:spMkLst>
        </pc:spChg>
        <pc:spChg chg="add mod">
          <ac:chgData name="Júlio César Chaves" userId="3f913fe9-3202-435d-b9f5-b2fca763184f" providerId="ADAL" clId="{7CF8A0C6-BB7D-4EAB-8C90-8CF66D04CA6D}" dt="2023-02-07T17:29:31.712" v="1743" actId="1076"/>
          <ac:spMkLst>
            <pc:docMk/>
            <pc:sldMk cId="702249828" sldId="406"/>
            <ac:spMk id="11" creationId="{393BD4BF-4A4F-D3E5-C25A-DD3E26BF7DFF}"/>
          </ac:spMkLst>
        </pc:spChg>
        <pc:spChg chg="add mod">
          <ac:chgData name="Júlio César Chaves" userId="3f913fe9-3202-435d-b9f5-b2fca763184f" providerId="ADAL" clId="{7CF8A0C6-BB7D-4EAB-8C90-8CF66D04CA6D}" dt="2023-02-07T17:30:02.230" v="1770" actId="1076"/>
          <ac:spMkLst>
            <pc:docMk/>
            <pc:sldMk cId="702249828" sldId="406"/>
            <ac:spMk id="12" creationId="{9E5724FE-0B8E-F920-36FA-1DF5589C0034}"/>
          </ac:spMkLst>
        </pc:spChg>
        <pc:cxnChg chg="add">
          <ac:chgData name="Júlio César Chaves" userId="3f913fe9-3202-435d-b9f5-b2fca763184f" providerId="ADAL" clId="{7CF8A0C6-BB7D-4EAB-8C90-8CF66D04CA6D}" dt="2023-02-07T17:28:39.342" v="1720" actId="11529"/>
          <ac:cxnSpMkLst>
            <pc:docMk/>
            <pc:sldMk cId="702249828" sldId="406"/>
            <ac:cxnSpMk id="7" creationId="{02E46F23-C1DF-30CF-0CAD-FF2B1D050375}"/>
          </ac:cxnSpMkLst>
        </pc:cxnChg>
        <pc:cxnChg chg="add">
          <ac:chgData name="Júlio César Chaves" userId="3f913fe9-3202-435d-b9f5-b2fca763184f" providerId="ADAL" clId="{7CF8A0C6-BB7D-4EAB-8C90-8CF66D04CA6D}" dt="2023-02-07T17:28:58.345" v="1723" actId="11529"/>
          <ac:cxnSpMkLst>
            <pc:docMk/>
            <pc:sldMk cId="702249828" sldId="406"/>
            <ac:cxnSpMk id="10" creationId="{931D33D8-8A6B-4439-FEF0-338312A79008}"/>
          </ac:cxnSpMkLst>
        </pc:cxnChg>
      </pc:sldChg>
      <pc:sldChg chg="addSp delSp modSp mod">
        <pc:chgData name="Júlio César Chaves" userId="3f913fe9-3202-435d-b9f5-b2fca763184f" providerId="ADAL" clId="{7CF8A0C6-BB7D-4EAB-8C90-8CF66D04CA6D}" dt="2023-02-07T17:42:15.847" v="2133" actId="20577"/>
        <pc:sldMkLst>
          <pc:docMk/>
          <pc:sldMk cId="3398582676" sldId="407"/>
        </pc:sldMkLst>
        <pc:spChg chg="del">
          <ac:chgData name="Júlio César Chaves" userId="3f913fe9-3202-435d-b9f5-b2fca763184f" providerId="ADAL" clId="{7CF8A0C6-BB7D-4EAB-8C90-8CF66D04CA6D}" dt="2023-02-07T17:39:37.048" v="2043" actId="478"/>
          <ac:spMkLst>
            <pc:docMk/>
            <pc:sldMk cId="3398582676" sldId="407"/>
            <ac:spMk id="4" creationId="{0D48193B-15B1-74E7-3886-B664D279C549}"/>
          </ac:spMkLst>
        </pc:spChg>
        <pc:spChg chg="del">
          <ac:chgData name="Júlio César Chaves" userId="3f913fe9-3202-435d-b9f5-b2fca763184f" providerId="ADAL" clId="{7CF8A0C6-BB7D-4EAB-8C90-8CF66D04CA6D}" dt="2023-02-07T17:39:37.048" v="2043" actId="478"/>
          <ac:spMkLst>
            <pc:docMk/>
            <pc:sldMk cId="3398582676" sldId="407"/>
            <ac:spMk id="5" creationId="{5D55B533-4F9F-51F9-7BB2-BB4022F69BBF}"/>
          </ac:spMkLst>
        </pc:spChg>
        <pc:spChg chg="add mod">
          <ac:chgData name="Júlio César Chaves" userId="3f913fe9-3202-435d-b9f5-b2fca763184f" providerId="ADAL" clId="{7CF8A0C6-BB7D-4EAB-8C90-8CF66D04CA6D}" dt="2023-02-07T17:41:30.615" v="2099" actId="20577"/>
          <ac:spMkLst>
            <pc:docMk/>
            <pc:sldMk cId="3398582676" sldId="407"/>
            <ac:spMk id="6" creationId="{47BFFA32-7394-5E64-EC99-5381E56C07DE}"/>
          </ac:spMkLst>
        </pc:spChg>
        <pc:spChg chg="add mod">
          <ac:chgData name="Júlio César Chaves" userId="3f913fe9-3202-435d-b9f5-b2fca763184f" providerId="ADAL" clId="{7CF8A0C6-BB7D-4EAB-8C90-8CF66D04CA6D}" dt="2023-02-07T17:41:26.216" v="2097" actId="20577"/>
          <ac:spMkLst>
            <pc:docMk/>
            <pc:sldMk cId="3398582676" sldId="407"/>
            <ac:spMk id="7" creationId="{4084F057-A47B-4346-2070-27A3E54D2706}"/>
          </ac:spMkLst>
        </pc:spChg>
        <pc:spChg chg="add mod">
          <ac:chgData name="Júlio César Chaves" userId="3f913fe9-3202-435d-b9f5-b2fca763184f" providerId="ADAL" clId="{7CF8A0C6-BB7D-4EAB-8C90-8CF66D04CA6D}" dt="2023-02-07T17:39:37.497" v="2044"/>
          <ac:spMkLst>
            <pc:docMk/>
            <pc:sldMk cId="3398582676" sldId="407"/>
            <ac:spMk id="9" creationId="{A50D52A9-01D2-D997-04BD-B276F5C70A89}"/>
          </ac:spMkLst>
        </pc:spChg>
        <pc:spChg chg="add mod">
          <ac:chgData name="Júlio César Chaves" userId="3f913fe9-3202-435d-b9f5-b2fca763184f" providerId="ADAL" clId="{7CF8A0C6-BB7D-4EAB-8C90-8CF66D04CA6D}" dt="2023-02-07T17:42:13.128" v="2132" actId="20577"/>
          <ac:spMkLst>
            <pc:docMk/>
            <pc:sldMk cId="3398582676" sldId="407"/>
            <ac:spMk id="11" creationId="{E6847207-ABBB-B7CE-615F-FA5DDEAE00FE}"/>
          </ac:spMkLst>
        </pc:spChg>
        <pc:spChg chg="add mod">
          <ac:chgData name="Júlio César Chaves" userId="3f913fe9-3202-435d-b9f5-b2fca763184f" providerId="ADAL" clId="{7CF8A0C6-BB7D-4EAB-8C90-8CF66D04CA6D}" dt="2023-02-07T17:42:15.847" v="2133" actId="20577"/>
          <ac:spMkLst>
            <pc:docMk/>
            <pc:sldMk cId="3398582676" sldId="407"/>
            <ac:spMk id="12" creationId="{99527C82-10BD-9C8B-AB4F-D98B14356D22}"/>
          </ac:spMkLst>
        </pc:spChg>
        <pc:cxnChg chg="add mod">
          <ac:chgData name="Júlio César Chaves" userId="3f913fe9-3202-435d-b9f5-b2fca763184f" providerId="ADAL" clId="{7CF8A0C6-BB7D-4EAB-8C90-8CF66D04CA6D}" dt="2023-02-07T17:39:37.497" v="2044"/>
          <ac:cxnSpMkLst>
            <pc:docMk/>
            <pc:sldMk cId="3398582676" sldId="407"/>
            <ac:cxnSpMk id="8" creationId="{44B941DE-A257-2924-EC0A-8D7B51E02268}"/>
          </ac:cxnSpMkLst>
        </pc:cxnChg>
        <pc:cxnChg chg="add mod">
          <ac:chgData name="Júlio César Chaves" userId="3f913fe9-3202-435d-b9f5-b2fca763184f" providerId="ADAL" clId="{7CF8A0C6-BB7D-4EAB-8C90-8CF66D04CA6D}" dt="2023-02-07T17:39:37.497" v="2044"/>
          <ac:cxnSpMkLst>
            <pc:docMk/>
            <pc:sldMk cId="3398582676" sldId="407"/>
            <ac:cxnSpMk id="10" creationId="{83620531-7D2A-4DC7-6EC5-1F3E31EFF5E6}"/>
          </ac:cxnSpMkLst>
        </pc:cxnChg>
      </pc:sldChg>
      <pc:sldChg chg="modSp mod">
        <pc:chgData name="Júlio César Chaves" userId="3f913fe9-3202-435d-b9f5-b2fca763184f" providerId="ADAL" clId="{7CF8A0C6-BB7D-4EAB-8C90-8CF66D04CA6D}" dt="2023-02-07T16:08:39.756" v="909" actId="6549"/>
        <pc:sldMkLst>
          <pc:docMk/>
          <pc:sldMk cId="535472864" sldId="410"/>
        </pc:sldMkLst>
        <pc:spChg chg="mod">
          <ac:chgData name="Júlio César Chaves" userId="3f913fe9-3202-435d-b9f5-b2fca763184f" providerId="ADAL" clId="{7CF8A0C6-BB7D-4EAB-8C90-8CF66D04CA6D}" dt="2023-02-07T16:08:39.756" v="909" actId="6549"/>
          <ac:spMkLst>
            <pc:docMk/>
            <pc:sldMk cId="535472864" sldId="410"/>
            <ac:spMk id="8" creationId="{DD25F577-5004-4410-B684-853264C66953}"/>
          </ac:spMkLst>
        </pc:spChg>
      </pc:sldChg>
      <pc:sldChg chg="modSp mod">
        <pc:chgData name="Júlio César Chaves" userId="3f913fe9-3202-435d-b9f5-b2fca763184f" providerId="ADAL" clId="{7CF8A0C6-BB7D-4EAB-8C90-8CF66D04CA6D}" dt="2023-02-07T16:08:45.535" v="910" actId="20577"/>
        <pc:sldMkLst>
          <pc:docMk/>
          <pc:sldMk cId="2125019366" sldId="411"/>
        </pc:sldMkLst>
        <pc:spChg chg="mod">
          <ac:chgData name="Júlio César Chaves" userId="3f913fe9-3202-435d-b9f5-b2fca763184f" providerId="ADAL" clId="{7CF8A0C6-BB7D-4EAB-8C90-8CF66D04CA6D}" dt="2023-02-07T16:08:45.535" v="910" actId="20577"/>
          <ac:spMkLst>
            <pc:docMk/>
            <pc:sldMk cId="2125019366" sldId="411"/>
            <ac:spMk id="8" creationId="{DD25F577-5004-4410-B684-853264C66953}"/>
          </ac:spMkLst>
        </pc:spChg>
      </pc:sldChg>
      <pc:sldChg chg="mod modShow">
        <pc:chgData name="Júlio César Chaves" userId="3f913fe9-3202-435d-b9f5-b2fca763184f" providerId="ADAL" clId="{7CF8A0C6-BB7D-4EAB-8C90-8CF66D04CA6D}" dt="2023-02-07T16:10:31.525" v="913" actId="729"/>
        <pc:sldMkLst>
          <pc:docMk/>
          <pc:sldMk cId="871739062" sldId="413"/>
        </pc:sldMkLst>
      </pc:sldChg>
      <pc:sldChg chg="modSp new mod">
        <pc:chgData name="Júlio César Chaves" userId="3f913fe9-3202-435d-b9f5-b2fca763184f" providerId="ADAL" clId="{7CF8A0C6-BB7D-4EAB-8C90-8CF66D04CA6D}" dt="2023-02-07T16:03:17.215" v="794" actId="14100"/>
        <pc:sldMkLst>
          <pc:docMk/>
          <pc:sldMk cId="2701443176" sldId="414"/>
        </pc:sldMkLst>
        <pc:spChg chg="mod">
          <ac:chgData name="Júlio César Chaves" userId="3f913fe9-3202-435d-b9f5-b2fca763184f" providerId="ADAL" clId="{7CF8A0C6-BB7D-4EAB-8C90-8CF66D04CA6D}" dt="2023-02-07T16:03:17.215" v="794" actId="14100"/>
          <ac:spMkLst>
            <pc:docMk/>
            <pc:sldMk cId="2701443176" sldId="414"/>
            <ac:spMk id="2" creationId="{2B2A7B24-0878-810B-5B99-0591DE90C363}"/>
          </ac:spMkLst>
        </pc:spChg>
      </pc:sldChg>
      <pc:sldChg chg="add">
        <pc:chgData name="Júlio César Chaves" userId="3f913fe9-3202-435d-b9f5-b2fca763184f" providerId="ADAL" clId="{7CF8A0C6-BB7D-4EAB-8C90-8CF66D04CA6D}" dt="2023-02-07T15:56:15.751" v="674"/>
        <pc:sldMkLst>
          <pc:docMk/>
          <pc:sldMk cId="92492944" sldId="415"/>
        </pc:sldMkLst>
      </pc:sldChg>
      <pc:sldChg chg="add">
        <pc:chgData name="Júlio César Chaves" userId="3f913fe9-3202-435d-b9f5-b2fca763184f" providerId="ADAL" clId="{7CF8A0C6-BB7D-4EAB-8C90-8CF66D04CA6D}" dt="2023-02-07T15:56:15.751" v="674"/>
        <pc:sldMkLst>
          <pc:docMk/>
          <pc:sldMk cId="19588457" sldId="416"/>
        </pc:sldMkLst>
      </pc:sldChg>
      <pc:sldChg chg="addSp delSp modSp add mod">
        <pc:chgData name="Júlio César Chaves" userId="3f913fe9-3202-435d-b9f5-b2fca763184f" providerId="ADAL" clId="{7CF8A0C6-BB7D-4EAB-8C90-8CF66D04CA6D}" dt="2023-02-07T17:13:03.343" v="1315" actId="20577"/>
        <pc:sldMkLst>
          <pc:docMk/>
          <pc:sldMk cId="2385705193" sldId="417"/>
        </pc:sldMkLst>
        <pc:spChg chg="mod">
          <ac:chgData name="Júlio César Chaves" userId="3f913fe9-3202-435d-b9f5-b2fca763184f" providerId="ADAL" clId="{7CF8A0C6-BB7D-4EAB-8C90-8CF66D04CA6D}" dt="2023-02-07T17:13:03.343" v="1315" actId="20577"/>
          <ac:spMkLst>
            <pc:docMk/>
            <pc:sldMk cId="2385705193" sldId="417"/>
            <ac:spMk id="2" creationId="{7A3A7D55-3869-45CC-A63A-BB65764B805E}"/>
          </ac:spMkLst>
        </pc:spChg>
        <pc:spChg chg="add mod">
          <ac:chgData name="Júlio César Chaves" userId="3f913fe9-3202-435d-b9f5-b2fca763184f" providerId="ADAL" clId="{7CF8A0C6-BB7D-4EAB-8C90-8CF66D04CA6D}" dt="2023-02-07T16:44:01.732" v="1160" actId="20577"/>
          <ac:spMkLst>
            <pc:docMk/>
            <pc:sldMk cId="2385705193" sldId="417"/>
            <ac:spMk id="5" creationId="{222F7031-40BA-A9F8-EB57-4FA662031E0E}"/>
          </ac:spMkLst>
        </pc:spChg>
        <pc:spChg chg="add mod">
          <ac:chgData name="Júlio César Chaves" userId="3f913fe9-3202-435d-b9f5-b2fca763184f" providerId="ADAL" clId="{7CF8A0C6-BB7D-4EAB-8C90-8CF66D04CA6D}" dt="2023-02-07T16:40:22.287" v="1028" actId="1076"/>
          <ac:spMkLst>
            <pc:docMk/>
            <pc:sldMk cId="2385705193" sldId="417"/>
            <ac:spMk id="6" creationId="{067C8E2B-313D-7F32-62F0-6D98E29D53EA}"/>
          </ac:spMkLst>
        </pc:spChg>
        <pc:spChg chg="add mod">
          <ac:chgData name="Júlio César Chaves" userId="3f913fe9-3202-435d-b9f5-b2fca763184f" providerId="ADAL" clId="{7CF8A0C6-BB7D-4EAB-8C90-8CF66D04CA6D}" dt="2023-02-07T16:40:09.517" v="1025" actId="1076"/>
          <ac:spMkLst>
            <pc:docMk/>
            <pc:sldMk cId="2385705193" sldId="417"/>
            <ac:spMk id="7" creationId="{B8BAADCD-D087-239E-DA3B-94C8B0EF8536}"/>
          </ac:spMkLst>
        </pc:spChg>
        <pc:spChg chg="add del mod">
          <ac:chgData name="Júlio César Chaves" userId="3f913fe9-3202-435d-b9f5-b2fca763184f" providerId="ADAL" clId="{7CF8A0C6-BB7D-4EAB-8C90-8CF66D04CA6D}" dt="2023-02-07T16:43:52.133" v="1156" actId="478"/>
          <ac:spMkLst>
            <pc:docMk/>
            <pc:sldMk cId="2385705193" sldId="417"/>
            <ac:spMk id="11" creationId="{BFA6F182-3DDA-C532-7D0A-7A8FACF253C4}"/>
          </ac:spMkLst>
        </pc:spChg>
        <pc:spChg chg="add del mod">
          <ac:chgData name="Júlio César Chaves" userId="3f913fe9-3202-435d-b9f5-b2fca763184f" providerId="ADAL" clId="{7CF8A0C6-BB7D-4EAB-8C90-8CF66D04CA6D}" dt="2023-02-07T16:43:53.179" v="1157" actId="478"/>
          <ac:spMkLst>
            <pc:docMk/>
            <pc:sldMk cId="2385705193" sldId="417"/>
            <ac:spMk id="12" creationId="{D17C08FB-8A2C-1B98-67B2-EDC240275959}"/>
          </ac:spMkLst>
        </pc:spChg>
        <pc:spChg chg="add del mod">
          <ac:chgData name="Júlio César Chaves" userId="3f913fe9-3202-435d-b9f5-b2fca763184f" providerId="ADAL" clId="{7CF8A0C6-BB7D-4EAB-8C90-8CF66D04CA6D}" dt="2023-02-07T16:43:51.253" v="1155" actId="478"/>
          <ac:spMkLst>
            <pc:docMk/>
            <pc:sldMk cId="2385705193" sldId="417"/>
            <ac:spMk id="13" creationId="{42D91486-8F10-8F11-634C-93EE31C3801B}"/>
          </ac:spMkLst>
        </pc:spChg>
        <pc:spChg chg="add mod">
          <ac:chgData name="Júlio César Chaves" userId="3f913fe9-3202-435d-b9f5-b2fca763184f" providerId="ADAL" clId="{7CF8A0C6-BB7D-4EAB-8C90-8CF66D04CA6D}" dt="2023-02-07T16:41:00.262" v="1038" actId="20577"/>
          <ac:spMkLst>
            <pc:docMk/>
            <pc:sldMk cId="2385705193" sldId="417"/>
            <ac:spMk id="14" creationId="{2A3DD82A-3636-9E9F-7AED-0186D4A71AD0}"/>
          </ac:spMkLst>
        </pc:spChg>
        <pc:spChg chg="add mod">
          <ac:chgData name="Júlio César Chaves" userId="3f913fe9-3202-435d-b9f5-b2fca763184f" providerId="ADAL" clId="{7CF8A0C6-BB7D-4EAB-8C90-8CF66D04CA6D}" dt="2023-02-07T16:41:27.595" v="1065" actId="1076"/>
          <ac:spMkLst>
            <pc:docMk/>
            <pc:sldMk cId="2385705193" sldId="417"/>
            <ac:spMk id="15" creationId="{0F62773D-6F4F-12DC-FBB5-471A668F467E}"/>
          </ac:spMkLst>
        </pc:spChg>
        <pc:spChg chg="add mod">
          <ac:chgData name="Júlio César Chaves" userId="3f913fe9-3202-435d-b9f5-b2fca763184f" providerId="ADAL" clId="{7CF8A0C6-BB7D-4EAB-8C90-8CF66D04CA6D}" dt="2023-02-07T16:44:08.360" v="1174" actId="20577"/>
          <ac:spMkLst>
            <pc:docMk/>
            <pc:sldMk cId="2385705193" sldId="417"/>
            <ac:spMk id="16" creationId="{0B50E294-B715-B50D-9207-02492575553F}"/>
          </ac:spMkLst>
        </pc:spChg>
        <pc:spChg chg="add del mod">
          <ac:chgData name="Júlio César Chaves" userId="3f913fe9-3202-435d-b9f5-b2fca763184f" providerId="ADAL" clId="{7CF8A0C6-BB7D-4EAB-8C90-8CF66D04CA6D}" dt="2023-02-07T16:44:22.207" v="1183" actId="478"/>
          <ac:spMkLst>
            <pc:docMk/>
            <pc:sldMk cId="2385705193" sldId="417"/>
            <ac:spMk id="17" creationId="{E7837C80-EEF8-6B15-D5C5-3FEFCD63719E}"/>
          </ac:spMkLst>
        </pc:spChg>
        <pc:spChg chg="add mod">
          <ac:chgData name="Júlio César Chaves" userId="3f913fe9-3202-435d-b9f5-b2fca763184f" providerId="ADAL" clId="{7CF8A0C6-BB7D-4EAB-8C90-8CF66D04CA6D}" dt="2023-02-07T16:44:18.919" v="1182" actId="20577"/>
          <ac:spMkLst>
            <pc:docMk/>
            <pc:sldMk cId="2385705193" sldId="417"/>
            <ac:spMk id="18" creationId="{3F583DA2-C327-09CD-EC5E-B0A2761961AF}"/>
          </ac:spMkLst>
        </pc:spChg>
        <pc:spChg chg="add mod">
          <ac:chgData name="Júlio César Chaves" userId="3f913fe9-3202-435d-b9f5-b2fca763184f" providerId="ADAL" clId="{7CF8A0C6-BB7D-4EAB-8C90-8CF66D04CA6D}" dt="2023-02-07T16:41:50.796" v="1103" actId="20577"/>
          <ac:spMkLst>
            <pc:docMk/>
            <pc:sldMk cId="2385705193" sldId="417"/>
            <ac:spMk id="19" creationId="{5F3A8C0B-87C5-58E8-42CD-A5E9F87C78DA}"/>
          </ac:spMkLst>
        </pc:spChg>
        <pc:spChg chg="add mod">
          <ac:chgData name="Júlio César Chaves" userId="3f913fe9-3202-435d-b9f5-b2fca763184f" providerId="ADAL" clId="{7CF8A0C6-BB7D-4EAB-8C90-8CF66D04CA6D}" dt="2023-02-07T16:42:41.600" v="1135" actId="20577"/>
          <ac:spMkLst>
            <pc:docMk/>
            <pc:sldMk cId="2385705193" sldId="417"/>
            <ac:spMk id="22" creationId="{761F9C45-FCAB-A783-E183-FE177A0DF07B}"/>
          </ac:spMkLst>
        </pc:spChg>
        <pc:spChg chg="add mod">
          <ac:chgData name="Júlio César Chaves" userId="3f913fe9-3202-435d-b9f5-b2fca763184f" providerId="ADAL" clId="{7CF8A0C6-BB7D-4EAB-8C90-8CF66D04CA6D}" dt="2023-02-07T16:42:38.328" v="1133" actId="20577"/>
          <ac:spMkLst>
            <pc:docMk/>
            <pc:sldMk cId="2385705193" sldId="417"/>
            <ac:spMk id="23" creationId="{0DBCA8BA-E59D-FD5B-77BA-2F1FB065C71C}"/>
          </ac:spMkLst>
        </pc:spChg>
        <pc:spChg chg="add mod">
          <ac:chgData name="Júlio César Chaves" userId="3f913fe9-3202-435d-b9f5-b2fca763184f" providerId="ADAL" clId="{7CF8A0C6-BB7D-4EAB-8C90-8CF66D04CA6D}" dt="2023-02-07T16:42:58.219" v="1139" actId="1076"/>
          <ac:spMkLst>
            <pc:docMk/>
            <pc:sldMk cId="2385705193" sldId="417"/>
            <ac:spMk id="24" creationId="{82C78236-7CEC-8DB4-B38B-9D8B6E187B0C}"/>
          </ac:spMkLst>
        </pc:spChg>
        <pc:spChg chg="add mod">
          <ac:chgData name="Júlio César Chaves" userId="3f913fe9-3202-435d-b9f5-b2fca763184f" providerId="ADAL" clId="{7CF8A0C6-BB7D-4EAB-8C90-8CF66D04CA6D}" dt="2023-02-07T16:43:25.539" v="1149" actId="20577"/>
          <ac:spMkLst>
            <pc:docMk/>
            <pc:sldMk cId="2385705193" sldId="417"/>
            <ac:spMk id="29" creationId="{90683B15-D118-E720-7D86-51D79A388FFA}"/>
          </ac:spMkLst>
        </pc:spChg>
        <pc:spChg chg="add mod">
          <ac:chgData name="Júlio César Chaves" userId="3f913fe9-3202-435d-b9f5-b2fca763184f" providerId="ADAL" clId="{7CF8A0C6-BB7D-4EAB-8C90-8CF66D04CA6D}" dt="2023-02-07T16:43:33.196" v="1153" actId="20577"/>
          <ac:spMkLst>
            <pc:docMk/>
            <pc:sldMk cId="2385705193" sldId="417"/>
            <ac:spMk id="30" creationId="{ED56DEFC-6417-7266-303C-D813EE31A92A}"/>
          </ac:spMkLst>
        </pc:spChg>
        <pc:picChg chg="del">
          <ac:chgData name="Júlio César Chaves" userId="3f913fe9-3202-435d-b9f5-b2fca763184f" providerId="ADAL" clId="{7CF8A0C6-BB7D-4EAB-8C90-8CF66D04CA6D}" dt="2023-02-07T16:39:24.214" v="1018" actId="478"/>
          <ac:picMkLst>
            <pc:docMk/>
            <pc:sldMk cId="2385705193" sldId="417"/>
            <ac:picMk id="4" creationId="{254CD566-55D2-49F1-8EF1-713242DB15DA}"/>
          </ac:picMkLst>
        </pc:picChg>
        <pc:cxnChg chg="add mod">
          <ac:chgData name="Júlio César Chaves" userId="3f913fe9-3202-435d-b9f5-b2fca763184f" providerId="ADAL" clId="{7CF8A0C6-BB7D-4EAB-8C90-8CF66D04CA6D}" dt="2023-02-07T16:40:22.287" v="1028" actId="1076"/>
          <ac:cxnSpMkLst>
            <pc:docMk/>
            <pc:sldMk cId="2385705193" sldId="417"/>
            <ac:cxnSpMk id="9" creationId="{4D612924-D726-902A-20EF-B936A9E268C6}"/>
          </ac:cxnSpMkLst>
        </pc:cxnChg>
        <pc:cxnChg chg="add mod">
          <ac:chgData name="Júlio César Chaves" userId="3f913fe9-3202-435d-b9f5-b2fca763184f" providerId="ADAL" clId="{7CF8A0C6-BB7D-4EAB-8C90-8CF66D04CA6D}" dt="2023-02-07T16:42:16.288" v="1109"/>
          <ac:cxnSpMkLst>
            <pc:docMk/>
            <pc:sldMk cId="2385705193" sldId="417"/>
            <ac:cxnSpMk id="21" creationId="{19701798-FE98-3783-2D9B-E6A2CDB50C4D}"/>
          </ac:cxnSpMkLst>
        </pc:cxnChg>
        <pc:cxnChg chg="add">
          <ac:chgData name="Júlio César Chaves" userId="3f913fe9-3202-435d-b9f5-b2fca763184f" providerId="ADAL" clId="{7CF8A0C6-BB7D-4EAB-8C90-8CF66D04CA6D}" dt="2023-02-07T16:43:04.313" v="1140" actId="11529"/>
          <ac:cxnSpMkLst>
            <pc:docMk/>
            <pc:sldMk cId="2385705193" sldId="417"/>
            <ac:cxnSpMk id="26" creationId="{EEC135FA-5F76-299D-02C5-A31268EE3DF0}"/>
          </ac:cxnSpMkLst>
        </pc:cxnChg>
        <pc:cxnChg chg="add">
          <ac:chgData name="Júlio César Chaves" userId="3f913fe9-3202-435d-b9f5-b2fca763184f" providerId="ADAL" clId="{7CF8A0C6-BB7D-4EAB-8C90-8CF66D04CA6D}" dt="2023-02-07T16:43:11.931" v="1141" actId="11529"/>
          <ac:cxnSpMkLst>
            <pc:docMk/>
            <pc:sldMk cId="2385705193" sldId="417"/>
            <ac:cxnSpMk id="28" creationId="{D96C9C47-1B42-A9DA-4635-D5920EE591E5}"/>
          </ac:cxnSpMkLst>
        </pc:cxnChg>
        <pc:cxnChg chg="add">
          <ac:chgData name="Júlio César Chaves" userId="3f913fe9-3202-435d-b9f5-b2fca763184f" providerId="ADAL" clId="{7CF8A0C6-BB7D-4EAB-8C90-8CF66D04CA6D}" dt="2023-02-07T16:44:31.705" v="1184" actId="11529"/>
          <ac:cxnSpMkLst>
            <pc:docMk/>
            <pc:sldMk cId="2385705193" sldId="417"/>
            <ac:cxnSpMk id="32" creationId="{72765DC5-6FA3-8914-D865-F47798957579}"/>
          </ac:cxnSpMkLst>
        </pc:cxnChg>
        <pc:cxnChg chg="add mod">
          <ac:chgData name="Júlio César Chaves" userId="3f913fe9-3202-435d-b9f5-b2fca763184f" providerId="ADAL" clId="{7CF8A0C6-BB7D-4EAB-8C90-8CF66D04CA6D}" dt="2023-02-07T16:45:38.647" v="1189" actId="692"/>
          <ac:cxnSpMkLst>
            <pc:docMk/>
            <pc:sldMk cId="2385705193" sldId="417"/>
            <ac:cxnSpMk id="34" creationId="{4BA1CD3E-489C-F4C0-9291-238FC51C3EBB}"/>
          </ac:cxnSpMkLst>
        </pc:cxnChg>
        <pc:cxnChg chg="add mod">
          <ac:chgData name="Júlio César Chaves" userId="3f913fe9-3202-435d-b9f5-b2fca763184f" providerId="ADAL" clId="{7CF8A0C6-BB7D-4EAB-8C90-8CF66D04CA6D}" dt="2023-02-07T17:10:46.813" v="1305" actId="14100"/>
          <ac:cxnSpMkLst>
            <pc:docMk/>
            <pc:sldMk cId="2385705193" sldId="417"/>
            <ac:cxnSpMk id="35" creationId="{2E4C5D7E-6406-3682-FC80-2BE4900EF16D}"/>
          </ac:cxnSpMkLst>
        </pc:cxnChg>
      </pc:sldChg>
      <pc:sldChg chg="addSp delSp modSp add mod">
        <pc:chgData name="Júlio César Chaves" userId="3f913fe9-3202-435d-b9f5-b2fca763184f" providerId="ADAL" clId="{7CF8A0C6-BB7D-4EAB-8C90-8CF66D04CA6D}" dt="2023-02-07T17:09:41.642" v="1301" actId="1076"/>
        <pc:sldMkLst>
          <pc:docMk/>
          <pc:sldMk cId="2852532818" sldId="418"/>
        </pc:sldMkLst>
        <pc:spChg chg="add mod">
          <ac:chgData name="Júlio César Chaves" userId="3f913fe9-3202-435d-b9f5-b2fca763184f" providerId="ADAL" clId="{7CF8A0C6-BB7D-4EAB-8C90-8CF66D04CA6D}" dt="2023-02-07T17:07:39.369" v="1270" actId="1076"/>
          <ac:spMkLst>
            <pc:docMk/>
            <pc:sldMk cId="2852532818" sldId="418"/>
            <ac:spMk id="3" creationId="{9D16285A-9EFC-3F6F-9584-C456F82BD930}"/>
          </ac:spMkLst>
        </pc:spChg>
        <pc:spChg chg="mod">
          <ac:chgData name="Júlio César Chaves" userId="3f913fe9-3202-435d-b9f5-b2fca763184f" providerId="ADAL" clId="{7CF8A0C6-BB7D-4EAB-8C90-8CF66D04CA6D}" dt="2023-02-07T17:09:38.722" v="1300" actId="1076"/>
          <ac:spMkLst>
            <pc:docMk/>
            <pc:sldMk cId="2852532818" sldId="418"/>
            <ac:spMk id="6" creationId="{ED2E506A-A427-4D36-9CDC-ED0DAF6ADC56}"/>
          </ac:spMkLst>
        </pc:spChg>
        <pc:spChg chg="mod">
          <ac:chgData name="Júlio César Chaves" userId="3f913fe9-3202-435d-b9f5-b2fca763184f" providerId="ADAL" clId="{7CF8A0C6-BB7D-4EAB-8C90-8CF66D04CA6D}" dt="2023-02-07T17:09:41.642" v="1301" actId="1076"/>
          <ac:spMkLst>
            <pc:docMk/>
            <pc:sldMk cId="2852532818" sldId="418"/>
            <ac:spMk id="8" creationId="{E50D0E6A-B0D2-42B4-91B5-0FD48FB76A60}"/>
          </ac:spMkLst>
        </pc:spChg>
        <pc:spChg chg="mod">
          <ac:chgData name="Júlio César Chaves" userId="3f913fe9-3202-435d-b9f5-b2fca763184f" providerId="ADAL" clId="{7CF8A0C6-BB7D-4EAB-8C90-8CF66D04CA6D}" dt="2023-02-07T17:09:25.111" v="1297" actId="14100"/>
          <ac:spMkLst>
            <pc:docMk/>
            <pc:sldMk cId="2852532818" sldId="418"/>
            <ac:spMk id="9" creationId="{6DF99E61-F0B2-437D-BFB1-42878CF64630}"/>
          </ac:spMkLst>
        </pc:spChg>
        <pc:spChg chg="add mod">
          <ac:chgData name="Júlio César Chaves" userId="3f913fe9-3202-435d-b9f5-b2fca763184f" providerId="ADAL" clId="{7CF8A0C6-BB7D-4EAB-8C90-8CF66D04CA6D}" dt="2023-02-07T17:07:39.369" v="1270" actId="1076"/>
          <ac:spMkLst>
            <pc:docMk/>
            <pc:sldMk cId="2852532818" sldId="418"/>
            <ac:spMk id="11" creationId="{2971CF6C-A99C-DA95-3E2A-683DBB3869EB}"/>
          </ac:spMkLst>
        </pc:spChg>
        <pc:spChg chg="add mod">
          <ac:chgData name="Júlio César Chaves" userId="3f913fe9-3202-435d-b9f5-b2fca763184f" providerId="ADAL" clId="{7CF8A0C6-BB7D-4EAB-8C90-8CF66D04CA6D}" dt="2023-02-07T17:07:39.369" v="1270" actId="1076"/>
          <ac:spMkLst>
            <pc:docMk/>
            <pc:sldMk cId="2852532818" sldId="418"/>
            <ac:spMk id="14" creationId="{A290C826-07F5-CC6E-A483-108D73D3C760}"/>
          </ac:spMkLst>
        </pc:spChg>
        <pc:spChg chg="add mod">
          <ac:chgData name="Júlio César Chaves" userId="3f913fe9-3202-435d-b9f5-b2fca763184f" providerId="ADAL" clId="{7CF8A0C6-BB7D-4EAB-8C90-8CF66D04CA6D}" dt="2023-02-07T17:07:39.369" v="1270" actId="1076"/>
          <ac:spMkLst>
            <pc:docMk/>
            <pc:sldMk cId="2852532818" sldId="418"/>
            <ac:spMk id="15" creationId="{11C7A23A-ABCE-5BE7-62A8-05AA3F4C2B3C}"/>
          </ac:spMkLst>
        </pc:spChg>
        <pc:spChg chg="add mod">
          <ac:chgData name="Júlio César Chaves" userId="3f913fe9-3202-435d-b9f5-b2fca763184f" providerId="ADAL" clId="{7CF8A0C6-BB7D-4EAB-8C90-8CF66D04CA6D}" dt="2023-02-07T17:07:39.369" v="1270" actId="1076"/>
          <ac:spMkLst>
            <pc:docMk/>
            <pc:sldMk cId="2852532818" sldId="418"/>
            <ac:spMk id="16" creationId="{C7185D08-4822-C1C6-FD2E-86FEF00B8C59}"/>
          </ac:spMkLst>
        </pc:spChg>
        <pc:spChg chg="add mod">
          <ac:chgData name="Júlio César Chaves" userId="3f913fe9-3202-435d-b9f5-b2fca763184f" providerId="ADAL" clId="{7CF8A0C6-BB7D-4EAB-8C90-8CF66D04CA6D}" dt="2023-02-07T17:07:39.369" v="1270" actId="1076"/>
          <ac:spMkLst>
            <pc:docMk/>
            <pc:sldMk cId="2852532818" sldId="418"/>
            <ac:spMk id="17" creationId="{4D8331FD-C802-278E-1716-E83E4D8A7874}"/>
          </ac:spMkLst>
        </pc:spChg>
        <pc:spChg chg="add mod">
          <ac:chgData name="Júlio César Chaves" userId="3f913fe9-3202-435d-b9f5-b2fca763184f" providerId="ADAL" clId="{7CF8A0C6-BB7D-4EAB-8C90-8CF66D04CA6D}" dt="2023-02-07T17:07:39.369" v="1270" actId="1076"/>
          <ac:spMkLst>
            <pc:docMk/>
            <pc:sldMk cId="2852532818" sldId="418"/>
            <ac:spMk id="19" creationId="{BFCA06E1-BFC9-E120-9DCC-7A9BA246C9DE}"/>
          </ac:spMkLst>
        </pc:spChg>
        <pc:spChg chg="add mod">
          <ac:chgData name="Júlio César Chaves" userId="3f913fe9-3202-435d-b9f5-b2fca763184f" providerId="ADAL" clId="{7CF8A0C6-BB7D-4EAB-8C90-8CF66D04CA6D}" dt="2023-02-07T17:07:39.369" v="1270" actId="1076"/>
          <ac:spMkLst>
            <pc:docMk/>
            <pc:sldMk cId="2852532818" sldId="418"/>
            <ac:spMk id="20" creationId="{F8C33692-562D-208C-3A35-EB5EE3A9DB78}"/>
          </ac:spMkLst>
        </pc:spChg>
        <pc:spChg chg="add mod">
          <ac:chgData name="Júlio César Chaves" userId="3f913fe9-3202-435d-b9f5-b2fca763184f" providerId="ADAL" clId="{7CF8A0C6-BB7D-4EAB-8C90-8CF66D04CA6D}" dt="2023-02-07T17:07:39.369" v="1270" actId="1076"/>
          <ac:spMkLst>
            <pc:docMk/>
            <pc:sldMk cId="2852532818" sldId="418"/>
            <ac:spMk id="22" creationId="{53733A27-28B0-DCFB-8D85-81152905A6C1}"/>
          </ac:spMkLst>
        </pc:spChg>
        <pc:picChg chg="del mod">
          <ac:chgData name="Júlio César Chaves" userId="3f913fe9-3202-435d-b9f5-b2fca763184f" providerId="ADAL" clId="{7CF8A0C6-BB7D-4EAB-8C90-8CF66D04CA6D}" dt="2023-02-07T17:02:01.880" v="1224" actId="478"/>
          <ac:picMkLst>
            <pc:docMk/>
            <pc:sldMk cId="2852532818" sldId="418"/>
            <ac:picMk id="5" creationId="{61B16A34-A6A8-42C7-ACEF-DC3523F0C1FA}"/>
          </ac:picMkLst>
        </pc:picChg>
        <pc:picChg chg="del mod">
          <ac:chgData name="Júlio César Chaves" userId="3f913fe9-3202-435d-b9f5-b2fca763184f" providerId="ADAL" clId="{7CF8A0C6-BB7D-4EAB-8C90-8CF66D04CA6D}" dt="2023-02-07T17:04:12.937" v="1247" actId="478"/>
          <ac:picMkLst>
            <pc:docMk/>
            <pc:sldMk cId="2852532818" sldId="418"/>
            <ac:picMk id="7" creationId="{788F1358-80EB-453B-ACD0-E0958E85BB65}"/>
          </ac:picMkLst>
        </pc:picChg>
        <pc:picChg chg="del mod">
          <ac:chgData name="Júlio César Chaves" userId="3f913fe9-3202-435d-b9f5-b2fca763184f" providerId="ADAL" clId="{7CF8A0C6-BB7D-4EAB-8C90-8CF66D04CA6D}" dt="2023-02-07T17:07:31.481" v="1269" actId="478"/>
          <ac:picMkLst>
            <pc:docMk/>
            <pc:sldMk cId="2852532818" sldId="418"/>
            <ac:picMk id="10" creationId="{52774B85-3E0C-4135-A330-573237B6438D}"/>
          </ac:picMkLst>
        </pc:picChg>
        <pc:cxnChg chg="add mod">
          <ac:chgData name="Júlio César Chaves" userId="3f913fe9-3202-435d-b9f5-b2fca763184f" providerId="ADAL" clId="{7CF8A0C6-BB7D-4EAB-8C90-8CF66D04CA6D}" dt="2023-02-07T17:07:39.369" v="1270" actId="1076"/>
          <ac:cxnSpMkLst>
            <pc:docMk/>
            <pc:sldMk cId="2852532818" sldId="418"/>
            <ac:cxnSpMk id="13" creationId="{C36FD4F7-A721-C472-0773-B92E9D7B9AD6}"/>
          </ac:cxnSpMkLst>
        </pc:cxnChg>
        <pc:cxnChg chg="add mod">
          <ac:chgData name="Júlio César Chaves" userId="3f913fe9-3202-435d-b9f5-b2fca763184f" providerId="ADAL" clId="{7CF8A0C6-BB7D-4EAB-8C90-8CF66D04CA6D}" dt="2023-02-07T17:07:39.369" v="1270" actId="1076"/>
          <ac:cxnSpMkLst>
            <pc:docMk/>
            <pc:sldMk cId="2852532818" sldId="418"/>
            <ac:cxnSpMk id="18" creationId="{660CB4A2-7AE7-A1C7-E5E0-C878EA4E025A}"/>
          </ac:cxnSpMkLst>
        </pc:cxnChg>
        <pc:cxnChg chg="add mod">
          <ac:chgData name="Júlio César Chaves" userId="3f913fe9-3202-435d-b9f5-b2fca763184f" providerId="ADAL" clId="{7CF8A0C6-BB7D-4EAB-8C90-8CF66D04CA6D}" dt="2023-02-07T17:07:39.369" v="1270" actId="1076"/>
          <ac:cxnSpMkLst>
            <pc:docMk/>
            <pc:sldMk cId="2852532818" sldId="418"/>
            <ac:cxnSpMk id="21" creationId="{992CF2B2-94DF-FAFC-8F33-879EE5B0B65C}"/>
          </ac:cxnSpMkLst>
        </pc:cxnChg>
      </pc:sldChg>
      <pc:sldChg chg="addSp delSp modSp add mod modClrScheme chgLayout">
        <pc:chgData name="Júlio César Chaves" userId="3f913fe9-3202-435d-b9f5-b2fca763184f" providerId="ADAL" clId="{7CF8A0C6-BB7D-4EAB-8C90-8CF66D04CA6D}" dt="2023-02-07T17:26:20.973" v="1694" actId="20577"/>
        <pc:sldMkLst>
          <pc:docMk/>
          <pc:sldMk cId="786956589" sldId="419"/>
        </pc:sldMkLst>
        <pc:spChg chg="mod ord">
          <ac:chgData name="Júlio César Chaves" userId="3f913fe9-3202-435d-b9f5-b2fca763184f" providerId="ADAL" clId="{7CF8A0C6-BB7D-4EAB-8C90-8CF66D04CA6D}" dt="2023-02-07T17:22:37.310" v="1601" actId="114"/>
          <ac:spMkLst>
            <pc:docMk/>
            <pc:sldMk cId="786956589" sldId="419"/>
            <ac:spMk id="2" creationId="{7A3A7D55-3869-45CC-A63A-BB65764B805E}"/>
          </ac:spMkLst>
        </pc:spChg>
        <pc:spChg chg="del mod ord">
          <ac:chgData name="Júlio César Chaves" userId="3f913fe9-3202-435d-b9f5-b2fca763184f" providerId="ADAL" clId="{7CF8A0C6-BB7D-4EAB-8C90-8CF66D04CA6D}" dt="2023-02-07T17:20:47.250" v="1470" actId="700"/>
          <ac:spMkLst>
            <pc:docMk/>
            <pc:sldMk cId="786956589" sldId="419"/>
            <ac:spMk id="3" creationId="{4F87D73D-42A9-4BCA-8BF4-CB2A679DFD88}"/>
          </ac:spMkLst>
        </pc:spChg>
        <pc:spChg chg="mod">
          <ac:chgData name="Júlio César Chaves" userId="3f913fe9-3202-435d-b9f5-b2fca763184f" providerId="ADAL" clId="{7CF8A0C6-BB7D-4EAB-8C90-8CF66D04CA6D}" dt="2023-02-07T17:13:43.395" v="1334" actId="1076"/>
          <ac:spMkLst>
            <pc:docMk/>
            <pc:sldMk cId="786956589" sldId="419"/>
            <ac:spMk id="5" creationId="{222F7031-40BA-A9F8-EB57-4FA662031E0E}"/>
          </ac:spMkLst>
        </pc:spChg>
        <pc:spChg chg="mod">
          <ac:chgData name="Júlio César Chaves" userId="3f913fe9-3202-435d-b9f5-b2fca763184f" providerId="ADAL" clId="{7CF8A0C6-BB7D-4EAB-8C90-8CF66D04CA6D}" dt="2023-02-07T17:13:24.637" v="1333" actId="1076"/>
          <ac:spMkLst>
            <pc:docMk/>
            <pc:sldMk cId="786956589" sldId="419"/>
            <ac:spMk id="6" creationId="{067C8E2B-313D-7F32-62F0-6D98E29D53EA}"/>
          </ac:spMkLst>
        </pc:spChg>
        <pc:spChg chg="mod">
          <ac:chgData name="Júlio César Chaves" userId="3f913fe9-3202-435d-b9f5-b2fca763184f" providerId="ADAL" clId="{7CF8A0C6-BB7D-4EAB-8C90-8CF66D04CA6D}" dt="2023-02-07T17:13:24.637" v="1333" actId="1076"/>
          <ac:spMkLst>
            <pc:docMk/>
            <pc:sldMk cId="786956589" sldId="419"/>
            <ac:spMk id="7" creationId="{B8BAADCD-D087-239E-DA3B-94C8B0EF8536}"/>
          </ac:spMkLst>
        </pc:spChg>
        <pc:spChg chg="add mod">
          <ac:chgData name="Júlio César Chaves" userId="3f913fe9-3202-435d-b9f5-b2fca763184f" providerId="ADAL" clId="{7CF8A0C6-BB7D-4EAB-8C90-8CF66D04CA6D}" dt="2023-02-07T17:14:31.919" v="1370" actId="20577"/>
          <ac:spMkLst>
            <pc:docMk/>
            <pc:sldMk cId="786956589" sldId="419"/>
            <ac:spMk id="13" creationId="{F8FE0CF1-EB36-EEED-1B37-441FA38CE76E}"/>
          </ac:spMkLst>
        </pc:spChg>
        <pc:spChg chg="mod">
          <ac:chgData name="Júlio César Chaves" userId="3f913fe9-3202-435d-b9f5-b2fca763184f" providerId="ADAL" clId="{7CF8A0C6-BB7D-4EAB-8C90-8CF66D04CA6D}" dt="2023-02-07T17:14:39.714" v="1371" actId="1076"/>
          <ac:spMkLst>
            <pc:docMk/>
            <pc:sldMk cId="786956589" sldId="419"/>
            <ac:spMk id="14" creationId="{2A3DD82A-3636-9E9F-7AED-0186D4A71AD0}"/>
          </ac:spMkLst>
        </pc:spChg>
        <pc:spChg chg="mod">
          <ac:chgData name="Júlio César Chaves" userId="3f913fe9-3202-435d-b9f5-b2fca763184f" providerId="ADAL" clId="{7CF8A0C6-BB7D-4EAB-8C90-8CF66D04CA6D}" dt="2023-02-07T17:15:26.210" v="1377" actId="1076"/>
          <ac:spMkLst>
            <pc:docMk/>
            <pc:sldMk cId="786956589" sldId="419"/>
            <ac:spMk id="15" creationId="{0F62773D-6F4F-12DC-FBB5-471A668F467E}"/>
          </ac:spMkLst>
        </pc:spChg>
        <pc:spChg chg="mod">
          <ac:chgData name="Júlio César Chaves" userId="3f913fe9-3202-435d-b9f5-b2fca763184f" providerId="ADAL" clId="{7CF8A0C6-BB7D-4EAB-8C90-8CF66D04CA6D}" dt="2023-02-07T17:13:43.395" v="1334" actId="1076"/>
          <ac:spMkLst>
            <pc:docMk/>
            <pc:sldMk cId="786956589" sldId="419"/>
            <ac:spMk id="16" creationId="{0B50E294-B715-B50D-9207-02492575553F}"/>
          </ac:spMkLst>
        </pc:spChg>
        <pc:spChg chg="add mod">
          <ac:chgData name="Júlio César Chaves" userId="3f913fe9-3202-435d-b9f5-b2fca763184f" providerId="ADAL" clId="{7CF8A0C6-BB7D-4EAB-8C90-8CF66D04CA6D}" dt="2023-02-07T17:16:56.135" v="1414" actId="20577"/>
          <ac:spMkLst>
            <pc:docMk/>
            <pc:sldMk cId="786956589" sldId="419"/>
            <ac:spMk id="17" creationId="{816F7C62-A9A9-C79A-76ED-9EA7F32C33F6}"/>
          </ac:spMkLst>
        </pc:spChg>
        <pc:spChg chg="mod">
          <ac:chgData name="Júlio César Chaves" userId="3f913fe9-3202-435d-b9f5-b2fca763184f" providerId="ADAL" clId="{7CF8A0C6-BB7D-4EAB-8C90-8CF66D04CA6D}" dt="2023-02-07T17:17:14.336" v="1418" actId="1076"/>
          <ac:spMkLst>
            <pc:docMk/>
            <pc:sldMk cId="786956589" sldId="419"/>
            <ac:spMk id="22" creationId="{761F9C45-FCAB-A783-E183-FE177A0DF07B}"/>
          </ac:spMkLst>
        </pc:spChg>
        <pc:spChg chg="mod">
          <ac:chgData name="Júlio César Chaves" userId="3f913fe9-3202-435d-b9f5-b2fca763184f" providerId="ADAL" clId="{7CF8A0C6-BB7D-4EAB-8C90-8CF66D04CA6D}" dt="2023-02-07T17:17:16.226" v="1419" actId="1076"/>
          <ac:spMkLst>
            <pc:docMk/>
            <pc:sldMk cId="786956589" sldId="419"/>
            <ac:spMk id="23" creationId="{0DBCA8BA-E59D-FD5B-77BA-2F1FB065C71C}"/>
          </ac:spMkLst>
        </pc:spChg>
        <pc:spChg chg="mod">
          <ac:chgData name="Júlio César Chaves" userId="3f913fe9-3202-435d-b9f5-b2fca763184f" providerId="ADAL" clId="{7CF8A0C6-BB7D-4EAB-8C90-8CF66D04CA6D}" dt="2023-02-07T17:17:19.606" v="1420" actId="1076"/>
          <ac:spMkLst>
            <pc:docMk/>
            <pc:sldMk cId="786956589" sldId="419"/>
            <ac:spMk id="24" creationId="{82C78236-7CEC-8DB4-B38B-9D8B6E187B0C}"/>
          </ac:spMkLst>
        </pc:spChg>
        <pc:spChg chg="mod">
          <ac:chgData name="Júlio César Chaves" userId="3f913fe9-3202-435d-b9f5-b2fca763184f" providerId="ADAL" clId="{7CF8A0C6-BB7D-4EAB-8C90-8CF66D04CA6D}" dt="2023-02-07T17:17:21.972" v="1421" actId="1076"/>
          <ac:spMkLst>
            <pc:docMk/>
            <pc:sldMk cId="786956589" sldId="419"/>
            <ac:spMk id="29" creationId="{90683B15-D118-E720-7D86-51D79A388FFA}"/>
          </ac:spMkLst>
        </pc:spChg>
        <pc:spChg chg="add mod">
          <ac:chgData name="Júlio César Chaves" userId="3f913fe9-3202-435d-b9f5-b2fca763184f" providerId="ADAL" clId="{7CF8A0C6-BB7D-4EAB-8C90-8CF66D04CA6D}" dt="2023-02-07T17:15:50.590" v="1379" actId="1076"/>
          <ac:spMkLst>
            <pc:docMk/>
            <pc:sldMk cId="786956589" sldId="419"/>
            <ac:spMk id="45" creationId="{6CF0BF34-F2F0-6AB9-7DDA-148DEEE90FB0}"/>
          </ac:spMkLst>
        </pc:spChg>
        <pc:spChg chg="add mod">
          <ac:chgData name="Júlio César Chaves" userId="3f913fe9-3202-435d-b9f5-b2fca763184f" providerId="ADAL" clId="{7CF8A0C6-BB7D-4EAB-8C90-8CF66D04CA6D}" dt="2023-02-07T17:16:59.842" v="1417" actId="20577"/>
          <ac:spMkLst>
            <pc:docMk/>
            <pc:sldMk cId="786956589" sldId="419"/>
            <ac:spMk id="46" creationId="{638DE71A-E253-04AF-1503-7A8EE0FC2AB5}"/>
          </ac:spMkLst>
        </pc:spChg>
        <pc:spChg chg="add mod">
          <ac:chgData name="Júlio César Chaves" userId="3f913fe9-3202-435d-b9f5-b2fca763184f" providerId="ADAL" clId="{7CF8A0C6-BB7D-4EAB-8C90-8CF66D04CA6D}" dt="2023-02-07T17:17:33.555" v="1425" actId="1076"/>
          <ac:spMkLst>
            <pc:docMk/>
            <pc:sldMk cId="786956589" sldId="419"/>
            <ac:spMk id="59" creationId="{E137E703-370C-2318-A2B1-8FF224CB2398}"/>
          </ac:spMkLst>
        </pc:spChg>
        <pc:spChg chg="add mod">
          <ac:chgData name="Júlio César Chaves" userId="3f913fe9-3202-435d-b9f5-b2fca763184f" providerId="ADAL" clId="{7CF8A0C6-BB7D-4EAB-8C90-8CF66D04CA6D}" dt="2023-02-07T17:17:46.481" v="1444" actId="1076"/>
          <ac:spMkLst>
            <pc:docMk/>
            <pc:sldMk cId="786956589" sldId="419"/>
            <ac:spMk id="60" creationId="{C25F3BA1-20D1-E99B-3D8C-BCE934B57622}"/>
          </ac:spMkLst>
        </pc:spChg>
        <pc:spChg chg="add mod ord">
          <ac:chgData name="Júlio César Chaves" userId="3f913fe9-3202-435d-b9f5-b2fca763184f" providerId="ADAL" clId="{7CF8A0C6-BB7D-4EAB-8C90-8CF66D04CA6D}" dt="2023-02-07T17:26:20.973" v="1694" actId="20577"/>
          <ac:spMkLst>
            <pc:docMk/>
            <pc:sldMk cId="786956589" sldId="419"/>
            <ac:spMk id="65" creationId="{45B8EF8F-1207-05E2-10DA-1B68FBD16A34}"/>
          </ac:spMkLst>
        </pc:spChg>
        <pc:spChg chg="add mod ord">
          <ac:chgData name="Júlio César Chaves" userId="3f913fe9-3202-435d-b9f5-b2fca763184f" providerId="ADAL" clId="{7CF8A0C6-BB7D-4EAB-8C90-8CF66D04CA6D}" dt="2023-02-07T17:20:47.250" v="1470" actId="700"/>
          <ac:spMkLst>
            <pc:docMk/>
            <pc:sldMk cId="786956589" sldId="419"/>
            <ac:spMk id="66" creationId="{8DA66A77-1C1D-89F5-331E-ED27B2326C22}"/>
          </ac:spMkLst>
        </pc:spChg>
        <pc:cxnChg chg="mod">
          <ac:chgData name="Júlio César Chaves" userId="3f913fe9-3202-435d-b9f5-b2fca763184f" providerId="ADAL" clId="{7CF8A0C6-BB7D-4EAB-8C90-8CF66D04CA6D}" dt="2023-02-07T17:13:24.637" v="1333" actId="1076"/>
          <ac:cxnSpMkLst>
            <pc:docMk/>
            <pc:sldMk cId="786956589" sldId="419"/>
            <ac:cxnSpMk id="9" creationId="{4D612924-D726-902A-20EF-B936A9E268C6}"/>
          </ac:cxnSpMkLst>
        </pc:cxnChg>
        <pc:cxnChg chg="mod">
          <ac:chgData name="Júlio César Chaves" userId="3f913fe9-3202-435d-b9f5-b2fca763184f" providerId="ADAL" clId="{7CF8A0C6-BB7D-4EAB-8C90-8CF66D04CA6D}" dt="2023-02-07T17:13:57.839" v="1338" actId="1076"/>
          <ac:cxnSpMkLst>
            <pc:docMk/>
            <pc:sldMk cId="786956589" sldId="419"/>
            <ac:cxnSpMk id="21" creationId="{19701798-FE98-3783-2D9B-E6A2CDB50C4D}"/>
          </ac:cxnSpMkLst>
        </pc:cxnChg>
        <pc:cxnChg chg="del mod">
          <ac:chgData name="Júlio César Chaves" userId="3f913fe9-3202-435d-b9f5-b2fca763184f" providerId="ADAL" clId="{7CF8A0C6-BB7D-4EAB-8C90-8CF66D04CA6D}" dt="2023-02-07T17:16:46.151" v="1413" actId="478"/>
          <ac:cxnSpMkLst>
            <pc:docMk/>
            <pc:sldMk cId="786956589" sldId="419"/>
            <ac:cxnSpMk id="26" creationId="{EEC135FA-5F76-299D-02C5-A31268EE3DF0}"/>
          </ac:cxnSpMkLst>
        </pc:cxnChg>
        <pc:cxnChg chg="mod">
          <ac:chgData name="Júlio César Chaves" userId="3f913fe9-3202-435d-b9f5-b2fca763184f" providerId="ADAL" clId="{7CF8A0C6-BB7D-4EAB-8C90-8CF66D04CA6D}" dt="2023-02-07T17:17:33.555" v="1425" actId="1076"/>
          <ac:cxnSpMkLst>
            <pc:docMk/>
            <pc:sldMk cId="786956589" sldId="419"/>
            <ac:cxnSpMk id="28" creationId="{D96C9C47-1B42-A9DA-4635-D5920EE591E5}"/>
          </ac:cxnSpMkLst>
        </pc:cxnChg>
        <pc:cxnChg chg="add mod">
          <ac:chgData name="Júlio César Chaves" userId="3f913fe9-3202-435d-b9f5-b2fca763184f" providerId="ADAL" clId="{7CF8A0C6-BB7D-4EAB-8C90-8CF66D04CA6D}" dt="2023-02-07T17:14:39.714" v="1371" actId="1076"/>
          <ac:cxnSpMkLst>
            <pc:docMk/>
            <pc:sldMk cId="786956589" sldId="419"/>
            <ac:cxnSpMk id="31" creationId="{D3D99D4C-4D1F-80CC-9DC0-6B4AB0EB2062}"/>
          </ac:cxnSpMkLst>
        </pc:cxnChg>
        <pc:cxnChg chg="mod">
          <ac:chgData name="Júlio César Chaves" userId="3f913fe9-3202-435d-b9f5-b2fca763184f" providerId="ADAL" clId="{7CF8A0C6-BB7D-4EAB-8C90-8CF66D04CA6D}" dt="2023-02-07T17:16:30.383" v="1411" actId="14100"/>
          <ac:cxnSpMkLst>
            <pc:docMk/>
            <pc:sldMk cId="786956589" sldId="419"/>
            <ac:cxnSpMk id="32" creationId="{72765DC5-6FA3-8914-D865-F47798957579}"/>
          </ac:cxnSpMkLst>
        </pc:cxnChg>
        <pc:cxnChg chg="mod">
          <ac:chgData name="Júlio César Chaves" userId="3f913fe9-3202-435d-b9f5-b2fca763184f" providerId="ADAL" clId="{7CF8A0C6-BB7D-4EAB-8C90-8CF66D04CA6D}" dt="2023-02-07T17:15:20.979" v="1376" actId="14100"/>
          <ac:cxnSpMkLst>
            <pc:docMk/>
            <pc:sldMk cId="786956589" sldId="419"/>
            <ac:cxnSpMk id="34" creationId="{4BA1CD3E-489C-F4C0-9291-238FC51C3EBB}"/>
          </ac:cxnSpMkLst>
        </pc:cxnChg>
        <pc:cxnChg chg="mod">
          <ac:chgData name="Júlio César Chaves" userId="3f913fe9-3202-435d-b9f5-b2fca763184f" providerId="ADAL" clId="{7CF8A0C6-BB7D-4EAB-8C90-8CF66D04CA6D}" dt="2023-02-07T17:17:19.606" v="1420" actId="1076"/>
          <ac:cxnSpMkLst>
            <pc:docMk/>
            <pc:sldMk cId="786956589" sldId="419"/>
            <ac:cxnSpMk id="35" creationId="{2E4C5D7E-6406-3682-FC80-2BE4900EF16D}"/>
          </ac:cxnSpMkLst>
        </pc:cxnChg>
        <pc:cxnChg chg="add">
          <ac:chgData name="Júlio César Chaves" userId="3f913fe9-3202-435d-b9f5-b2fca763184f" providerId="ADAL" clId="{7CF8A0C6-BB7D-4EAB-8C90-8CF66D04CA6D}" dt="2023-02-07T17:15:59.221" v="1381" actId="11529"/>
          <ac:cxnSpMkLst>
            <pc:docMk/>
            <pc:sldMk cId="786956589" sldId="419"/>
            <ac:cxnSpMk id="49" creationId="{E5E6EB10-4D11-5ED2-4676-5C960623C441}"/>
          </ac:cxnSpMkLst>
        </pc:cxnChg>
        <pc:cxnChg chg="add mod">
          <ac:chgData name="Júlio César Chaves" userId="3f913fe9-3202-435d-b9f5-b2fca763184f" providerId="ADAL" clId="{7CF8A0C6-BB7D-4EAB-8C90-8CF66D04CA6D}" dt="2023-02-07T17:17:14.336" v="1418" actId="1076"/>
          <ac:cxnSpMkLst>
            <pc:docMk/>
            <pc:sldMk cId="786956589" sldId="419"/>
            <ac:cxnSpMk id="54" creationId="{7A51A9BB-EB79-CD43-1E81-732B8F352395}"/>
          </ac:cxnSpMkLst>
        </pc:cxnChg>
        <pc:cxnChg chg="add">
          <ac:chgData name="Júlio César Chaves" userId="3f913fe9-3202-435d-b9f5-b2fca763184f" providerId="ADAL" clId="{7CF8A0C6-BB7D-4EAB-8C90-8CF66D04CA6D}" dt="2023-02-07T17:17:52.920" v="1445" actId="11529"/>
          <ac:cxnSpMkLst>
            <pc:docMk/>
            <pc:sldMk cId="786956589" sldId="419"/>
            <ac:cxnSpMk id="64" creationId="{75EA7C4E-FFFC-2CED-37C1-147A83C85581}"/>
          </ac:cxnSpMkLst>
        </pc:cxnChg>
      </pc:sldChg>
      <pc:sldChg chg="add del">
        <pc:chgData name="Júlio César Chaves" userId="3f913fe9-3202-435d-b9f5-b2fca763184f" providerId="ADAL" clId="{7CF8A0C6-BB7D-4EAB-8C90-8CF66D04CA6D}" dt="2023-02-07T17:18:20.800" v="1447" actId="47"/>
        <pc:sldMkLst>
          <pc:docMk/>
          <pc:sldMk cId="625765037" sldId="420"/>
        </pc:sldMkLst>
      </pc:sldChg>
      <pc:sldChg chg="addSp delSp modSp add mod ord">
        <pc:chgData name="Júlio César Chaves" userId="3f913fe9-3202-435d-b9f5-b2fca763184f" providerId="ADAL" clId="{7CF8A0C6-BB7D-4EAB-8C90-8CF66D04CA6D}" dt="2023-02-07T17:23:54.675" v="1682" actId="20577"/>
        <pc:sldMkLst>
          <pc:docMk/>
          <pc:sldMk cId="3119310907" sldId="420"/>
        </pc:sldMkLst>
        <pc:spChg chg="mod">
          <ac:chgData name="Júlio César Chaves" userId="3f913fe9-3202-435d-b9f5-b2fca763184f" providerId="ADAL" clId="{7CF8A0C6-BB7D-4EAB-8C90-8CF66D04CA6D}" dt="2023-02-07T17:22:34.464" v="1600" actId="114"/>
          <ac:spMkLst>
            <pc:docMk/>
            <pc:sldMk cId="3119310907" sldId="420"/>
            <ac:spMk id="2" creationId="{7A3A7D55-3869-45CC-A63A-BB65764B805E}"/>
          </ac:spMkLst>
        </pc:spChg>
        <pc:spChg chg="del">
          <ac:chgData name="Júlio César Chaves" userId="3f913fe9-3202-435d-b9f5-b2fca763184f" providerId="ADAL" clId="{7CF8A0C6-BB7D-4EAB-8C90-8CF66D04CA6D}" dt="2023-02-07T17:19:03.671" v="1460" actId="478"/>
          <ac:spMkLst>
            <pc:docMk/>
            <pc:sldMk cId="3119310907" sldId="420"/>
            <ac:spMk id="14" creationId="{2A3DD82A-3636-9E9F-7AED-0186D4A71AD0}"/>
          </ac:spMkLst>
        </pc:spChg>
        <pc:spChg chg="add mod">
          <ac:chgData name="Júlio César Chaves" userId="3f913fe9-3202-435d-b9f5-b2fca763184f" providerId="ADAL" clId="{7CF8A0C6-BB7D-4EAB-8C90-8CF66D04CA6D}" dt="2023-02-07T17:23:54.675" v="1682" actId="20577"/>
          <ac:spMkLst>
            <pc:docMk/>
            <pc:sldMk cId="3119310907" sldId="420"/>
            <ac:spMk id="17" creationId="{A2D14DCC-3A5B-6E62-CFBA-30ADBE71D409}"/>
          </ac:spMkLst>
        </pc:spChg>
        <pc:spChg chg="del">
          <ac:chgData name="Júlio César Chaves" userId="3f913fe9-3202-435d-b9f5-b2fca763184f" providerId="ADAL" clId="{7CF8A0C6-BB7D-4EAB-8C90-8CF66D04CA6D}" dt="2023-02-07T17:19:03.671" v="1460" actId="478"/>
          <ac:spMkLst>
            <pc:docMk/>
            <pc:sldMk cId="3119310907" sldId="420"/>
            <ac:spMk id="19" creationId="{5F3A8C0B-87C5-58E8-42CD-A5E9F87C78DA}"/>
          </ac:spMkLst>
        </pc:spChg>
        <pc:spChg chg="del">
          <ac:chgData name="Júlio César Chaves" userId="3f913fe9-3202-435d-b9f5-b2fca763184f" providerId="ADAL" clId="{7CF8A0C6-BB7D-4EAB-8C90-8CF66D04CA6D}" dt="2023-02-07T17:19:03.671" v="1460" actId="478"/>
          <ac:spMkLst>
            <pc:docMk/>
            <pc:sldMk cId="3119310907" sldId="420"/>
            <ac:spMk id="22" creationId="{761F9C45-FCAB-A783-E183-FE177A0DF07B}"/>
          </ac:spMkLst>
        </pc:spChg>
        <pc:spChg chg="del">
          <ac:chgData name="Júlio César Chaves" userId="3f913fe9-3202-435d-b9f5-b2fca763184f" providerId="ADAL" clId="{7CF8A0C6-BB7D-4EAB-8C90-8CF66D04CA6D}" dt="2023-02-07T17:19:03.671" v="1460" actId="478"/>
          <ac:spMkLst>
            <pc:docMk/>
            <pc:sldMk cId="3119310907" sldId="420"/>
            <ac:spMk id="23" creationId="{0DBCA8BA-E59D-FD5B-77BA-2F1FB065C71C}"/>
          </ac:spMkLst>
        </pc:spChg>
        <pc:cxnChg chg="add">
          <ac:chgData name="Júlio César Chaves" userId="3f913fe9-3202-435d-b9f5-b2fca763184f" providerId="ADAL" clId="{7CF8A0C6-BB7D-4EAB-8C90-8CF66D04CA6D}" dt="2023-02-07T17:19:36.074" v="1466" actId="11529"/>
          <ac:cxnSpMkLst>
            <pc:docMk/>
            <pc:sldMk cId="3119310907" sldId="420"/>
            <ac:cxnSpMk id="10" creationId="{A5C64E08-F2D0-7874-214C-4E60CB7C650F}"/>
          </ac:cxnSpMkLst>
        </pc:cxnChg>
        <pc:cxnChg chg="add mod">
          <ac:chgData name="Júlio César Chaves" userId="3f913fe9-3202-435d-b9f5-b2fca763184f" providerId="ADAL" clId="{7CF8A0C6-BB7D-4EAB-8C90-8CF66D04CA6D}" dt="2023-02-07T17:20:01.128" v="1469" actId="14100"/>
          <ac:cxnSpMkLst>
            <pc:docMk/>
            <pc:sldMk cId="3119310907" sldId="420"/>
            <ac:cxnSpMk id="11" creationId="{27EF37A4-378B-FE9E-AF41-51FD138DC94F}"/>
          </ac:cxnSpMkLst>
        </pc:cxnChg>
        <pc:cxnChg chg="mod">
          <ac:chgData name="Júlio César Chaves" userId="3f913fe9-3202-435d-b9f5-b2fca763184f" providerId="ADAL" clId="{7CF8A0C6-BB7D-4EAB-8C90-8CF66D04CA6D}" dt="2023-02-07T17:19:11.983" v="1463" actId="14100"/>
          <ac:cxnSpMkLst>
            <pc:docMk/>
            <pc:sldMk cId="3119310907" sldId="420"/>
            <ac:cxnSpMk id="21" creationId="{19701798-FE98-3783-2D9B-E6A2CDB50C4D}"/>
          </ac:cxnSpMkLst>
        </pc:cxnChg>
        <pc:cxnChg chg="del mod">
          <ac:chgData name="Júlio César Chaves" userId="3f913fe9-3202-435d-b9f5-b2fca763184f" providerId="ADAL" clId="{7CF8A0C6-BB7D-4EAB-8C90-8CF66D04CA6D}" dt="2023-02-07T17:19:06.161" v="1461" actId="478"/>
          <ac:cxnSpMkLst>
            <pc:docMk/>
            <pc:sldMk cId="3119310907" sldId="420"/>
            <ac:cxnSpMk id="26" creationId="{EEC135FA-5F76-299D-02C5-A31268EE3DF0}"/>
          </ac:cxnSpMkLst>
        </pc:cxnChg>
        <pc:cxnChg chg="del mod">
          <ac:chgData name="Júlio César Chaves" userId="3f913fe9-3202-435d-b9f5-b2fca763184f" providerId="ADAL" clId="{7CF8A0C6-BB7D-4EAB-8C90-8CF66D04CA6D}" dt="2023-02-07T17:19:07.074" v="1462" actId="478"/>
          <ac:cxnSpMkLst>
            <pc:docMk/>
            <pc:sldMk cId="3119310907" sldId="420"/>
            <ac:cxnSpMk id="28" creationId="{D96C9C47-1B42-A9DA-4635-D5920EE591E5}"/>
          </ac:cxnSpMkLst>
        </pc:cxnChg>
        <pc:cxnChg chg="del mod">
          <ac:chgData name="Júlio César Chaves" userId="3f913fe9-3202-435d-b9f5-b2fca763184f" providerId="ADAL" clId="{7CF8A0C6-BB7D-4EAB-8C90-8CF66D04CA6D}" dt="2023-02-07T17:19:21.966" v="1464" actId="478"/>
          <ac:cxnSpMkLst>
            <pc:docMk/>
            <pc:sldMk cId="3119310907" sldId="420"/>
            <ac:cxnSpMk id="32" creationId="{72765DC5-6FA3-8914-D865-F47798957579}"/>
          </ac:cxnSpMkLst>
        </pc:cxnChg>
        <pc:cxnChg chg="del mod">
          <ac:chgData name="Júlio César Chaves" userId="3f913fe9-3202-435d-b9f5-b2fca763184f" providerId="ADAL" clId="{7CF8A0C6-BB7D-4EAB-8C90-8CF66D04CA6D}" dt="2023-02-07T17:19:31.262" v="1465" actId="478"/>
          <ac:cxnSpMkLst>
            <pc:docMk/>
            <pc:sldMk cId="3119310907" sldId="420"/>
            <ac:cxnSpMk id="34" creationId="{4BA1CD3E-489C-F4C0-9291-238FC51C3EBB}"/>
          </ac:cxnSpMkLst>
        </pc:cxnChg>
      </pc:sldChg>
      <pc:sldChg chg="addSp delSp modSp add mod">
        <pc:chgData name="Júlio César Chaves" userId="3f913fe9-3202-435d-b9f5-b2fca763184f" providerId="ADAL" clId="{7CF8A0C6-BB7D-4EAB-8C90-8CF66D04CA6D}" dt="2023-02-07T17:41:08.269" v="2095" actId="20577"/>
        <pc:sldMkLst>
          <pc:docMk/>
          <pc:sldMk cId="177876368" sldId="421"/>
        </pc:sldMkLst>
        <pc:graphicFrameChg chg="del">
          <ac:chgData name="Júlio César Chaves" userId="3f913fe9-3202-435d-b9f5-b2fca763184f" providerId="ADAL" clId="{7CF8A0C6-BB7D-4EAB-8C90-8CF66D04CA6D}" dt="2023-02-07T17:40:16.764" v="2064" actId="478"/>
          <ac:graphicFrameMkLst>
            <pc:docMk/>
            <pc:sldMk cId="177876368" sldId="421"/>
            <ac:graphicFrameMk id="5" creationId="{B69EF8AB-972B-0A24-9D82-08B84F8B5E1A}"/>
          </ac:graphicFrameMkLst>
        </pc:graphicFrameChg>
        <pc:graphicFrameChg chg="add mod modGraphic">
          <ac:chgData name="Júlio César Chaves" userId="3f913fe9-3202-435d-b9f5-b2fca763184f" providerId="ADAL" clId="{7CF8A0C6-BB7D-4EAB-8C90-8CF66D04CA6D}" dt="2023-02-07T17:41:08.269" v="2095" actId="20577"/>
          <ac:graphicFrameMkLst>
            <pc:docMk/>
            <pc:sldMk cId="177876368" sldId="421"/>
            <ac:graphicFrameMk id="6" creationId="{B7B7F4BB-BCDB-2287-F979-6C16E5461D33}"/>
          </ac:graphicFrameMkLst>
        </pc:graphicFrameChg>
        <pc:graphicFrameChg chg="mod modGraphic">
          <ac:chgData name="Júlio César Chaves" userId="3f913fe9-3202-435d-b9f5-b2fca763184f" providerId="ADAL" clId="{7CF8A0C6-BB7D-4EAB-8C90-8CF66D04CA6D}" dt="2023-02-07T17:41:04.713" v="2093" actId="20577"/>
          <ac:graphicFrameMkLst>
            <pc:docMk/>
            <pc:sldMk cId="177876368" sldId="421"/>
            <ac:graphicFrameMk id="7" creationId="{09CF4B41-D9E8-4949-B44B-B3018DAB9446}"/>
          </ac:graphicFrameMkLst>
        </pc:graphicFrameChg>
        <pc:graphicFrameChg chg="del">
          <ac:chgData name="Júlio César Chaves" userId="3f913fe9-3202-435d-b9f5-b2fca763184f" providerId="ADAL" clId="{7CF8A0C6-BB7D-4EAB-8C90-8CF66D04CA6D}" dt="2023-02-07T17:40:11.112" v="2062" actId="478"/>
          <ac:graphicFrameMkLst>
            <pc:docMk/>
            <pc:sldMk cId="177876368" sldId="421"/>
            <ac:graphicFrameMk id="8" creationId="{9A087A41-0DE3-4EED-A6B1-9DCC002F7DCE}"/>
          </ac:graphicFrameMkLst>
        </pc:graphicFrameChg>
        <pc:graphicFrameChg chg="mod modGraphic">
          <ac:chgData name="Júlio César Chaves" userId="3f913fe9-3202-435d-b9f5-b2fca763184f" providerId="ADAL" clId="{7CF8A0C6-BB7D-4EAB-8C90-8CF66D04CA6D}" dt="2023-02-07T17:40:36.821" v="2088" actId="20577"/>
          <ac:graphicFrameMkLst>
            <pc:docMk/>
            <pc:sldMk cId="177876368" sldId="421"/>
            <ac:graphicFrameMk id="9" creationId="{791231F8-2CD0-4714-B444-45DC19AB4714}"/>
          </ac:graphicFrameMkLst>
        </pc:graphicFrameChg>
      </pc:sldChg>
      <pc:sldChg chg="addSp delSp modSp add mod">
        <pc:chgData name="Júlio César Chaves" userId="3f913fe9-3202-435d-b9f5-b2fca763184f" providerId="ADAL" clId="{7CF8A0C6-BB7D-4EAB-8C90-8CF66D04CA6D}" dt="2023-02-07T17:52:52.108" v="2143" actId="1076"/>
        <pc:sldMkLst>
          <pc:docMk/>
          <pc:sldMk cId="3585091548" sldId="422"/>
        </pc:sldMkLst>
        <pc:picChg chg="add mod">
          <ac:chgData name="Júlio César Chaves" userId="3f913fe9-3202-435d-b9f5-b2fca763184f" providerId="ADAL" clId="{7CF8A0C6-BB7D-4EAB-8C90-8CF66D04CA6D}" dt="2023-02-07T17:51:31.776" v="2140" actId="1076"/>
          <ac:picMkLst>
            <pc:docMk/>
            <pc:sldMk cId="3585091548" sldId="422"/>
            <ac:picMk id="5" creationId="{4E973484-D3CE-ABE8-C9B2-29B5D6F50884}"/>
          </ac:picMkLst>
        </pc:picChg>
        <pc:picChg chg="del">
          <ac:chgData name="Júlio César Chaves" userId="3f913fe9-3202-435d-b9f5-b2fca763184f" providerId="ADAL" clId="{7CF8A0C6-BB7D-4EAB-8C90-8CF66D04CA6D}" dt="2023-02-07T17:51:14.081" v="2135" actId="478"/>
          <ac:picMkLst>
            <pc:docMk/>
            <pc:sldMk cId="3585091548" sldId="422"/>
            <ac:picMk id="7" creationId="{DABB6C8C-2D4D-4578-8ABF-CC5238761513}"/>
          </ac:picMkLst>
        </pc:picChg>
        <pc:picChg chg="add mod">
          <ac:chgData name="Júlio César Chaves" userId="3f913fe9-3202-435d-b9f5-b2fca763184f" providerId="ADAL" clId="{7CF8A0C6-BB7D-4EAB-8C90-8CF66D04CA6D}" dt="2023-02-07T17:52:52.108" v="2143" actId="1076"/>
          <ac:picMkLst>
            <pc:docMk/>
            <pc:sldMk cId="3585091548" sldId="422"/>
            <ac:picMk id="8" creationId="{75FECF2C-2F52-1D25-869F-7A60603185BF}"/>
          </ac:picMkLst>
        </pc:picChg>
      </pc:sldChg>
    </pc:docChg>
  </pc:docChgLst>
  <pc:docChgLst>
    <pc:chgData name="Júlio César Chaves" userId="3f913fe9-3202-435d-b9f5-b2fca763184f" providerId="ADAL" clId="{0CE40B55-5B95-4C8C-9FD8-E1FC370755A2}"/>
    <pc:docChg chg="undo custSel addSld delSld modSld modSection">
      <pc:chgData name="Júlio César Chaves" userId="3f913fe9-3202-435d-b9f5-b2fca763184f" providerId="ADAL" clId="{0CE40B55-5B95-4C8C-9FD8-E1FC370755A2}" dt="2021-07-29T14:56:58.958" v="4561" actId="207"/>
      <pc:docMkLst>
        <pc:docMk/>
      </pc:docMkLst>
      <pc:sldChg chg="del">
        <pc:chgData name="Júlio César Chaves" userId="3f913fe9-3202-435d-b9f5-b2fca763184f" providerId="ADAL" clId="{0CE40B55-5B95-4C8C-9FD8-E1FC370755A2}" dt="2021-07-21T22:09:30.894" v="942" actId="47"/>
        <pc:sldMkLst>
          <pc:docMk/>
          <pc:sldMk cId="0" sldId="300"/>
        </pc:sldMkLst>
      </pc:sldChg>
      <pc:sldChg chg="del">
        <pc:chgData name="Júlio César Chaves" userId="3f913fe9-3202-435d-b9f5-b2fca763184f" providerId="ADAL" clId="{0CE40B55-5B95-4C8C-9FD8-E1FC370755A2}" dt="2021-07-21T22:09:30.894" v="942" actId="47"/>
        <pc:sldMkLst>
          <pc:docMk/>
          <pc:sldMk cId="0" sldId="301"/>
        </pc:sldMkLst>
      </pc:sldChg>
      <pc:sldChg chg="del">
        <pc:chgData name="Júlio César Chaves" userId="3f913fe9-3202-435d-b9f5-b2fca763184f" providerId="ADAL" clId="{0CE40B55-5B95-4C8C-9FD8-E1FC370755A2}" dt="2021-07-21T22:09:30.894" v="942" actId="47"/>
        <pc:sldMkLst>
          <pc:docMk/>
          <pc:sldMk cId="0" sldId="302"/>
        </pc:sldMkLst>
      </pc:sldChg>
      <pc:sldChg chg="del">
        <pc:chgData name="Júlio César Chaves" userId="3f913fe9-3202-435d-b9f5-b2fca763184f" providerId="ADAL" clId="{0CE40B55-5B95-4C8C-9FD8-E1FC370755A2}" dt="2021-07-21T22:09:30.894" v="942" actId="47"/>
        <pc:sldMkLst>
          <pc:docMk/>
          <pc:sldMk cId="0" sldId="303"/>
        </pc:sldMkLst>
      </pc:sldChg>
      <pc:sldChg chg="del">
        <pc:chgData name="Júlio César Chaves" userId="3f913fe9-3202-435d-b9f5-b2fca763184f" providerId="ADAL" clId="{0CE40B55-5B95-4C8C-9FD8-E1FC370755A2}" dt="2021-07-21T22:10:02.660" v="943" actId="47"/>
        <pc:sldMkLst>
          <pc:docMk/>
          <pc:sldMk cId="0" sldId="304"/>
        </pc:sldMkLst>
      </pc:sldChg>
      <pc:sldChg chg="add del">
        <pc:chgData name="Júlio César Chaves" userId="3f913fe9-3202-435d-b9f5-b2fca763184f" providerId="ADAL" clId="{0CE40B55-5B95-4C8C-9FD8-E1FC370755A2}" dt="2021-07-23T14:23:39.602" v="4386" actId="47"/>
        <pc:sldMkLst>
          <pc:docMk/>
          <pc:sldMk cId="2972819727" sldId="310"/>
        </pc:sldMkLst>
      </pc:sldChg>
      <pc:sldChg chg="modSp mod modNotesTx">
        <pc:chgData name="Júlio César Chaves" userId="3f913fe9-3202-435d-b9f5-b2fca763184f" providerId="ADAL" clId="{0CE40B55-5B95-4C8C-9FD8-E1FC370755A2}" dt="2021-07-28T19:24:32.632" v="4391" actId="20577"/>
        <pc:sldMkLst>
          <pc:docMk/>
          <pc:sldMk cId="2590998277" sldId="311"/>
        </pc:sldMkLst>
        <pc:spChg chg="mod">
          <ac:chgData name="Júlio César Chaves" userId="3f913fe9-3202-435d-b9f5-b2fca763184f" providerId="ADAL" clId="{0CE40B55-5B95-4C8C-9FD8-E1FC370755A2}" dt="2021-07-28T19:24:32.632" v="4391" actId="20577"/>
          <ac:spMkLst>
            <pc:docMk/>
            <pc:sldMk cId="2590998277" sldId="311"/>
            <ac:spMk id="3" creationId="{B1E5C46F-9A8E-458A-B717-69048114FDE2}"/>
          </ac:spMkLst>
        </pc:spChg>
      </pc:sldChg>
      <pc:sldChg chg="modSp mod modNotesTx">
        <pc:chgData name="Júlio César Chaves" userId="3f913fe9-3202-435d-b9f5-b2fca763184f" providerId="ADAL" clId="{0CE40B55-5B95-4C8C-9FD8-E1FC370755A2}" dt="2021-07-28T19:24:44.453" v="4392"/>
        <pc:sldMkLst>
          <pc:docMk/>
          <pc:sldMk cId="630877073" sldId="312"/>
        </pc:sldMkLst>
        <pc:spChg chg="mod">
          <ac:chgData name="Júlio César Chaves" userId="3f913fe9-3202-435d-b9f5-b2fca763184f" providerId="ADAL" clId="{0CE40B55-5B95-4C8C-9FD8-E1FC370755A2}" dt="2021-07-28T19:24:44.453" v="4392"/>
          <ac:spMkLst>
            <pc:docMk/>
            <pc:sldMk cId="630877073" sldId="312"/>
            <ac:spMk id="3" creationId="{B1E5C46F-9A8E-458A-B717-69048114FDE2}"/>
          </ac:spMkLst>
        </pc:spChg>
      </pc:sldChg>
      <pc:sldChg chg="addSp delSp modSp mod modNotesTx">
        <pc:chgData name="Júlio César Chaves" userId="3f913fe9-3202-435d-b9f5-b2fca763184f" providerId="ADAL" clId="{0CE40B55-5B95-4C8C-9FD8-E1FC370755A2}" dt="2021-07-28T19:24:55.710" v="4393"/>
        <pc:sldMkLst>
          <pc:docMk/>
          <pc:sldMk cId="369218943" sldId="313"/>
        </pc:sldMkLst>
        <pc:spChg chg="mod">
          <ac:chgData name="Júlio César Chaves" userId="3f913fe9-3202-435d-b9f5-b2fca763184f" providerId="ADAL" clId="{0CE40B55-5B95-4C8C-9FD8-E1FC370755A2}" dt="2021-07-28T19:24:55.710" v="4393"/>
          <ac:spMkLst>
            <pc:docMk/>
            <pc:sldMk cId="369218943" sldId="313"/>
            <ac:spMk id="3" creationId="{B1E5C46F-9A8E-458A-B717-69048114FDE2}"/>
          </ac:spMkLst>
        </pc:spChg>
        <pc:spChg chg="mod">
          <ac:chgData name="Júlio César Chaves" userId="3f913fe9-3202-435d-b9f5-b2fca763184f" providerId="ADAL" clId="{0CE40B55-5B95-4C8C-9FD8-E1FC370755A2}" dt="2021-07-22T10:01:26.568" v="995" actId="20577"/>
          <ac:spMkLst>
            <pc:docMk/>
            <pc:sldMk cId="369218943" sldId="313"/>
            <ac:spMk id="29" creationId="{00B201CF-7595-424E-BE07-D6571190D846}"/>
          </ac:spMkLst>
        </pc:spChg>
        <pc:spChg chg="mod">
          <ac:chgData name="Júlio César Chaves" userId="3f913fe9-3202-435d-b9f5-b2fca763184f" providerId="ADAL" clId="{0CE40B55-5B95-4C8C-9FD8-E1FC370755A2}" dt="2021-07-22T10:01:34.738" v="1001" actId="20577"/>
          <ac:spMkLst>
            <pc:docMk/>
            <pc:sldMk cId="369218943" sldId="313"/>
            <ac:spMk id="32" creationId="{43E81353-DF16-4A76-B3A6-27DD9723250C}"/>
          </ac:spMkLst>
        </pc:spChg>
        <pc:picChg chg="add del mod">
          <ac:chgData name="Júlio César Chaves" userId="3f913fe9-3202-435d-b9f5-b2fca763184f" providerId="ADAL" clId="{0CE40B55-5B95-4C8C-9FD8-E1FC370755A2}" dt="2021-07-21T21:18:23.540" v="27" actId="478"/>
          <ac:picMkLst>
            <pc:docMk/>
            <pc:sldMk cId="369218943" sldId="313"/>
            <ac:picMk id="5" creationId="{3CBD69B2-05A6-48F3-B379-1DAB1A3EB7B9}"/>
          </ac:picMkLst>
        </pc:picChg>
        <pc:picChg chg="add del mod">
          <ac:chgData name="Júlio César Chaves" userId="3f913fe9-3202-435d-b9f5-b2fca763184f" providerId="ADAL" clId="{0CE40B55-5B95-4C8C-9FD8-E1FC370755A2}" dt="2021-07-21T21:18:23.540" v="27" actId="478"/>
          <ac:picMkLst>
            <pc:docMk/>
            <pc:sldMk cId="369218943" sldId="313"/>
            <ac:picMk id="1026" creationId="{B58F4C9B-641D-4218-8BA5-7144B1B4F31E}"/>
          </ac:picMkLst>
        </pc:picChg>
        <pc:picChg chg="add del mod">
          <ac:chgData name="Júlio César Chaves" userId="3f913fe9-3202-435d-b9f5-b2fca763184f" providerId="ADAL" clId="{0CE40B55-5B95-4C8C-9FD8-E1FC370755A2}" dt="2021-07-21T21:18:23.540" v="27" actId="478"/>
          <ac:picMkLst>
            <pc:docMk/>
            <pc:sldMk cId="369218943" sldId="313"/>
            <ac:picMk id="1028" creationId="{1A4F9D94-110E-4E7F-A614-8E1BE4D2DFC0}"/>
          </ac:picMkLst>
        </pc:picChg>
        <pc:picChg chg="add del">
          <ac:chgData name="Júlio César Chaves" userId="3f913fe9-3202-435d-b9f5-b2fca763184f" providerId="ADAL" clId="{0CE40B55-5B95-4C8C-9FD8-E1FC370755A2}" dt="2021-07-21T21:14:04.442" v="17" actId="478"/>
          <ac:picMkLst>
            <pc:docMk/>
            <pc:sldMk cId="369218943" sldId="313"/>
            <ac:picMk id="1030" creationId="{DFB9DEDB-074D-44FA-9F94-EA6656FA1E6B}"/>
          </ac:picMkLst>
        </pc:picChg>
        <pc:picChg chg="add del mod">
          <ac:chgData name="Júlio César Chaves" userId="3f913fe9-3202-435d-b9f5-b2fca763184f" providerId="ADAL" clId="{0CE40B55-5B95-4C8C-9FD8-E1FC370755A2}" dt="2021-07-21T21:18:23.540" v="27" actId="478"/>
          <ac:picMkLst>
            <pc:docMk/>
            <pc:sldMk cId="369218943" sldId="313"/>
            <ac:picMk id="1032" creationId="{3D1CB04C-8F51-4992-8E66-AE53481AA32C}"/>
          </ac:picMkLst>
        </pc:picChg>
      </pc:sldChg>
      <pc:sldChg chg="addSp delSp modSp add mod modNotesTx">
        <pc:chgData name="Júlio César Chaves" userId="3f913fe9-3202-435d-b9f5-b2fca763184f" providerId="ADAL" clId="{0CE40B55-5B95-4C8C-9FD8-E1FC370755A2}" dt="2021-07-22T10:19:29.908" v="1005" actId="20577"/>
        <pc:sldMkLst>
          <pc:docMk/>
          <pc:sldMk cId="1083578483" sldId="314"/>
        </pc:sldMkLst>
        <pc:spChg chg="mod">
          <ac:chgData name="Júlio César Chaves" userId="3f913fe9-3202-435d-b9f5-b2fca763184f" providerId="ADAL" clId="{0CE40B55-5B95-4C8C-9FD8-E1FC370755A2}" dt="2021-07-21T22:02:13.836" v="708" actId="20577"/>
          <ac:spMkLst>
            <pc:docMk/>
            <pc:sldMk cId="1083578483" sldId="314"/>
            <ac:spMk id="2" creationId="{6D80ECD3-4C08-4248-AB5E-DB9850E9EEF3}"/>
          </ac:spMkLst>
        </pc:spChg>
        <pc:spChg chg="mod">
          <ac:chgData name="Júlio César Chaves" userId="3f913fe9-3202-435d-b9f5-b2fca763184f" providerId="ADAL" clId="{0CE40B55-5B95-4C8C-9FD8-E1FC370755A2}" dt="2021-07-21T22:02:52.976" v="712"/>
          <ac:spMkLst>
            <pc:docMk/>
            <pc:sldMk cId="1083578483" sldId="314"/>
            <ac:spMk id="3" creationId="{B1E5C46F-9A8E-458A-B717-69048114FDE2}"/>
          </ac:spMkLst>
        </pc:spChg>
        <pc:spChg chg="add mod">
          <ac:chgData name="Júlio César Chaves" userId="3f913fe9-3202-435d-b9f5-b2fca763184f" providerId="ADAL" clId="{0CE40B55-5B95-4C8C-9FD8-E1FC370755A2}" dt="2021-07-21T22:09:11.480" v="941" actId="20577"/>
          <ac:spMkLst>
            <pc:docMk/>
            <pc:sldMk cId="1083578483" sldId="314"/>
            <ac:spMk id="10" creationId="{C3793813-8270-4247-80D3-F8CF31D17C20}"/>
          </ac:spMkLst>
        </pc:spChg>
        <pc:spChg chg="del">
          <ac:chgData name="Júlio César Chaves" userId="3f913fe9-3202-435d-b9f5-b2fca763184f" providerId="ADAL" clId="{0CE40B55-5B95-4C8C-9FD8-E1FC370755A2}" dt="2021-07-21T21:59:45.971" v="643" actId="478"/>
          <ac:spMkLst>
            <pc:docMk/>
            <pc:sldMk cId="1083578483" sldId="314"/>
            <ac:spMk id="29" creationId="{00B201CF-7595-424E-BE07-D6571190D846}"/>
          </ac:spMkLst>
        </pc:spChg>
        <pc:spChg chg="del mod">
          <ac:chgData name="Júlio César Chaves" userId="3f913fe9-3202-435d-b9f5-b2fca763184f" providerId="ADAL" clId="{0CE40B55-5B95-4C8C-9FD8-E1FC370755A2}" dt="2021-07-21T21:59:54.242" v="645" actId="478"/>
          <ac:spMkLst>
            <pc:docMk/>
            <pc:sldMk cId="1083578483" sldId="314"/>
            <ac:spMk id="32" creationId="{43E81353-DF16-4A76-B3A6-27DD9723250C}"/>
          </ac:spMkLst>
        </pc:spChg>
        <pc:picChg chg="mod">
          <ac:chgData name="Júlio César Chaves" userId="3f913fe9-3202-435d-b9f5-b2fca763184f" providerId="ADAL" clId="{0CE40B55-5B95-4C8C-9FD8-E1FC370755A2}" dt="2021-07-21T22:02:17.896" v="710" actId="1076"/>
          <ac:picMkLst>
            <pc:docMk/>
            <pc:sldMk cId="1083578483" sldId="314"/>
            <ac:picMk id="5" creationId="{3CBD69B2-05A6-48F3-B379-1DAB1A3EB7B9}"/>
          </ac:picMkLst>
        </pc:picChg>
        <pc:picChg chg="mod">
          <ac:chgData name="Júlio César Chaves" userId="3f913fe9-3202-435d-b9f5-b2fca763184f" providerId="ADAL" clId="{0CE40B55-5B95-4C8C-9FD8-E1FC370755A2}" dt="2021-07-21T22:03:26.738" v="719" actId="1076"/>
          <ac:picMkLst>
            <pc:docMk/>
            <pc:sldMk cId="1083578483" sldId="314"/>
            <ac:picMk id="1026" creationId="{B58F4C9B-641D-4218-8BA5-7144B1B4F31E}"/>
          </ac:picMkLst>
        </pc:picChg>
        <pc:picChg chg="mod">
          <ac:chgData name="Júlio César Chaves" userId="3f913fe9-3202-435d-b9f5-b2fca763184f" providerId="ADAL" clId="{0CE40B55-5B95-4C8C-9FD8-E1FC370755A2}" dt="2021-07-21T22:03:20.758" v="717" actId="1076"/>
          <ac:picMkLst>
            <pc:docMk/>
            <pc:sldMk cId="1083578483" sldId="314"/>
            <ac:picMk id="1028" creationId="{1A4F9D94-110E-4E7F-A614-8E1BE4D2DFC0}"/>
          </ac:picMkLst>
        </pc:picChg>
        <pc:picChg chg="mod">
          <ac:chgData name="Júlio César Chaves" userId="3f913fe9-3202-435d-b9f5-b2fca763184f" providerId="ADAL" clId="{0CE40B55-5B95-4C8C-9FD8-E1FC370755A2}" dt="2021-07-21T22:03:25.162" v="718" actId="1076"/>
          <ac:picMkLst>
            <pc:docMk/>
            <pc:sldMk cId="1083578483" sldId="314"/>
            <ac:picMk id="1032" creationId="{3D1CB04C-8F51-4992-8E66-AE53481AA32C}"/>
          </ac:picMkLst>
        </pc:picChg>
      </pc:sldChg>
      <pc:sldChg chg="modSp new mod">
        <pc:chgData name="Júlio César Chaves" userId="3f913fe9-3202-435d-b9f5-b2fca763184f" providerId="ADAL" clId="{0CE40B55-5B95-4C8C-9FD8-E1FC370755A2}" dt="2021-07-21T22:15:59.065" v="952" actId="20577"/>
        <pc:sldMkLst>
          <pc:docMk/>
          <pc:sldMk cId="3903497309" sldId="315"/>
        </pc:sldMkLst>
        <pc:spChg chg="mod">
          <ac:chgData name="Júlio César Chaves" userId="3f913fe9-3202-435d-b9f5-b2fca763184f" providerId="ADAL" clId="{0CE40B55-5B95-4C8C-9FD8-E1FC370755A2}" dt="2021-07-21T22:15:59.065" v="952" actId="20577"/>
          <ac:spMkLst>
            <pc:docMk/>
            <pc:sldMk cId="3903497309" sldId="315"/>
            <ac:spMk id="2" creationId="{FCFD3B1E-0730-475C-9A10-126915DFA81B}"/>
          </ac:spMkLst>
        </pc:spChg>
      </pc:sldChg>
      <pc:sldChg chg="modSp new mod">
        <pc:chgData name="Júlio César Chaves" userId="3f913fe9-3202-435d-b9f5-b2fca763184f" providerId="ADAL" clId="{0CE40B55-5B95-4C8C-9FD8-E1FC370755A2}" dt="2021-07-21T22:16:21.576" v="965" actId="20577"/>
        <pc:sldMkLst>
          <pc:docMk/>
          <pc:sldMk cId="92492944" sldId="316"/>
        </pc:sldMkLst>
        <pc:spChg chg="mod">
          <ac:chgData name="Júlio César Chaves" userId="3f913fe9-3202-435d-b9f5-b2fca763184f" providerId="ADAL" clId="{0CE40B55-5B95-4C8C-9FD8-E1FC370755A2}" dt="2021-07-21T22:16:21.576" v="965" actId="20577"/>
          <ac:spMkLst>
            <pc:docMk/>
            <pc:sldMk cId="92492944" sldId="316"/>
            <ac:spMk id="2" creationId="{0B83FF71-A2A9-4AED-B7AA-0DE4C141C9B3}"/>
          </ac:spMkLst>
        </pc:spChg>
      </pc:sldChg>
      <pc:sldChg chg="addSp delSp modSp new mod modClrScheme chgLayout">
        <pc:chgData name="Júlio César Chaves" userId="3f913fe9-3202-435d-b9f5-b2fca763184f" providerId="ADAL" clId="{0CE40B55-5B95-4C8C-9FD8-E1FC370755A2}" dt="2021-07-23T11:11:55.164" v="2513" actId="20577"/>
        <pc:sldMkLst>
          <pc:docMk/>
          <pc:sldMk cId="1305121269" sldId="317"/>
        </pc:sldMkLst>
        <pc:spChg chg="mod ord">
          <ac:chgData name="Júlio César Chaves" userId="3f913fe9-3202-435d-b9f5-b2fca763184f" providerId="ADAL" clId="{0CE40B55-5B95-4C8C-9FD8-E1FC370755A2}" dt="2021-07-22T10:47:22.218" v="1057" actId="700"/>
          <ac:spMkLst>
            <pc:docMk/>
            <pc:sldMk cId="1305121269" sldId="317"/>
            <ac:spMk id="2" creationId="{1FD7C138-CBE0-4993-ABE0-6A14DAFFDAD0}"/>
          </ac:spMkLst>
        </pc:spChg>
        <pc:spChg chg="del mod ord">
          <ac:chgData name="Júlio César Chaves" userId="3f913fe9-3202-435d-b9f5-b2fca763184f" providerId="ADAL" clId="{0CE40B55-5B95-4C8C-9FD8-E1FC370755A2}" dt="2021-07-22T10:47:22.218" v="1057" actId="700"/>
          <ac:spMkLst>
            <pc:docMk/>
            <pc:sldMk cId="1305121269" sldId="317"/>
            <ac:spMk id="3" creationId="{F8D2F212-C21F-40FC-8690-63EEDA3E9DF4}"/>
          </ac:spMkLst>
        </pc:spChg>
        <pc:spChg chg="del mod ord">
          <ac:chgData name="Júlio César Chaves" userId="3f913fe9-3202-435d-b9f5-b2fca763184f" providerId="ADAL" clId="{0CE40B55-5B95-4C8C-9FD8-E1FC370755A2}" dt="2021-07-22T10:47:22.218" v="1057" actId="700"/>
          <ac:spMkLst>
            <pc:docMk/>
            <pc:sldMk cId="1305121269" sldId="317"/>
            <ac:spMk id="4" creationId="{B2411250-A590-42B1-910B-7BCCB5C3D637}"/>
          </ac:spMkLst>
        </pc:spChg>
        <pc:spChg chg="mod ord">
          <ac:chgData name="Júlio César Chaves" userId="3f913fe9-3202-435d-b9f5-b2fca763184f" providerId="ADAL" clId="{0CE40B55-5B95-4C8C-9FD8-E1FC370755A2}" dt="2021-07-22T10:47:22.218" v="1057" actId="700"/>
          <ac:spMkLst>
            <pc:docMk/>
            <pc:sldMk cId="1305121269" sldId="317"/>
            <ac:spMk id="5" creationId="{A7762A2D-1338-4A5E-B7C3-3FA800D115BB}"/>
          </ac:spMkLst>
        </pc:spChg>
        <pc:spChg chg="add mod ord">
          <ac:chgData name="Júlio César Chaves" userId="3f913fe9-3202-435d-b9f5-b2fca763184f" providerId="ADAL" clId="{0CE40B55-5B95-4C8C-9FD8-E1FC370755A2}" dt="2021-07-22T10:54:59.391" v="1529" actId="20577"/>
          <ac:spMkLst>
            <pc:docMk/>
            <pc:sldMk cId="1305121269" sldId="317"/>
            <ac:spMk id="8" creationId="{03EE8610-E1D7-4DA2-B05C-C14704E8D695}"/>
          </ac:spMkLst>
        </pc:spChg>
        <pc:spChg chg="add mod ord">
          <ac:chgData name="Júlio César Chaves" userId="3f913fe9-3202-435d-b9f5-b2fca763184f" providerId="ADAL" clId="{0CE40B55-5B95-4C8C-9FD8-E1FC370755A2}" dt="2021-07-22T10:56:29.262" v="1656" actId="20577"/>
          <ac:spMkLst>
            <pc:docMk/>
            <pc:sldMk cId="1305121269" sldId="317"/>
            <ac:spMk id="9" creationId="{6F9ACBAB-D940-4385-9F7F-BA27B61C13C6}"/>
          </ac:spMkLst>
        </pc:spChg>
        <pc:spChg chg="add mod ord">
          <ac:chgData name="Júlio César Chaves" userId="3f913fe9-3202-435d-b9f5-b2fca763184f" providerId="ADAL" clId="{0CE40B55-5B95-4C8C-9FD8-E1FC370755A2}" dt="2021-07-22T10:54:09.595" v="1483" actId="5793"/>
          <ac:spMkLst>
            <pc:docMk/>
            <pc:sldMk cId="1305121269" sldId="317"/>
            <ac:spMk id="10" creationId="{A4796970-C2ED-406E-9DC1-465E0B07916E}"/>
          </ac:spMkLst>
        </pc:spChg>
        <pc:spChg chg="add mod">
          <ac:chgData name="Júlio César Chaves" userId="3f913fe9-3202-435d-b9f5-b2fca763184f" providerId="ADAL" clId="{0CE40B55-5B95-4C8C-9FD8-E1FC370755A2}" dt="2021-07-23T11:11:55.164" v="2513" actId="20577"/>
          <ac:spMkLst>
            <pc:docMk/>
            <pc:sldMk cId="1305121269" sldId="317"/>
            <ac:spMk id="11" creationId="{48C66BAB-123D-4B73-A6BD-F4863417F733}"/>
          </ac:spMkLst>
        </pc:spChg>
        <pc:picChg chg="add del mod">
          <ac:chgData name="Júlio César Chaves" userId="3f913fe9-3202-435d-b9f5-b2fca763184f" providerId="ADAL" clId="{0CE40B55-5B95-4C8C-9FD8-E1FC370755A2}" dt="2021-07-22T10:47:05.044" v="1056" actId="478"/>
          <ac:picMkLst>
            <pc:docMk/>
            <pc:sldMk cId="1305121269" sldId="317"/>
            <ac:picMk id="7" creationId="{8E22459F-E53E-4474-9182-2D7AEE49321B}"/>
          </ac:picMkLst>
        </pc:picChg>
      </pc:sldChg>
      <pc:sldChg chg="addSp delSp modSp add mod modClrScheme chgLayout">
        <pc:chgData name="Júlio César Chaves" userId="3f913fe9-3202-435d-b9f5-b2fca763184f" providerId="ADAL" clId="{0CE40B55-5B95-4C8C-9FD8-E1FC370755A2}" dt="2021-07-22T11:18:16.208" v="1935" actId="20577"/>
        <pc:sldMkLst>
          <pc:docMk/>
          <pc:sldMk cId="2583684058" sldId="318"/>
        </pc:sldMkLst>
        <pc:spChg chg="mod ord">
          <ac:chgData name="Júlio César Chaves" userId="3f913fe9-3202-435d-b9f5-b2fca763184f" providerId="ADAL" clId="{0CE40B55-5B95-4C8C-9FD8-E1FC370755A2}" dt="2021-07-22T10:57:00.718" v="1657" actId="700"/>
          <ac:spMkLst>
            <pc:docMk/>
            <pc:sldMk cId="2583684058" sldId="318"/>
            <ac:spMk id="2" creationId="{1FD7C138-CBE0-4993-ABE0-6A14DAFFDAD0}"/>
          </ac:spMkLst>
        </pc:spChg>
        <pc:spChg chg="del mod ord">
          <ac:chgData name="Júlio César Chaves" userId="3f913fe9-3202-435d-b9f5-b2fca763184f" providerId="ADAL" clId="{0CE40B55-5B95-4C8C-9FD8-E1FC370755A2}" dt="2021-07-22T10:57:00.718" v="1657" actId="700"/>
          <ac:spMkLst>
            <pc:docMk/>
            <pc:sldMk cId="2583684058" sldId="318"/>
            <ac:spMk id="3" creationId="{F8D2F212-C21F-40FC-8690-63EEDA3E9DF4}"/>
          </ac:spMkLst>
        </pc:spChg>
        <pc:spChg chg="del mod ord">
          <ac:chgData name="Júlio César Chaves" userId="3f913fe9-3202-435d-b9f5-b2fca763184f" providerId="ADAL" clId="{0CE40B55-5B95-4C8C-9FD8-E1FC370755A2}" dt="2021-07-22T10:57:00.718" v="1657" actId="700"/>
          <ac:spMkLst>
            <pc:docMk/>
            <pc:sldMk cId="2583684058" sldId="318"/>
            <ac:spMk id="4" creationId="{B2411250-A590-42B1-910B-7BCCB5C3D637}"/>
          </ac:spMkLst>
        </pc:spChg>
        <pc:spChg chg="mod ord">
          <ac:chgData name="Júlio César Chaves" userId="3f913fe9-3202-435d-b9f5-b2fca763184f" providerId="ADAL" clId="{0CE40B55-5B95-4C8C-9FD8-E1FC370755A2}" dt="2021-07-22T10:57:00.718" v="1657" actId="700"/>
          <ac:spMkLst>
            <pc:docMk/>
            <pc:sldMk cId="2583684058" sldId="318"/>
            <ac:spMk id="5" creationId="{A7762A2D-1338-4A5E-B7C3-3FA800D115BB}"/>
          </ac:spMkLst>
        </pc:spChg>
        <pc:spChg chg="add mod ord">
          <ac:chgData name="Júlio César Chaves" userId="3f913fe9-3202-435d-b9f5-b2fca763184f" providerId="ADAL" clId="{0CE40B55-5B95-4C8C-9FD8-E1FC370755A2}" dt="2021-07-22T11:16:41.756" v="1830" actId="20577"/>
          <ac:spMkLst>
            <pc:docMk/>
            <pc:sldMk cId="2583684058" sldId="318"/>
            <ac:spMk id="6" creationId="{F2EE5CF5-37A3-4B05-BCD7-BE8C5ACC9592}"/>
          </ac:spMkLst>
        </pc:spChg>
        <pc:spChg chg="add mod ord">
          <ac:chgData name="Júlio César Chaves" userId="3f913fe9-3202-435d-b9f5-b2fca763184f" providerId="ADAL" clId="{0CE40B55-5B95-4C8C-9FD8-E1FC370755A2}" dt="2021-07-22T11:18:16.208" v="1935" actId="20577"/>
          <ac:spMkLst>
            <pc:docMk/>
            <pc:sldMk cId="2583684058" sldId="318"/>
            <ac:spMk id="8" creationId="{C270CDCA-863B-40B4-96E2-C70358D66F7E}"/>
          </ac:spMkLst>
        </pc:spChg>
        <pc:spChg chg="add mod ord">
          <ac:chgData name="Júlio César Chaves" userId="3f913fe9-3202-435d-b9f5-b2fca763184f" providerId="ADAL" clId="{0CE40B55-5B95-4C8C-9FD8-E1FC370755A2}" dt="2021-07-22T11:15:49.792" v="1769" actId="20577"/>
          <ac:spMkLst>
            <pc:docMk/>
            <pc:sldMk cId="2583684058" sldId="318"/>
            <ac:spMk id="9" creationId="{47D4EC39-2228-4B6E-853D-14E2FA81F6DF}"/>
          </ac:spMkLst>
        </pc:spChg>
        <pc:spChg chg="add mod">
          <ac:chgData name="Júlio César Chaves" userId="3f913fe9-3202-435d-b9f5-b2fca763184f" providerId="ADAL" clId="{0CE40B55-5B95-4C8C-9FD8-E1FC370755A2}" dt="2021-07-22T11:15:33.682" v="1757" actId="1076"/>
          <ac:spMkLst>
            <pc:docMk/>
            <pc:sldMk cId="2583684058" sldId="318"/>
            <ac:spMk id="12" creationId="{0999EC8E-CC5C-49C2-A377-752295FE840E}"/>
          </ac:spMkLst>
        </pc:spChg>
        <pc:spChg chg="add del mod">
          <ac:chgData name="Júlio César Chaves" userId="3f913fe9-3202-435d-b9f5-b2fca763184f" providerId="ADAL" clId="{0CE40B55-5B95-4C8C-9FD8-E1FC370755A2}" dt="2021-07-22T11:15:15.051" v="1756" actId="478"/>
          <ac:spMkLst>
            <pc:docMk/>
            <pc:sldMk cId="2583684058" sldId="318"/>
            <ac:spMk id="13" creationId="{4635340F-3966-4805-B44E-EB1DA600B556}"/>
          </ac:spMkLst>
        </pc:spChg>
        <pc:picChg chg="del mod">
          <ac:chgData name="Júlio César Chaves" userId="3f913fe9-3202-435d-b9f5-b2fca763184f" providerId="ADAL" clId="{0CE40B55-5B95-4C8C-9FD8-E1FC370755A2}" dt="2021-07-22T10:58:22.374" v="1659" actId="478"/>
          <ac:picMkLst>
            <pc:docMk/>
            <pc:sldMk cId="2583684058" sldId="318"/>
            <ac:picMk id="7" creationId="{8E22459F-E53E-4474-9182-2D7AEE49321B}"/>
          </ac:picMkLst>
        </pc:picChg>
        <pc:picChg chg="add mod">
          <ac:chgData name="Júlio César Chaves" userId="3f913fe9-3202-435d-b9f5-b2fca763184f" providerId="ADAL" clId="{0CE40B55-5B95-4C8C-9FD8-E1FC370755A2}" dt="2021-07-22T10:58:38.494" v="1661" actId="1076"/>
          <ac:picMkLst>
            <pc:docMk/>
            <pc:sldMk cId="2583684058" sldId="318"/>
            <ac:picMk id="11" creationId="{1C226C36-3467-46AA-BE0B-310DBBB7CCA2}"/>
          </ac:picMkLst>
        </pc:picChg>
      </pc:sldChg>
      <pc:sldChg chg="addSp delSp modSp add mod modClrScheme chgLayout">
        <pc:chgData name="Júlio César Chaves" userId="3f913fe9-3202-435d-b9f5-b2fca763184f" providerId="ADAL" clId="{0CE40B55-5B95-4C8C-9FD8-E1FC370755A2}" dt="2021-07-22T11:35:21.701" v="2401" actId="1076"/>
        <pc:sldMkLst>
          <pc:docMk/>
          <pc:sldMk cId="2274743479" sldId="319"/>
        </pc:sldMkLst>
        <pc:spChg chg="mod ord">
          <ac:chgData name="Júlio César Chaves" userId="3f913fe9-3202-435d-b9f5-b2fca763184f" providerId="ADAL" clId="{0CE40B55-5B95-4C8C-9FD8-E1FC370755A2}" dt="2021-07-22T11:24:37.612" v="1941" actId="700"/>
          <ac:spMkLst>
            <pc:docMk/>
            <pc:sldMk cId="2274743479" sldId="319"/>
            <ac:spMk id="2" creationId="{1FD7C138-CBE0-4993-ABE0-6A14DAFFDAD0}"/>
          </ac:spMkLst>
        </pc:spChg>
        <pc:spChg chg="mod ord">
          <ac:chgData name="Júlio César Chaves" userId="3f913fe9-3202-435d-b9f5-b2fca763184f" providerId="ADAL" clId="{0CE40B55-5B95-4C8C-9FD8-E1FC370755A2}" dt="2021-07-22T11:24:37.612" v="1941" actId="700"/>
          <ac:spMkLst>
            <pc:docMk/>
            <pc:sldMk cId="2274743479" sldId="319"/>
            <ac:spMk id="5" creationId="{A7762A2D-1338-4A5E-B7C3-3FA800D115BB}"/>
          </ac:spMkLst>
        </pc:spChg>
        <pc:spChg chg="mod ord">
          <ac:chgData name="Júlio César Chaves" userId="3f913fe9-3202-435d-b9f5-b2fca763184f" providerId="ADAL" clId="{0CE40B55-5B95-4C8C-9FD8-E1FC370755A2}" dt="2021-07-22T11:29:22.776" v="2161" actId="20577"/>
          <ac:spMkLst>
            <pc:docMk/>
            <pc:sldMk cId="2274743479" sldId="319"/>
            <ac:spMk id="6" creationId="{F2EE5CF5-37A3-4B05-BCD7-BE8C5ACC9592}"/>
          </ac:spMkLst>
        </pc:spChg>
        <pc:spChg chg="mod ord">
          <ac:chgData name="Júlio César Chaves" userId="3f913fe9-3202-435d-b9f5-b2fca763184f" providerId="ADAL" clId="{0CE40B55-5B95-4C8C-9FD8-E1FC370755A2}" dt="2021-07-22T11:34:02.679" v="2397" actId="20577"/>
          <ac:spMkLst>
            <pc:docMk/>
            <pc:sldMk cId="2274743479" sldId="319"/>
            <ac:spMk id="8" creationId="{C270CDCA-863B-40B4-96E2-C70358D66F7E}"/>
          </ac:spMkLst>
        </pc:spChg>
        <pc:spChg chg="del mod ord">
          <ac:chgData name="Júlio César Chaves" userId="3f913fe9-3202-435d-b9f5-b2fca763184f" providerId="ADAL" clId="{0CE40B55-5B95-4C8C-9FD8-E1FC370755A2}" dt="2021-07-22T11:24:41.223" v="1942" actId="478"/>
          <ac:spMkLst>
            <pc:docMk/>
            <pc:sldMk cId="2274743479" sldId="319"/>
            <ac:spMk id="9" creationId="{47D4EC39-2228-4B6E-853D-14E2FA81F6DF}"/>
          </ac:spMkLst>
        </pc:spChg>
        <pc:spChg chg="del">
          <ac:chgData name="Júlio César Chaves" userId="3f913fe9-3202-435d-b9f5-b2fca763184f" providerId="ADAL" clId="{0CE40B55-5B95-4C8C-9FD8-E1FC370755A2}" dt="2021-07-22T11:24:19.775" v="1940" actId="478"/>
          <ac:spMkLst>
            <pc:docMk/>
            <pc:sldMk cId="2274743479" sldId="319"/>
            <ac:spMk id="12" creationId="{0999EC8E-CC5C-49C2-A377-752295FE840E}"/>
          </ac:spMkLst>
        </pc:spChg>
        <pc:picChg chg="add mod">
          <ac:chgData name="Júlio César Chaves" userId="3f913fe9-3202-435d-b9f5-b2fca763184f" providerId="ADAL" clId="{0CE40B55-5B95-4C8C-9FD8-E1FC370755A2}" dt="2021-07-22T11:35:21.701" v="2401" actId="1076"/>
          <ac:picMkLst>
            <pc:docMk/>
            <pc:sldMk cId="2274743479" sldId="319"/>
            <ac:picMk id="4" creationId="{86726CC4-F008-4601-9059-9D964D3C1554}"/>
          </ac:picMkLst>
        </pc:picChg>
        <pc:picChg chg="del">
          <ac:chgData name="Júlio César Chaves" userId="3f913fe9-3202-435d-b9f5-b2fca763184f" providerId="ADAL" clId="{0CE40B55-5B95-4C8C-9FD8-E1FC370755A2}" dt="2021-07-22T11:24:13.550" v="1939" actId="478"/>
          <ac:picMkLst>
            <pc:docMk/>
            <pc:sldMk cId="2274743479" sldId="319"/>
            <ac:picMk id="11" creationId="{1C226C36-3467-46AA-BE0B-310DBBB7CCA2}"/>
          </ac:picMkLst>
        </pc:picChg>
      </pc:sldChg>
      <pc:sldChg chg="addSp delSp modSp add mod">
        <pc:chgData name="Júlio César Chaves" userId="3f913fe9-3202-435d-b9f5-b2fca763184f" providerId="ADAL" clId="{0CE40B55-5B95-4C8C-9FD8-E1FC370755A2}" dt="2021-07-22T11:47:19.744" v="2512" actId="1076"/>
        <pc:sldMkLst>
          <pc:docMk/>
          <pc:sldMk cId="4051142667" sldId="320"/>
        </pc:sldMkLst>
        <pc:spChg chg="mod">
          <ac:chgData name="Júlio César Chaves" userId="3f913fe9-3202-435d-b9f5-b2fca763184f" providerId="ADAL" clId="{0CE40B55-5B95-4C8C-9FD8-E1FC370755A2}" dt="2021-07-22T11:35:57.225" v="2409" actId="20577"/>
          <ac:spMkLst>
            <pc:docMk/>
            <pc:sldMk cId="4051142667" sldId="320"/>
            <ac:spMk id="2" creationId="{1FD7C138-CBE0-4993-ABE0-6A14DAFFDAD0}"/>
          </ac:spMkLst>
        </pc:spChg>
        <pc:picChg chg="del">
          <ac:chgData name="Júlio César Chaves" userId="3f913fe9-3202-435d-b9f5-b2fca763184f" providerId="ADAL" clId="{0CE40B55-5B95-4C8C-9FD8-E1FC370755A2}" dt="2021-07-22T11:35:51.150" v="2403" actId="478"/>
          <ac:picMkLst>
            <pc:docMk/>
            <pc:sldMk cId="4051142667" sldId="320"/>
            <ac:picMk id="4" creationId="{86726CC4-F008-4601-9059-9D964D3C1554}"/>
          </ac:picMkLst>
        </pc:picChg>
        <pc:picChg chg="add mod">
          <ac:chgData name="Júlio César Chaves" userId="3f913fe9-3202-435d-b9f5-b2fca763184f" providerId="ADAL" clId="{0CE40B55-5B95-4C8C-9FD8-E1FC370755A2}" dt="2021-07-22T11:47:19.744" v="2512" actId="1076"/>
          <ac:picMkLst>
            <pc:docMk/>
            <pc:sldMk cId="4051142667" sldId="320"/>
            <ac:picMk id="7" creationId="{E59FB475-7040-4A24-94C6-D3BA2755F7A7}"/>
          </ac:picMkLst>
        </pc:picChg>
      </pc:sldChg>
      <pc:sldChg chg="add del">
        <pc:chgData name="Júlio César Chaves" userId="3f913fe9-3202-435d-b9f5-b2fca763184f" providerId="ADAL" clId="{0CE40B55-5B95-4C8C-9FD8-E1FC370755A2}" dt="2021-07-22T11:34:34.232" v="2399"/>
        <pc:sldMkLst>
          <pc:docMk/>
          <pc:sldMk cId="4183298485" sldId="320"/>
        </pc:sldMkLst>
      </pc:sldChg>
      <pc:sldChg chg="modSp add mod">
        <pc:chgData name="Júlio César Chaves" userId="3f913fe9-3202-435d-b9f5-b2fca763184f" providerId="ADAL" clId="{0CE40B55-5B95-4C8C-9FD8-E1FC370755A2}" dt="2021-07-22T11:36:40.271" v="2446" actId="20577"/>
        <pc:sldMkLst>
          <pc:docMk/>
          <pc:sldMk cId="1941385276" sldId="321"/>
        </pc:sldMkLst>
        <pc:spChg chg="mod">
          <ac:chgData name="Júlio César Chaves" userId="3f913fe9-3202-435d-b9f5-b2fca763184f" providerId="ADAL" clId="{0CE40B55-5B95-4C8C-9FD8-E1FC370755A2}" dt="2021-07-22T11:36:40.271" v="2446" actId="20577"/>
          <ac:spMkLst>
            <pc:docMk/>
            <pc:sldMk cId="1941385276" sldId="321"/>
            <ac:spMk id="2" creationId="{1FD7C138-CBE0-4993-ABE0-6A14DAFFDAD0}"/>
          </ac:spMkLst>
        </pc:spChg>
      </pc:sldChg>
      <pc:sldChg chg="modSp add mod">
        <pc:chgData name="Júlio César Chaves" userId="3f913fe9-3202-435d-b9f5-b2fca763184f" providerId="ADAL" clId="{0CE40B55-5B95-4C8C-9FD8-E1FC370755A2}" dt="2021-07-22T11:37:22.712" v="2472" actId="20577"/>
        <pc:sldMkLst>
          <pc:docMk/>
          <pc:sldMk cId="929839991" sldId="322"/>
        </pc:sldMkLst>
        <pc:spChg chg="mod">
          <ac:chgData name="Júlio César Chaves" userId="3f913fe9-3202-435d-b9f5-b2fca763184f" providerId="ADAL" clId="{0CE40B55-5B95-4C8C-9FD8-E1FC370755A2}" dt="2021-07-22T11:37:22.712" v="2472" actId="20577"/>
          <ac:spMkLst>
            <pc:docMk/>
            <pc:sldMk cId="929839991" sldId="322"/>
            <ac:spMk id="2" creationId="{1FD7C138-CBE0-4993-ABE0-6A14DAFFDAD0}"/>
          </ac:spMkLst>
        </pc:spChg>
      </pc:sldChg>
      <pc:sldChg chg="modSp add mod">
        <pc:chgData name="Júlio César Chaves" userId="3f913fe9-3202-435d-b9f5-b2fca763184f" providerId="ADAL" clId="{0CE40B55-5B95-4C8C-9FD8-E1FC370755A2}" dt="2021-07-22T11:39:16.792" v="2490" actId="20577"/>
        <pc:sldMkLst>
          <pc:docMk/>
          <pc:sldMk cId="19588457" sldId="323"/>
        </pc:sldMkLst>
        <pc:spChg chg="mod">
          <ac:chgData name="Júlio César Chaves" userId="3f913fe9-3202-435d-b9f5-b2fca763184f" providerId="ADAL" clId="{0CE40B55-5B95-4C8C-9FD8-E1FC370755A2}" dt="2021-07-22T11:39:16.792" v="2490" actId="20577"/>
          <ac:spMkLst>
            <pc:docMk/>
            <pc:sldMk cId="19588457" sldId="323"/>
            <ac:spMk id="2" creationId="{1FD7C138-CBE0-4993-ABE0-6A14DAFFDAD0}"/>
          </ac:spMkLst>
        </pc:spChg>
      </pc:sldChg>
      <pc:sldChg chg="modSp add mod">
        <pc:chgData name="Júlio César Chaves" userId="3f913fe9-3202-435d-b9f5-b2fca763184f" providerId="ADAL" clId="{0CE40B55-5B95-4C8C-9FD8-E1FC370755A2}" dt="2021-07-22T11:39:36.477" v="2499" actId="20577"/>
        <pc:sldMkLst>
          <pc:docMk/>
          <pc:sldMk cId="3734223445" sldId="324"/>
        </pc:sldMkLst>
        <pc:spChg chg="mod">
          <ac:chgData name="Júlio César Chaves" userId="3f913fe9-3202-435d-b9f5-b2fca763184f" providerId="ADAL" clId="{0CE40B55-5B95-4C8C-9FD8-E1FC370755A2}" dt="2021-07-22T11:39:36.477" v="2499" actId="20577"/>
          <ac:spMkLst>
            <pc:docMk/>
            <pc:sldMk cId="3734223445" sldId="324"/>
            <ac:spMk id="2" creationId="{1FD7C138-CBE0-4993-ABE0-6A14DAFFDAD0}"/>
          </ac:spMkLst>
        </pc:spChg>
      </pc:sldChg>
      <pc:sldChg chg="modSp add mod">
        <pc:chgData name="Júlio César Chaves" userId="3f913fe9-3202-435d-b9f5-b2fca763184f" providerId="ADAL" clId="{0CE40B55-5B95-4C8C-9FD8-E1FC370755A2}" dt="2021-07-22T11:39:56.036" v="2510" actId="20577"/>
        <pc:sldMkLst>
          <pc:docMk/>
          <pc:sldMk cId="1840886251" sldId="325"/>
        </pc:sldMkLst>
        <pc:spChg chg="mod">
          <ac:chgData name="Júlio César Chaves" userId="3f913fe9-3202-435d-b9f5-b2fca763184f" providerId="ADAL" clId="{0CE40B55-5B95-4C8C-9FD8-E1FC370755A2}" dt="2021-07-22T11:39:56.036" v="2510" actId="20577"/>
          <ac:spMkLst>
            <pc:docMk/>
            <pc:sldMk cId="1840886251" sldId="325"/>
            <ac:spMk id="2" creationId="{1FD7C138-CBE0-4993-ABE0-6A14DAFFDAD0}"/>
          </ac:spMkLst>
        </pc:spChg>
      </pc:sldChg>
      <pc:sldChg chg="addSp delSp modSp mod modNotesTx">
        <pc:chgData name="Júlio César Chaves" userId="3f913fe9-3202-435d-b9f5-b2fca763184f" providerId="ADAL" clId="{0CE40B55-5B95-4C8C-9FD8-E1FC370755A2}" dt="2021-07-23T12:31:18.319" v="3193" actId="6549"/>
        <pc:sldMkLst>
          <pc:docMk/>
          <pc:sldMk cId="1993423019" sldId="330"/>
        </pc:sldMkLst>
        <pc:spChg chg="add del mod">
          <ac:chgData name="Júlio César Chaves" userId="3f913fe9-3202-435d-b9f5-b2fca763184f" providerId="ADAL" clId="{0CE40B55-5B95-4C8C-9FD8-E1FC370755A2}" dt="2021-07-23T11:17:41.066" v="2522" actId="478"/>
          <ac:spMkLst>
            <pc:docMk/>
            <pc:sldMk cId="1993423019" sldId="330"/>
            <ac:spMk id="4" creationId="{3FEE9029-B6E2-4EEE-8F6F-C7AD12F77B7E}"/>
          </ac:spMkLst>
        </pc:spChg>
        <pc:spChg chg="add del mod">
          <ac:chgData name="Júlio César Chaves" userId="3f913fe9-3202-435d-b9f5-b2fca763184f" providerId="ADAL" clId="{0CE40B55-5B95-4C8C-9FD8-E1FC370755A2}" dt="2021-07-23T11:17:54.371" v="2525" actId="478"/>
          <ac:spMkLst>
            <pc:docMk/>
            <pc:sldMk cId="1993423019" sldId="330"/>
            <ac:spMk id="7" creationId="{48FDEAFB-1B61-4FBE-85E8-1770CA797FBD}"/>
          </ac:spMkLst>
        </pc:spChg>
        <pc:spChg chg="del">
          <ac:chgData name="Júlio César Chaves" userId="3f913fe9-3202-435d-b9f5-b2fca763184f" providerId="ADAL" clId="{0CE40B55-5B95-4C8C-9FD8-E1FC370755A2}" dt="2021-07-23T11:17:53.334" v="2524" actId="478"/>
          <ac:spMkLst>
            <pc:docMk/>
            <pc:sldMk cId="1993423019" sldId="330"/>
            <ac:spMk id="8" creationId="{03EE8610-E1D7-4DA2-B05C-C14704E8D695}"/>
          </ac:spMkLst>
        </pc:spChg>
        <pc:spChg chg="del">
          <ac:chgData name="Júlio César Chaves" userId="3f913fe9-3202-435d-b9f5-b2fca763184f" providerId="ADAL" clId="{0CE40B55-5B95-4C8C-9FD8-E1FC370755A2}" dt="2021-07-23T11:18:06.497" v="2529" actId="478"/>
          <ac:spMkLst>
            <pc:docMk/>
            <pc:sldMk cId="1993423019" sldId="330"/>
            <ac:spMk id="9" creationId="{6F9ACBAB-D940-4385-9F7F-BA27B61C13C6}"/>
          </ac:spMkLst>
        </pc:spChg>
        <pc:spChg chg="del">
          <ac:chgData name="Júlio César Chaves" userId="3f913fe9-3202-435d-b9f5-b2fca763184f" providerId="ADAL" clId="{0CE40B55-5B95-4C8C-9FD8-E1FC370755A2}" dt="2021-07-23T11:17:37.716" v="2521" actId="478"/>
          <ac:spMkLst>
            <pc:docMk/>
            <pc:sldMk cId="1993423019" sldId="330"/>
            <ac:spMk id="10" creationId="{A4796970-C2ED-406E-9DC1-465E0B07916E}"/>
          </ac:spMkLst>
        </pc:spChg>
        <pc:spChg chg="add del mod">
          <ac:chgData name="Júlio César Chaves" userId="3f913fe9-3202-435d-b9f5-b2fca763184f" providerId="ADAL" clId="{0CE40B55-5B95-4C8C-9FD8-E1FC370755A2}" dt="2021-07-23T11:18:07.225" v="2530" actId="478"/>
          <ac:spMkLst>
            <pc:docMk/>
            <pc:sldMk cId="1993423019" sldId="330"/>
            <ac:spMk id="12" creationId="{1BCC3639-7D77-4384-A4E0-D2BB3C050F9B}"/>
          </ac:spMkLst>
        </pc:spChg>
        <pc:picChg chg="mod">
          <ac:chgData name="Júlio César Chaves" userId="3f913fe9-3202-435d-b9f5-b2fca763184f" providerId="ADAL" clId="{0CE40B55-5B95-4C8C-9FD8-E1FC370755A2}" dt="2021-07-23T11:18:12.940" v="2532" actId="14100"/>
          <ac:picMkLst>
            <pc:docMk/>
            <pc:sldMk cId="1993423019" sldId="330"/>
            <ac:picMk id="1026" creationId="{BDF07566-F49F-4347-BA18-6166D0675B22}"/>
          </ac:picMkLst>
        </pc:picChg>
      </pc:sldChg>
      <pc:sldChg chg="del">
        <pc:chgData name="Júlio César Chaves" userId="3f913fe9-3202-435d-b9f5-b2fca763184f" providerId="ADAL" clId="{0CE40B55-5B95-4C8C-9FD8-E1FC370755A2}" dt="2021-07-23T13:05:26.510" v="3675" actId="47"/>
        <pc:sldMkLst>
          <pc:docMk/>
          <pc:sldMk cId="634465581" sldId="337"/>
        </pc:sldMkLst>
      </pc:sldChg>
      <pc:sldChg chg="addSp delSp modSp mod modNotesTx">
        <pc:chgData name="Júlio César Chaves" userId="3f913fe9-3202-435d-b9f5-b2fca763184f" providerId="ADAL" clId="{0CE40B55-5B95-4C8C-9FD8-E1FC370755A2}" dt="2021-07-23T13:18:53.727" v="4084" actId="20577"/>
        <pc:sldMkLst>
          <pc:docMk/>
          <pc:sldMk cId="1867717464" sldId="338"/>
        </pc:sldMkLst>
        <pc:spChg chg="mod">
          <ac:chgData name="Júlio César Chaves" userId="3f913fe9-3202-435d-b9f5-b2fca763184f" providerId="ADAL" clId="{0CE40B55-5B95-4C8C-9FD8-E1FC370755A2}" dt="2021-07-23T13:09:05.217" v="3745" actId="20577"/>
          <ac:spMkLst>
            <pc:docMk/>
            <pc:sldMk cId="1867717464" sldId="338"/>
            <ac:spMk id="2" creationId="{1FD7C138-CBE0-4993-ABE0-6A14DAFFDAD0}"/>
          </ac:spMkLst>
        </pc:spChg>
        <pc:spChg chg="add del mod">
          <ac:chgData name="Júlio César Chaves" userId="3f913fe9-3202-435d-b9f5-b2fca763184f" providerId="ADAL" clId="{0CE40B55-5B95-4C8C-9FD8-E1FC370755A2}" dt="2021-07-23T13:13:50.287" v="3858" actId="478"/>
          <ac:spMkLst>
            <pc:docMk/>
            <pc:sldMk cId="1867717464" sldId="338"/>
            <ac:spMk id="4" creationId="{C084647F-BE15-4647-BB7C-2B984C10FC44}"/>
          </ac:spMkLst>
        </pc:spChg>
        <pc:spChg chg="mod">
          <ac:chgData name="Júlio César Chaves" userId="3f913fe9-3202-435d-b9f5-b2fca763184f" providerId="ADAL" clId="{0CE40B55-5B95-4C8C-9FD8-E1FC370755A2}" dt="2021-07-23T13:09:20.862" v="3746"/>
          <ac:spMkLst>
            <pc:docMk/>
            <pc:sldMk cId="1867717464" sldId="338"/>
            <ac:spMk id="5" creationId="{A7762A2D-1338-4A5E-B7C3-3FA800D115BB}"/>
          </ac:spMkLst>
        </pc:spChg>
        <pc:spChg chg="del">
          <ac:chgData name="Júlio César Chaves" userId="3f913fe9-3202-435d-b9f5-b2fca763184f" providerId="ADAL" clId="{0CE40B55-5B95-4C8C-9FD8-E1FC370755A2}" dt="2021-07-23T13:13:44.620" v="3857" actId="478"/>
          <ac:spMkLst>
            <pc:docMk/>
            <pc:sldMk cId="1867717464" sldId="338"/>
            <ac:spMk id="6" creationId="{F2EE5CF5-37A3-4B05-BCD7-BE8C5ACC9592}"/>
          </ac:spMkLst>
        </pc:spChg>
        <pc:spChg chg="del">
          <ac:chgData name="Júlio César Chaves" userId="3f913fe9-3202-435d-b9f5-b2fca763184f" providerId="ADAL" clId="{0CE40B55-5B95-4C8C-9FD8-E1FC370755A2}" dt="2021-07-23T13:13:44.620" v="3857" actId="478"/>
          <ac:spMkLst>
            <pc:docMk/>
            <pc:sldMk cId="1867717464" sldId="338"/>
            <ac:spMk id="8" creationId="{C270CDCA-863B-40B4-96E2-C70358D66F7E}"/>
          </ac:spMkLst>
        </pc:spChg>
        <pc:spChg chg="add del mod">
          <ac:chgData name="Júlio César Chaves" userId="3f913fe9-3202-435d-b9f5-b2fca763184f" providerId="ADAL" clId="{0CE40B55-5B95-4C8C-9FD8-E1FC370755A2}" dt="2021-07-23T13:13:50.287" v="3858" actId="478"/>
          <ac:spMkLst>
            <pc:docMk/>
            <pc:sldMk cId="1867717464" sldId="338"/>
            <ac:spMk id="9" creationId="{7130EE26-EE2C-4908-AC6B-698111EEFF42}"/>
          </ac:spMkLst>
        </pc:spChg>
        <pc:picChg chg="add mod">
          <ac:chgData name="Júlio César Chaves" userId="3f913fe9-3202-435d-b9f5-b2fca763184f" providerId="ADAL" clId="{0CE40B55-5B95-4C8C-9FD8-E1FC370755A2}" dt="2021-07-23T13:14:01.944" v="3861" actId="14100"/>
          <ac:picMkLst>
            <pc:docMk/>
            <pc:sldMk cId="1867717464" sldId="338"/>
            <ac:picMk id="1026" creationId="{E152F392-B596-4543-A287-1CEB7FC5A7AF}"/>
          </ac:picMkLst>
        </pc:picChg>
      </pc:sldChg>
      <pc:sldChg chg="addSp delSp modSp mod modNotesTx">
        <pc:chgData name="Júlio César Chaves" userId="3f913fe9-3202-435d-b9f5-b2fca763184f" providerId="ADAL" clId="{0CE40B55-5B95-4C8C-9FD8-E1FC370755A2}" dt="2021-07-23T13:03:26.962" v="3672" actId="20577"/>
        <pc:sldMkLst>
          <pc:docMk/>
          <pc:sldMk cId="754747553" sldId="339"/>
        </pc:sldMkLst>
        <pc:spChg chg="mod">
          <ac:chgData name="Júlio César Chaves" userId="3f913fe9-3202-435d-b9f5-b2fca763184f" providerId="ADAL" clId="{0CE40B55-5B95-4C8C-9FD8-E1FC370755A2}" dt="2021-07-23T12:52:18.134" v="3437" actId="20577"/>
          <ac:spMkLst>
            <pc:docMk/>
            <pc:sldMk cId="754747553" sldId="339"/>
            <ac:spMk id="2" creationId="{1FD7C138-CBE0-4993-ABE0-6A14DAFFDAD0}"/>
          </ac:spMkLst>
        </pc:spChg>
        <pc:spChg chg="add del mod">
          <ac:chgData name="Júlio César Chaves" userId="3f913fe9-3202-435d-b9f5-b2fca763184f" providerId="ADAL" clId="{0CE40B55-5B95-4C8C-9FD8-E1FC370755A2}" dt="2021-07-23T12:43:26.348" v="3364" actId="478"/>
          <ac:spMkLst>
            <pc:docMk/>
            <pc:sldMk cId="754747553" sldId="339"/>
            <ac:spMk id="6" creationId="{C3C8B157-1D31-4D3B-9F21-4251ACACC4EC}"/>
          </ac:spMkLst>
        </pc:spChg>
        <pc:spChg chg="mod">
          <ac:chgData name="Júlio César Chaves" userId="3f913fe9-3202-435d-b9f5-b2fca763184f" providerId="ADAL" clId="{0CE40B55-5B95-4C8C-9FD8-E1FC370755A2}" dt="2021-07-23T13:03:12.562" v="3670" actId="20577"/>
          <ac:spMkLst>
            <pc:docMk/>
            <pc:sldMk cId="754747553" sldId="339"/>
            <ac:spMk id="8" creationId="{03EE8610-E1D7-4DA2-B05C-C14704E8D695}"/>
          </ac:spMkLst>
        </pc:spChg>
        <pc:spChg chg="del">
          <ac:chgData name="Júlio César Chaves" userId="3f913fe9-3202-435d-b9f5-b2fca763184f" providerId="ADAL" clId="{0CE40B55-5B95-4C8C-9FD8-E1FC370755A2}" dt="2021-07-23T12:43:22.897" v="3363" actId="478"/>
          <ac:spMkLst>
            <pc:docMk/>
            <pc:sldMk cId="754747553" sldId="339"/>
            <ac:spMk id="9" creationId="{6F9ACBAB-D940-4385-9F7F-BA27B61C13C6}"/>
          </ac:spMkLst>
        </pc:spChg>
        <pc:spChg chg="mod">
          <ac:chgData name="Júlio César Chaves" userId="3f913fe9-3202-435d-b9f5-b2fca763184f" providerId="ADAL" clId="{0CE40B55-5B95-4C8C-9FD8-E1FC370755A2}" dt="2021-07-23T13:03:26.962" v="3672" actId="20577"/>
          <ac:spMkLst>
            <pc:docMk/>
            <pc:sldMk cId="754747553" sldId="339"/>
            <ac:spMk id="10" creationId="{A4796970-C2ED-406E-9DC1-465E0B07916E}"/>
          </ac:spMkLst>
        </pc:spChg>
        <pc:spChg chg="add mod">
          <ac:chgData name="Júlio César Chaves" userId="3f913fe9-3202-435d-b9f5-b2fca763184f" providerId="ADAL" clId="{0CE40B55-5B95-4C8C-9FD8-E1FC370755A2}" dt="2021-07-23T12:35:38.967" v="3196" actId="164"/>
          <ac:spMkLst>
            <pc:docMk/>
            <pc:sldMk cId="754747553" sldId="339"/>
            <ac:spMk id="11" creationId="{92EF5809-71E8-4A80-8699-18543B2D345E}"/>
          </ac:spMkLst>
        </pc:spChg>
        <pc:spChg chg="add mod">
          <ac:chgData name="Júlio César Chaves" userId="3f913fe9-3202-435d-b9f5-b2fca763184f" providerId="ADAL" clId="{0CE40B55-5B95-4C8C-9FD8-E1FC370755A2}" dt="2021-07-23T12:35:38.967" v="3196" actId="164"/>
          <ac:spMkLst>
            <pc:docMk/>
            <pc:sldMk cId="754747553" sldId="339"/>
            <ac:spMk id="12" creationId="{869C8932-3356-45F6-A401-403EE32F8D43}"/>
          </ac:spMkLst>
        </pc:spChg>
        <pc:spChg chg="add mod">
          <ac:chgData name="Júlio César Chaves" userId="3f913fe9-3202-435d-b9f5-b2fca763184f" providerId="ADAL" clId="{0CE40B55-5B95-4C8C-9FD8-E1FC370755A2}" dt="2021-07-23T12:35:38.967" v="3196" actId="164"/>
          <ac:spMkLst>
            <pc:docMk/>
            <pc:sldMk cId="754747553" sldId="339"/>
            <ac:spMk id="13" creationId="{F512D3E3-5077-41B1-82EE-71430582F611}"/>
          </ac:spMkLst>
        </pc:spChg>
        <pc:spChg chg="add mod">
          <ac:chgData name="Júlio César Chaves" userId="3f913fe9-3202-435d-b9f5-b2fca763184f" providerId="ADAL" clId="{0CE40B55-5B95-4C8C-9FD8-E1FC370755A2}" dt="2021-07-23T12:35:38.967" v="3196" actId="164"/>
          <ac:spMkLst>
            <pc:docMk/>
            <pc:sldMk cId="754747553" sldId="339"/>
            <ac:spMk id="14" creationId="{05E7290A-6631-4E9A-9266-9AC9C5154ACA}"/>
          </ac:spMkLst>
        </pc:spChg>
        <pc:spChg chg="add mod">
          <ac:chgData name="Júlio César Chaves" userId="3f913fe9-3202-435d-b9f5-b2fca763184f" providerId="ADAL" clId="{0CE40B55-5B95-4C8C-9FD8-E1FC370755A2}" dt="2021-07-23T12:35:38.967" v="3196" actId="164"/>
          <ac:spMkLst>
            <pc:docMk/>
            <pc:sldMk cId="754747553" sldId="339"/>
            <ac:spMk id="15" creationId="{FE492BD4-AC22-4108-88FC-CB560B4F4BC5}"/>
          </ac:spMkLst>
        </pc:spChg>
        <pc:spChg chg="add mod">
          <ac:chgData name="Júlio César Chaves" userId="3f913fe9-3202-435d-b9f5-b2fca763184f" providerId="ADAL" clId="{0CE40B55-5B95-4C8C-9FD8-E1FC370755A2}" dt="2021-07-23T12:35:38.967" v="3196" actId="164"/>
          <ac:spMkLst>
            <pc:docMk/>
            <pc:sldMk cId="754747553" sldId="339"/>
            <ac:spMk id="16" creationId="{7CA119D4-1AA6-4A15-9577-ECBF6DAE8F22}"/>
          </ac:spMkLst>
        </pc:spChg>
        <pc:spChg chg="add mod">
          <ac:chgData name="Júlio César Chaves" userId="3f913fe9-3202-435d-b9f5-b2fca763184f" providerId="ADAL" clId="{0CE40B55-5B95-4C8C-9FD8-E1FC370755A2}" dt="2021-07-23T12:35:38.967" v="3196" actId="164"/>
          <ac:spMkLst>
            <pc:docMk/>
            <pc:sldMk cId="754747553" sldId="339"/>
            <ac:spMk id="17" creationId="{9507ADF5-40A4-47B1-B975-A9F9E3D8DCB2}"/>
          </ac:spMkLst>
        </pc:spChg>
        <pc:spChg chg="add mod">
          <ac:chgData name="Júlio César Chaves" userId="3f913fe9-3202-435d-b9f5-b2fca763184f" providerId="ADAL" clId="{0CE40B55-5B95-4C8C-9FD8-E1FC370755A2}" dt="2021-07-23T12:35:38.967" v="3196" actId="164"/>
          <ac:spMkLst>
            <pc:docMk/>
            <pc:sldMk cId="754747553" sldId="339"/>
            <ac:spMk id="18" creationId="{911B1A96-9274-4A15-AB69-E3B6A72DEB8F}"/>
          </ac:spMkLst>
        </pc:spChg>
        <pc:spChg chg="add mod">
          <ac:chgData name="Júlio César Chaves" userId="3f913fe9-3202-435d-b9f5-b2fca763184f" providerId="ADAL" clId="{0CE40B55-5B95-4C8C-9FD8-E1FC370755A2}" dt="2021-07-23T12:35:38.967" v="3196" actId="164"/>
          <ac:spMkLst>
            <pc:docMk/>
            <pc:sldMk cId="754747553" sldId="339"/>
            <ac:spMk id="19" creationId="{1CA63F28-F46B-4E86-8C6B-67C20C0DAB9B}"/>
          </ac:spMkLst>
        </pc:spChg>
        <pc:spChg chg="add mod">
          <ac:chgData name="Júlio César Chaves" userId="3f913fe9-3202-435d-b9f5-b2fca763184f" providerId="ADAL" clId="{0CE40B55-5B95-4C8C-9FD8-E1FC370755A2}" dt="2021-07-23T12:46:27.074" v="3426" actId="20577"/>
          <ac:spMkLst>
            <pc:docMk/>
            <pc:sldMk cId="754747553" sldId="339"/>
            <ac:spMk id="20" creationId="{F30510DB-BA24-48B9-A1B5-E466A86A9F34}"/>
          </ac:spMkLst>
        </pc:spChg>
        <pc:grpChg chg="add mod">
          <ac:chgData name="Júlio César Chaves" userId="3f913fe9-3202-435d-b9f5-b2fca763184f" providerId="ADAL" clId="{0CE40B55-5B95-4C8C-9FD8-E1FC370755A2}" dt="2021-07-23T12:35:41.630" v="3197" actId="1076"/>
          <ac:grpSpMkLst>
            <pc:docMk/>
            <pc:sldMk cId="754747553" sldId="339"/>
            <ac:grpSpMk id="3" creationId="{6B18DC59-18B1-4743-A2B0-7DC48D56597C}"/>
          </ac:grpSpMkLst>
        </pc:grpChg>
        <pc:picChg chg="add mod">
          <ac:chgData name="Júlio César Chaves" userId="3f913fe9-3202-435d-b9f5-b2fca763184f" providerId="ADAL" clId="{0CE40B55-5B95-4C8C-9FD8-E1FC370755A2}" dt="2021-07-23T12:35:38.967" v="3196" actId="164"/>
          <ac:picMkLst>
            <pc:docMk/>
            <pc:sldMk cId="754747553" sldId="339"/>
            <ac:picMk id="7" creationId="{41FFB178-613F-4C51-A768-02DDEEDD403F}"/>
          </ac:picMkLst>
        </pc:picChg>
      </pc:sldChg>
      <pc:sldChg chg="del">
        <pc:chgData name="Júlio César Chaves" userId="3f913fe9-3202-435d-b9f5-b2fca763184f" providerId="ADAL" clId="{0CE40B55-5B95-4C8C-9FD8-E1FC370755A2}" dt="2021-07-23T13:03:39.606" v="3673" actId="47"/>
        <pc:sldMkLst>
          <pc:docMk/>
          <pc:sldMk cId="3849640612" sldId="340"/>
        </pc:sldMkLst>
      </pc:sldChg>
      <pc:sldChg chg="del">
        <pc:chgData name="Júlio César Chaves" userId="3f913fe9-3202-435d-b9f5-b2fca763184f" providerId="ADAL" clId="{0CE40B55-5B95-4C8C-9FD8-E1FC370755A2}" dt="2021-07-23T13:03:57.067" v="3674" actId="47"/>
        <pc:sldMkLst>
          <pc:docMk/>
          <pc:sldMk cId="2699707364" sldId="341"/>
        </pc:sldMkLst>
      </pc:sldChg>
      <pc:sldChg chg="add">
        <pc:chgData name="Júlio César Chaves" userId="3f913fe9-3202-435d-b9f5-b2fca763184f" providerId="ADAL" clId="{0CE40B55-5B95-4C8C-9FD8-E1FC370755A2}" dt="2021-07-23T11:17:17.895" v="2515"/>
        <pc:sldMkLst>
          <pc:docMk/>
          <pc:sldMk cId="2347751309" sldId="342"/>
        </pc:sldMkLst>
      </pc:sldChg>
      <pc:sldChg chg="addSp delSp modSp add mod modNotesTx">
        <pc:chgData name="Júlio César Chaves" userId="3f913fe9-3202-435d-b9f5-b2fca763184f" providerId="ADAL" clId="{0CE40B55-5B95-4C8C-9FD8-E1FC370755A2}" dt="2021-07-23T13:29:33.298" v="4287" actId="20577"/>
        <pc:sldMkLst>
          <pc:docMk/>
          <pc:sldMk cId="3242401903" sldId="343"/>
        </pc:sldMkLst>
        <pc:spChg chg="mod">
          <ac:chgData name="Júlio César Chaves" userId="3f913fe9-3202-435d-b9f5-b2fca763184f" providerId="ADAL" clId="{0CE40B55-5B95-4C8C-9FD8-E1FC370755A2}" dt="2021-07-23T13:06:02.744" v="3699" actId="20577"/>
          <ac:spMkLst>
            <pc:docMk/>
            <pc:sldMk cId="3242401903" sldId="343"/>
            <ac:spMk id="2" creationId="{1FD7C138-CBE0-4993-ABE0-6A14DAFFDAD0}"/>
          </ac:spMkLst>
        </pc:spChg>
        <pc:spChg chg="mod">
          <ac:chgData name="Júlio César Chaves" userId="3f913fe9-3202-435d-b9f5-b2fca763184f" providerId="ADAL" clId="{0CE40B55-5B95-4C8C-9FD8-E1FC370755A2}" dt="2021-07-23T13:28:40.794" v="4248" actId="20577"/>
          <ac:spMkLst>
            <pc:docMk/>
            <pc:sldMk cId="3242401903" sldId="343"/>
            <ac:spMk id="8" creationId="{03EE8610-E1D7-4DA2-B05C-C14704E8D695}"/>
          </ac:spMkLst>
        </pc:spChg>
        <pc:spChg chg="mod">
          <ac:chgData name="Júlio César Chaves" userId="3f913fe9-3202-435d-b9f5-b2fca763184f" providerId="ADAL" clId="{0CE40B55-5B95-4C8C-9FD8-E1FC370755A2}" dt="2021-07-23T13:26:36.842" v="4211" actId="20577"/>
          <ac:spMkLst>
            <pc:docMk/>
            <pc:sldMk cId="3242401903" sldId="343"/>
            <ac:spMk id="10" creationId="{A4796970-C2ED-406E-9DC1-465E0B07916E}"/>
          </ac:spMkLst>
        </pc:spChg>
        <pc:spChg chg="mod">
          <ac:chgData name="Júlio César Chaves" userId="3f913fe9-3202-435d-b9f5-b2fca763184f" providerId="ADAL" clId="{0CE40B55-5B95-4C8C-9FD8-E1FC370755A2}" dt="2021-07-23T13:29:33.298" v="4287" actId="20577"/>
          <ac:spMkLst>
            <pc:docMk/>
            <pc:sldMk cId="3242401903" sldId="343"/>
            <ac:spMk id="20" creationId="{F30510DB-BA24-48B9-A1B5-E466A86A9F34}"/>
          </ac:spMkLst>
        </pc:spChg>
        <pc:grpChg chg="del">
          <ac:chgData name="Júlio César Chaves" userId="3f913fe9-3202-435d-b9f5-b2fca763184f" providerId="ADAL" clId="{0CE40B55-5B95-4C8C-9FD8-E1FC370755A2}" dt="2021-07-23T13:06:25.143" v="3700" actId="478"/>
          <ac:grpSpMkLst>
            <pc:docMk/>
            <pc:sldMk cId="3242401903" sldId="343"/>
            <ac:grpSpMk id="3" creationId="{6B18DC59-18B1-4743-A2B0-7DC48D56597C}"/>
          </ac:grpSpMkLst>
        </pc:grpChg>
        <pc:picChg chg="add mod">
          <ac:chgData name="Júlio César Chaves" userId="3f913fe9-3202-435d-b9f5-b2fca763184f" providerId="ADAL" clId="{0CE40B55-5B95-4C8C-9FD8-E1FC370755A2}" dt="2021-07-23T13:07:09.798" v="3707" actId="1076"/>
          <ac:picMkLst>
            <pc:docMk/>
            <pc:sldMk cId="3242401903" sldId="343"/>
            <ac:picMk id="6" creationId="{76D7BDAD-0FE4-4A47-8F68-31C7BCAA809E}"/>
          </ac:picMkLst>
        </pc:picChg>
        <pc:picChg chg="add mod">
          <ac:chgData name="Júlio César Chaves" userId="3f913fe9-3202-435d-b9f5-b2fca763184f" providerId="ADAL" clId="{0CE40B55-5B95-4C8C-9FD8-E1FC370755A2}" dt="2021-07-23T13:07:06.980" v="3706" actId="1076"/>
          <ac:picMkLst>
            <pc:docMk/>
            <pc:sldMk cId="3242401903" sldId="343"/>
            <ac:picMk id="21" creationId="{03FC38CC-F7B8-4D74-AA37-0E24AC2CA7CE}"/>
          </ac:picMkLst>
        </pc:picChg>
      </pc:sldChg>
      <pc:sldChg chg="addSp delSp modSp add mod modNotesTx">
        <pc:chgData name="Júlio César Chaves" userId="3f913fe9-3202-435d-b9f5-b2fca763184f" providerId="ADAL" clId="{0CE40B55-5B95-4C8C-9FD8-E1FC370755A2}" dt="2021-07-23T13:37:07.082" v="4342" actId="1076"/>
        <pc:sldMkLst>
          <pc:docMk/>
          <pc:sldMk cId="4049056882" sldId="344"/>
        </pc:sldMkLst>
        <pc:spChg chg="mod">
          <ac:chgData name="Júlio César Chaves" userId="3f913fe9-3202-435d-b9f5-b2fca763184f" providerId="ADAL" clId="{0CE40B55-5B95-4C8C-9FD8-E1FC370755A2}" dt="2021-07-23T13:19:47.408" v="4094" actId="20577"/>
          <ac:spMkLst>
            <pc:docMk/>
            <pc:sldMk cId="4049056882" sldId="344"/>
            <ac:spMk id="2" creationId="{1FD7C138-CBE0-4993-ABE0-6A14DAFFDAD0}"/>
          </ac:spMkLst>
        </pc:spChg>
        <pc:spChg chg="add del mod">
          <ac:chgData name="Júlio César Chaves" userId="3f913fe9-3202-435d-b9f5-b2fca763184f" providerId="ADAL" clId="{0CE40B55-5B95-4C8C-9FD8-E1FC370755A2}" dt="2021-07-23T13:36:58.244" v="4338" actId="478"/>
          <ac:spMkLst>
            <pc:docMk/>
            <pc:sldMk cId="4049056882" sldId="344"/>
            <ac:spMk id="4" creationId="{A0FBF3B5-9A62-44C7-9E3B-1E0C79CA3DD2}"/>
          </ac:spMkLst>
        </pc:spChg>
        <pc:spChg chg="del">
          <ac:chgData name="Júlio César Chaves" userId="3f913fe9-3202-435d-b9f5-b2fca763184f" providerId="ADAL" clId="{0CE40B55-5B95-4C8C-9FD8-E1FC370755A2}" dt="2021-07-23T13:36:55.235" v="4337" actId="478"/>
          <ac:spMkLst>
            <pc:docMk/>
            <pc:sldMk cId="4049056882" sldId="344"/>
            <ac:spMk id="8" creationId="{03EE8610-E1D7-4DA2-B05C-C14704E8D695}"/>
          </ac:spMkLst>
        </pc:spChg>
        <pc:spChg chg="add del mod">
          <ac:chgData name="Júlio César Chaves" userId="3f913fe9-3202-435d-b9f5-b2fca763184f" providerId="ADAL" clId="{0CE40B55-5B95-4C8C-9FD8-E1FC370755A2}" dt="2021-07-23T13:37:04.114" v="4341" actId="478"/>
          <ac:spMkLst>
            <pc:docMk/>
            <pc:sldMk cId="4049056882" sldId="344"/>
            <ac:spMk id="9" creationId="{27C2A058-6E1B-40EA-9978-5FD4F0C85823}"/>
          </ac:spMkLst>
        </pc:spChg>
        <pc:spChg chg="del mod">
          <ac:chgData name="Júlio César Chaves" userId="3f913fe9-3202-435d-b9f5-b2fca763184f" providerId="ADAL" clId="{0CE40B55-5B95-4C8C-9FD8-E1FC370755A2}" dt="2021-07-23T13:37:01.552" v="4340" actId="478"/>
          <ac:spMkLst>
            <pc:docMk/>
            <pc:sldMk cId="4049056882" sldId="344"/>
            <ac:spMk id="10" creationId="{A4796970-C2ED-406E-9DC1-465E0B07916E}"/>
          </ac:spMkLst>
        </pc:spChg>
        <pc:spChg chg="del">
          <ac:chgData name="Júlio César Chaves" userId="3f913fe9-3202-435d-b9f5-b2fca763184f" providerId="ADAL" clId="{0CE40B55-5B95-4C8C-9FD8-E1FC370755A2}" dt="2021-07-23T13:36:59.581" v="4339" actId="478"/>
          <ac:spMkLst>
            <pc:docMk/>
            <pc:sldMk cId="4049056882" sldId="344"/>
            <ac:spMk id="20" creationId="{F30510DB-BA24-48B9-A1B5-E466A86A9F34}"/>
          </ac:spMkLst>
        </pc:spChg>
        <pc:picChg chg="del">
          <ac:chgData name="Júlio César Chaves" userId="3f913fe9-3202-435d-b9f5-b2fca763184f" providerId="ADAL" clId="{0CE40B55-5B95-4C8C-9FD8-E1FC370755A2}" dt="2021-07-23T13:19:50.643" v="4095" actId="478"/>
          <ac:picMkLst>
            <pc:docMk/>
            <pc:sldMk cId="4049056882" sldId="344"/>
            <ac:picMk id="6" creationId="{76D7BDAD-0FE4-4A47-8F68-31C7BCAA809E}"/>
          </ac:picMkLst>
        </pc:picChg>
        <pc:picChg chg="del">
          <ac:chgData name="Júlio César Chaves" userId="3f913fe9-3202-435d-b9f5-b2fca763184f" providerId="ADAL" clId="{0CE40B55-5B95-4C8C-9FD8-E1FC370755A2}" dt="2021-07-23T13:19:50.643" v="4095" actId="478"/>
          <ac:picMkLst>
            <pc:docMk/>
            <pc:sldMk cId="4049056882" sldId="344"/>
            <ac:picMk id="21" creationId="{03FC38CC-F7B8-4D74-AA37-0E24AC2CA7CE}"/>
          </ac:picMkLst>
        </pc:picChg>
        <pc:picChg chg="add mod">
          <ac:chgData name="Júlio César Chaves" userId="3f913fe9-3202-435d-b9f5-b2fca763184f" providerId="ADAL" clId="{0CE40B55-5B95-4C8C-9FD8-E1FC370755A2}" dt="2021-07-23T13:37:07.082" v="4342" actId="1076"/>
          <ac:picMkLst>
            <pc:docMk/>
            <pc:sldMk cId="4049056882" sldId="344"/>
            <ac:picMk id="2050" creationId="{166BA9A8-F7F2-4B68-9597-A8982EED2543}"/>
          </ac:picMkLst>
        </pc:picChg>
      </pc:sldChg>
      <pc:sldChg chg="addSp delSp modSp add modNotesTx">
        <pc:chgData name="Júlio César Chaves" userId="3f913fe9-3202-435d-b9f5-b2fca763184f" providerId="ADAL" clId="{0CE40B55-5B95-4C8C-9FD8-E1FC370755A2}" dt="2021-07-23T13:38:32.999" v="4384" actId="20577"/>
        <pc:sldMkLst>
          <pc:docMk/>
          <pc:sldMk cId="1492947153" sldId="345"/>
        </pc:sldMkLst>
        <pc:picChg chg="del">
          <ac:chgData name="Júlio César Chaves" userId="3f913fe9-3202-435d-b9f5-b2fca763184f" providerId="ADAL" clId="{0CE40B55-5B95-4C8C-9FD8-E1FC370755A2}" dt="2021-07-23T13:37:15.457" v="4344" actId="478"/>
          <ac:picMkLst>
            <pc:docMk/>
            <pc:sldMk cId="1492947153" sldId="345"/>
            <ac:picMk id="2050" creationId="{166BA9A8-F7F2-4B68-9597-A8982EED2543}"/>
          </ac:picMkLst>
        </pc:picChg>
        <pc:picChg chg="add mod">
          <ac:chgData name="Júlio César Chaves" userId="3f913fe9-3202-435d-b9f5-b2fca763184f" providerId="ADAL" clId="{0CE40B55-5B95-4C8C-9FD8-E1FC370755A2}" dt="2021-07-23T13:37:34.843" v="4348" actId="1076"/>
          <ac:picMkLst>
            <pc:docMk/>
            <pc:sldMk cId="1492947153" sldId="345"/>
            <ac:picMk id="3074" creationId="{341C569E-EA0E-474B-86E3-1088B34E7A53}"/>
          </ac:picMkLst>
        </pc:picChg>
      </pc:sldChg>
      <pc:sldChg chg="addSp delSp modSp new mod setBg modClrScheme chgLayout">
        <pc:chgData name="Júlio César Chaves" userId="3f913fe9-3202-435d-b9f5-b2fca763184f" providerId="ADAL" clId="{0CE40B55-5B95-4C8C-9FD8-E1FC370755A2}" dt="2021-07-29T14:56:58.958" v="4561" actId="207"/>
        <pc:sldMkLst>
          <pc:docMk/>
          <pc:sldMk cId="3001598186" sldId="346"/>
        </pc:sldMkLst>
        <pc:spChg chg="del mod ord">
          <ac:chgData name="Júlio César Chaves" userId="3f913fe9-3202-435d-b9f5-b2fca763184f" providerId="ADAL" clId="{0CE40B55-5B95-4C8C-9FD8-E1FC370755A2}" dt="2021-07-29T14:53:59.134" v="4395" actId="700"/>
          <ac:spMkLst>
            <pc:docMk/>
            <pc:sldMk cId="3001598186" sldId="346"/>
            <ac:spMk id="2" creationId="{339785B7-6C20-45CD-AA8D-943171CB779B}"/>
          </ac:spMkLst>
        </pc:spChg>
        <pc:spChg chg="del">
          <ac:chgData name="Júlio César Chaves" userId="3f913fe9-3202-435d-b9f5-b2fca763184f" providerId="ADAL" clId="{0CE40B55-5B95-4C8C-9FD8-E1FC370755A2}" dt="2021-07-29T14:53:59.134" v="4395" actId="700"/>
          <ac:spMkLst>
            <pc:docMk/>
            <pc:sldMk cId="3001598186" sldId="346"/>
            <ac:spMk id="3" creationId="{F1BF2255-6833-46FA-BDDD-091C21568E94}"/>
          </ac:spMkLst>
        </pc:spChg>
        <pc:spChg chg="del">
          <ac:chgData name="Júlio César Chaves" userId="3f913fe9-3202-435d-b9f5-b2fca763184f" providerId="ADAL" clId="{0CE40B55-5B95-4C8C-9FD8-E1FC370755A2}" dt="2021-07-29T14:53:59.134" v="4395" actId="700"/>
          <ac:spMkLst>
            <pc:docMk/>
            <pc:sldMk cId="3001598186" sldId="346"/>
            <ac:spMk id="4" creationId="{7B51B3FC-05BB-499B-947C-448E3609CCEA}"/>
          </ac:spMkLst>
        </pc:spChg>
        <pc:spChg chg="del">
          <ac:chgData name="Júlio César Chaves" userId="3f913fe9-3202-435d-b9f5-b2fca763184f" providerId="ADAL" clId="{0CE40B55-5B95-4C8C-9FD8-E1FC370755A2}" dt="2021-07-29T14:53:59.134" v="4395" actId="700"/>
          <ac:spMkLst>
            <pc:docMk/>
            <pc:sldMk cId="3001598186" sldId="346"/>
            <ac:spMk id="5" creationId="{B5800C48-B3A3-4D39-9387-FB38D1AEDC29}"/>
          </ac:spMkLst>
        </pc:spChg>
        <pc:spChg chg="del">
          <ac:chgData name="Júlio César Chaves" userId="3f913fe9-3202-435d-b9f5-b2fca763184f" providerId="ADAL" clId="{0CE40B55-5B95-4C8C-9FD8-E1FC370755A2}" dt="2021-07-29T14:53:59.134" v="4395" actId="700"/>
          <ac:spMkLst>
            <pc:docMk/>
            <pc:sldMk cId="3001598186" sldId="346"/>
            <ac:spMk id="6" creationId="{4300ECA9-604D-4E9D-9882-3133C3C40884}"/>
          </ac:spMkLst>
        </pc:spChg>
        <pc:spChg chg="del">
          <ac:chgData name="Júlio César Chaves" userId="3f913fe9-3202-435d-b9f5-b2fca763184f" providerId="ADAL" clId="{0CE40B55-5B95-4C8C-9FD8-E1FC370755A2}" dt="2021-07-29T14:53:59.134" v="4395" actId="700"/>
          <ac:spMkLst>
            <pc:docMk/>
            <pc:sldMk cId="3001598186" sldId="346"/>
            <ac:spMk id="7" creationId="{5573E1BB-C17D-406D-9BAB-21FA217E9B48}"/>
          </ac:spMkLst>
        </pc:spChg>
        <pc:spChg chg="del">
          <ac:chgData name="Júlio César Chaves" userId="3f913fe9-3202-435d-b9f5-b2fca763184f" providerId="ADAL" clId="{0CE40B55-5B95-4C8C-9FD8-E1FC370755A2}" dt="2021-07-29T14:53:59.134" v="4395" actId="700"/>
          <ac:spMkLst>
            <pc:docMk/>
            <pc:sldMk cId="3001598186" sldId="346"/>
            <ac:spMk id="8" creationId="{65B37650-6B7A-4236-BDC6-6053139F5CE2}"/>
          </ac:spMkLst>
        </pc:spChg>
        <pc:spChg chg="del">
          <ac:chgData name="Júlio César Chaves" userId="3f913fe9-3202-435d-b9f5-b2fca763184f" providerId="ADAL" clId="{0CE40B55-5B95-4C8C-9FD8-E1FC370755A2}" dt="2021-07-29T14:53:59.134" v="4395" actId="700"/>
          <ac:spMkLst>
            <pc:docMk/>
            <pc:sldMk cId="3001598186" sldId="346"/>
            <ac:spMk id="9" creationId="{D777F0C3-FA8B-4AD0-9ED5-2899B462733C}"/>
          </ac:spMkLst>
        </pc:spChg>
        <pc:spChg chg="del">
          <ac:chgData name="Júlio César Chaves" userId="3f913fe9-3202-435d-b9f5-b2fca763184f" providerId="ADAL" clId="{0CE40B55-5B95-4C8C-9FD8-E1FC370755A2}" dt="2021-07-29T14:53:59.134" v="4395" actId="700"/>
          <ac:spMkLst>
            <pc:docMk/>
            <pc:sldMk cId="3001598186" sldId="346"/>
            <ac:spMk id="10" creationId="{46D2AD3D-AD4B-4CEB-93A0-9BF2AFFC6D4E}"/>
          </ac:spMkLst>
        </pc:spChg>
        <pc:spChg chg="del">
          <ac:chgData name="Júlio César Chaves" userId="3f913fe9-3202-435d-b9f5-b2fca763184f" providerId="ADAL" clId="{0CE40B55-5B95-4C8C-9FD8-E1FC370755A2}" dt="2021-07-29T14:53:59.134" v="4395" actId="700"/>
          <ac:spMkLst>
            <pc:docMk/>
            <pc:sldMk cId="3001598186" sldId="346"/>
            <ac:spMk id="11" creationId="{AC94852B-8D14-45C4-AA23-06016CFA2255}"/>
          </ac:spMkLst>
        </pc:spChg>
        <pc:spChg chg="del">
          <ac:chgData name="Júlio César Chaves" userId="3f913fe9-3202-435d-b9f5-b2fca763184f" providerId="ADAL" clId="{0CE40B55-5B95-4C8C-9FD8-E1FC370755A2}" dt="2021-07-29T14:53:59.134" v="4395" actId="700"/>
          <ac:spMkLst>
            <pc:docMk/>
            <pc:sldMk cId="3001598186" sldId="346"/>
            <ac:spMk id="12" creationId="{6FE4D3BC-1E9B-462D-9CB1-933516969EF4}"/>
          </ac:spMkLst>
        </pc:spChg>
        <pc:spChg chg="del">
          <ac:chgData name="Júlio César Chaves" userId="3f913fe9-3202-435d-b9f5-b2fca763184f" providerId="ADAL" clId="{0CE40B55-5B95-4C8C-9FD8-E1FC370755A2}" dt="2021-07-29T14:53:59.134" v="4395" actId="700"/>
          <ac:spMkLst>
            <pc:docMk/>
            <pc:sldMk cId="3001598186" sldId="346"/>
            <ac:spMk id="13" creationId="{40E43BF7-4355-40C9-AEF4-0EA2C59EB259}"/>
          </ac:spMkLst>
        </pc:spChg>
        <pc:spChg chg="del">
          <ac:chgData name="Júlio César Chaves" userId="3f913fe9-3202-435d-b9f5-b2fca763184f" providerId="ADAL" clId="{0CE40B55-5B95-4C8C-9FD8-E1FC370755A2}" dt="2021-07-29T14:53:59.134" v="4395" actId="700"/>
          <ac:spMkLst>
            <pc:docMk/>
            <pc:sldMk cId="3001598186" sldId="346"/>
            <ac:spMk id="14" creationId="{C5B15DAE-FC16-4E06-B15F-D248E97C4BB3}"/>
          </ac:spMkLst>
        </pc:spChg>
        <pc:spChg chg="del">
          <ac:chgData name="Júlio César Chaves" userId="3f913fe9-3202-435d-b9f5-b2fca763184f" providerId="ADAL" clId="{0CE40B55-5B95-4C8C-9FD8-E1FC370755A2}" dt="2021-07-29T14:53:59.134" v="4395" actId="700"/>
          <ac:spMkLst>
            <pc:docMk/>
            <pc:sldMk cId="3001598186" sldId="346"/>
            <ac:spMk id="15" creationId="{AC8DBDD8-6273-4EF1-B8B2-A41D449D2505}"/>
          </ac:spMkLst>
        </pc:spChg>
        <pc:spChg chg="del">
          <ac:chgData name="Júlio César Chaves" userId="3f913fe9-3202-435d-b9f5-b2fca763184f" providerId="ADAL" clId="{0CE40B55-5B95-4C8C-9FD8-E1FC370755A2}" dt="2021-07-29T14:53:59.134" v="4395" actId="700"/>
          <ac:spMkLst>
            <pc:docMk/>
            <pc:sldMk cId="3001598186" sldId="346"/>
            <ac:spMk id="16" creationId="{1E00F236-C598-44F5-9509-3F6482DD17F9}"/>
          </ac:spMkLst>
        </pc:spChg>
        <pc:spChg chg="del">
          <ac:chgData name="Júlio César Chaves" userId="3f913fe9-3202-435d-b9f5-b2fca763184f" providerId="ADAL" clId="{0CE40B55-5B95-4C8C-9FD8-E1FC370755A2}" dt="2021-07-29T14:53:59.134" v="4395" actId="700"/>
          <ac:spMkLst>
            <pc:docMk/>
            <pc:sldMk cId="3001598186" sldId="346"/>
            <ac:spMk id="17" creationId="{72B66E14-B0CC-413F-B4E1-541BD96310E5}"/>
          </ac:spMkLst>
        </pc:spChg>
        <pc:spChg chg="del">
          <ac:chgData name="Júlio César Chaves" userId="3f913fe9-3202-435d-b9f5-b2fca763184f" providerId="ADAL" clId="{0CE40B55-5B95-4C8C-9FD8-E1FC370755A2}" dt="2021-07-29T14:53:59.134" v="4395" actId="700"/>
          <ac:spMkLst>
            <pc:docMk/>
            <pc:sldMk cId="3001598186" sldId="346"/>
            <ac:spMk id="18" creationId="{578358E1-0D6F-4BCF-A339-17759859E35D}"/>
          </ac:spMkLst>
        </pc:spChg>
        <pc:spChg chg="del">
          <ac:chgData name="Júlio César Chaves" userId="3f913fe9-3202-435d-b9f5-b2fca763184f" providerId="ADAL" clId="{0CE40B55-5B95-4C8C-9FD8-E1FC370755A2}" dt="2021-07-29T14:53:59.134" v="4395" actId="700"/>
          <ac:spMkLst>
            <pc:docMk/>
            <pc:sldMk cId="3001598186" sldId="346"/>
            <ac:spMk id="19" creationId="{F34F3D48-3F81-4B36-BD62-622DC39F8FFE}"/>
          </ac:spMkLst>
        </pc:spChg>
        <pc:spChg chg="del">
          <ac:chgData name="Júlio César Chaves" userId="3f913fe9-3202-435d-b9f5-b2fca763184f" providerId="ADAL" clId="{0CE40B55-5B95-4C8C-9FD8-E1FC370755A2}" dt="2021-07-29T14:53:59.134" v="4395" actId="700"/>
          <ac:spMkLst>
            <pc:docMk/>
            <pc:sldMk cId="3001598186" sldId="346"/>
            <ac:spMk id="20" creationId="{29A3FB88-3B7D-4E47-A457-8E03693FBE9B}"/>
          </ac:spMkLst>
        </pc:spChg>
        <pc:spChg chg="del">
          <ac:chgData name="Júlio César Chaves" userId="3f913fe9-3202-435d-b9f5-b2fca763184f" providerId="ADAL" clId="{0CE40B55-5B95-4C8C-9FD8-E1FC370755A2}" dt="2021-07-29T14:53:59.134" v="4395" actId="700"/>
          <ac:spMkLst>
            <pc:docMk/>
            <pc:sldMk cId="3001598186" sldId="346"/>
            <ac:spMk id="21" creationId="{9432910C-BB75-4DDF-80D8-DE6A8512E052}"/>
          </ac:spMkLst>
        </pc:spChg>
        <pc:spChg chg="del">
          <ac:chgData name="Júlio César Chaves" userId="3f913fe9-3202-435d-b9f5-b2fca763184f" providerId="ADAL" clId="{0CE40B55-5B95-4C8C-9FD8-E1FC370755A2}" dt="2021-07-29T14:53:59.134" v="4395" actId="700"/>
          <ac:spMkLst>
            <pc:docMk/>
            <pc:sldMk cId="3001598186" sldId="346"/>
            <ac:spMk id="22" creationId="{6DFB3597-F1C1-4896-91BA-E80AB71B5A78}"/>
          </ac:spMkLst>
        </pc:spChg>
        <pc:spChg chg="del">
          <ac:chgData name="Júlio César Chaves" userId="3f913fe9-3202-435d-b9f5-b2fca763184f" providerId="ADAL" clId="{0CE40B55-5B95-4C8C-9FD8-E1FC370755A2}" dt="2021-07-29T14:53:59.134" v="4395" actId="700"/>
          <ac:spMkLst>
            <pc:docMk/>
            <pc:sldMk cId="3001598186" sldId="346"/>
            <ac:spMk id="23" creationId="{B78C4FAE-2556-4E57-BB17-502129A7AF0E}"/>
          </ac:spMkLst>
        </pc:spChg>
        <pc:spChg chg="add mod ord">
          <ac:chgData name="Júlio César Chaves" userId="3f913fe9-3202-435d-b9f5-b2fca763184f" providerId="ADAL" clId="{0CE40B55-5B95-4C8C-9FD8-E1FC370755A2}" dt="2021-07-29T14:56:58.958" v="4561" actId="207"/>
          <ac:spMkLst>
            <pc:docMk/>
            <pc:sldMk cId="3001598186" sldId="346"/>
            <ac:spMk id="24" creationId="{11EA67E0-DC44-4426-B11B-A327DE8860B1}"/>
          </ac:spMkLst>
        </pc:spChg>
      </pc:sldChg>
      <pc:sldMasterChg chg="delSldLayout">
        <pc:chgData name="Júlio César Chaves" userId="3f913fe9-3202-435d-b9f5-b2fca763184f" providerId="ADAL" clId="{0CE40B55-5B95-4C8C-9FD8-E1FC370755A2}" dt="2021-07-21T22:10:02.660" v="943" actId="47"/>
        <pc:sldMasterMkLst>
          <pc:docMk/>
          <pc:sldMasterMk cId="3728137087" sldId="2147483648"/>
        </pc:sldMasterMkLst>
        <pc:sldLayoutChg chg="del">
          <pc:chgData name="Júlio César Chaves" userId="3f913fe9-3202-435d-b9f5-b2fca763184f" providerId="ADAL" clId="{0CE40B55-5B95-4C8C-9FD8-E1FC370755A2}" dt="2021-07-21T22:10:02.660" v="943" actId="47"/>
          <pc:sldLayoutMkLst>
            <pc:docMk/>
            <pc:sldMasterMk cId="3728137087" sldId="2147483648"/>
            <pc:sldLayoutMk cId="923617534" sldId="2147483664"/>
          </pc:sldLayoutMkLst>
        </pc:sldLayoutChg>
      </pc:sldMasterChg>
    </pc:docChg>
  </pc:docChgLst>
  <pc:docChgLst>
    <pc:chgData name="Júlio César Chaves" userId="3f913fe9-3202-435d-b9f5-b2fca763184f" providerId="ADAL" clId="{1BD52E4F-3289-4796-97CD-88056BD008FC}"/>
    <pc:docChg chg="undo custSel addSld delSld modSld sldOrd modSection">
      <pc:chgData name="Júlio César Chaves" userId="3f913fe9-3202-435d-b9f5-b2fca763184f" providerId="ADAL" clId="{1BD52E4F-3289-4796-97CD-88056BD008FC}" dt="2021-05-19T18:41:33.151" v="8924" actId="20577"/>
      <pc:docMkLst>
        <pc:docMk/>
      </pc:docMkLst>
      <pc:sldChg chg="modNotesTx">
        <pc:chgData name="Júlio César Chaves" userId="3f913fe9-3202-435d-b9f5-b2fca763184f" providerId="ADAL" clId="{1BD52E4F-3289-4796-97CD-88056BD008FC}" dt="2021-04-10T19:42:46.044" v="901" actId="20577"/>
        <pc:sldMkLst>
          <pc:docMk/>
          <pc:sldMk cId="3243391703" sldId="275"/>
        </pc:sldMkLst>
      </pc:sldChg>
      <pc:sldChg chg="addSp modSp mod">
        <pc:chgData name="Júlio César Chaves" userId="3f913fe9-3202-435d-b9f5-b2fca763184f" providerId="ADAL" clId="{1BD52E4F-3289-4796-97CD-88056BD008FC}" dt="2021-04-10T19:45:30.393" v="904" actId="14100"/>
        <pc:sldMkLst>
          <pc:docMk/>
          <pc:sldMk cId="1211216815" sldId="280"/>
        </pc:sldMkLst>
        <pc:spChg chg="mod">
          <ac:chgData name="Júlio César Chaves" userId="3f913fe9-3202-435d-b9f5-b2fca763184f" providerId="ADAL" clId="{1BD52E4F-3289-4796-97CD-88056BD008FC}" dt="2021-04-10T19:45:30.393" v="904" actId="14100"/>
          <ac:spMkLst>
            <pc:docMk/>
            <pc:sldMk cId="1211216815" sldId="280"/>
            <ac:spMk id="3" creationId="{C67AB75D-32F1-4155-B878-A1B9BA27C6C7}"/>
          </ac:spMkLst>
        </pc:spChg>
        <pc:spChg chg="mod">
          <ac:chgData name="Júlio César Chaves" userId="3f913fe9-3202-435d-b9f5-b2fca763184f" providerId="ADAL" clId="{1BD52E4F-3289-4796-97CD-88056BD008FC}" dt="2021-04-05T16:53:10.037" v="676" actId="20577"/>
          <ac:spMkLst>
            <pc:docMk/>
            <pc:sldMk cId="1211216815" sldId="280"/>
            <ac:spMk id="4" creationId="{BAD6C4EA-7D76-4672-A12E-2367318E0283}"/>
          </ac:spMkLst>
        </pc:spChg>
        <pc:picChg chg="add mod">
          <ac:chgData name="Júlio César Chaves" userId="3f913fe9-3202-435d-b9f5-b2fca763184f" providerId="ADAL" clId="{1BD52E4F-3289-4796-97CD-88056BD008FC}" dt="2021-04-10T19:45:18.487" v="903" actId="1076"/>
          <ac:picMkLst>
            <pc:docMk/>
            <pc:sldMk cId="1211216815" sldId="280"/>
            <ac:picMk id="6" creationId="{F02AC0E2-2E3B-4288-BE31-822F116C2668}"/>
          </ac:picMkLst>
        </pc:picChg>
      </pc:sldChg>
      <pc:sldChg chg="modSp mod">
        <pc:chgData name="Júlio César Chaves" userId="3f913fe9-3202-435d-b9f5-b2fca763184f" providerId="ADAL" clId="{1BD52E4F-3289-4796-97CD-88056BD008FC}" dt="2021-04-10T19:33:00.719" v="886" actId="20577"/>
        <pc:sldMkLst>
          <pc:docMk/>
          <pc:sldMk cId="1370089053" sldId="281"/>
        </pc:sldMkLst>
        <pc:spChg chg="mod">
          <ac:chgData name="Júlio César Chaves" userId="3f913fe9-3202-435d-b9f5-b2fca763184f" providerId="ADAL" clId="{1BD52E4F-3289-4796-97CD-88056BD008FC}" dt="2021-04-10T19:33:00.719" v="886" actId="20577"/>
          <ac:spMkLst>
            <pc:docMk/>
            <pc:sldMk cId="1370089053" sldId="281"/>
            <ac:spMk id="3" creationId="{DF1E2541-4E28-460E-B273-5A63E66042FC}"/>
          </ac:spMkLst>
        </pc:spChg>
      </pc:sldChg>
      <pc:sldChg chg="modNotesTx">
        <pc:chgData name="Júlio César Chaves" userId="3f913fe9-3202-435d-b9f5-b2fca763184f" providerId="ADAL" clId="{1BD52E4F-3289-4796-97CD-88056BD008FC}" dt="2021-04-14T11:13:58.379" v="1424" actId="20577"/>
        <pc:sldMkLst>
          <pc:docMk/>
          <pc:sldMk cId="2904025016" sldId="282"/>
        </pc:sldMkLst>
      </pc:sldChg>
      <pc:sldChg chg="modSp mod">
        <pc:chgData name="Júlio César Chaves" userId="3f913fe9-3202-435d-b9f5-b2fca763184f" providerId="ADAL" clId="{1BD52E4F-3289-4796-97CD-88056BD008FC}" dt="2021-04-14T11:47:49.007" v="1440" actId="20577"/>
        <pc:sldMkLst>
          <pc:docMk/>
          <pc:sldMk cId="4137787894" sldId="292"/>
        </pc:sldMkLst>
        <pc:spChg chg="mod">
          <ac:chgData name="Júlio César Chaves" userId="3f913fe9-3202-435d-b9f5-b2fca763184f" providerId="ADAL" clId="{1BD52E4F-3289-4796-97CD-88056BD008FC}" dt="2021-04-14T11:47:49.007" v="1440" actId="20577"/>
          <ac:spMkLst>
            <pc:docMk/>
            <pc:sldMk cId="4137787894" sldId="292"/>
            <ac:spMk id="3" creationId="{9DBA8ECD-3109-43B5-A619-A6EA9B3845BF}"/>
          </ac:spMkLst>
        </pc:spChg>
      </pc:sldChg>
      <pc:sldChg chg="modSp mod">
        <pc:chgData name="Júlio César Chaves" userId="3f913fe9-3202-435d-b9f5-b2fca763184f" providerId="ADAL" clId="{1BD52E4F-3289-4796-97CD-88056BD008FC}" dt="2021-04-06T13:32:12.752" v="871" actId="20577"/>
        <pc:sldMkLst>
          <pc:docMk/>
          <pc:sldMk cId="2087538409" sldId="306"/>
        </pc:sldMkLst>
        <pc:spChg chg="mod">
          <ac:chgData name="Júlio César Chaves" userId="3f913fe9-3202-435d-b9f5-b2fca763184f" providerId="ADAL" clId="{1BD52E4F-3289-4796-97CD-88056BD008FC}" dt="2021-04-06T13:32:12.752" v="871" actId="20577"/>
          <ac:spMkLst>
            <pc:docMk/>
            <pc:sldMk cId="2087538409" sldId="306"/>
            <ac:spMk id="3" creationId="{9DBA8ECD-3109-43B5-A619-A6EA9B3845BF}"/>
          </ac:spMkLst>
        </pc:spChg>
      </pc:sldChg>
      <pc:sldChg chg="modNotesTx">
        <pc:chgData name="Júlio César Chaves" userId="3f913fe9-3202-435d-b9f5-b2fca763184f" providerId="ADAL" clId="{1BD52E4F-3289-4796-97CD-88056BD008FC}" dt="2021-04-07T12:07:15.404" v="872" actId="20577"/>
        <pc:sldMkLst>
          <pc:docMk/>
          <pc:sldMk cId="3333762259" sldId="309"/>
        </pc:sldMkLst>
      </pc:sldChg>
      <pc:sldChg chg="addSp delSp modSp add mod modNotesTx">
        <pc:chgData name="Júlio César Chaves" userId="3f913fe9-3202-435d-b9f5-b2fca763184f" providerId="ADAL" clId="{1BD52E4F-3289-4796-97CD-88056BD008FC}" dt="2021-04-17T14:08:56.197" v="2013" actId="20577"/>
        <pc:sldMkLst>
          <pc:docMk/>
          <pc:sldMk cId="4217619675" sldId="311"/>
        </pc:sldMkLst>
        <pc:spChg chg="mod">
          <ac:chgData name="Júlio César Chaves" userId="3f913fe9-3202-435d-b9f5-b2fca763184f" providerId="ADAL" clId="{1BD52E4F-3289-4796-97CD-88056BD008FC}" dt="2021-04-10T19:56:31.470" v="940" actId="1076"/>
          <ac:spMkLst>
            <pc:docMk/>
            <pc:sldMk cId="4217619675" sldId="311"/>
            <ac:spMk id="2" creationId="{00000000-0000-0000-0000-000000000000}"/>
          </ac:spMkLst>
        </pc:spChg>
        <pc:spChg chg="del">
          <ac:chgData name="Júlio César Chaves" userId="3f913fe9-3202-435d-b9f5-b2fca763184f" providerId="ADAL" clId="{1BD52E4F-3289-4796-97CD-88056BD008FC}" dt="2021-04-10T19:56:19.574" v="936" actId="478"/>
          <ac:spMkLst>
            <pc:docMk/>
            <pc:sldMk cId="4217619675" sldId="311"/>
            <ac:spMk id="3" creationId="{00000000-0000-0000-0000-000000000000}"/>
          </ac:spMkLst>
        </pc:spChg>
        <pc:spChg chg="mod">
          <ac:chgData name="Júlio César Chaves" userId="3f913fe9-3202-435d-b9f5-b2fca763184f" providerId="ADAL" clId="{1BD52E4F-3289-4796-97CD-88056BD008FC}" dt="2021-04-10T19:56:00.130" v="933" actId="20577"/>
          <ac:spMkLst>
            <pc:docMk/>
            <pc:sldMk cId="4217619675" sldId="311"/>
            <ac:spMk id="5" creationId="{00000000-0000-0000-0000-000000000000}"/>
          </ac:spMkLst>
        </pc:spChg>
        <pc:spChg chg="add del mod">
          <ac:chgData name="Júlio César Chaves" userId="3f913fe9-3202-435d-b9f5-b2fca763184f" providerId="ADAL" clId="{1BD52E4F-3289-4796-97CD-88056BD008FC}" dt="2021-04-10T19:56:21.439" v="937" actId="478"/>
          <ac:spMkLst>
            <pc:docMk/>
            <pc:sldMk cId="4217619675" sldId="311"/>
            <ac:spMk id="9" creationId="{A57370E7-5918-4195-9F7F-DCA3BD36BAB7}"/>
          </ac:spMkLst>
        </pc:spChg>
        <pc:picChg chg="add mod">
          <ac:chgData name="Júlio César Chaves" userId="3f913fe9-3202-435d-b9f5-b2fca763184f" providerId="ADAL" clId="{1BD52E4F-3289-4796-97CD-88056BD008FC}" dt="2021-04-10T19:56:14.521" v="935" actId="1076"/>
          <ac:picMkLst>
            <pc:docMk/>
            <pc:sldMk cId="4217619675" sldId="311"/>
            <ac:picMk id="7" creationId="{7FCDCEB7-C35E-48D7-9E0C-8CADF951C9BF}"/>
          </ac:picMkLst>
        </pc:picChg>
      </pc:sldChg>
      <pc:sldChg chg="modSp add mod modNotesTx">
        <pc:chgData name="Júlio César Chaves" userId="3f913fe9-3202-435d-b9f5-b2fca763184f" providerId="ADAL" clId="{1BD52E4F-3289-4796-97CD-88056BD008FC}" dt="2021-04-17T17:53:19.525" v="3921" actId="20577"/>
        <pc:sldMkLst>
          <pc:docMk/>
          <pc:sldMk cId="3276498098" sldId="316"/>
        </pc:sldMkLst>
        <pc:spChg chg="mod">
          <ac:chgData name="Júlio César Chaves" userId="3f913fe9-3202-435d-b9f5-b2fca763184f" providerId="ADAL" clId="{1BD52E4F-3289-4796-97CD-88056BD008FC}" dt="2021-04-17T17:52:50.464" v="3878" actId="20577"/>
          <ac:spMkLst>
            <pc:docMk/>
            <pc:sldMk cId="3276498098" sldId="316"/>
            <ac:spMk id="3" creationId="{2AAF814C-1B0A-7542-8200-354DAD2C6750}"/>
          </ac:spMkLst>
        </pc:spChg>
      </pc:sldChg>
      <pc:sldChg chg="add del">
        <pc:chgData name="Júlio César Chaves" userId="3f913fe9-3202-435d-b9f5-b2fca763184f" providerId="ADAL" clId="{1BD52E4F-3289-4796-97CD-88056BD008FC}" dt="2021-04-19T22:28:03.948" v="3923" actId="47"/>
        <pc:sldMkLst>
          <pc:docMk/>
          <pc:sldMk cId="1126045451" sldId="319"/>
        </pc:sldMkLst>
      </pc:sldChg>
      <pc:sldChg chg="add del">
        <pc:chgData name="Júlio César Chaves" userId="3f913fe9-3202-435d-b9f5-b2fca763184f" providerId="ADAL" clId="{1BD52E4F-3289-4796-97CD-88056BD008FC}" dt="2021-04-10T20:08:25.077" v="1342" actId="47"/>
        <pc:sldMkLst>
          <pc:docMk/>
          <pc:sldMk cId="1257539577" sldId="320"/>
        </pc:sldMkLst>
      </pc:sldChg>
      <pc:sldChg chg="add del mod modShow">
        <pc:chgData name="Júlio César Chaves" userId="3f913fe9-3202-435d-b9f5-b2fca763184f" providerId="ADAL" clId="{1BD52E4F-3289-4796-97CD-88056BD008FC}" dt="2021-04-14T11:15:23.807" v="1425" actId="2696"/>
        <pc:sldMkLst>
          <pc:docMk/>
          <pc:sldMk cId="802917714" sldId="321"/>
        </pc:sldMkLst>
      </pc:sldChg>
      <pc:sldChg chg="add del">
        <pc:chgData name="Júlio César Chaves" userId="3f913fe9-3202-435d-b9f5-b2fca763184f" providerId="ADAL" clId="{1BD52E4F-3289-4796-97CD-88056BD008FC}" dt="2021-04-10T20:13:25.824" v="1352" actId="47"/>
        <pc:sldMkLst>
          <pc:docMk/>
          <pc:sldMk cId="1711222395" sldId="322"/>
        </pc:sldMkLst>
      </pc:sldChg>
      <pc:sldChg chg="modSp add mod modShow">
        <pc:chgData name="Júlio César Chaves" userId="3f913fe9-3202-435d-b9f5-b2fca763184f" providerId="ADAL" clId="{1BD52E4F-3289-4796-97CD-88056BD008FC}" dt="2021-04-17T17:47:14.710" v="3876" actId="729"/>
        <pc:sldMkLst>
          <pc:docMk/>
          <pc:sldMk cId="808032551" sldId="323"/>
        </pc:sldMkLst>
        <pc:spChg chg="mod">
          <ac:chgData name="Júlio César Chaves" userId="3f913fe9-3202-435d-b9f5-b2fca763184f" providerId="ADAL" clId="{1BD52E4F-3289-4796-97CD-88056BD008FC}" dt="2021-04-10T20:13:06.116" v="1350" actId="1076"/>
          <ac:spMkLst>
            <pc:docMk/>
            <pc:sldMk cId="808032551" sldId="323"/>
            <ac:spMk id="2" creationId="{00000000-0000-0000-0000-000000000000}"/>
          </ac:spMkLst>
        </pc:spChg>
        <pc:spChg chg="mod">
          <ac:chgData name="Júlio César Chaves" userId="3f913fe9-3202-435d-b9f5-b2fca763184f" providerId="ADAL" clId="{1BD52E4F-3289-4796-97CD-88056BD008FC}" dt="2021-04-10T20:13:13.128" v="1351" actId="1076"/>
          <ac:spMkLst>
            <pc:docMk/>
            <pc:sldMk cId="808032551" sldId="323"/>
            <ac:spMk id="3" creationId="{00000000-0000-0000-0000-000000000000}"/>
          </ac:spMkLst>
        </pc:spChg>
      </pc:sldChg>
      <pc:sldChg chg="add del">
        <pc:chgData name="Júlio César Chaves" userId="3f913fe9-3202-435d-b9f5-b2fca763184f" providerId="ADAL" clId="{1BD52E4F-3289-4796-97CD-88056BD008FC}" dt="2021-04-10T19:45:42.944" v="905" actId="47"/>
        <pc:sldMkLst>
          <pc:docMk/>
          <pc:sldMk cId="898245907" sldId="324"/>
        </pc:sldMkLst>
      </pc:sldChg>
      <pc:sldChg chg="add del">
        <pc:chgData name="Júlio César Chaves" userId="3f913fe9-3202-435d-b9f5-b2fca763184f" providerId="ADAL" clId="{1BD52E4F-3289-4796-97CD-88056BD008FC}" dt="2021-04-10T20:15:06.518" v="1353" actId="47"/>
        <pc:sldMkLst>
          <pc:docMk/>
          <pc:sldMk cId="2838214233" sldId="325"/>
        </pc:sldMkLst>
      </pc:sldChg>
      <pc:sldChg chg="add del">
        <pc:chgData name="Júlio César Chaves" userId="3f913fe9-3202-435d-b9f5-b2fca763184f" providerId="ADAL" clId="{1BD52E4F-3289-4796-97CD-88056BD008FC}" dt="2021-04-10T20:15:09.199" v="1354" actId="47"/>
        <pc:sldMkLst>
          <pc:docMk/>
          <pc:sldMk cId="206239057" sldId="326"/>
        </pc:sldMkLst>
      </pc:sldChg>
      <pc:sldChg chg="add">
        <pc:chgData name="Júlio César Chaves" userId="3f913fe9-3202-435d-b9f5-b2fca763184f" providerId="ADAL" clId="{1BD52E4F-3289-4796-97CD-88056BD008FC}" dt="2021-04-10T19:40:03.418" v="887"/>
        <pc:sldMkLst>
          <pc:docMk/>
          <pc:sldMk cId="105159225" sldId="327"/>
        </pc:sldMkLst>
      </pc:sldChg>
      <pc:sldChg chg="add">
        <pc:chgData name="Júlio César Chaves" userId="3f913fe9-3202-435d-b9f5-b2fca763184f" providerId="ADAL" clId="{1BD52E4F-3289-4796-97CD-88056BD008FC}" dt="2021-04-10T19:40:03.418" v="887"/>
        <pc:sldMkLst>
          <pc:docMk/>
          <pc:sldMk cId="3441492987" sldId="328"/>
        </pc:sldMkLst>
      </pc:sldChg>
      <pc:sldChg chg="add">
        <pc:chgData name="Júlio César Chaves" userId="3f913fe9-3202-435d-b9f5-b2fca763184f" providerId="ADAL" clId="{1BD52E4F-3289-4796-97CD-88056BD008FC}" dt="2021-04-10T19:40:03.418" v="887"/>
        <pc:sldMkLst>
          <pc:docMk/>
          <pc:sldMk cId="93438378" sldId="329"/>
        </pc:sldMkLst>
      </pc:sldChg>
      <pc:sldChg chg="add">
        <pc:chgData name="Júlio César Chaves" userId="3f913fe9-3202-435d-b9f5-b2fca763184f" providerId="ADAL" clId="{1BD52E4F-3289-4796-97CD-88056BD008FC}" dt="2021-04-10T19:40:03.418" v="887"/>
        <pc:sldMkLst>
          <pc:docMk/>
          <pc:sldMk cId="3768277021" sldId="330"/>
        </pc:sldMkLst>
      </pc:sldChg>
      <pc:sldChg chg="add">
        <pc:chgData name="Júlio César Chaves" userId="3f913fe9-3202-435d-b9f5-b2fca763184f" providerId="ADAL" clId="{1BD52E4F-3289-4796-97CD-88056BD008FC}" dt="2021-04-10T19:40:03.418" v="887"/>
        <pc:sldMkLst>
          <pc:docMk/>
          <pc:sldMk cId="3225712823" sldId="331"/>
        </pc:sldMkLst>
      </pc:sldChg>
      <pc:sldChg chg="add">
        <pc:chgData name="Júlio César Chaves" userId="3f913fe9-3202-435d-b9f5-b2fca763184f" providerId="ADAL" clId="{1BD52E4F-3289-4796-97CD-88056BD008FC}" dt="2021-04-10T19:40:03.418" v="887"/>
        <pc:sldMkLst>
          <pc:docMk/>
          <pc:sldMk cId="2827467724" sldId="332"/>
        </pc:sldMkLst>
      </pc:sldChg>
      <pc:sldChg chg="add">
        <pc:chgData name="Júlio César Chaves" userId="3f913fe9-3202-435d-b9f5-b2fca763184f" providerId="ADAL" clId="{1BD52E4F-3289-4796-97CD-88056BD008FC}" dt="2021-04-10T19:40:03.418" v="887"/>
        <pc:sldMkLst>
          <pc:docMk/>
          <pc:sldMk cId="3609365172" sldId="333"/>
        </pc:sldMkLst>
      </pc:sldChg>
      <pc:sldChg chg="add">
        <pc:chgData name="Júlio César Chaves" userId="3f913fe9-3202-435d-b9f5-b2fca763184f" providerId="ADAL" clId="{1BD52E4F-3289-4796-97CD-88056BD008FC}" dt="2021-04-10T19:40:03.418" v="887"/>
        <pc:sldMkLst>
          <pc:docMk/>
          <pc:sldMk cId="723996665" sldId="334"/>
        </pc:sldMkLst>
      </pc:sldChg>
      <pc:sldChg chg="add">
        <pc:chgData name="Júlio César Chaves" userId="3f913fe9-3202-435d-b9f5-b2fca763184f" providerId="ADAL" clId="{1BD52E4F-3289-4796-97CD-88056BD008FC}" dt="2021-04-10T19:40:03.418" v="887"/>
        <pc:sldMkLst>
          <pc:docMk/>
          <pc:sldMk cId="1966404388" sldId="335"/>
        </pc:sldMkLst>
      </pc:sldChg>
      <pc:sldChg chg="add">
        <pc:chgData name="Júlio César Chaves" userId="3f913fe9-3202-435d-b9f5-b2fca763184f" providerId="ADAL" clId="{1BD52E4F-3289-4796-97CD-88056BD008FC}" dt="2021-04-10T19:40:03.418" v="887"/>
        <pc:sldMkLst>
          <pc:docMk/>
          <pc:sldMk cId="3104908072" sldId="336"/>
        </pc:sldMkLst>
      </pc:sldChg>
      <pc:sldChg chg="add">
        <pc:chgData name="Júlio César Chaves" userId="3f913fe9-3202-435d-b9f5-b2fca763184f" providerId="ADAL" clId="{1BD52E4F-3289-4796-97CD-88056BD008FC}" dt="2021-04-10T19:40:03.418" v="887"/>
        <pc:sldMkLst>
          <pc:docMk/>
          <pc:sldMk cId="782284429" sldId="337"/>
        </pc:sldMkLst>
      </pc:sldChg>
      <pc:sldChg chg="add">
        <pc:chgData name="Júlio César Chaves" userId="3f913fe9-3202-435d-b9f5-b2fca763184f" providerId="ADAL" clId="{1BD52E4F-3289-4796-97CD-88056BD008FC}" dt="2021-04-10T19:40:03.418" v="887"/>
        <pc:sldMkLst>
          <pc:docMk/>
          <pc:sldMk cId="1879114160" sldId="338"/>
        </pc:sldMkLst>
      </pc:sldChg>
      <pc:sldChg chg="add">
        <pc:chgData name="Júlio César Chaves" userId="3f913fe9-3202-435d-b9f5-b2fca763184f" providerId="ADAL" clId="{1BD52E4F-3289-4796-97CD-88056BD008FC}" dt="2021-04-10T19:40:03.418" v="887"/>
        <pc:sldMkLst>
          <pc:docMk/>
          <pc:sldMk cId="4005531493" sldId="339"/>
        </pc:sldMkLst>
      </pc:sldChg>
      <pc:sldChg chg="add">
        <pc:chgData name="Júlio César Chaves" userId="3f913fe9-3202-435d-b9f5-b2fca763184f" providerId="ADAL" clId="{1BD52E4F-3289-4796-97CD-88056BD008FC}" dt="2021-04-10T19:40:03.418" v="887"/>
        <pc:sldMkLst>
          <pc:docMk/>
          <pc:sldMk cId="3945369851" sldId="340"/>
        </pc:sldMkLst>
      </pc:sldChg>
      <pc:sldChg chg="add">
        <pc:chgData name="Júlio César Chaves" userId="3f913fe9-3202-435d-b9f5-b2fca763184f" providerId="ADAL" clId="{1BD52E4F-3289-4796-97CD-88056BD008FC}" dt="2021-04-10T19:40:03.418" v="887"/>
        <pc:sldMkLst>
          <pc:docMk/>
          <pc:sldMk cId="1614377096" sldId="341"/>
        </pc:sldMkLst>
      </pc:sldChg>
      <pc:sldChg chg="add">
        <pc:chgData name="Júlio César Chaves" userId="3f913fe9-3202-435d-b9f5-b2fca763184f" providerId="ADAL" clId="{1BD52E4F-3289-4796-97CD-88056BD008FC}" dt="2021-04-10T19:40:03.418" v="887"/>
        <pc:sldMkLst>
          <pc:docMk/>
          <pc:sldMk cId="660959507" sldId="342"/>
        </pc:sldMkLst>
      </pc:sldChg>
      <pc:sldChg chg="add">
        <pc:chgData name="Júlio César Chaves" userId="3f913fe9-3202-435d-b9f5-b2fca763184f" providerId="ADAL" clId="{1BD52E4F-3289-4796-97CD-88056BD008FC}" dt="2021-04-10T19:40:03.418" v="887"/>
        <pc:sldMkLst>
          <pc:docMk/>
          <pc:sldMk cId="1166463077" sldId="343"/>
        </pc:sldMkLst>
      </pc:sldChg>
      <pc:sldChg chg="add">
        <pc:chgData name="Júlio César Chaves" userId="3f913fe9-3202-435d-b9f5-b2fca763184f" providerId="ADAL" clId="{1BD52E4F-3289-4796-97CD-88056BD008FC}" dt="2021-04-10T19:40:03.418" v="887"/>
        <pc:sldMkLst>
          <pc:docMk/>
          <pc:sldMk cId="879659702" sldId="344"/>
        </pc:sldMkLst>
      </pc:sldChg>
      <pc:sldChg chg="add">
        <pc:chgData name="Júlio César Chaves" userId="3f913fe9-3202-435d-b9f5-b2fca763184f" providerId="ADAL" clId="{1BD52E4F-3289-4796-97CD-88056BD008FC}" dt="2021-04-10T19:40:03.418" v="887"/>
        <pc:sldMkLst>
          <pc:docMk/>
          <pc:sldMk cId="2954476662" sldId="345"/>
        </pc:sldMkLst>
      </pc:sldChg>
      <pc:sldChg chg="add">
        <pc:chgData name="Júlio César Chaves" userId="3f913fe9-3202-435d-b9f5-b2fca763184f" providerId="ADAL" clId="{1BD52E4F-3289-4796-97CD-88056BD008FC}" dt="2021-04-10T19:40:03.418" v="887"/>
        <pc:sldMkLst>
          <pc:docMk/>
          <pc:sldMk cId="2733926045" sldId="346"/>
        </pc:sldMkLst>
      </pc:sldChg>
      <pc:sldChg chg="add">
        <pc:chgData name="Júlio César Chaves" userId="3f913fe9-3202-435d-b9f5-b2fca763184f" providerId="ADAL" clId="{1BD52E4F-3289-4796-97CD-88056BD008FC}" dt="2021-04-10T19:40:03.418" v="887"/>
        <pc:sldMkLst>
          <pc:docMk/>
          <pc:sldMk cId="1173090192" sldId="347"/>
        </pc:sldMkLst>
      </pc:sldChg>
      <pc:sldChg chg="add">
        <pc:chgData name="Júlio César Chaves" userId="3f913fe9-3202-435d-b9f5-b2fca763184f" providerId="ADAL" clId="{1BD52E4F-3289-4796-97CD-88056BD008FC}" dt="2021-04-10T19:40:03.418" v="887"/>
        <pc:sldMkLst>
          <pc:docMk/>
          <pc:sldMk cId="3467016877" sldId="348"/>
        </pc:sldMkLst>
      </pc:sldChg>
      <pc:sldChg chg="add">
        <pc:chgData name="Júlio César Chaves" userId="3f913fe9-3202-435d-b9f5-b2fca763184f" providerId="ADAL" clId="{1BD52E4F-3289-4796-97CD-88056BD008FC}" dt="2021-04-10T19:40:03.418" v="887"/>
        <pc:sldMkLst>
          <pc:docMk/>
          <pc:sldMk cId="256226498" sldId="349"/>
        </pc:sldMkLst>
      </pc:sldChg>
      <pc:sldChg chg="add">
        <pc:chgData name="Júlio César Chaves" userId="3f913fe9-3202-435d-b9f5-b2fca763184f" providerId="ADAL" clId="{1BD52E4F-3289-4796-97CD-88056BD008FC}" dt="2021-04-10T19:40:03.418" v="887"/>
        <pc:sldMkLst>
          <pc:docMk/>
          <pc:sldMk cId="1342419643" sldId="350"/>
        </pc:sldMkLst>
      </pc:sldChg>
      <pc:sldChg chg="add">
        <pc:chgData name="Júlio César Chaves" userId="3f913fe9-3202-435d-b9f5-b2fca763184f" providerId="ADAL" clId="{1BD52E4F-3289-4796-97CD-88056BD008FC}" dt="2021-04-10T19:40:03.418" v="887"/>
        <pc:sldMkLst>
          <pc:docMk/>
          <pc:sldMk cId="2712587818" sldId="351"/>
        </pc:sldMkLst>
      </pc:sldChg>
      <pc:sldChg chg="add">
        <pc:chgData name="Júlio César Chaves" userId="3f913fe9-3202-435d-b9f5-b2fca763184f" providerId="ADAL" clId="{1BD52E4F-3289-4796-97CD-88056BD008FC}" dt="2021-04-10T19:40:03.418" v="887"/>
        <pc:sldMkLst>
          <pc:docMk/>
          <pc:sldMk cId="1195624909" sldId="352"/>
        </pc:sldMkLst>
      </pc:sldChg>
      <pc:sldChg chg="add">
        <pc:chgData name="Júlio César Chaves" userId="3f913fe9-3202-435d-b9f5-b2fca763184f" providerId="ADAL" clId="{1BD52E4F-3289-4796-97CD-88056BD008FC}" dt="2021-04-10T19:40:03.418" v="887"/>
        <pc:sldMkLst>
          <pc:docMk/>
          <pc:sldMk cId="3972776739" sldId="353"/>
        </pc:sldMkLst>
      </pc:sldChg>
      <pc:sldChg chg="add">
        <pc:chgData name="Júlio César Chaves" userId="3f913fe9-3202-435d-b9f5-b2fca763184f" providerId="ADAL" clId="{1BD52E4F-3289-4796-97CD-88056BD008FC}" dt="2021-04-10T19:40:03.418" v="887"/>
        <pc:sldMkLst>
          <pc:docMk/>
          <pc:sldMk cId="196720129" sldId="354"/>
        </pc:sldMkLst>
      </pc:sldChg>
      <pc:sldChg chg="add">
        <pc:chgData name="Júlio César Chaves" userId="3f913fe9-3202-435d-b9f5-b2fca763184f" providerId="ADAL" clId="{1BD52E4F-3289-4796-97CD-88056BD008FC}" dt="2021-04-10T19:40:03.418" v="887"/>
        <pc:sldMkLst>
          <pc:docMk/>
          <pc:sldMk cId="2993404311" sldId="355"/>
        </pc:sldMkLst>
      </pc:sldChg>
      <pc:sldChg chg="add">
        <pc:chgData name="Júlio César Chaves" userId="3f913fe9-3202-435d-b9f5-b2fca763184f" providerId="ADAL" clId="{1BD52E4F-3289-4796-97CD-88056BD008FC}" dt="2021-04-10T19:40:03.418" v="887"/>
        <pc:sldMkLst>
          <pc:docMk/>
          <pc:sldMk cId="1992356069" sldId="356"/>
        </pc:sldMkLst>
      </pc:sldChg>
      <pc:sldChg chg="add">
        <pc:chgData name="Júlio César Chaves" userId="3f913fe9-3202-435d-b9f5-b2fca763184f" providerId="ADAL" clId="{1BD52E4F-3289-4796-97CD-88056BD008FC}" dt="2021-04-10T19:40:03.418" v="887"/>
        <pc:sldMkLst>
          <pc:docMk/>
          <pc:sldMk cId="260412712" sldId="357"/>
        </pc:sldMkLst>
      </pc:sldChg>
      <pc:sldChg chg="add">
        <pc:chgData name="Júlio César Chaves" userId="3f913fe9-3202-435d-b9f5-b2fca763184f" providerId="ADAL" clId="{1BD52E4F-3289-4796-97CD-88056BD008FC}" dt="2021-04-10T19:40:03.418" v="887"/>
        <pc:sldMkLst>
          <pc:docMk/>
          <pc:sldMk cId="3107274666" sldId="358"/>
        </pc:sldMkLst>
      </pc:sldChg>
      <pc:sldChg chg="add">
        <pc:chgData name="Júlio César Chaves" userId="3f913fe9-3202-435d-b9f5-b2fca763184f" providerId="ADAL" clId="{1BD52E4F-3289-4796-97CD-88056BD008FC}" dt="2021-04-10T19:40:03.418" v="887"/>
        <pc:sldMkLst>
          <pc:docMk/>
          <pc:sldMk cId="3314896164" sldId="359"/>
        </pc:sldMkLst>
      </pc:sldChg>
      <pc:sldChg chg="add">
        <pc:chgData name="Júlio César Chaves" userId="3f913fe9-3202-435d-b9f5-b2fca763184f" providerId="ADAL" clId="{1BD52E4F-3289-4796-97CD-88056BD008FC}" dt="2021-04-10T19:40:03.418" v="887"/>
        <pc:sldMkLst>
          <pc:docMk/>
          <pc:sldMk cId="1086941875" sldId="360"/>
        </pc:sldMkLst>
      </pc:sldChg>
      <pc:sldChg chg="add">
        <pc:chgData name="Júlio César Chaves" userId="3f913fe9-3202-435d-b9f5-b2fca763184f" providerId="ADAL" clId="{1BD52E4F-3289-4796-97CD-88056BD008FC}" dt="2021-04-10T19:40:03.418" v="887"/>
        <pc:sldMkLst>
          <pc:docMk/>
          <pc:sldMk cId="1367439457" sldId="361"/>
        </pc:sldMkLst>
      </pc:sldChg>
      <pc:sldChg chg="addSp delSp modSp new mod modNotesTx">
        <pc:chgData name="Júlio César Chaves" userId="3f913fe9-3202-435d-b9f5-b2fca763184f" providerId="ADAL" clId="{1BD52E4F-3289-4796-97CD-88056BD008FC}" dt="2021-04-21T15:32:31.260" v="6494" actId="20577"/>
        <pc:sldMkLst>
          <pc:docMk/>
          <pc:sldMk cId="1045669170" sldId="362"/>
        </pc:sldMkLst>
        <pc:spChg chg="mod">
          <ac:chgData name="Júlio César Chaves" userId="3f913fe9-3202-435d-b9f5-b2fca763184f" providerId="ADAL" clId="{1BD52E4F-3289-4796-97CD-88056BD008FC}" dt="2021-04-17T16:59:51.757" v="3128" actId="14100"/>
          <ac:spMkLst>
            <pc:docMk/>
            <pc:sldMk cId="1045669170" sldId="362"/>
            <ac:spMk id="2" creationId="{EA614D2F-1896-4840-BE46-428D11CB6CA5}"/>
          </ac:spMkLst>
        </pc:spChg>
        <pc:spChg chg="mod">
          <ac:chgData name="Júlio César Chaves" userId="3f913fe9-3202-435d-b9f5-b2fca763184f" providerId="ADAL" clId="{1BD52E4F-3289-4796-97CD-88056BD008FC}" dt="2021-04-17T17:26:32.129" v="3522" actId="20577"/>
          <ac:spMkLst>
            <pc:docMk/>
            <pc:sldMk cId="1045669170" sldId="362"/>
            <ac:spMk id="3" creationId="{C1177BBB-3562-4E3E-86C9-74C206F0539B}"/>
          </ac:spMkLst>
        </pc:spChg>
        <pc:spChg chg="mod">
          <ac:chgData name="Júlio César Chaves" userId="3f913fe9-3202-435d-b9f5-b2fca763184f" providerId="ADAL" clId="{1BD52E4F-3289-4796-97CD-88056BD008FC}" dt="2021-04-17T17:44:07.694" v="3787" actId="20577"/>
          <ac:spMkLst>
            <pc:docMk/>
            <pc:sldMk cId="1045669170" sldId="362"/>
            <ac:spMk id="4" creationId="{E1DFE9F0-E4E0-4EED-80F9-053F2AD63631}"/>
          </ac:spMkLst>
        </pc:spChg>
        <pc:spChg chg="del mod">
          <ac:chgData name="Júlio César Chaves" userId="3f913fe9-3202-435d-b9f5-b2fca763184f" providerId="ADAL" clId="{1BD52E4F-3289-4796-97CD-88056BD008FC}" dt="2021-04-17T17:00:04.429" v="3129" actId="478"/>
          <ac:spMkLst>
            <pc:docMk/>
            <pc:sldMk cId="1045669170" sldId="362"/>
            <ac:spMk id="5" creationId="{333BDFE3-FC5F-40AE-9ED3-696A818F42EC}"/>
          </ac:spMkLst>
        </pc:spChg>
        <pc:spChg chg="mod">
          <ac:chgData name="Júlio César Chaves" userId="3f913fe9-3202-435d-b9f5-b2fca763184f" providerId="ADAL" clId="{1BD52E4F-3289-4796-97CD-88056BD008FC}" dt="2021-04-17T17:27:05.545" v="3567" actId="20577"/>
          <ac:spMkLst>
            <pc:docMk/>
            <pc:sldMk cId="1045669170" sldId="362"/>
            <ac:spMk id="6" creationId="{D37590EF-9518-48BD-A8A3-F1AE8FA28C8B}"/>
          </ac:spMkLst>
        </pc:spChg>
        <pc:spChg chg="add mod">
          <ac:chgData name="Júlio César Chaves" userId="3f913fe9-3202-435d-b9f5-b2fca763184f" providerId="ADAL" clId="{1BD52E4F-3289-4796-97CD-88056BD008FC}" dt="2021-04-17T16:47:44.604" v="2888" actId="20577"/>
          <ac:spMkLst>
            <pc:docMk/>
            <pc:sldMk cId="1045669170" sldId="362"/>
            <ac:spMk id="7" creationId="{9A11C0AF-923F-4BBB-A822-A45BB84B6E45}"/>
          </ac:spMkLst>
        </pc:spChg>
        <pc:spChg chg="add del mod">
          <ac:chgData name="Júlio César Chaves" userId="3f913fe9-3202-435d-b9f5-b2fca763184f" providerId="ADAL" clId="{1BD52E4F-3289-4796-97CD-88056BD008FC}" dt="2021-04-17T17:00:09.087" v="3130" actId="478"/>
          <ac:spMkLst>
            <pc:docMk/>
            <pc:sldMk cId="1045669170" sldId="362"/>
            <ac:spMk id="9" creationId="{9343AEDE-E130-4566-A812-F9AE6BDE651E}"/>
          </ac:spMkLst>
        </pc:spChg>
        <pc:spChg chg="add mod">
          <ac:chgData name="Júlio César Chaves" userId="3f913fe9-3202-435d-b9f5-b2fca763184f" providerId="ADAL" clId="{1BD52E4F-3289-4796-97CD-88056BD008FC}" dt="2021-04-17T17:46:31.132" v="3875" actId="1076"/>
          <ac:spMkLst>
            <pc:docMk/>
            <pc:sldMk cId="1045669170" sldId="362"/>
            <ac:spMk id="10" creationId="{38AD0C20-896D-41DF-A1D5-73E42DC3952F}"/>
          </ac:spMkLst>
        </pc:spChg>
      </pc:sldChg>
      <pc:sldChg chg="modSp new del mod">
        <pc:chgData name="Júlio César Chaves" userId="3f913fe9-3202-435d-b9f5-b2fca763184f" providerId="ADAL" clId="{1BD52E4F-3289-4796-97CD-88056BD008FC}" dt="2021-04-17T15:32:04.309" v="2018" actId="47"/>
        <pc:sldMkLst>
          <pc:docMk/>
          <pc:sldMk cId="2461253898" sldId="363"/>
        </pc:sldMkLst>
        <pc:spChg chg="mod">
          <ac:chgData name="Júlio César Chaves" userId="3f913fe9-3202-435d-b9f5-b2fca763184f" providerId="ADAL" clId="{1BD52E4F-3289-4796-97CD-88056BD008FC}" dt="2021-04-17T15:31:54.155" v="2016" actId="20577"/>
          <ac:spMkLst>
            <pc:docMk/>
            <pc:sldMk cId="2461253898" sldId="363"/>
            <ac:spMk id="4" creationId="{ECD0A0E6-15C4-461D-A5C5-71DCB47EA7C9}"/>
          </ac:spMkLst>
        </pc:spChg>
      </pc:sldChg>
      <pc:sldChg chg="modSp new del mod">
        <pc:chgData name="Júlio César Chaves" userId="3f913fe9-3202-435d-b9f5-b2fca763184f" providerId="ADAL" clId="{1BD52E4F-3289-4796-97CD-88056BD008FC}" dt="2021-04-17T17:44:24.230" v="3788" actId="2696"/>
        <pc:sldMkLst>
          <pc:docMk/>
          <pc:sldMk cId="3617421479" sldId="363"/>
        </pc:sldMkLst>
        <pc:spChg chg="mod">
          <ac:chgData name="Júlio César Chaves" userId="3f913fe9-3202-435d-b9f5-b2fca763184f" providerId="ADAL" clId="{1BD52E4F-3289-4796-97CD-88056BD008FC}" dt="2021-04-17T15:50:38.005" v="2478" actId="20577"/>
          <ac:spMkLst>
            <pc:docMk/>
            <pc:sldMk cId="3617421479" sldId="363"/>
            <ac:spMk id="3" creationId="{FBC13D85-7FC2-4895-B164-D26E4CA5BB41}"/>
          </ac:spMkLst>
        </pc:spChg>
        <pc:spChg chg="mod">
          <ac:chgData name="Júlio César Chaves" userId="3f913fe9-3202-435d-b9f5-b2fca763184f" providerId="ADAL" clId="{1BD52E4F-3289-4796-97CD-88056BD008FC}" dt="2021-04-17T15:50:43.566" v="2501" actId="20577"/>
          <ac:spMkLst>
            <pc:docMk/>
            <pc:sldMk cId="3617421479" sldId="363"/>
            <ac:spMk id="4" creationId="{17B2B07A-AD21-42D4-AE6D-3334E65E74CA}"/>
          </ac:spMkLst>
        </pc:spChg>
        <pc:spChg chg="mod">
          <ac:chgData name="Júlio César Chaves" userId="3f913fe9-3202-435d-b9f5-b2fca763184f" providerId="ADAL" clId="{1BD52E4F-3289-4796-97CD-88056BD008FC}" dt="2021-04-17T15:50:24.288" v="2459" actId="20577"/>
          <ac:spMkLst>
            <pc:docMk/>
            <pc:sldMk cId="3617421479" sldId="363"/>
            <ac:spMk id="5" creationId="{5B77DCAF-CD12-47BE-B2E9-1172549C4CBB}"/>
          </ac:spMkLst>
        </pc:spChg>
      </pc:sldChg>
      <pc:sldChg chg="addSp modSp new mod modNotesTx">
        <pc:chgData name="Júlio César Chaves" userId="3f913fe9-3202-435d-b9f5-b2fca763184f" providerId="ADAL" clId="{1BD52E4F-3289-4796-97CD-88056BD008FC}" dt="2021-04-21T15:30:13.421" v="6347" actId="20577"/>
        <pc:sldMkLst>
          <pc:docMk/>
          <pc:sldMk cId="1798468208" sldId="364"/>
        </pc:sldMkLst>
        <pc:spChg chg="mod">
          <ac:chgData name="Júlio César Chaves" userId="3f913fe9-3202-435d-b9f5-b2fca763184f" providerId="ADAL" clId="{1BD52E4F-3289-4796-97CD-88056BD008FC}" dt="2021-04-17T17:05:40.095" v="3154" actId="20577"/>
          <ac:spMkLst>
            <pc:docMk/>
            <pc:sldMk cId="1798468208" sldId="364"/>
            <ac:spMk id="2" creationId="{CC6F0B09-402F-4DD9-AACD-29CEF16E89C7}"/>
          </ac:spMkLst>
        </pc:spChg>
        <pc:spChg chg="add mod">
          <ac:chgData name="Júlio César Chaves" userId="3f913fe9-3202-435d-b9f5-b2fca763184f" providerId="ADAL" clId="{1BD52E4F-3289-4796-97CD-88056BD008FC}" dt="2021-04-17T17:07:20.245" v="3193" actId="20577"/>
          <ac:spMkLst>
            <pc:docMk/>
            <pc:sldMk cId="1798468208" sldId="364"/>
            <ac:spMk id="6" creationId="{93F77371-8CD9-41E7-9A6E-286F360110BB}"/>
          </ac:spMkLst>
        </pc:spChg>
        <pc:picChg chg="add">
          <ac:chgData name="Júlio César Chaves" userId="3f913fe9-3202-435d-b9f5-b2fca763184f" providerId="ADAL" clId="{1BD52E4F-3289-4796-97CD-88056BD008FC}" dt="2021-04-17T17:05:24.254" v="3132" actId="22"/>
          <ac:picMkLst>
            <pc:docMk/>
            <pc:sldMk cId="1798468208" sldId="364"/>
            <ac:picMk id="5" creationId="{80D74327-EBD1-43CF-B1A1-FC9C3B1F4FD0}"/>
          </ac:picMkLst>
        </pc:picChg>
      </pc:sldChg>
      <pc:sldChg chg="addSp modSp new mod modNotesTx">
        <pc:chgData name="Júlio César Chaves" userId="3f913fe9-3202-435d-b9f5-b2fca763184f" providerId="ADAL" clId="{1BD52E4F-3289-4796-97CD-88056BD008FC}" dt="2021-04-21T15:30:23.670" v="6359" actId="20577"/>
        <pc:sldMkLst>
          <pc:docMk/>
          <pc:sldMk cId="2883109771" sldId="365"/>
        </pc:sldMkLst>
        <pc:spChg chg="mod">
          <ac:chgData name="Júlio César Chaves" userId="3f913fe9-3202-435d-b9f5-b2fca763184f" providerId="ADAL" clId="{1BD52E4F-3289-4796-97CD-88056BD008FC}" dt="2021-04-17T17:10:59.843" v="3287" actId="14100"/>
          <ac:spMkLst>
            <pc:docMk/>
            <pc:sldMk cId="2883109771" sldId="365"/>
            <ac:spMk id="2" creationId="{0A213DBF-802B-4F7B-975A-A5A33F6FCC63}"/>
          </ac:spMkLst>
        </pc:spChg>
        <pc:spChg chg="add mod">
          <ac:chgData name="Júlio César Chaves" userId="3f913fe9-3202-435d-b9f5-b2fca763184f" providerId="ADAL" clId="{1BD52E4F-3289-4796-97CD-88056BD008FC}" dt="2021-04-17T17:10:44.544" v="3286" actId="20577"/>
          <ac:spMkLst>
            <pc:docMk/>
            <pc:sldMk cId="2883109771" sldId="365"/>
            <ac:spMk id="6" creationId="{0A6B1D80-B264-4E52-8ACC-175B68161102}"/>
          </ac:spMkLst>
        </pc:spChg>
        <pc:picChg chg="add mod">
          <ac:chgData name="Júlio César Chaves" userId="3f913fe9-3202-435d-b9f5-b2fca763184f" providerId="ADAL" clId="{1BD52E4F-3289-4796-97CD-88056BD008FC}" dt="2021-04-17T17:08:57.522" v="3196" actId="1076"/>
          <ac:picMkLst>
            <pc:docMk/>
            <pc:sldMk cId="2883109771" sldId="365"/>
            <ac:picMk id="5" creationId="{E3EE70B3-5B7E-4C6F-A8CF-F92BDE551EE3}"/>
          </ac:picMkLst>
        </pc:picChg>
      </pc:sldChg>
      <pc:sldChg chg="addSp delSp modSp new mod modClrScheme chgLayout modNotesTx">
        <pc:chgData name="Júlio César Chaves" userId="3f913fe9-3202-435d-b9f5-b2fca763184f" providerId="ADAL" clId="{1BD52E4F-3289-4796-97CD-88056BD008FC}" dt="2021-04-21T13:13:24.670" v="5302" actId="20577"/>
        <pc:sldMkLst>
          <pc:docMk/>
          <pc:sldMk cId="535472864" sldId="366"/>
        </pc:sldMkLst>
        <pc:spChg chg="del mod ord">
          <ac:chgData name="Júlio César Chaves" userId="3f913fe9-3202-435d-b9f5-b2fca763184f" providerId="ADAL" clId="{1BD52E4F-3289-4796-97CD-88056BD008FC}" dt="2021-04-19T22:28:43.260" v="3925" actId="700"/>
          <ac:spMkLst>
            <pc:docMk/>
            <pc:sldMk cId="535472864" sldId="366"/>
            <ac:spMk id="2" creationId="{58CB1EB6-95C5-43D4-A297-C1D94FADE9BF}"/>
          </ac:spMkLst>
        </pc:spChg>
        <pc:spChg chg="del mod ord">
          <ac:chgData name="Júlio César Chaves" userId="3f913fe9-3202-435d-b9f5-b2fca763184f" providerId="ADAL" clId="{1BD52E4F-3289-4796-97CD-88056BD008FC}" dt="2021-04-19T22:28:43.260" v="3925" actId="700"/>
          <ac:spMkLst>
            <pc:docMk/>
            <pc:sldMk cId="535472864" sldId="366"/>
            <ac:spMk id="3" creationId="{067D9B64-B8A6-4565-AB76-B63BC6235DB8}"/>
          </ac:spMkLst>
        </pc:spChg>
        <pc:spChg chg="del mod ord">
          <ac:chgData name="Júlio César Chaves" userId="3f913fe9-3202-435d-b9f5-b2fca763184f" providerId="ADAL" clId="{1BD52E4F-3289-4796-97CD-88056BD008FC}" dt="2021-04-19T22:28:43.260" v="3925" actId="700"/>
          <ac:spMkLst>
            <pc:docMk/>
            <pc:sldMk cId="535472864" sldId="366"/>
            <ac:spMk id="4" creationId="{068BF9AD-0A1F-40F9-899C-1D0F4B34576C}"/>
          </ac:spMkLst>
        </pc:spChg>
        <pc:spChg chg="add mod ord">
          <ac:chgData name="Júlio César Chaves" userId="3f913fe9-3202-435d-b9f5-b2fca763184f" providerId="ADAL" clId="{1BD52E4F-3289-4796-97CD-88056BD008FC}" dt="2021-04-19T22:29:01.712" v="3943" actId="20577"/>
          <ac:spMkLst>
            <pc:docMk/>
            <pc:sldMk cId="535472864" sldId="366"/>
            <ac:spMk id="5" creationId="{86429E50-EC8C-465F-B6A4-21DCFD7391CA}"/>
          </ac:spMkLst>
        </pc:spChg>
        <pc:spChg chg="add mod ord">
          <ac:chgData name="Júlio César Chaves" userId="3f913fe9-3202-435d-b9f5-b2fca763184f" providerId="ADAL" clId="{1BD52E4F-3289-4796-97CD-88056BD008FC}" dt="2021-04-21T13:11:46.117" v="5187" actId="20577"/>
          <ac:spMkLst>
            <pc:docMk/>
            <pc:sldMk cId="535472864" sldId="366"/>
            <ac:spMk id="6" creationId="{08BCF433-F3FF-4972-B615-D2AE63382BA9}"/>
          </ac:spMkLst>
        </pc:spChg>
        <pc:spChg chg="add mod ord">
          <ac:chgData name="Júlio César Chaves" userId="3f913fe9-3202-435d-b9f5-b2fca763184f" providerId="ADAL" clId="{1BD52E4F-3289-4796-97CD-88056BD008FC}" dt="2021-04-19T22:28:43.260" v="3925" actId="700"/>
          <ac:spMkLst>
            <pc:docMk/>
            <pc:sldMk cId="535472864" sldId="366"/>
            <ac:spMk id="7" creationId="{29B209FF-87FA-4DA6-9B57-DFFC50CFD8F7}"/>
          </ac:spMkLst>
        </pc:spChg>
        <pc:spChg chg="add mod ord">
          <ac:chgData name="Júlio César Chaves" userId="3f913fe9-3202-435d-b9f5-b2fca763184f" providerId="ADAL" clId="{1BD52E4F-3289-4796-97CD-88056BD008FC}" dt="2021-04-19T22:37:56.918" v="4937" actId="20577"/>
          <ac:spMkLst>
            <pc:docMk/>
            <pc:sldMk cId="535472864" sldId="366"/>
            <ac:spMk id="8" creationId="{DD25F577-5004-4410-B684-853264C66953}"/>
          </ac:spMkLst>
        </pc:spChg>
        <pc:spChg chg="add del">
          <ac:chgData name="Júlio César Chaves" userId="3f913fe9-3202-435d-b9f5-b2fca763184f" providerId="ADAL" clId="{1BD52E4F-3289-4796-97CD-88056BD008FC}" dt="2021-04-19T22:38:59.860" v="4941" actId="22"/>
          <ac:spMkLst>
            <pc:docMk/>
            <pc:sldMk cId="535472864" sldId="366"/>
            <ac:spMk id="10" creationId="{151D6C83-244C-493A-9F42-4C7ABE4EE832}"/>
          </ac:spMkLst>
        </pc:spChg>
      </pc:sldChg>
      <pc:sldChg chg="modSp add mod">
        <pc:chgData name="Júlio César Chaves" userId="3f913fe9-3202-435d-b9f5-b2fca763184f" providerId="ADAL" clId="{1BD52E4F-3289-4796-97CD-88056BD008FC}" dt="2021-05-04T21:53:46.549" v="7848" actId="20577"/>
        <pc:sldMkLst>
          <pc:docMk/>
          <pc:sldMk cId="965893609" sldId="367"/>
        </pc:sldMkLst>
        <pc:spChg chg="mod">
          <ac:chgData name="Júlio César Chaves" userId="3f913fe9-3202-435d-b9f5-b2fca763184f" providerId="ADAL" clId="{1BD52E4F-3289-4796-97CD-88056BD008FC}" dt="2021-05-04T21:53:46.549" v="7848" actId="20577"/>
          <ac:spMkLst>
            <pc:docMk/>
            <pc:sldMk cId="965893609" sldId="367"/>
            <ac:spMk id="6" creationId="{08BCF433-F3FF-4972-B615-D2AE63382BA9}"/>
          </ac:spMkLst>
        </pc:spChg>
        <pc:spChg chg="mod">
          <ac:chgData name="Júlio César Chaves" userId="3f913fe9-3202-435d-b9f5-b2fca763184f" providerId="ADAL" clId="{1BD52E4F-3289-4796-97CD-88056BD008FC}" dt="2021-04-19T22:39:40.836" v="4962" actId="13926"/>
          <ac:spMkLst>
            <pc:docMk/>
            <pc:sldMk cId="965893609" sldId="367"/>
            <ac:spMk id="8" creationId="{DD25F577-5004-4410-B684-853264C66953}"/>
          </ac:spMkLst>
        </pc:spChg>
      </pc:sldChg>
      <pc:sldChg chg="addSp delSp modSp add mod">
        <pc:chgData name="Júlio César Chaves" userId="3f913fe9-3202-435d-b9f5-b2fca763184f" providerId="ADAL" clId="{1BD52E4F-3289-4796-97CD-88056BD008FC}" dt="2021-04-27T18:10:41.677" v="7612" actId="14100"/>
        <pc:sldMkLst>
          <pc:docMk/>
          <pc:sldMk cId="82503280" sldId="368"/>
        </pc:sldMkLst>
        <pc:spChg chg="mod">
          <ac:chgData name="Júlio César Chaves" userId="3f913fe9-3202-435d-b9f5-b2fca763184f" providerId="ADAL" clId="{1BD52E4F-3289-4796-97CD-88056BD008FC}" dt="2021-04-21T13:52:59.954" v="6222" actId="20577"/>
          <ac:spMkLst>
            <pc:docMk/>
            <pc:sldMk cId="82503280" sldId="368"/>
            <ac:spMk id="6" creationId="{08BCF433-F3FF-4972-B615-D2AE63382BA9}"/>
          </ac:spMkLst>
        </pc:spChg>
        <pc:spChg chg="del mod">
          <ac:chgData name="Júlio César Chaves" userId="3f913fe9-3202-435d-b9f5-b2fca763184f" providerId="ADAL" clId="{1BD52E4F-3289-4796-97CD-88056BD008FC}" dt="2021-04-19T22:58:47.917" v="5004" actId="478"/>
          <ac:spMkLst>
            <pc:docMk/>
            <pc:sldMk cId="82503280" sldId="368"/>
            <ac:spMk id="8" creationId="{DD25F577-5004-4410-B684-853264C66953}"/>
          </ac:spMkLst>
        </pc:spChg>
        <pc:spChg chg="add del mod">
          <ac:chgData name="Júlio César Chaves" userId="3f913fe9-3202-435d-b9f5-b2fca763184f" providerId="ADAL" clId="{1BD52E4F-3289-4796-97CD-88056BD008FC}" dt="2021-04-19T22:58:50.829" v="5005" actId="478"/>
          <ac:spMkLst>
            <pc:docMk/>
            <pc:sldMk cId="82503280" sldId="368"/>
            <ac:spMk id="9" creationId="{22981FAB-2E9C-4740-B34E-B12C80535093}"/>
          </ac:spMkLst>
        </pc:spChg>
        <pc:picChg chg="add del mod">
          <ac:chgData name="Júlio César Chaves" userId="3f913fe9-3202-435d-b9f5-b2fca763184f" providerId="ADAL" clId="{1BD52E4F-3289-4796-97CD-88056BD008FC}" dt="2021-04-27T18:10:35.714" v="7610" actId="478"/>
          <ac:picMkLst>
            <pc:docMk/>
            <pc:sldMk cId="82503280" sldId="368"/>
            <ac:picMk id="3" creationId="{B61E3BE5-9B37-4397-B068-2A22E18F5091}"/>
          </ac:picMkLst>
        </pc:picChg>
        <pc:picChg chg="add mod">
          <ac:chgData name="Júlio César Chaves" userId="3f913fe9-3202-435d-b9f5-b2fca763184f" providerId="ADAL" clId="{1BD52E4F-3289-4796-97CD-88056BD008FC}" dt="2021-04-27T18:10:41.677" v="7612" actId="14100"/>
          <ac:picMkLst>
            <pc:docMk/>
            <pc:sldMk cId="82503280" sldId="368"/>
            <ac:picMk id="4" creationId="{00CBC117-1CCF-42C7-8500-EEECF7F9A443}"/>
          </ac:picMkLst>
        </pc:picChg>
      </pc:sldChg>
      <pc:sldChg chg="addSp delSp modSp add mod">
        <pc:chgData name="Júlio César Chaves" userId="3f913fe9-3202-435d-b9f5-b2fca763184f" providerId="ADAL" clId="{1BD52E4F-3289-4796-97CD-88056BD008FC}" dt="2021-04-27T18:19:52.888" v="7615" actId="1076"/>
        <pc:sldMkLst>
          <pc:docMk/>
          <pc:sldMk cId="3245609721" sldId="369"/>
        </pc:sldMkLst>
        <pc:spChg chg="mod">
          <ac:chgData name="Júlio César Chaves" userId="3f913fe9-3202-435d-b9f5-b2fca763184f" providerId="ADAL" clId="{1BD52E4F-3289-4796-97CD-88056BD008FC}" dt="2021-04-21T13:51:25.307" v="6182" actId="20577"/>
          <ac:spMkLst>
            <pc:docMk/>
            <pc:sldMk cId="3245609721" sldId="369"/>
            <ac:spMk id="6" creationId="{08BCF433-F3FF-4972-B615-D2AE63382BA9}"/>
          </ac:spMkLst>
        </pc:spChg>
        <pc:picChg chg="del">
          <ac:chgData name="Júlio César Chaves" userId="3f913fe9-3202-435d-b9f5-b2fca763184f" providerId="ADAL" clId="{1BD52E4F-3289-4796-97CD-88056BD008FC}" dt="2021-04-21T13:51:28.867" v="6183" actId="478"/>
          <ac:picMkLst>
            <pc:docMk/>
            <pc:sldMk cId="3245609721" sldId="369"/>
            <ac:picMk id="3" creationId="{B61E3BE5-9B37-4397-B068-2A22E18F5091}"/>
          </ac:picMkLst>
        </pc:picChg>
        <pc:picChg chg="add mod">
          <ac:chgData name="Júlio César Chaves" userId="3f913fe9-3202-435d-b9f5-b2fca763184f" providerId="ADAL" clId="{1BD52E4F-3289-4796-97CD-88056BD008FC}" dt="2021-04-27T18:19:52.888" v="7615" actId="1076"/>
          <ac:picMkLst>
            <pc:docMk/>
            <pc:sldMk cId="3245609721" sldId="369"/>
            <ac:picMk id="3" creationId="{E4BE693D-8E00-4313-9436-BE98FF778D0C}"/>
          </ac:picMkLst>
        </pc:picChg>
        <pc:picChg chg="add del mod">
          <ac:chgData name="Júlio César Chaves" userId="3f913fe9-3202-435d-b9f5-b2fca763184f" providerId="ADAL" clId="{1BD52E4F-3289-4796-97CD-88056BD008FC}" dt="2021-04-27T18:19:47.541" v="7613" actId="478"/>
          <ac:picMkLst>
            <pc:docMk/>
            <pc:sldMk cId="3245609721" sldId="369"/>
            <ac:picMk id="4" creationId="{07300B8E-0999-48FE-B744-8CA1ECE5F793}"/>
          </ac:picMkLst>
        </pc:picChg>
      </pc:sldChg>
      <pc:sldChg chg="addSp delSp modSp add mod modNotesTx">
        <pc:chgData name="Júlio César Chaves" userId="3f913fe9-3202-435d-b9f5-b2fca763184f" providerId="ADAL" clId="{1BD52E4F-3289-4796-97CD-88056BD008FC}" dt="2021-05-04T20:19:53.471" v="7681" actId="20577"/>
        <pc:sldMkLst>
          <pc:docMk/>
          <pc:sldMk cId="804575485" sldId="370"/>
        </pc:sldMkLst>
        <pc:spChg chg="mod">
          <ac:chgData name="Júlio César Chaves" userId="3f913fe9-3202-435d-b9f5-b2fca763184f" providerId="ADAL" clId="{1BD52E4F-3289-4796-97CD-88056BD008FC}" dt="2021-05-04T20:19:53.471" v="7681" actId="20577"/>
          <ac:spMkLst>
            <pc:docMk/>
            <pc:sldMk cId="804575485" sldId="370"/>
            <ac:spMk id="6" creationId="{08BCF433-F3FF-4972-B615-D2AE63382BA9}"/>
          </ac:spMkLst>
        </pc:spChg>
        <pc:spChg chg="add mod">
          <ac:chgData name="Júlio César Chaves" userId="3f913fe9-3202-435d-b9f5-b2fca763184f" providerId="ADAL" clId="{1BD52E4F-3289-4796-97CD-88056BD008FC}" dt="2021-04-21T18:16:32.948" v="7449" actId="20577"/>
          <ac:spMkLst>
            <pc:docMk/>
            <pc:sldMk cId="804575485" sldId="370"/>
            <ac:spMk id="8" creationId="{FF53BCD3-4F8F-44CF-82EF-E2F22B68033B}"/>
          </ac:spMkLst>
        </pc:spChg>
        <pc:picChg chg="del">
          <ac:chgData name="Júlio César Chaves" userId="3f913fe9-3202-435d-b9f5-b2fca763184f" providerId="ADAL" clId="{1BD52E4F-3289-4796-97CD-88056BD008FC}" dt="2021-04-21T15:25:40.765" v="6289" actId="478"/>
          <ac:picMkLst>
            <pc:docMk/>
            <pc:sldMk cId="804575485" sldId="370"/>
            <ac:picMk id="4" creationId="{07300B8E-0999-48FE-B744-8CA1ECE5F793}"/>
          </ac:picMkLst>
        </pc:picChg>
      </pc:sldChg>
      <pc:sldChg chg="addSp delSp modSp add mod">
        <pc:chgData name="Júlio César Chaves" userId="3f913fe9-3202-435d-b9f5-b2fca763184f" providerId="ADAL" clId="{1BD52E4F-3289-4796-97CD-88056BD008FC}" dt="2021-04-21T19:36:07.681" v="7567" actId="22"/>
        <pc:sldMkLst>
          <pc:docMk/>
          <pc:sldMk cId="2959543982" sldId="371"/>
        </pc:sldMkLst>
        <pc:spChg chg="add del mod">
          <ac:chgData name="Júlio César Chaves" userId="3f913fe9-3202-435d-b9f5-b2fca763184f" providerId="ADAL" clId="{1BD52E4F-3289-4796-97CD-88056BD008FC}" dt="2021-04-21T18:22:12.862" v="7553" actId="478"/>
          <ac:spMkLst>
            <pc:docMk/>
            <pc:sldMk cId="2959543982" sldId="371"/>
            <ac:spMk id="3" creationId="{5C119969-9C22-40DA-A77E-4464B8FA6DAE}"/>
          </ac:spMkLst>
        </pc:spChg>
        <pc:spChg chg="mod">
          <ac:chgData name="Júlio César Chaves" userId="3f913fe9-3202-435d-b9f5-b2fca763184f" providerId="ADAL" clId="{1BD52E4F-3289-4796-97CD-88056BD008FC}" dt="2021-04-21T19:35:38.363" v="7566" actId="20577"/>
          <ac:spMkLst>
            <pc:docMk/>
            <pc:sldMk cId="2959543982" sldId="371"/>
            <ac:spMk id="6" creationId="{08BCF433-F3FF-4972-B615-D2AE63382BA9}"/>
          </ac:spMkLst>
        </pc:spChg>
        <pc:spChg chg="del">
          <ac:chgData name="Júlio César Chaves" userId="3f913fe9-3202-435d-b9f5-b2fca763184f" providerId="ADAL" clId="{1BD52E4F-3289-4796-97CD-88056BD008FC}" dt="2021-04-21T18:22:06.480" v="7551" actId="478"/>
          <ac:spMkLst>
            <pc:docMk/>
            <pc:sldMk cId="2959543982" sldId="371"/>
            <ac:spMk id="8" creationId="{FF53BCD3-4F8F-44CF-82EF-E2F22B68033B}"/>
          </ac:spMkLst>
        </pc:spChg>
        <pc:picChg chg="add">
          <ac:chgData name="Júlio César Chaves" userId="3f913fe9-3202-435d-b9f5-b2fca763184f" providerId="ADAL" clId="{1BD52E4F-3289-4796-97CD-88056BD008FC}" dt="2021-04-21T19:36:07.681" v="7567" actId="22"/>
          <ac:picMkLst>
            <pc:docMk/>
            <pc:sldMk cId="2959543982" sldId="371"/>
            <ac:picMk id="9" creationId="{A2A754B1-264F-4CCA-9DA2-32277F22FFB5}"/>
          </ac:picMkLst>
        </pc:picChg>
      </pc:sldChg>
      <pc:sldChg chg="addSp delSp modSp add mod">
        <pc:chgData name="Júlio César Chaves" userId="3f913fe9-3202-435d-b9f5-b2fca763184f" providerId="ADAL" clId="{1BD52E4F-3289-4796-97CD-88056BD008FC}" dt="2021-04-21T21:08:52.871" v="7596" actId="22"/>
        <pc:sldMkLst>
          <pc:docMk/>
          <pc:sldMk cId="871739062" sldId="372"/>
        </pc:sldMkLst>
        <pc:spChg chg="mod">
          <ac:chgData name="Júlio César Chaves" userId="3f913fe9-3202-435d-b9f5-b2fca763184f" providerId="ADAL" clId="{1BD52E4F-3289-4796-97CD-88056BD008FC}" dt="2021-04-21T19:36:33.424" v="7595" actId="20577"/>
          <ac:spMkLst>
            <pc:docMk/>
            <pc:sldMk cId="871739062" sldId="372"/>
            <ac:spMk id="6" creationId="{08BCF433-F3FF-4972-B615-D2AE63382BA9}"/>
          </ac:spMkLst>
        </pc:spChg>
        <pc:picChg chg="add">
          <ac:chgData name="Júlio César Chaves" userId="3f913fe9-3202-435d-b9f5-b2fca763184f" providerId="ADAL" clId="{1BD52E4F-3289-4796-97CD-88056BD008FC}" dt="2021-04-21T21:08:52.871" v="7596" actId="22"/>
          <ac:picMkLst>
            <pc:docMk/>
            <pc:sldMk cId="871739062" sldId="372"/>
            <ac:picMk id="3" creationId="{F2C40689-E2D7-42A5-B6C5-4F2E00D2467D}"/>
          </ac:picMkLst>
        </pc:picChg>
        <pc:picChg chg="del">
          <ac:chgData name="Júlio César Chaves" userId="3f913fe9-3202-435d-b9f5-b2fca763184f" providerId="ADAL" clId="{1BD52E4F-3289-4796-97CD-88056BD008FC}" dt="2021-04-21T19:36:24.193" v="7569" actId="478"/>
          <ac:picMkLst>
            <pc:docMk/>
            <pc:sldMk cId="871739062" sldId="372"/>
            <ac:picMk id="9" creationId="{A2A754B1-264F-4CCA-9DA2-32277F22FFB5}"/>
          </ac:picMkLst>
        </pc:picChg>
      </pc:sldChg>
      <pc:sldChg chg="delSp modSp add mod">
        <pc:chgData name="Júlio César Chaves" userId="3f913fe9-3202-435d-b9f5-b2fca763184f" providerId="ADAL" clId="{1BD52E4F-3289-4796-97CD-88056BD008FC}" dt="2021-05-05T17:14:28.196" v="7887"/>
        <pc:sldMkLst>
          <pc:docMk/>
          <pc:sldMk cId="1597630539" sldId="373"/>
        </pc:sldMkLst>
        <pc:spChg chg="mod">
          <ac:chgData name="Júlio César Chaves" userId="3f913fe9-3202-435d-b9f5-b2fca763184f" providerId="ADAL" clId="{1BD52E4F-3289-4796-97CD-88056BD008FC}" dt="2021-05-05T17:14:28.196" v="7887"/>
          <ac:spMkLst>
            <pc:docMk/>
            <pc:sldMk cId="1597630539" sldId="373"/>
            <ac:spMk id="6" creationId="{08BCF433-F3FF-4972-B615-D2AE63382BA9}"/>
          </ac:spMkLst>
        </pc:spChg>
        <pc:picChg chg="del">
          <ac:chgData name="Júlio César Chaves" userId="3f913fe9-3202-435d-b9f5-b2fca763184f" providerId="ADAL" clId="{1BD52E4F-3289-4796-97CD-88056BD008FC}" dt="2021-04-21T21:09:00.510" v="7598" actId="478"/>
          <ac:picMkLst>
            <pc:docMk/>
            <pc:sldMk cId="1597630539" sldId="373"/>
            <ac:picMk id="3" creationId="{F2C40689-E2D7-42A5-B6C5-4F2E00D2467D}"/>
          </ac:picMkLst>
        </pc:picChg>
      </pc:sldChg>
      <pc:sldChg chg="addSp modSp new mod ord">
        <pc:chgData name="Júlio César Chaves" userId="3f913fe9-3202-435d-b9f5-b2fca763184f" providerId="ADAL" clId="{1BD52E4F-3289-4796-97CD-88056BD008FC}" dt="2021-05-13T11:29:05.314" v="7960"/>
        <pc:sldMkLst>
          <pc:docMk/>
          <pc:sldMk cId="2793274366" sldId="374"/>
        </pc:sldMkLst>
        <pc:spChg chg="mod">
          <ac:chgData name="Júlio César Chaves" userId="3f913fe9-3202-435d-b9f5-b2fca763184f" providerId="ADAL" clId="{1BD52E4F-3289-4796-97CD-88056BD008FC}" dt="2021-05-05T17:56:21.847" v="7924" actId="20577"/>
          <ac:spMkLst>
            <pc:docMk/>
            <pc:sldMk cId="2793274366" sldId="374"/>
            <ac:spMk id="2" creationId="{0F31EF74-37D8-470C-8EB1-0C5ED84BB6CE}"/>
          </ac:spMkLst>
        </pc:spChg>
        <pc:picChg chg="add mod">
          <ac:chgData name="Júlio César Chaves" userId="3f913fe9-3202-435d-b9f5-b2fca763184f" providerId="ADAL" clId="{1BD52E4F-3289-4796-97CD-88056BD008FC}" dt="2021-05-05T17:56:50.811" v="7931" actId="14100"/>
          <ac:picMkLst>
            <pc:docMk/>
            <pc:sldMk cId="2793274366" sldId="374"/>
            <ac:picMk id="5" creationId="{643D18F8-02EB-4AB2-82E4-E3CB43A68A47}"/>
          </ac:picMkLst>
        </pc:picChg>
      </pc:sldChg>
      <pc:sldChg chg="new del">
        <pc:chgData name="Júlio César Chaves" userId="3f913fe9-3202-435d-b9f5-b2fca763184f" providerId="ADAL" clId="{1BD52E4F-3289-4796-97CD-88056BD008FC}" dt="2021-05-08T15:51:45.844" v="7958" actId="47"/>
        <pc:sldMkLst>
          <pc:docMk/>
          <pc:sldMk cId="3883208068" sldId="375"/>
        </pc:sldMkLst>
      </pc:sldChg>
      <pc:sldChg chg="addSp delSp modSp add mod">
        <pc:chgData name="Júlio César Chaves" userId="3f913fe9-3202-435d-b9f5-b2fca763184f" providerId="ADAL" clId="{1BD52E4F-3289-4796-97CD-88056BD008FC}" dt="2021-05-08T15:51:35.773" v="7957" actId="20577"/>
        <pc:sldMkLst>
          <pc:docMk/>
          <pc:sldMk cId="4244821324" sldId="376"/>
        </pc:sldMkLst>
        <pc:spChg chg="mod">
          <ac:chgData name="Júlio César Chaves" userId="3f913fe9-3202-435d-b9f5-b2fca763184f" providerId="ADAL" clId="{1BD52E4F-3289-4796-97CD-88056BD008FC}" dt="2021-05-08T15:51:35.773" v="7957" actId="20577"/>
          <ac:spMkLst>
            <pc:docMk/>
            <pc:sldMk cId="4244821324" sldId="376"/>
            <ac:spMk id="6" creationId="{08BCF433-F3FF-4972-B615-D2AE63382BA9}"/>
          </ac:spMkLst>
        </pc:spChg>
        <pc:picChg chg="del">
          <ac:chgData name="Júlio César Chaves" userId="3f913fe9-3202-435d-b9f5-b2fca763184f" providerId="ADAL" clId="{1BD52E4F-3289-4796-97CD-88056BD008FC}" dt="2021-05-08T14:59:59.834" v="7945" actId="478"/>
          <ac:picMkLst>
            <pc:docMk/>
            <pc:sldMk cId="4244821324" sldId="376"/>
            <ac:picMk id="3" creationId="{F2C40689-E2D7-42A5-B6C5-4F2E00D2467D}"/>
          </ac:picMkLst>
        </pc:picChg>
        <pc:picChg chg="add mod">
          <ac:chgData name="Júlio César Chaves" userId="3f913fe9-3202-435d-b9f5-b2fca763184f" providerId="ADAL" clId="{1BD52E4F-3289-4796-97CD-88056BD008FC}" dt="2021-05-08T15:50:36.559" v="7947" actId="1076"/>
          <ac:picMkLst>
            <pc:docMk/>
            <pc:sldMk cId="4244821324" sldId="376"/>
            <ac:picMk id="4" creationId="{B478F09B-E5A3-4552-95C9-F3BAFA9B3F6B}"/>
          </ac:picMkLst>
        </pc:picChg>
      </pc:sldChg>
      <pc:sldChg chg="addSp delSp modSp add mod">
        <pc:chgData name="Júlio César Chaves" userId="3f913fe9-3202-435d-b9f5-b2fca763184f" providerId="ADAL" clId="{1BD52E4F-3289-4796-97CD-88056BD008FC}" dt="2021-05-19T17:44:13.988" v="7978" actId="20577"/>
        <pc:sldMkLst>
          <pc:docMk/>
          <pc:sldMk cId="1480385169" sldId="377"/>
        </pc:sldMkLst>
        <pc:spChg chg="mod">
          <ac:chgData name="Júlio César Chaves" userId="3f913fe9-3202-435d-b9f5-b2fca763184f" providerId="ADAL" clId="{1BD52E4F-3289-4796-97CD-88056BD008FC}" dt="2021-05-19T17:44:13.988" v="7978" actId="20577"/>
          <ac:spMkLst>
            <pc:docMk/>
            <pc:sldMk cId="1480385169" sldId="377"/>
            <ac:spMk id="6" creationId="{08BCF433-F3FF-4972-B615-D2AE63382BA9}"/>
          </ac:spMkLst>
        </pc:spChg>
        <pc:picChg chg="add mod">
          <ac:chgData name="Júlio César Chaves" userId="3f913fe9-3202-435d-b9f5-b2fca763184f" providerId="ADAL" clId="{1BD52E4F-3289-4796-97CD-88056BD008FC}" dt="2021-05-19T17:43:52.334" v="7965" actId="14100"/>
          <ac:picMkLst>
            <pc:docMk/>
            <pc:sldMk cId="1480385169" sldId="377"/>
            <ac:picMk id="3" creationId="{8BD7E6D5-98FD-4040-9B0F-780A5F5CC764}"/>
          </ac:picMkLst>
        </pc:picChg>
        <pc:picChg chg="del">
          <ac:chgData name="Júlio César Chaves" userId="3f913fe9-3202-435d-b9f5-b2fca763184f" providerId="ADAL" clId="{1BD52E4F-3289-4796-97CD-88056BD008FC}" dt="2021-05-13T19:11:20.426" v="7962" actId="478"/>
          <ac:picMkLst>
            <pc:docMk/>
            <pc:sldMk cId="1480385169" sldId="377"/>
            <ac:picMk id="4" creationId="{B478F09B-E5A3-4552-95C9-F3BAFA9B3F6B}"/>
          </ac:picMkLst>
        </pc:picChg>
      </pc:sldChg>
      <pc:sldChg chg="modSp new mod">
        <pc:chgData name="Júlio César Chaves" userId="3f913fe9-3202-435d-b9f5-b2fca763184f" providerId="ADAL" clId="{1BD52E4F-3289-4796-97CD-88056BD008FC}" dt="2021-05-19T18:41:33.151" v="8924" actId="20577"/>
        <pc:sldMkLst>
          <pc:docMk/>
          <pc:sldMk cId="1959266465" sldId="378"/>
        </pc:sldMkLst>
        <pc:spChg chg="mod">
          <ac:chgData name="Júlio César Chaves" userId="3f913fe9-3202-435d-b9f5-b2fca763184f" providerId="ADAL" clId="{1BD52E4F-3289-4796-97CD-88056BD008FC}" dt="2021-05-19T17:57:36.897" v="8003" actId="20577"/>
          <ac:spMkLst>
            <pc:docMk/>
            <pc:sldMk cId="1959266465" sldId="378"/>
            <ac:spMk id="2" creationId="{DF1295CC-07F2-4D6E-8C0A-860270B83BD8}"/>
          </ac:spMkLst>
        </pc:spChg>
        <pc:spChg chg="mod">
          <ac:chgData name="Júlio César Chaves" userId="3f913fe9-3202-435d-b9f5-b2fca763184f" providerId="ADAL" clId="{1BD52E4F-3289-4796-97CD-88056BD008FC}" dt="2021-05-19T18:41:33.151" v="8924" actId="20577"/>
          <ac:spMkLst>
            <pc:docMk/>
            <pc:sldMk cId="1959266465" sldId="378"/>
            <ac:spMk id="3" creationId="{7F5B3A1B-7C55-4EC3-A7C5-433256099836}"/>
          </ac:spMkLst>
        </pc:spChg>
      </pc:sldChg>
    </pc:docChg>
  </pc:docChgLst>
  <pc:docChgLst>
    <pc:chgData name="Júlio César Chaves" userId="3f913fe9-3202-435d-b9f5-b2fca763184f" providerId="ADAL" clId="{202E3450-AB77-42DD-AA9D-87352B176AB3}"/>
    <pc:docChg chg="undo custSel addSld delSld modSld sldOrd modMainMaster modSection">
      <pc:chgData name="Júlio César Chaves" userId="3f913fe9-3202-435d-b9f5-b2fca763184f" providerId="ADAL" clId="{202E3450-AB77-42DD-AA9D-87352B176AB3}" dt="2021-03-29T13:20:05.456" v="1772" actId="20577"/>
      <pc:docMkLst>
        <pc:docMk/>
      </pc:docMkLst>
      <pc:sldChg chg="modSp add mod">
        <pc:chgData name="Júlio César Chaves" userId="3f913fe9-3202-435d-b9f5-b2fca763184f" providerId="ADAL" clId="{202E3450-AB77-42DD-AA9D-87352B176AB3}" dt="2021-03-18T07:55:02.888" v="107" actId="27636"/>
        <pc:sldMkLst>
          <pc:docMk/>
          <pc:sldMk cId="0" sldId="257"/>
        </pc:sldMkLst>
        <pc:spChg chg="mod">
          <ac:chgData name="Júlio César Chaves" userId="3f913fe9-3202-435d-b9f5-b2fca763184f" providerId="ADAL" clId="{202E3450-AB77-42DD-AA9D-87352B176AB3}" dt="2021-03-18T07:55:02.888" v="107" actId="27636"/>
          <ac:spMkLst>
            <pc:docMk/>
            <pc:sldMk cId="0" sldId="257"/>
            <ac:spMk id="9219" creationId="{CF82720D-2D92-4734-A8D4-E6D63D6DADB3}"/>
          </ac:spMkLst>
        </pc:spChg>
      </pc:sldChg>
      <pc:sldChg chg="addSp modSp mod">
        <pc:chgData name="Júlio César Chaves" userId="3f913fe9-3202-435d-b9f5-b2fca763184f" providerId="ADAL" clId="{202E3450-AB77-42DD-AA9D-87352B176AB3}" dt="2021-03-08T21:52:16.394" v="32" actId="1076"/>
        <pc:sldMkLst>
          <pc:docMk/>
          <pc:sldMk cId="1907083369" sldId="259"/>
        </pc:sldMkLst>
        <pc:spChg chg="add mod">
          <ac:chgData name="Júlio César Chaves" userId="3f913fe9-3202-435d-b9f5-b2fca763184f" providerId="ADAL" clId="{202E3450-AB77-42DD-AA9D-87352B176AB3}" dt="2021-03-08T21:52:16.394" v="32" actId="1076"/>
          <ac:spMkLst>
            <pc:docMk/>
            <pc:sldMk cId="1907083369" sldId="259"/>
            <ac:spMk id="2" creationId="{CE784A9F-2F14-47A1-9BDA-D2347E4C0043}"/>
          </ac:spMkLst>
        </pc:spChg>
        <pc:spChg chg="mod">
          <ac:chgData name="Júlio César Chaves" userId="3f913fe9-3202-435d-b9f5-b2fca763184f" providerId="ADAL" clId="{202E3450-AB77-42DD-AA9D-87352B176AB3}" dt="2021-03-08T21:50:58.782" v="7" actId="20577"/>
          <ac:spMkLst>
            <pc:docMk/>
            <pc:sldMk cId="1907083369" sldId="259"/>
            <ac:spMk id="3" creationId="{00000000-0000-0000-0000-000000000000}"/>
          </ac:spMkLst>
        </pc:spChg>
      </pc:sldChg>
      <pc:sldChg chg="del">
        <pc:chgData name="Júlio César Chaves" userId="3f913fe9-3202-435d-b9f5-b2fca763184f" providerId="ADAL" clId="{202E3450-AB77-42DD-AA9D-87352B176AB3}" dt="2021-03-08T21:53:03.571" v="41" actId="47"/>
        <pc:sldMkLst>
          <pc:docMk/>
          <pc:sldMk cId="105159225" sldId="260"/>
        </pc:sldMkLst>
      </pc:sldChg>
      <pc:sldChg chg="del">
        <pc:chgData name="Júlio César Chaves" userId="3f913fe9-3202-435d-b9f5-b2fca763184f" providerId="ADAL" clId="{202E3450-AB77-42DD-AA9D-87352B176AB3}" dt="2021-03-08T21:52:47.241" v="35" actId="47"/>
        <pc:sldMkLst>
          <pc:docMk/>
          <pc:sldMk cId="1708017829" sldId="261"/>
        </pc:sldMkLst>
      </pc:sldChg>
      <pc:sldChg chg="modSp mod">
        <pc:chgData name="Júlio César Chaves" userId="3f913fe9-3202-435d-b9f5-b2fca763184f" providerId="ADAL" clId="{202E3450-AB77-42DD-AA9D-87352B176AB3}" dt="2021-03-18T14:30:32.256" v="920" actId="27636"/>
        <pc:sldMkLst>
          <pc:docMk/>
          <pc:sldMk cId="1224668880" sldId="262"/>
        </pc:sldMkLst>
        <pc:spChg chg="mod">
          <ac:chgData name="Júlio César Chaves" userId="3f913fe9-3202-435d-b9f5-b2fca763184f" providerId="ADAL" clId="{202E3450-AB77-42DD-AA9D-87352B176AB3}" dt="2021-03-18T14:30:32.256" v="920" actId="27636"/>
          <ac:spMkLst>
            <pc:docMk/>
            <pc:sldMk cId="1224668880" sldId="262"/>
            <ac:spMk id="17411" creationId="{8F8CC656-C0D2-4541-9CB7-DC991B3E16DC}"/>
          </ac:spMkLst>
        </pc:spChg>
      </pc:sldChg>
      <pc:sldChg chg="del">
        <pc:chgData name="Júlio César Chaves" userId="3f913fe9-3202-435d-b9f5-b2fca763184f" providerId="ADAL" clId="{202E3450-AB77-42DD-AA9D-87352B176AB3}" dt="2021-03-08T21:53:01.553" v="40" actId="47"/>
        <pc:sldMkLst>
          <pc:docMk/>
          <pc:sldMk cId="206239057" sldId="263"/>
        </pc:sldMkLst>
      </pc:sldChg>
      <pc:sldChg chg="modSp mod">
        <pc:chgData name="Júlio César Chaves" userId="3f913fe9-3202-435d-b9f5-b2fca763184f" providerId="ADAL" clId="{202E3450-AB77-42DD-AA9D-87352B176AB3}" dt="2021-03-18T14:30:32.278" v="921" actId="27636"/>
        <pc:sldMkLst>
          <pc:docMk/>
          <pc:sldMk cId="0" sldId="266"/>
        </pc:sldMkLst>
        <pc:spChg chg="mod">
          <ac:chgData name="Júlio César Chaves" userId="3f913fe9-3202-435d-b9f5-b2fca763184f" providerId="ADAL" clId="{202E3450-AB77-42DD-AA9D-87352B176AB3}" dt="2021-03-18T14:30:32.278" v="921" actId="27636"/>
          <ac:spMkLst>
            <pc:docMk/>
            <pc:sldMk cId="0" sldId="266"/>
            <ac:spMk id="23555" creationId="{B5E917C5-5CDF-4851-8B67-C5AC11EC7980}"/>
          </ac:spMkLst>
        </pc:spChg>
      </pc:sldChg>
      <pc:sldChg chg="modSp mod">
        <pc:chgData name="Júlio César Chaves" userId="3f913fe9-3202-435d-b9f5-b2fca763184f" providerId="ADAL" clId="{202E3450-AB77-42DD-AA9D-87352B176AB3}" dt="2021-03-18T14:31:33.115" v="924" actId="14100"/>
        <pc:sldMkLst>
          <pc:docMk/>
          <pc:sldMk cId="0" sldId="268"/>
        </pc:sldMkLst>
        <pc:spChg chg="mod">
          <ac:chgData name="Júlio César Chaves" userId="3f913fe9-3202-435d-b9f5-b2fca763184f" providerId="ADAL" clId="{202E3450-AB77-42DD-AA9D-87352B176AB3}" dt="2021-03-18T14:31:33.115" v="924" actId="14100"/>
          <ac:spMkLst>
            <pc:docMk/>
            <pc:sldMk cId="0" sldId="268"/>
            <ac:spMk id="28674" creationId="{47AC228E-4C67-41A5-BEE9-AC462ED34BDC}"/>
          </ac:spMkLst>
        </pc:spChg>
      </pc:sldChg>
      <pc:sldChg chg="modSp mod">
        <pc:chgData name="Júlio César Chaves" userId="3f913fe9-3202-435d-b9f5-b2fca763184f" providerId="ADAL" clId="{202E3450-AB77-42DD-AA9D-87352B176AB3}" dt="2021-03-18T14:31:58.921" v="935" actId="1035"/>
        <pc:sldMkLst>
          <pc:docMk/>
          <pc:sldMk cId="0" sldId="269"/>
        </pc:sldMkLst>
        <pc:spChg chg="mod">
          <ac:chgData name="Júlio César Chaves" userId="3f913fe9-3202-435d-b9f5-b2fca763184f" providerId="ADAL" clId="{202E3450-AB77-42DD-AA9D-87352B176AB3}" dt="2021-03-18T14:31:58.921" v="935" actId="1035"/>
          <ac:spMkLst>
            <pc:docMk/>
            <pc:sldMk cId="0" sldId="269"/>
            <ac:spMk id="9" creationId="{6C0C55B5-B6AD-4AF8-97EA-C4A949CD96B3}"/>
          </ac:spMkLst>
        </pc:spChg>
      </pc:sldChg>
      <pc:sldChg chg="modSp mod">
        <pc:chgData name="Júlio César Chaves" userId="3f913fe9-3202-435d-b9f5-b2fca763184f" providerId="ADAL" clId="{202E3450-AB77-42DD-AA9D-87352B176AB3}" dt="2021-03-18T14:32:21.589" v="937" actId="14100"/>
        <pc:sldMkLst>
          <pc:docMk/>
          <pc:sldMk cId="0" sldId="270"/>
        </pc:sldMkLst>
        <pc:spChg chg="mod">
          <ac:chgData name="Júlio César Chaves" userId="3f913fe9-3202-435d-b9f5-b2fca763184f" providerId="ADAL" clId="{202E3450-AB77-42DD-AA9D-87352B176AB3}" dt="2021-03-18T14:32:21.589" v="937" actId="14100"/>
          <ac:spMkLst>
            <pc:docMk/>
            <pc:sldMk cId="0" sldId="270"/>
            <ac:spMk id="34819" creationId="{16B4A812-17FC-410F-A37B-B702CA113186}"/>
          </ac:spMkLst>
        </pc:spChg>
      </pc:sldChg>
      <pc:sldChg chg="modSp mod">
        <pc:chgData name="Júlio César Chaves" userId="3f913fe9-3202-435d-b9f5-b2fca763184f" providerId="ADAL" clId="{202E3450-AB77-42DD-AA9D-87352B176AB3}" dt="2021-03-18T14:32:46.448" v="939" actId="14100"/>
        <pc:sldMkLst>
          <pc:docMk/>
          <pc:sldMk cId="0" sldId="271"/>
        </pc:sldMkLst>
        <pc:spChg chg="mod">
          <ac:chgData name="Júlio César Chaves" userId="3f913fe9-3202-435d-b9f5-b2fca763184f" providerId="ADAL" clId="{202E3450-AB77-42DD-AA9D-87352B176AB3}" dt="2021-03-18T14:32:46.448" v="939" actId="14100"/>
          <ac:spMkLst>
            <pc:docMk/>
            <pc:sldMk cId="0" sldId="271"/>
            <ac:spMk id="36867" creationId="{57C04491-A751-4B96-8D45-5E182DAC8EE1}"/>
          </ac:spMkLst>
        </pc:spChg>
      </pc:sldChg>
      <pc:sldChg chg="modSp mod">
        <pc:chgData name="Júlio César Chaves" userId="3f913fe9-3202-435d-b9f5-b2fca763184f" providerId="ADAL" clId="{202E3450-AB77-42DD-AA9D-87352B176AB3}" dt="2021-03-18T14:33:05.446" v="941" actId="14100"/>
        <pc:sldMkLst>
          <pc:docMk/>
          <pc:sldMk cId="0" sldId="272"/>
        </pc:sldMkLst>
        <pc:spChg chg="mod">
          <ac:chgData name="Júlio César Chaves" userId="3f913fe9-3202-435d-b9f5-b2fca763184f" providerId="ADAL" clId="{202E3450-AB77-42DD-AA9D-87352B176AB3}" dt="2021-03-18T14:33:05.446" v="941" actId="14100"/>
          <ac:spMkLst>
            <pc:docMk/>
            <pc:sldMk cId="0" sldId="272"/>
            <ac:spMk id="38915" creationId="{6E4DEB2C-7903-4914-ADEC-25843E2E107A}"/>
          </ac:spMkLst>
        </pc:spChg>
      </pc:sldChg>
      <pc:sldChg chg="modSp mod">
        <pc:chgData name="Júlio César Chaves" userId="3f913fe9-3202-435d-b9f5-b2fca763184f" providerId="ADAL" clId="{202E3450-AB77-42DD-AA9D-87352B176AB3}" dt="2021-03-18T14:33:24.628" v="943" actId="14100"/>
        <pc:sldMkLst>
          <pc:docMk/>
          <pc:sldMk cId="0" sldId="273"/>
        </pc:sldMkLst>
        <pc:spChg chg="mod">
          <ac:chgData name="Júlio César Chaves" userId="3f913fe9-3202-435d-b9f5-b2fca763184f" providerId="ADAL" clId="{202E3450-AB77-42DD-AA9D-87352B176AB3}" dt="2021-03-18T14:33:24.628" v="943" actId="14100"/>
          <ac:spMkLst>
            <pc:docMk/>
            <pc:sldMk cId="0" sldId="273"/>
            <ac:spMk id="40963" creationId="{C177136C-D124-4902-8CD0-428012A2B16A}"/>
          </ac:spMkLst>
        </pc:spChg>
      </pc:sldChg>
      <pc:sldChg chg="del">
        <pc:chgData name="Júlio César Chaves" userId="3f913fe9-3202-435d-b9f5-b2fca763184f" providerId="ADAL" clId="{202E3450-AB77-42DD-AA9D-87352B176AB3}" dt="2021-03-08T21:52:44.462" v="34" actId="47"/>
        <pc:sldMkLst>
          <pc:docMk/>
          <pc:sldMk cId="2838214233" sldId="273"/>
        </pc:sldMkLst>
      </pc:sldChg>
      <pc:sldChg chg="modSp mod">
        <pc:chgData name="Júlio César Chaves" userId="3f913fe9-3202-435d-b9f5-b2fca763184f" providerId="ADAL" clId="{202E3450-AB77-42DD-AA9D-87352B176AB3}" dt="2021-03-18T14:33:32.048" v="944" actId="14100"/>
        <pc:sldMkLst>
          <pc:docMk/>
          <pc:sldMk cId="0" sldId="274"/>
        </pc:sldMkLst>
        <pc:spChg chg="mod">
          <ac:chgData name="Júlio César Chaves" userId="3f913fe9-3202-435d-b9f5-b2fca763184f" providerId="ADAL" clId="{202E3450-AB77-42DD-AA9D-87352B176AB3}" dt="2021-03-18T14:33:32.048" v="944" actId="14100"/>
          <ac:spMkLst>
            <pc:docMk/>
            <pc:sldMk cId="0" sldId="274"/>
            <ac:spMk id="43011" creationId="{2116F169-CE98-42C0-809D-8B69647CE2BC}"/>
          </ac:spMkLst>
        </pc:spChg>
      </pc:sldChg>
      <pc:sldChg chg="addSp delSp modSp add del mod ord">
        <pc:chgData name="Júlio César Chaves" userId="3f913fe9-3202-435d-b9f5-b2fca763184f" providerId="ADAL" clId="{202E3450-AB77-42DD-AA9D-87352B176AB3}" dt="2021-03-17T19:45:00.232" v="105" actId="1076"/>
        <pc:sldMkLst>
          <pc:docMk/>
          <pc:sldMk cId="3243391703" sldId="275"/>
        </pc:sldMkLst>
        <pc:spChg chg="add del mod">
          <ac:chgData name="Júlio César Chaves" userId="3f913fe9-3202-435d-b9f5-b2fca763184f" providerId="ADAL" clId="{202E3450-AB77-42DD-AA9D-87352B176AB3}" dt="2021-03-17T19:42:20.592" v="92" actId="478"/>
          <ac:spMkLst>
            <pc:docMk/>
            <pc:sldMk cId="3243391703" sldId="275"/>
            <ac:spMk id="7" creationId="{C58F5342-B323-4645-A288-4E64F1AB7B93}"/>
          </ac:spMkLst>
        </pc:spChg>
        <pc:spChg chg="add mod">
          <ac:chgData name="Júlio César Chaves" userId="3f913fe9-3202-435d-b9f5-b2fca763184f" providerId="ADAL" clId="{202E3450-AB77-42DD-AA9D-87352B176AB3}" dt="2021-03-17T19:44:49.923" v="101" actId="1076"/>
          <ac:spMkLst>
            <pc:docMk/>
            <pc:sldMk cId="3243391703" sldId="275"/>
            <ac:spMk id="8" creationId="{7A8C3F43-F5DA-4276-B3D6-B0EA1D56E17B}"/>
          </ac:spMkLst>
        </pc:spChg>
        <pc:spChg chg="add mod">
          <ac:chgData name="Júlio César Chaves" userId="3f913fe9-3202-435d-b9f5-b2fca763184f" providerId="ADAL" clId="{202E3450-AB77-42DD-AA9D-87352B176AB3}" dt="2021-03-17T19:45:00.232" v="105" actId="1076"/>
          <ac:spMkLst>
            <pc:docMk/>
            <pc:sldMk cId="3243391703" sldId="275"/>
            <ac:spMk id="11" creationId="{60CA3735-2FCD-4097-A264-49D35F1E1CA4}"/>
          </ac:spMkLst>
        </pc:spChg>
        <pc:picChg chg="mod">
          <ac:chgData name="Júlio César Chaves" userId="3f913fe9-3202-435d-b9f5-b2fca763184f" providerId="ADAL" clId="{202E3450-AB77-42DD-AA9D-87352B176AB3}" dt="2021-03-17T19:44:54.838" v="103" actId="1076"/>
          <ac:picMkLst>
            <pc:docMk/>
            <pc:sldMk cId="3243391703" sldId="275"/>
            <ac:picMk id="4" creationId="{6399238D-AAF7-4BCA-A085-95EAEEC6D3A3}"/>
          </ac:picMkLst>
        </pc:picChg>
        <pc:picChg chg="add mod">
          <ac:chgData name="Júlio César Chaves" userId="3f913fe9-3202-435d-b9f5-b2fca763184f" providerId="ADAL" clId="{202E3450-AB77-42DD-AA9D-87352B176AB3}" dt="2021-03-17T19:44:48.281" v="100" actId="1076"/>
          <ac:picMkLst>
            <pc:docMk/>
            <pc:sldMk cId="3243391703" sldId="275"/>
            <ac:picMk id="5" creationId="{05B63AD9-2BD0-49CE-87CD-F4E276977ABE}"/>
          </ac:picMkLst>
        </pc:picChg>
        <pc:picChg chg="del">
          <ac:chgData name="Júlio César Chaves" userId="3f913fe9-3202-435d-b9f5-b2fca763184f" providerId="ADAL" clId="{202E3450-AB77-42DD-AA9D-87352B176AB3}" dt="2021-03-17T19:40:30.035" v="84" actId="478"/>
          <ac:picMkLst>
            <pc:docMk/>
            <pc:sldMk cId="3243391703" sldId="275"/>
            <ac:picMk id="6" creationId="{9DD91197-0A49-CF49-9D39-548561B59DCB}"/>
          </ac:picMkLst>
        </pc:picChg>
        <pc:picChg chg="mod">
          <ac:chgData name="Júlio César Chaves" userId="3f913fe9-3202-435d-b9f5-b2fca763184f" providerId="ADAL" clId="{202E3450-AB77-42DD-AA9D-87352B176AB3}" dt="2021-03-17T19:44:42.844" v="98" actId="14100"/>
          <ac:picMkLst>
            <pc:docMk/>
            <pc:sldMk cId="3243391703" sldId="275"/>
            <ac:picMk id="1026" creationId="{75B7FDFE-018C-4560-89C7-6912EF6F0061}"/>
          </ac:picMkLst>
        </pc:picChg>
        <pc:picChg chg="add mod">
          <ac:chgData name="Júlio César Chaves" userId="3f913fe9-3202-435d-b9f5-b2fca763184f" providerId="ADAL" clId="{202E3450-AB77-42DD-AA9D-87352B176AB3}" dt="2021-03-17T19:44:52.451" v="102" actId="14100"/>
          <ac:picMkLst>
            <pc:docMk/>
            <pc:sldMk cId="3243391703" sldId="275"/>
            <ac:picMk id="1028" creationId="{2A03F612-F2CA-4790-9EF6-A65099EAAF77}"/>
          </ac:picMkLst>
        </pc:picChg>
      </pc:sldChg>
      <pc:sldChg chg="del">
        <pc:chgData name="Júlio César Chaves" userId="3f913fe9-3202-435d-b9f5-b2fca763184f" providerId="ADAL" clId="{202E3450-AB77-42DD-AA9D-87352B176AB3}" dt="2021-03-08T21:53:05.409" v="43" actId="47"/>
        <pc:sldMkLst>
          <pc:docMk/>
          <pc:sldMk cId="2269996650" sldId="276"/>
        </pc:sldMkLst>
      </pc:sldChg>
      <pc:sldChg chg="modSp mod ord">
        <pc:chgData name="Júlio César Chaves" userId="3f913fe9-3202-435d-b9f5-b2fca763184f" providerId="ADAL" clId="{202E3450-AB77-42DD-AA9D-87352B176AB3}" dt="2021-03-18T08:33:26.985" v="450"/>
        <pc:sldMkLst>
          <pc:docMk/>
          <pc:sldMk cId="1673362298" sldId="277"/>
        </pc:sldMkLst>
        <pc:spChg chg="mod">
          <ac:chgData name="Júlio César Chaves" userId="3f913fe9-3202-435d-b9f5-b2fca763184f" providerId="ADAL" clId="{202E3450-AB77-42DD-AA9D-87352B176AB3}" dt="2021-03-17T19:40:15.475" v="83" actId="20577"/>
          <ac:spMkLst>
            <pc:docMk/>
            <pc:sldMk cId="1673362298" sldId="277"/>
            <ac:spMk id="18" creationId="{EF872F83-914D-E44A-95A8-861FCEB27D64}"/>
          </ac:spMkLst>
        </pc:spChg>
      </pc:sldChg>
      <pc:sldChg chg="del">
        <pc:chgData name="Júlio César Chaves" userId="3f913fe9-3202-435d-b9f5-b2fca763184f" providerId="ADAL" clId="{202E3450-AB77-42DD-AA9D-87352B176AB3}" dt="2021-03-08T21:52:34.043" v="33" actId="47"/>
        <pc:sldMkLst>
          <pc:docMk/>
          <pc:sldMk cId="190214058" sldId="278"/>
        </pc:sldMkLst>
      </pc:sldChg>
      <pc:sldChg chg="modSp new mod">
        <pc:chgData name="Júlio César Chaves" userId="3f913fe9-3202-435d-b9f5-b2fca763184f" providerId="ADAL" clId="{202E3450-AB77-42DD-AA9D-87352B176AB3}" dt="2021-03-17T19:36:31.158" v="79" actId="20577"/>
        <pc:sldMkLst>
          <pc:docMk/>
          <pc:sldMk cId="1211216815" sldId="280"/>
        </pc:sldMkLst>
        <pc:spChg chg="mod">
          <ac:chgData name="Júlio César Chaves" userId="3f913fe9-3202-435d-b9f5-b2fca763184f" providerId="ADAL" clId="{202E3450-AB77-42DD-AA9D-87352B176AB3}" dt="2021-03-17T19:36:31.158" v="79" actId="20577"/>
          <ac:spMkLst>
            <pc:docMk/>
            <pc:sldMk cId="1211216815" sldId="280"/>
            <ac:spMk id="2" creationId="{EBB35754-8183-4BC0-9F10-018D2C39470D}"/>
          </ac:spMkLst>
        </pc:spChg>
      </pc:sldChg>
      <pc:sldChg chg="del">
        <pc:chgData name="Júlio César Chaves" userId="3f913fe9-3202-435d-b9f5-b2fca763184f" providerId="ADAL" clId="{202E3450-AB77-42DD-AA9D-87352B176AB3}" dt="2021-03-08T21:52:55.057" v="36" actId="47"/>
        <pc:sldMkLst>
          <pc:docMk/>
          <pc:sldMk cId="4282460364" sldId="280"/>
        </pc:sldMkLst>
      </pc:sldChg>
      <pc:sldChg chg="del">
        <pc:chgData name="Júlio César Chaves" userId="3f913fe9-3202-435d-b9f5-b2fca763184f" providerId="ADAL" clId="{202E3450-AB77-42DD-AA9D-87352B176AB3}" dt="2021-03-08T21:52:57.891" v="37" actId="47"/>
        <pc:sldMkLst>
          <pc:docMk/>
          <pc:sldMk cId="639344294" sldId="281"/>
        </pc:sldMkLst>
      </pc:sldChg>
      <pc:sldChg chg="modSp new mod modNotesTx">
        <pc:chgData name="Júlio César Chaves" userId="3f913fe9-3202-435d-b9f5-b2fca763184f" providerId="ADAL" clId="{202E3450-AB77-42DD-AA9D-87352B176AB3}" dt="2021-03-23T19:03:37.140" v="1438" actId="20577"/>
        <pc:sldMkLst>
          <pc:docMk/>
          <pc:sldMk cId="1370089053" sldId="281"/>
        </pc:sldMkLst>
        <pc:spChg chg="mod">
          <ac:chgData name="Júlio César Chaves" userId="3f913fe9-3202-435d-b9f5-b2fca763184f" providerId="ADAL" clId="{202E3450-AB77-42DD-AA9D-87352B176AB3}" dt="2021-03-18T08:09:02.485" v="175" actId="20577"/>
          <ac:spMkLst>
            <pc:docMk/>
            <pc:sldMk cId="1370089053" sldId="281"/>
            <ac:spMk id="2" creationId="{B28FE0EE-4782-4639-93C3-0650314379C3}"/>
          </ac:spMkLst>
        </pc:spChg>
        <pc:spChg chg="mod">
          <ac:chgData name="Júlio César Chaves" userId="3f913fe9-3202-435d-b9f5-b2fca763184f" providerId="ADAL" clId="{202E3450-AB77-42DD-AA9D-87352B176AB3}" dt="2021-03-23T19:03:37.140" v="1438" actId="20577"/>
          <ac:spMkLst>
            <pc:docMk/>
            <pc:sldMk cId="1370089053" sldId="281"/>
            <ac:spMk id="3" creationId="{DF1E2541-4E28-460E-B273-5A63E66042FC}"/>
          </ac:spMkLst>
        </pc:spChg>
      </pc:sldChg>
      <pc:sldChg chg="del">
        <pc:chgData name="Júlio César Chaves" userId="3f913fe9-3202-435d-b9f5-b2fca763184f" providerId="ADAL" clId="{202E3450-AB77-42DD-AA9D-87352B176AB3}" dt="2021-03-08T21:52:59.053" v="38" actId="47"/>
        <pc:sldMkLst>
          <pc:docMk/>
          <pc:sldMk cId="1844757829" sldId="282"/>
        </pc:sldMkLst>
      </pc:sldChg>
      <pc:sldChg chg="modSp add mod modNotesTx">
        <pc:chgData name="Júlio César Chaves" userId="3f913fe9-3202-435d-b9f5-b2fca763184f" providerId="ADAL" clId="{202E3450-AB77-42DD-AA9D-87352B176AB3}" dt="2021-03-18T08:32:23.916" v="448" actId="20577"/>
        <pc:sldMkLst>
          <pc:docMk/>
          <pc:sldMk cId="2904025016" sldId="282"/>
        </pc:sldMkLst>
        <pc:spChg chg="mod">
          <ac:chgData name="Júlio César Chaves" userId="3f913fe9-3202-435d-b9f5-b2fca763184f" providerId="ADAL" clId="{202E3450-AB77-42DD-AA9D-87352B176AB3}" dt="2021-03-18T08:29:07.890" v="332" actId="20577"/>
          <ac:spMkLst>
            <pc:docMk/>
            <pc:sldMk cId="2904025016" sldId="282"/>
            <ac:spMk id="2" creationId="{B28FE0EE-4782-4639-93C3-0650314379C3}"/>
          </ac:spMkLst>
        </pc:spChg>
        <pc:spChg chg="mod">
          <ac:chgData name="Júlio César Chaves" userId="3f913fe9-3202-435d-b9f5-b2fca763184f" providerId="ADAL" clId="{202E3450-AB77-42DD-AA9D-87352B176AB3}" dt="2021-03-18T08:30:45.954" v="409" actId="20577"/>
          <ac:spMkLst>
            <pc:docMk/>
            <pc:sldMk cId="2904025016" sldId="282"/>
            <ac:spMk id="3" creationId="{DF1E2541-4E28-460E-B273-5A63E66042FC}"/>
          </ac:spMkLst>
        </pc:spChg>
      </pc:sldChg>
      <pc:sldChg chg="modSp new mod">
        <pc:chgData name="Júlio César Chaves" userId="3f913fe9-3202-435d-b9f5-b2fca763184f" providerId="ADAL" clId="{202E3450-AB77-42DD-AA9D-87352B176AB3}" dt="2021-03-23T19:09:57.384" v="1533" actId="20577"/>
        <pc:sldMkLst>
          <pc:docMk/>
          <pc:sldMk cId="3684121646" sldId="283"/>
        </pc:sldMkLst>
        <pc:spChg chg="mod">
          <ac:chgData name="Júlio César Chaves" userId="3f913fe9-3202-435d-b9f5-b2fca763184f" providerId="ADAL" clId="{202E3450-AB77-42DD-AA9D-87352B176AB3}" dt="2021-03-18T08:35:42.883" v="460" actId="20577"/>
          <ac:spMkLst>
            <pc:docMk/>
            <pc:sldMk cId="3684121646" sldId="283"/>
            <ac:spMk id="2" creationId="{F3BDB642-7716-4E8B-8AA4-5D6EEE51352E}"/>
          </ac:spMkLst>
        </pc:spChg>
        <pc:spChg chg="mod">
          <ac:chgData name="Júlio César Chaves" userId="3f913fe9-3202-435d-b9f5-b2fca763184f" providerId="ADAL" clId="{202E3450-AB77-42DD-AA9D-87352B176AB3}" dt="2021-03-23T19:09:57.384" v="1533" actId="20577"/>
          <ac:spMkLst>
            <pc:docMk/>
            <pc:sldMk cId="3684121646" sldId="283"/>
            <ac:spMk id="3" creationId="{E6CDF48B-47C6-4C50-B211-CDCEBFC1B73B}"/>
          </ac:spMkLst>
        </pc:spChg>
      </pc:sldChg>
      <pc:sldChg chg="del">
        <pc:chgData name="Júlio César Chaves" userId="3f913fe9-3202-435d-b9f5-b2fca763184f" providerId="ADAL" clId="{202E3450-AB77-42DD-AA9D-87352B176AB3}" dt="2021-03-08T21:52:59.659" v="39" actId="47"/>
        <pc:sldMkLst>
          <pc:docMk/>
          <pc:sldMk cId="3909958703" sldId="283"/>
        </pc:sldMkLst>
      </pc:sldChg>
      <pc:sldChg chg="addSp modSp new mod">
        <pc:chgData name="Júlio César Chaves" userId="3f913fe9-3202-435d-b9f5-b2fca763184f" providerId="ADAL" clId="{202E3450-AB77-42DD-AA9D-87352B176AB3}" dt="2021-03-18T08:45:09.441" v="720" actId="14100"/>
        <pc:sldMkLst>
          <pc:docMk/>
          <pc:sldMk cId="2900355344" sldId="284"/>
        </pc:sldMkLst>
        <pc:spChg chg="mod">
          <ac:chgData name="Júlio César Chaves" userId="3f913fe9-3202-435d-b9f5-b2fca763184f" providerId="ADAL" clId="{202E3450-AB77-42DD-AA9D-87352B176AB3}" dt="2021-03-18T08:42:48.708" v="713" actId="20577"/>
          <ac:spMkLst>
            <pc:docMk/>
            <pc:sldMk cId="2900355344" sldId="284"/>
            <ac:spMk id="2" creationId="{1ED7642B-3052-49E2-9C04-9599CFDFB707}"/>
          </ac:spMkLst>
        </pc:spChg>
        <pc:spChg chg="mod">
          <ac:chgData name="Júlio César Chaves" userId="3f913fe9-3202-435d-b9f5-b2fca763184f" providerId="ADAL" clId="{202E3450-AB77-42DD-AA9D-87352B176AB3}" dt="2021-03-18T08:45:09.441" v="720" actId="14100"/>
          <ac:spMkLst>
            <pc:docMk/>
            <pc:sldMk cId="2900355344" sldId="284"/>
            <ac:spMk id="3" creationId="{DE7EC9A8-02F7-4710-9879-5384810FE2F8}"/>
          </ac:spMkLst>
        </pc:spChg>
        <pc:picChg chg="add mod">
          <ac:chgData name="Júlio César Chaves" userId="3f913fe9-3202-435d-b9f5-b2fca763184f" providerId="ADAL" clId="{202E3450-AB77-42DD-AA9D-87352B176AB3}" dt="2021-03-18T08:45:05.659" v="719" actId="1076"/>
          <ac:picMkLst>
            <pc:docMk/>
            <pc:sldMk cId="2900355344" sldId="284"/>
            <ac:picMk id="4" creationId="{29EFBF47-F385-462F-AB9A-8ED386BA4B9A}"/>
          </ac:picMkLst>
        </pc:picChg>
      </pc:sldChg>
      <pc:sldChg chg="addSp delSp modSp add mod">
        <pc:chgData name="Júlio César Chaves" userId="3f913fe9-3202-435d-b9f5-b2fca763184f" providerId="ADAL" clId="{202E3450-AB77-42DD-AA9D-87352B176AB3}" dt="2021-03-18T08:53:28.307" v="737"/>
        <pc:sldMkLst>
          <pc:docMk/>
          <pc:sldMk cId="1157621993" sldId="285"/>
        </pc:sldMkLst>
        <pc:spChg chg="mod">
          <ac:chgData name="Júlio César Chaves" userId="3f913fe9-3202-435d-b9f5-b2fca763184f" providerId="ADAL" clId="{202E3450-AB77-42DD-AA9D-87352B176AB3}" dt="2021-03-18T08:53:28.307" v="737"/>
          <ac:spMkLst>
            <pc:docMk/>
            <pc:sldMk cId="1157621993" sldId="285"/>
            <ac:spMk id="3" creationId="{DE7EC9A8-02F7-4710-9879-5384810FE2F8}"/>
          </ac:spMkLst>
        </pc:spChg>
        <pc:picChg chg="del">
          <ac:chgData name="Júlio César Chaves" userId="3f913fe9-3202-435d-b9f5-b2fca763184f" providerId="ADAL" clId="{202E3450-AB77-42DD-AA9D-87352B176AB3}" dt="2021-03-18T08:45:15.930" v="722" actId="478"/>
          <ac:picMkLst>
            <pc:docMk/>
            <pc:sldMk cId="1157621993" sldId="285"/>
            <ac:picMk id="4" creationId="{29EFBF47-F385-462F-AB9A-8ED386BA4B9A}"/>
          </ac:picMkLst>
        </pc:picChg>
        <pc:picChg chg="add mod">
          <ac:chgData name="Júlio César Chaves" userId="3f913fe9-3202-435d-b9f5-b2fca763184f" providerId="ADAL" clId="{202E3450-AB77-42DD-AA9D-87352B176AB3}" dt="2021-03-18T08:46:18.584" v="724" actId="1076"/>
          <ac:picMkLst>
            <pc:docMk/>
            <pc:sldMk cId="1157621993" sldId="285"/>
            <ac:picMk id="6" creationId="{498F8C81-73CB-4081-BD98-6F3A9812B39A}"/>
          </ac:picMkLst>
        </pc:picChg>
      </pc:sldChg>
      <pc:sldChg chg="addSp delSp modSp add mod">
        <pc:chgData name="Júlio César Chaves" userId="3f913fe9-3202-435d-b9f5-b2fca763184f" providerId="ADAL" clId="{202E3450-AB77-42DD-AA9D-87352B176AB3}" dt="2021-03-18T09:03:13.947" v="750" actId="1076"/>
        <pc:sldMkLst>
          <pc:docMk/>
          <pc:sldMk cId="4075409558" sldId="286"/>
        </pc:sldMkLst>
        <pc:spChg chg="mod">
          <ac:chgData name="Júlio César Chaves" userId="3f913fe9-3202-435d-b9f5-b2fca763184f" providerId="ADAL" clId="{202E3450-AB77-42DD-AA9D-87352B176AB3}" dt="2021-03-18T08:54:08.230" v="742" actId="20577"/>
          <ac:spMkLst>
            <pc:docMk/>
            <pc:sldMk cId="4075409558" sldId="286"/>
            <ac:spMk id="3" creationId="{DE7EC9A8-02F7-4710-9879-5384810FE2F8}"/>
          </ac:spMkLst>
        </pc:spChg>
        <pc:picChg chg="del">
          <ac:chgData name="Júlio César Chaves" userId="3f913fe9-3202-435d-b9f5-b2fca763184f" providerId="ADAL" clId="{202E3450-AB77-42DD-AA9D-87352B176AB3}" dt="2021-03-18T08:52:06.239" v="734" actId="478"/>
          <ac:picMkLst>
            <pc:docMk/>
            <pc:sldMk cId="4075409558" sldId="286"/>
            <ac:picMk id="6" creationId="{498F8C81-73CB-4081-BD98-6F3A9812B39A}"/>
          </ac:picMkLst>
        </pc:picChg>
        <pc:picChg chg="add mod">
          <ac:chgData name="Júlio César Chaves" userId="3f913fe9-3202-435d-b9f5-b2fca763184f" providerId="ADAL" clId="{202E3450-AB77-42DD-AA9D-87352B176AB3}" dt="2021-03-18T09:03:13.947" v="750" actId="1076"/>
          <ac:picMkLst>
            <pc:docMk/>
            <pc:sldMk cId="4075409558" sldId="286"/>
            <ac:picMk id="2050" creationId="{30E2691C-7776-4AC4-B113-3FC9343884B6}"/>
          </ac:picMkLst>
        </pc:picChg>
      </pc:sldChg>
      <pc:sldChg chg="addSp modSp add mod ord">
        <pc:chgData name="Júlio César Chaves" userId="3f913fe9-3202-435d-b9f5-b2fca763184f" providerId="ADAL" clId="{202E3450-AB77-42DD-AA9D-87352B176AB3}" dt="2021-03-18T11:45:22.884" v="778"/>
        <pc:sldMkLst>
          <pc:docMk/>
          <pc:sldMk cId="1037032549" sldId="287"/>
        </pc:sldMkLst>
        <pc:spChg chg="mod">
          <ac:chgData name="Júlio César Chaves" userId="3f913fe9-3202-435d-b9f5-b2fca763184f" providerId="ADAL" clId="{202E3450-AB77-42DD-AA9D-87352B176AB3}" dt="2021-03-18T08:54:38.997" v="746" actId="20577"/>
          <ac:spMkLst>
            <pc:docMk/>
            <pc:sldMk cId="1037032549" sldId="287"/>
            <ac:spMk id="3" creationId="{DE7EC9A8-02F7-4710-9879-5384810FE2F8}"/>
          </ac:spMkLst>
        </pc:spChg>
        <pc:picChg chg="add mod">
          <ac:chgData name="Júlio César Chaves" userId="3f913fe9-3202-435d-b9f5-b2fca763184f" providerId="ADAL" clId="{202E3450-AB77-42DD-AA9D-87352B176AB3}" dt="2021-03-18T09:04:33.991" v="755" actId="1076"/>
          <ac:picMkLst>
            <pc:docMk/>
            <pc:sldMk cId="1037032549" sldId="287"/>
            <ac:picMk id="3074" creationId="{7E189D7A-143D-49AE-AA72-3E37EBF38815}"/>
          </ac:picMkLst>
        </pc:picChg>
      </pc:sldChg>
      <pc:sldChg chg="addSp delSp modSp add mod ord">
        <pc:chgData name="Júlio César Chaves" userId="3f913fe9-3202-435d-b9f5-b2fca763184f" providerId="ADAL" clId="{202E3450-AB77-42DD-AA9D-87352B176AB3}" dt="2021-03-18T11:45:10.883" v="776"/>
        <pc:sldMkLst>
          <pc:docMk/>
          <pc:sldMk cId="3181144257" sldId="288"/>
        </pc:sldMkLst>
        <pc:spChg chg="mod">
          <ac:chgData name="Júlio César Chaves" userId="3f913fe9-3202-435d-b9f5-b2fca763184f" providerId="ADAL" clId="{202E3450-AB77-42DD-AA9D-87352B176AB3}" dt="2021-03-18T09:05:21.221" v="763" actId="20577"/>
          <ac:spMkLst>
            <pc:docMk/>
            <pc:sldMk cId="3181144257" sldId="288"/>
            <ac:spMk id="3" creationId="{DE7EC9A8-02F7-4710-9879-5384810FE2F8}"/>
          </ac:spMkLst>
        </pc:spChg>
        <pc:picChg chg="del">
          <ac:chgData name="Júlio César Chaves" userId="3f913fe9-3202-435d-b9f5-b2fca763184f" providerId="ADAL" clId="{202E3450-AB77-42DD-AA9D-87352B176AB3}" dt="2021-03-18T09:04:49.048" v="757" actId="478"/>
          <ac:picMkLst>
            <pc:docMk/>
            <pc:sldMk cId="3181144257" sldId="288"/>
            <ac:picMk id="3074" creationId="{7E189D7A-143D-49AE-AA72-3E37EBF38815}"/>
          </ac:picMkLst>
        </pc:picChg>
        <pc:picChg chg="add mod">
          <ac:chgData name="Júlio César Chaves" userId="3f913fe9-3202-435d-b9f5-b2fca763184f" providerId="ADAL" clId="{202E3450-AB77-42DD-AA9D-87352B176AB3}" dt="2021-03-18T09:05:52.611" v="766" actId="14100"/>
          <ac:picMkLst>
            <pc:docMk/>
            <pc:sldMk cId="3181144257" sldId="288"/>
            <ac:picMk id="4098" creationId="{B036F30C-A433-4BC9-A37C-CCE5E06AF239}"/>
          </ac:picMkLst>
        </pc:picChg>
      </pc:sldChg>
      <pc:sldChg chg="addSp delSp modSp add mod ord">
        <pc:chgData name="Júlio César Chaves" userId="3f913fe9-3202-435d-b9f5-b2fca763184f" providerId="ADAL" clId="{202E3450-AB77-42DD-AA9D-87352B176AB3}" dt="2021-03-18T11:45:36.019" v="780"/>
        <pc:sldMkLst>
          <pc:docMk/>
          <pc:sldMk cId="3899965431" sldId="289"/>
        </pc:sldMkLst>
        <pc:spChg chg="mod">
          <ac:chgData name="Júlio César Chaves" userId="3f913fe9-3202-435d-b9f5-b2fca763184f" providerId="ADAL" clId="{202E3450-AB77-42DD-AA9D-87352B176AB3}" dt="2021-03-18T11:45:00.651" v="774" actId="20577"/>
          <ac:spMkLst>
            <pc:docMk/>
            <pc:sldMk cId="3899965431" sldId="289"/>
            <ac:spMk id="3" creationId="{DE7EC9A8-02F7-4710-9879-5384810FE2F8}"/>
          </ac:spMkLst>
        </pc:spChg>
        <pc:picChg chg="del">
          <ac:chgData name="Júlio César Chaves" userId="3f913fe9-3202-435d-b9f5-b2fca763184f" providerId="ADAL" clId="{202E3450-AB77-42DD-AA9D-87352B176AB3}" dt="2021-03-18T09:06:06.072" v="768" actId="478"/>
          <ac:picMkLst>
            <pc:docMk/>
            <pc:sldMk cId="3899965431" sldId="289"/>
            <ac:picMk id="4098" creationId="{B036F30C-A433-4BC9-A37C-CCE5E06AF239}"/>
          </ac:picMkLst>
        </pc:picChg>
        <pc:picChg chg="add mod">
          <ac:chgData name="Júlio César Chaves" userId="3f913fe9-3202-435d-b9f5-b2fca763184f" providerId="ADAL" clId="{202E3450-AB77-42DD-AA9D-87352B176AB3}" dt="2021-03-18T11:44:17.425" v="771" actId="1076"/>
          <ac:picMkLst>
            <pc:docMk/>
            <pc:sldMk cId="3899965431" sldId="289"/>
            <ac:picMk id="5122" creationId="{39A961C6-9CFB-4FB1-A5AD-AE0638F350E6}"/>
          </ac:picMkLst>
        </pc:picChg>
      </pc:sldChg>
      <pc:sldChg chg="modSp new mod">
        <pc:chgData name="Júlio César Chaves" userId="3f913fe9-3202-435d-b9f5-b2fca763184f" providerId="ADAL" clId="{202E3450-AB77-42DD-AA9D-87352B176AB3}" dt="2021-03-18T11:49:58.854" v="870" actId="20577"/>
        <pc:sldMkLst>
          <pc:docMk/>
          <pc:sldMk cId="2260026576" sldId="290"/>
        </pc:sldMkLst>
        <pc:spChg chg="mod">
          <ac:chgData name="Júlio César Chaves" userId="3f913fe9-3202-435d-b9f5-b2fca763184f" providerId="ADAL" clId="{202E3450-AB77-42DD-AA9D-87352B176AB3}" dt="2021-03-18T11:49:58.854" v="870" actId="20577"/>
          <ac:spMkLst>
            <pc:docMk/>
            <pc:sldMk cId="2260026576" sldId="290"/>
            <ac:spMk id="2" creationId="{A9768EEA-CE69-4B0F-A0F7-44D80237B883}"/>
          </ac:spMkLst>
        </pc:spChg>
      </pc:sldChg>
      <pc:sldChg chg="modSp new mod">
        <pc:chgData name="Júlio César Chaves" userId="3f913fe9-3202-435d-b9f5-b2fca763184f" providerId="ADAL" clId="{202E3450-AB77-42DD-AA9D-87352B176AB3}" dt="2021-03-18T14:36:04.906" v="969" actId="14100"/>
        <pc:sldMkLst>
          <pc:docMk/>
          <pc:sldMk cId="3691660659" sldId="291"/>
        </pc:sldMkLst>
        <pc:spChg chg="mod">
          <ac:chgData name="Júlio César Chaves" userId="3f913fe9-3202-435d-b9f5-b2fca763184f" providerId="ADAL" clId="{202E3450-AB77-42DD-AA9D-87352B176AB3}" dt="2021-03-18T14:36:04.906" v="969" actId="14100"/>
          <ac:spMkLst>
            <pc:docMk/>
            <pc:sldMk cId="3691660659" sldId="291"/>
            <ac:spMk id="2" creationId="{D2B7CEBF-983A-4FBF-B985-7475ED860873}"/>
          </ac:spMkLst>
        </pc:spChg>
      </pc:sldChg>
      <pc:sldChg chg="modSp new mod">
        <pc:chgData name="Júlio César Chaves" userId="3f913fe9-3202-435d-b9f5-b2fca763184f" providerId="ADAL" clId="{202E3450-AB77-42DD-AA9D-87352B176AB3}" dt="2021-03-22T19:53:04.826" v="1373" actId="20577"/>
        <pc:sldMkLst>
          <pc:docMk/>
          <pc:sldMk cId="4137787894" sldId="292"/>
        </pc:sldMkLst>
        <pc:spChg chg="mod">
          <ac:chgData name="Júlio César Chaves" userId="3f913fe9-3202-435d-b9f5-b2fca763184f" providerId="ADAL" clId="{202E3450-AB77-42DD-AA9D-87352B176AB3}" dt="2021-03-18T11:55:09.703" v="919" actId="20577"/>
          <ac:spMkLst>
            <pc:docMk/>
            <pc:sldMk cId="4137787894" sldId="292"/>
            <ac:spMk id="2" creationId="{D6706023-0618-4283-9185-40CC32C870FA}"/>
          </ac:spMkLst>
        </pc:spChg>
        <pc:spChg chg="mod">
          <ac:chgData name="Júlio César Chaves" userId="3f913fe9-3202-435d-b9f5-b2fca763184f" providerId="ADAL" clId="{202E3450-AB77-42DD-AA9D-87352B176AB3}" dt="2021-03-22T19:53:04.826" v="1373" actId="20577"/>
          <ac:spMkLst>
            <pc:docMk/>
            <pc:sldMk cId="4137787894" sldId="292"/>
            <ac:spMk id="3" creationId="{9DBA8ECD-3109-43B5-A619-A6EA9B3845BF}"/>
          </ac:spMkLst>
        </pc:spChg>
      </pc:sldChg>
      <pc:sldChg chg="modSp mod">
        <pc:chgData name="Júlio César Chaves" userId="3f913fe9-3202-435d-b9f5-b2fca763184f" providerId="ADAL" clId="{202E3450-AB77-42DD-AA9D-87352B176AB3}" dt="2021-03-18T14:31:48.335" v="925" actId="14100"/>
        <pc:sldMkLst>
          <pc:docMk/>
          <pc:sldMk cId="0" sldId="293"/>
        </pc:sldMkLst>
        <pc:spChg chg="mod">
          <ac:chgData name="Júlio César Chaves" userId="3f913fe9-3202-435d-b9f5-b2fca763184f" providerId="ADAL" clId="{202E3450-AB77-42DD-AA9D-87352B176AB3}" dt="2021-03-18T14:31:48.335" v="925" actId="14100"/>
          <ac:spMkLst>
            <pc:docMk/>
            <pc:sldMk cId="0" sldId="293"/>
            <ac:spMk id="30722" creationId="{C22939D7-7A86-4008-8BC1-851E99708D96}"/>
          </ac:spMkLst>
        </pc:spChg>
      </pc:sldChg>
      <pc:sldChg chg="modSp mod">
        <pc:chgData name="Júlio César Chaves" userId="3f913fe9-3202-435d-b9f5-b2fca763184f" providerId="ADAL" clId="{202E3450-AB77-42DD-AA9D-87352B176AB3}" dt="2021-03-18T14:32:08.590" v="936" actId="14100"/>
        <pc:sldMkLst>
          <pc:docMk/>
          <pc:sldMk cId="1329293479" sldId="294"/>
        </pc:sldMkLst>
        <pc:spChg chg="mod">
          <ac:chgData name="Júlio César Chaves" userId="3f913fe9-3202-435d-b9f5-b2fca763184f" providerId="ADAL" clId="{202E3450-AB77-42DD-AA9D-87352B176AB3}" dt="2021-03-18T14:32:08.590" v="936" actId="14100"/>
          <ac:spMkLst>
            <pc:docMk/>
            <pc:sldMk cId="1329293479" sldId="294"/>
            <ac:spMk id="30722" creationId="{C22939D7-7A86-4008-8BC1-851E99708D96}"/>
          </ac:spMkLst>
        </pc:spChg>
      </pc:sldChg>
      <pc:sldChg chg="modSp mod">
        <pc:chgData name="Júlio César Chaves" userId="3f913fe9-3202-435d-b9f5-b2fca763184f" providerId="ADAL" clId="{202E3450-AB77-42DD-AA9D-87352B176AB3}" dt="2021-03-18T14:32:33.503" v="938" actId="14100"/>
        <pc:sldMkLst>
          <pc:docMk/>
          <pc:sldMk cId="3609058644" sldId="295"/>
        </pc:sldMkLst>
        <pc:spChg chg="mod">
          <ac:chgData name="Júlio César Chaves" userId="3f913fe9-3202-435d-b9f5-b2fca763184f" providerId="ADAL" clId="{202E3450-AB77-42DD-AA9D-87352B176AB3}" dt="2021-03-18T14:32:33.503" v="938" actId="14100"/>
          <ac:spMkLst>
            <pc:docMk/>
            <pc:sldMk cId="3609058644" sldId="295"/>
            <ac:spMk id="34819" creationId="{16B4A812-17FC-410F-A37B-B702CA113186}"/>
          </ac:spMkLst>
        </pc:spChg>
      </pc:sldChg>
      <pc:sldChg chg="modSp mod">
        <pc:chgData name="Júlio César Chaves" userId="3f913fe9-3202-435d-b9f5-b2fca763184f" providerId="ADAL" clId="{202E3450-AB77-42DD-AA9D-87352B176AB3}" dt="2021-03-18T14:32:57.621" v="940" actId="14100"/>
        <pc:sldMkLst>
          <pc:docMk/>
          <pc:sldMk cId="1979002233" sldId="296"/>
        </pc:sldMkLst>
        <pc:spChg chg="mod">
          <ac:chgData name="Júlio César Chaves" userId="3f913fe9-3202-435d-b9f5-b2fca763184f" providerId="ADAL" clId="{202E3450-AB77-42DD-AA9D-87352B176AB3}" dt="2021-03-18T14:32:57.621" v="940" actId="14100"/>
          <ac:spMkLst>
            <pc:docMk/>
            <pc:sldMk cId="1979002233" sldId="296"/>
            <ac:spMk id="36867" creationId="{57C04491-A751-4B96-8D45-5E182DAC8EE1}"/>
          </ac:spMkLst>
        </pc:spChg>
      </pc:sldChg>
      <pc:sldChg chg="modSp mod">
        <pc:chgData name="Júlio César Chaves" userId="3f913fe9-3202-435d-b9f5-b2fca763184f" providerId="ADAL" clId="{202E3450-AB77-42DD-AA9D-87352B176AB3}" dt="2021-03-18T14:33:14.758" v="942" actId="14100"/>
        <pc:sldMkLst>
          <pc:docMk/>
          <pc:sldMk cId="2730323773" sldId="297"/>
        </pc:sldMkLst>
        <pc:spChg chg="mod">
          <ac:chgData name="Júlio César Chaves" userId="3f913fe9-3202-435d-b9f5-b2fca763184f" providerId="ADAL" clId="{202E3450-AB77-42DD-AA9D-87352B176AB3}" dt="2021-03-18T14:33:14.758" v="942" actId="14100"/>
          <ac:spMkLst>
            <pc:docMk/>
            <pc:sldMk cId="2730323773" sldId="297"/>
            <ac:spMk id="38915" creationId="{6E4DEB2C-7903-4914-ADEC-25843E2E107A}"/>
          </ac:spMkLst>
        </pc:spChg>
      </pc:sldChg>
      <pc:sldChg chg="modSp mod">
        <pc:chgData name="Júlio César Chaves" userId="3f913fe9-3202-435d-b9f5-b2fca763184f" providerId="ADAL" clId="{202E3450-AB77-42DD-AA9D-87352B176AB3}" dt="2021-03-18T14:33:48.304" v="947" actId="14100"/>
        <pc:sldMkLst>
          <pc:docMk/>
          <pc:sldMk cId="959580351" sldId="298"/>
        </pc:sldMkLst>
        <pc:spChg chg="mod">
          <ac:chgData name="Júlio César Chaves" userId="3f913fe9-3202-435d-b9f5-b2fca763184f" providerId="ADAL" clId="{202E3450-AB77-42DD-AA9D-87352B176AB3}" dt="2021-03-18T14:33:48.304" v="947" actId="14100"/>
          <ac:spMkLst>
            <pc:docMk/>
            <pc:sldMk cId="959580351" sldId="298"/>
            <ac:spMk id="43011" creationId="{2116F169-CE98-42C0-809D-8B69647CE2BC}"/>
          </ac:spMkLst>
        </pc:spChg>
      </pc:sldChg>
      <pc:sldChg chg="modSp mod">
        <pc:chgData name="Júlio César Chaves" userId="3f913fe9-3202-435d-b9f5-b2fca763184f" providerId="ADAL" clId="{202E3450-AB77-42DD-AA9D-87352B176AB3}" dt="2021-03-18T14:33:56.717" v="948" actId="14100"/>
        <pc:sldMkLst>
          <pc:docMk/>
          <pc:sldMk cId="0" sldId="299"/>
        </pc:sldMkLst>
        <pc:spChg chg="mod">
          <ac:chgData name="Júlio César Chaves" userId="3f913fe9-3202-435d-b9f5-b2fca763184f" providerId="ADAL" clId="{202E3450-AB77-42DD-AA9D-87352B176AB3}" dt="2021-03-18T14:33:56.717" v="948" actId="14100"/>
          <ac:spMkLst>
            <pc:docMk/>
            <pc:sldMk cId="0" sldId="299"/>
            <ac:spMk id="45059" creationId="{4620C19A-E18B-4B8D-B66C-0E1E9C481C3D}"/>
          </ac:spMkLst>
        </pc:spChg>
      </pc:sldChg>
      <pc:sldChg chg="modSp mod">
        <pc:chgData name="Júlio César Chaves" userId="3f913fe9-3202-435d-b9f5-b2fca763184f" providerId="ADAL" clId="{202E3450-AB77-42DD-AA9D-87352B176AB3}" dt="2021-03-18T14:30:32.321" v="922" actId="27636"/>
        <pc:sldMkLst>
          <pc:docMk/>
          <pc:sldMk cId="0" sldId="304"/>
        </pc:sldMkLst>
        <pc:spChg chg="mod">
          <ac:chgData name="Júlio César Chaves" userId="3f913fe9-3202-435d-b9f5-b2fca763184f" providerId="ADAL" clId="{202E3450-AB77-42DD-AA9D-87352B176AB3}" dt="2021-03-18T14:30:32.321" v="922" actId="27636"/>
          <ac:spMkLst>
            <pc:docMk/>
            <pc:sldMk cId="0" sldId="304"/>
            <ac:spMk id="61443" creationId="{6D2C82F5-5EBD-4FA8-9D7A-8A52637D0E87}"/>
          </ac:spMkLst>
        </pc:spChg>
      </pc:sldChg>
      <pc:sldChg chg="modSp mod">
        <pc:chgData name="Júlio César Chaves" userId="3f913fe9-3202-435d-b9f5-b2fca763184f" providerId="ADAL" clId="{202E3450-AB77-42DD-AA9D-87352B176AB3}" dt="2021-03-18T14:30:32.327" v="923" actId="27636"/>
        <pc:sldMkLst>
          <pc:docMk/>
          <pc:sldMk cId="0" sldId="305"/>
        </pc:sldMkLst>
        <pc:spChg chg="mod">
          <ac:chgData name="Júlio César Chaves" userId="3f913fe9-3202-435d-b9f5-b2fca763184f" providerId="ADAL" clId="{202E3450-AB77-42DD-AA9D-87352B176AB3}" dt="2021-03-18T14:30:32.327" v="923" actId="27636"/>
          <ac:spMkLst>
            <pc:docMk/>
            <pc:sldMk cId="0" sldId="305"/>
            <ac:spMk id="63491" creationId="{FC152C4E-B654-40C3-BEA4-F0D7C405AA4C}"/>
          </ac:spMkLst>
        </pc:spChg>
      </pc:sldChg>
      <pc:sldChg chg="modSp add mod">
        <pc:chgData name="Júlio César Chaves" userId="3f913fe9-3202-435d-b9f5-b2fca763184f" providerId="ADAL" clId="{202E3450-AB77-42DD-AA9D-87352B176AB3}" dt="2021-03-20T16:27:17.936" v="1367" actId="20577"/>
        <pc:sldMkLst>
          <pc:docMk/>
          <pc:sldMk cId="2087538409" sldId="306"/>
        </pc:sldMkLst>
        <pc:spChg chg="mod">
          <ac:chgData name="Júlio César Chaves" userId="3f913fe9-3202-435d-b9f5-b2fca763184f" providerId="ADAL" clId="{202E3450-AB77-42DD-AA9D-87352B176AB3}" dt="2021-03-20T16:25:11.679" v="1340" actId="20577"/>
          <ac:spMkLst>
            <pc:docMk/>
            <pc:sldMk cId="2087538409" sldId="306"/>
            <ac:spMk id="2" creationId="{D6706023-0618-4283-9185-40CC32C870FA}"/>
          </ac:spMkLst>
        </pc:spChg>
        <pc:spChg chg="mod">
          <ac:chgData name="Júlio César Chaves" userId="3f913fe9-3202-435d-b9f5-b2fca763184f" providerId="ADAL" clId="{202E3450-AB77-42DD-AA9D-87352B176AB3}" dt="2021-03-20T16:27:17.936" v="1367" actId="20577"/>
          <ac:spMkLst>
            <pc:docMk/>
            <pc:sldMk cId="2087538409" sldId="306"/>
            <ac:spMk id="3" creationId="{9DBA8ECD-3109-43B5-A619-A6EA9B3845BF}"/>
          </ac:spMkLst>
        </pc:spChg>
      </pc:sldChg>
      <pc:sldChg chg="modSp new mod">
        <pc:chgData name="Júlio César Chaves" userId="3f913fe9-3202-435d-b9f5-b2fca763184f" providerId="ADAL" clId="{202E3450-AB77-42DD-AA9D-87352B176AB3}" dt="2021-03-24T18:33:35.962" v="1579" actId="403"/>
        <pc:sldMkLst>
          <pc:docMk/>
          <pc:sldMk cId="449681598" sldId="307"/>
        </pc:sldMkLst>
        <pc:spChg chg="mod">
          <ac:chgData name="Júlio César Chaves" userId="3f913fe9-3202-435d-b9f5-b2fca763184f" providerId="ADAL" clId="{202E3450-AB77-42DD-AA9D-87352B176AB3}" dt="2021-03-24T18:32:41.526" v="1550" actId="20577"/>
          <ac:spMkLst>
            <pc:docMk/>
            <pc:sldMk cId="449681598" sldId="307"/>
            <ac:spMk id="2" creationId="{BFD02CD5-E74F-4B5C-A5CF-2A9C9EF0BB0F}"/>
          </ac:spMkLst>
        </pc:spChg>
        <pc:spChg chg="mod">
          <ac:chgData name="Júlio César Chaves" userId="3f913fe9-3202-435d-b9f5-b2fca763184f" providerId="ADAL" clId="{202E3450-AB77-42DD-AA9D-87352B176AB3}" dt="2021-03-24T18:33:35.962" v="1579" actId="403"/>
          <ac:spMkLst>
            <pc:docMk/>
            <pc:sldMk cId="449681598" sldId="307"/>
            <ac:spMk id="3" creationId="{F668C407-AF3D-4F20-B806-A442E08E2638}"/>
          </ac:spMkLst>
        </pc:spChg>
      </pc:sldChg>
      <pc:sldChg chg="modSp new mod">
        <pc:chgData name="Júlio César Chaves" userId="3f913fe9-3202-435d-b9f5-b2fca763184f" providerId="ADAL" clId="{202E3450-AB77-42DD-AA9D-87352B176AB3}" dt="2021-03-29T12:30:31.436" v="1605" actId="20577"/>
        <pc:sldMkLst>
          <pc:docMk/>
          <pc:sldMk cId="413171414" sldId="308"/>
        </pc:sldMkLst>
        <pc:spChg chg="mod">
          <ac:chgData name="Júlio César Chaves" userId="3f913fe9-3202-435d-b9f5-b2fca763184f" providerId="ADAL" clId="{202E3450-AB77-42DD-AA9D-87352B176AB3}" dt="2021-03-29T12:30:31.436" v="1605" actId="20577"/>
          <ac:spMkLst>
            <pc:docMk/>
            <pc:sldMk cId="413171414" sldId="308"/>
            <ac:spMk id="2" creationId="{218F1E77-B560-4D59-8587-2ACD5EDBB370}"/>
          </ac:spMkLst>
        </pc:spChg>
      </pc:sldChg>
      <pc:sldChg chg="modSp new mod modNotesTx">
        <pc:chgData name="Júlio César Chaves" userId="3f913fe9-3202-435d-b9f5-b2fca763184f" providerId="ADAL" clId="{202E3450-AB77-42DD-AA9D-87352B176AB3}" dt="2021-03-29T12:33:17.283" v="1758"/>
        <pc:sldMkLst>
          <pc:docMk/>
          <pc:sldMk cId="3333762259" sldId="309"/>
        </pc:sldMkLst>
        <pc:spChg chg="mod">
          <ac:chgData name="Júlio César Chaves" userId="3f913fe9-3202-435d-b9f5-b2fca763184f" providerId="ADAL" clId="{202E3450-AB77-42DD-AA9D-87352B176AB3}" dt="2021-03-29T12:31:40.766" v="1626" actId="20577"/>
          <ac:spMkLst>
            <pc:docMk/>
            <pc:sldMk cId="3333762259" sldId="309"/>
            <ac:spMk id="2" creationId="{7588B35D-3134-4951-91D4-26E5103993E9}"/>
          </ac:spMkLst>
        </pc:spChg>
        <pc:spChg chg="mod">
          <ac:chgData name="Júlio César Chaves" userId="3f913fe9-3202-435d-b9f5-b2fca763184f" providerId="ADAL" clId="{202E3450-AB77-42DD-AA9D-87352B176AB3}" dt="2021-03-29T12:33:11.881" v="1755"/>
          <ac:spMkLst>
            <pc:docMk/>
            <pc:sldMk cId="3333762259" sldId="309"/>
            <ac:spMk id="3" creationId="{262B1175-8544-4BF7-AD2F-1590EE3619BB}"/>
          </ac:spMkLst>
        </pc:spChg>
        <pc:spChg chg="mod">
          <ac:chgData name="Júlio César Chaves" userId="3f913fe9-3202-435d-b9f5-b2fca763184f" providerId="ADAL" clId="{202E3450-AB77-42DD-AA9D-87352B176AB3}" dt="2021-03-29T12:33:17.283" v="1758"/>
          <ac:spMkLst>
            <pc:docMk/>
            <pc:sldMk cId="3333762259" sldId="309"/>
            <ac:spMk id="4" creationId="{32A937BE-463A-40F1-8AEE-DDFC7D34DA7F}"/>
          </ac:spMkLst>
        </pc:spChg>
        <pc:spChg chg="mod">
          <ac:chgData name="Júlio César Chaves" userId="3f913fe9-3202-435d-b9f5-b2fca763184f" providerId="ADAL" clId="{202E3450-AB77-42DD-AA9D-87352B176AB3}" dt="2021-03-29T12:32:40.478" v="1691" actId="20577"/>
          <ac:spMkLst>
            <pc:docMk/>
            <pc:sldMk cId="3333762259" sldId="309"/>
            <ac:spMk id="5" creationId="{B96DC683-9934-4E03-98DF-8737B1F80AB2}"/>
          </ac:spMkLst>
        </pc:spChg>
      </pc:sldChg>
      <pc:sldChg chg="modSp add mod">
        <pc:chgData name="Júlio César Chaves" userId="3f913fe9-3202-435d-b9f5-b2fca763184f" providerId="ADAL" clId="{202E3450-AB77-42DD-AA9D-87352B176AB3}" dt="2021-03-29T13:20:05.456" v="1772" actId="20577"/>
        <pc:sldMkLst>
          <pc:docMk/>
          <pc:sldMk cId="1949122420" sldId="310"/>
        </pc:sldMkLst>
        <pc:spChg chg="mod">
          <ac:chgData name="Júlio César Chaves" userId="3f913fe9-3202-435d-b9f5-b2fca763184f" providerId="ADAL" clId="{202E3450-AB77-42DD-AA9D-87352B176AB3}" dt="2021-03-29T13:20:05.456" v="1772" actId="20577"/>
          <ac:spMkLst>
            <pc:docMk/>
            <pc:sldMk cId="1949122420" sldId="310"/>
            <ac:spMk id="2" creationId="{7588B35D-3134-4951-91D4-26E5103993E9}"/>
          </ac:spMkLst>
        </pc:spChg>
      </pc:sldChg>
      <pc:sldMasterChg chg="modSldLayout">
        <pc:chgData name="Júlio César Chaves" userId="3f913fe9-3202-435d-b9f5-b2fca763184f" providerId="ADAL" clId="{202E3450-AB77-42DD-AA9D-87352B176AB3}" dt="2021-03-18T08:07:46.563" v="145" actId="14100"/>
        <pc:sldMasterMkLst>
          <pc:docMk/>
          <pc:sldMasterMk cId="3728137087" sldId="2147483648"/>
        </pc:sldMasterMkLst>
        <pc:sldLayoutChg chg="addSp delSp modSp mod">
          <pc:chgData name="Júlio César Chaves" userId="3f913fe9-3202-435d-b9f5-b2fca763184f" providerId="ADAL" clId="{202E3450-AB77-42DD-AA9D-87352B176AB3}" dt="2021-03-18T08:05:06.479" v="133" actId="1038"/>
          <pc:sldLayoutMkLst>
            <pc:docMk/>
            <pc:sldMasterMk cId="3728137087" sldId="2147483648"/>
            <pc:sldLayoutMk cId="3368647703" sldId="2147483649"/>
          </pc:sldLayoutMkLst>
          <pc:picChg chg="add del mod">
            <ac:chgData name="Júlio César Chaves" userId="3f913fe9-3202-435d-b9f5-b2fca763184f" providerId="ADAL" clId="{202E3450-AB77-42DD-AA9D-87352B176AB3}" dt="2021-03-18T08:04:24.520" v="116" actId="478"/>
            <ac:picMkLst>
              <pc:docMk/>
              <pc:sldMasterMk cId="3728137087" sldId="2147483648"/>
              <pc:sldLayoutMk cId="3368647703" sldId="2147483649"/>
              <ac:picMk id="4" creationId="{43A6F3DB-EA92-416E-B9D7-F80F366648DB}"/>
            </ac:picMkLst>
          </pc:picChg>
          <pc:picChg chg="add mod">
            <ac:chgData name="Júlio César Chaves" userId="3f913fe9-3202-435d-b9f5-b2fca763184f" providerId="ADAL" clId="{202E3450-AB77-42DD-AA9D-87352B176AB3}" dt="2021-03-18T08:05:06.479" v="133" actId="1038"/>
            <ac:picMkLst>
              <pc:docMk/>
              <pc:sldMasterMk cId="3728137087" sldId="2147483648"/>
              <pc:sldLayoutMk cId="3368647703" sldId="2147483649"/>
              <ac:picMk id="6" creationId="{387E2699-6A33-4922-AB3B-542C88E544A1}"/>
            </ac:picMkLst>
          </pc:picChg>
        </pc:sldLayoutChg>
        <pc:sldLayoutChg chg="setBg">
          <pc:chgData name="Júlio César Chaves" userId="3f913fe9-3202-435d-b9f5-b2fca763184f" providerId="ADAL" clId="{202E3450-AB77-42DD-AA9D-87352B176AB3}" dt="2021-03-18T07:59:26.607" v="110"/>
          <pc:sldLayoutMkLst>
            <pc:docMk/>
            <pc:sldMasterMk cId="3728137087" sldId="2147483648"/>
            <pc:sldLayoutMk cId="923617534" sldId="2147483664"/>
          </pc:sldLayoutMkLst>
        </pc:sldLayoutChg>
        <pc:sldLayoutChg chg="modSp mod">
          <pc:chgData name="Júlio César Chaves" userId="3f913fe9-3202-435d-b9f5-b2fca763184f" providerId="ADAL" clId="{202E3450-AB77-42DD-AA9D-87352B176AB3}" dt="2021-03-18T08:07:46.563" v="145" actId="14100"/>
          <pc:sldLayoutMkLst>
            <pc:docMk/>
            <pc:sldMasterMk cId="3728137087" sldId="2147483648"/>
            <pc:sldLayoutMk cId="4066139467" sldId="2147483665"/>
          </pc:sldLayoutMkLst>
          <pc:spChg chg="mod">
            <ac:chgData name="Júlio César Chaves" userId="3f913fe9-3202-435d-b9f5-b2fca763184f" providerId="ADAL" clId="{202E3450-AB77-42DD-AA9D-87352B176AB3}" dt="2021-03-18T08:07:04.085" v="141" actId="20577"/>
            <ac:spMkLst>
              <pc:docMk/>
              <pc:sldMasterMk cId="3728137087" sldId="2147483648"/>
              <pc:sldLayoutMk cId="4066139467" sldId="2147483665"/>
              <ac:spMk id="4" creationId="{9E624EB5-C5D7-42D4-B8C8-B4E09DB1FD30}"/>
            </ac:spMkLst>
          </pc:spChg>
          <pc:spChg chg="mod">
            <ac:chgData name="Júlio César Chaves" userId="3f913fe9-3202-435d-b9f5-b2fca763184f" providerId="ADAL" clId="{202E3450-AB77-42DD-AA9D-87352B176AB3}" dt="2021-03-18T08:07:12.746" v="142" actId="20577"/>
            <ac:spMkLst>
              <pc:docMk/>
              <pc:sldMasterMk cId="3728137087" sldId="2147483648"/>
              <pc:sldLayoutMk cId="4066139467" sldId="2147483665"/>
              <ac:spMk id="5" creationId="{A020E031-F269-43F6-A25B-162873BA7594}"/>
            </ac:spMkLst>
          </pc:spChg>
          <pc:spChg chg="mod">
            <ac:chgData name="Júlio César Chaves" userId="3f913fe9-3202-435d-b9f5-b2fca763184f" providerId="ADAL" clId="{202E3450-AB77-42DD-AA9D-87352B176AB3}" dt="2021-03-18T08:06:52.031" v="139" actId="1076"/>
            <ac:spMkLst>
              <pc:docMk/>
              <pc:sldMasterMk cId="3728137087" sldId="2147483648"/>
              <pc:sldLayoutMk cId="4066139467" sldId="2147483665"/>
              <ac:spMk id="22" creationId="{00000000-0000-0000-0000-000000000000}"/>
            </ac:spMkLst>
          </pc:spChg>
          <pc:spChg chg="mod">
            <ac:chgData name="Júlio César Chaves" userId="3f913fe9-3202-435d-b9f5-b2fca763184f" providerId="ADAL" clId="{202E3450-AB77-42DD-AA9D-87352B176AB3}" dt="2021-03-18T08:07:46.563" v="145" actId="14100"/>
            <ac:spMkLst>
              <pc:docMk/>
              <pc:sldMasterMk cId="3728137087" sldId="2147483648"/>
              <pc:sldLayoutMk cId="4066139467" sldId="2147483665"/>
              <ac:spMk id="27" creationId="{00000000-0000-0000-0000-000000000000}"/>
            </ac:spMkLst>
          </pc:spChg>
        </pc:sldLayoutChg>
      </pc:sldMasterChg>
    </pc:docChg>
  </pc:docChgLst>
  <pc:docChgLst>
    <pc:chgData name="Júlio César Chaves" userId="S::julio.chaves@fgv.br::3f913fe9-3202-435d-b9f5-b2fca763184f" providerId="AD" clId="Web-{3FE890AA-7EB8-A845-3ED1-A1EA30261A28}"/>
    <pc:docChg chg="modSld">
      <pc:chgData name="Júlio César Chaves" userId="S::julio.chaves@fgv.br::3f913fe9-3202-435d-b9f5-b2fca763184f" providerId="AD" clId="Web-{3FE890AA-7EB8-A845-3ED1-A1EA30261A28}" dt="2019-12-29T19:10:46.045" v="590" actId="20577"/>
      <pc:docMkLst>
        <pc:docMk/>
      </pc:docMkLst>
      <pc:sldChg chg="modSp">
        <pc:chgData name="Júlio César Chaves" userId="S::julio.chaves@fgv.br::3f913fe9-3202-435d-b9f5-b2fca763184f" providerId="AD" clId="Web-{3FE890AA-7EB8-A845-3ED1-A1EA30261A28}" dt="2019-12-29T19:07:55.445" v="534" actId="20577"/>
        <pc:sldMkLst>
          <pc:docMk/>
          <pc:sldMk cId="1907083369" sldId="259"/>
        </pc:sldMkLst>
        <pc:spChg chg="mod">
          <ac:chgData name="Júlio César Chaves" userId="S::julio.chaves@fgv.br::3f913fe9-3202-435d-b9f5-b2fca763184f" providerId="AD" clId="Web-{3FE890AA-7EB8-A845-3ED1-A1EA30261A28}" dt="2019-12-29T19:07:55.445" v="534" actId="20577"/>
          <ac:spMkLst>
            <pc:docMk/>
            <pc:sldMk cId="1907083369" sldId="259"/>
            <ac:spMk id="5" creationId="{00000000-0000-0000-0000-000000000000}"/>
          </ac:spMkLst>
        </pc:spChg>
      </pc:sldChg>
      <pc:sldChg chg="modSp">
        <pc:chgData name="Júlio César Chaves" userId="S::julio.chaves@fgv.br::3f913fe9-3202-435d-b9f5-b2fca763184f" providerId="AD" clId="Web-{3FE890AA-7EB8-A845-3ED1-A1EA30261A28}" dt="2019-12-29T19:10:46.045" v="590" actId="20577"/>
        <pc:sldMkLst>
          <pc:docMk/>
          <pc:sldMk cId="1708017829" sldId="261"/>
        </pc:sldMkLst>
        <pc:spChg chg="mod">
          <ac:chgData name="Júlio César Chaves" userId="S::julio.chaves@fgv.br::3f913fe9-3202-435d-b9f5-b2fca763184f" providerId="AD" clId="Web-{3FE890AA-7EB8-A845-3ED1-A1EA30261A28}" dt="2019-12-29T18:46:15.004" v="8" actId="20577"/>
          <ac:spMkLst>
            <pc:docMk/>
            <pc:sldMk cId="1708017829" sldId="261"/>
            <ac:spMk id="2" creationId="{00000000-0000-0000-0000-000000000000}"/>
          </ac:spMkLst>
        </pc:spChg>
        <pc:spChg chg="mod">
          <ac:chgData name="Júlio César Chaves" userId="S::julio.chaves@fgv.br::3f913fe9-3202-435d-b9f5-b2fca763184f" providerId="AD" clId="Web-{3FE890AA-7EB8-A845-3ED1-A1EA30261A28}" dt="2019-12-29T19:10:46.045" v="590" actId="20577"/>
          <ac:spMkLst>
            <pc:docMk/>
            <pc:sldMk cId="1708017829" sldId="261"/>
            <ac:spMk id="3" creationId="{00000000-0000-0000-0000-000000000000}"/>
          </ac:spMkLst>
        </pc:spChg>
        <pc:spChg chg="mod">
          <ac:chgData name="Júlio César Chaves" userId="S::julio.chaves@fgv.br::3f913fe9-3202-435d-b9f5-b2fca763184f" providerId="AD" clId="Web-{3FE890AA-7EB8-A845-3ED1-A1EA30261A28}" dt="2019-12-29T18:55:19.231" v="94" actId="20577"/>
          <ac:spMkLst>
            <pc:docMk/>
            <pc:sldMk cId="1708017829" sldId="261"/>
            <ac:spMk id="4" creationId="{00000000-0000-0000-0000-000000000000}"/>
          </ac:spMkLst>
        </pc:spChg>
      </pc:sldChg>
      <pc:sldChg chg="modSp">
        <pc:chgData name="Júlio César Chaves" userId="S::julio.chaves@fgv.br::3f913fe9-3202-435d-b9f5-b2fca763184f" providerId="AD" clId="Web-{3FE890AA-7EB8-A845-3ED1-A1EA30261A28}" dt="2019-12-29T19:09:39.636" v="570" actId="20577"/>
        <pc:sldMkLst>
          <pc:docMk/>
          <pc:sldMk cId="2939328874" sldId="266"/>
        </pc:sldMkLst>
        <pc:spChg chg="mod">
          <ac:chgData name="Júlio César Chaves" userId="S::julio.chaves@fgv.br::3f913fe9-3202-435d-b9f5-b2fca763184f" providerId="AD" clId="Web-{3FE890AA-7EB8-A845-3ED1-A1EA30261A28}" dt="2019-12-29T19:09:39.636" v="570" actId="20577"/>
          <ac:spMkLst>
            <pc:docMk/>
            <pc:sldMk cId="2939328874" sldId="266"/>
            <ac:spMk id="2" creationId="{C7ABF32C-8E35-486A-A62C-3A40B6F693EC}"/>
          </ac:spMkLst>
        </pc:spChg>
      </pc:sldChg>
    </pc:docChg>
  </pc:docChgLst>
  <pc:docChgLst>
    <pc:chgData name="Júlio César Chaves" userId="3f913fe9-3202-435d-b9f5-b2fca763184f" providerId="ADAL" clId="{88419C17-992C-47F6-B957-162ADFE2ADDF}"/>
    <pc:docChg chg="custSel addSld delSld modSld modSection">
      <pc:chgData name="Júlio César Chaves" userId="3f913fe9-3202-435d-b9f5-b2fca763184f" providerId="ADAL" clId="{88419C17-992C-47F6-B957-162ADFE2ADDF}" dt="2023-02-21T21:08:52.662" v="257" actId="20577"/>
      <pc:docMkLst>
        <pc:docMk/>
      </pc:docMkLst>
      <pc:sldChg chg="modSp mod">
        <pc:chgData name="Júlio César Chaves" userId="3f913fe9-3202-435d-b9f5-b2fca763184f" providerId="ADAL" clId="{88419C17-992C-47F6-B957-162ADFE2ADDF}" dt="2023-02-21T20:58:01.194" v="2" actId="20577"/>
        <pc:sldMkLst>
          <pc:docMk/>
          <pc:sldMk cId="1907083369" sldId="259"/>
        </pc:sldMkLst>
        <pc:spChg chg="mod">
          <ac:chgData name="Júlio César Chaves" userId="3f913fe9-3202-435d-b9f5-b2fca763184f" providerId="ADAL" clId="{88419C17-992C-47F6-B957-162ADFE2ADDF}" dt="2023-02-21T20:58:01.194" v="2" actId="20577"/>
          <ac:spMkLst>
            <pc:docMk/>
            <pc:sldMk cId="1907083369" sldId="259"/>
            <ac:spMk id="2" creationId="{CE784A9F-2F14-47A1-9BDA-D2347E4C0043}"/>
          </ac:spMkLst>
        </pc:spChg>
      </pc:sldChg>
      <pc:sldChg chg="addSp delSp modSp mod">
        <pc:chgData name="Júlio César Chaves" userId="3f913fe9-3202-435d-b9f5-b2fca763184f" providerId="ADAL" clId="{88419C17-992C-47F6-B957-162ADFE2ADDF}" dt="2023-02-21T21:02:05.759" v="103" actId="6549"/>
        <pc:sldMkLst>
          <pc:docMk/>
          <pc:sldMk cId="4016053433" sldId="260"/>
        </pc:sldMkLst>
        <pc:spChg chg="mod">
          <ac:chgData name="Júlio César Chaves" userId="3f913fe9-3202-435d-b9f5-b2fca763184f" providerId="ADAL" clId="{88419C17-992C-47F6-B957-162ADFE2ADDF}" dt="2023-02-21T20:58:26.448" v="6"/>
          <ac:spMkLst>
            <pc:docMk/>
            <pc:sldMk cId="4016053433" sldId="260"/>
            <ac:spMk id="2" creationId="{F6D029EC-3966-70CB-AC28-C82896931C35}"/>
          </ac:spMkLst>
        </pc:spChg>
        <pc:spChg chg="mod">
          <ac:chgData name="Júlio César Chaves" userId="3f913fe9-3202-435d-b9f5-b2fca763184f" providerId="ADAL" clId="{88419C17-992C-47F6-B957-162ADFE2ADDF}" dt="2023-02-21T21:02:05.759" v="103" actId="6549"/>
          <ac:spMkLst>
            <pc:docMk/>
            <pc:sldMk cId="4016053433" sldId="260"/>
            <ac:spMk id="4" creationId="{1129C928-0FE1-8790-B7BC-7DF2A5DA59BA}"/>
          </ac:spMkLst>
        </pc:spChg>
        <pc:spChg chg="mod">
          <ac:chgData name="Júlio César Chaves" userId="3f913fe9-3202-435d-b9f5-b2fca763184f" providerId="ADAL" clId="{88419C17-992C-47F6-B957-162ADFE2ADDF}" dt="2023-02-21T20:58:50.558" v="10"/>
          <ac:spMkLst>
            <pc:docMk/>
            <pc:sldMk cId="4016053433" sldId="260"/>
            <ac:spMk id="5" creationId="{97A9009A-9378-3903-BF3F-6FBD413E9572}"/>
          </ac:spMkLst>
        </pc:spChg>
        <pc:spChg chg="del">
          <ac:chgData name="Júlio César Chaves" userId="3f913fe9-3202-435d-b9f5-b2fca763184f" providerId="ADAL" clId="{88419C17-992C-47F6-B957-162ADFE2ADDF}" dt="2023-02-21T20:58:15.664" v="4" actId="478"/>
          <ac:spMkLst>
            <pc:docMk/>
            <pc:sldMk cId="4016053433" sldId="260"/>
            <ac:spMk id="8" creationId="{E8266D89-D446-F24F-E2C1-EB19C8EF4A9D}"/>
          </ac:spMkLst>
        </pc:spChg>
        <pc:spChg chg="mod">
          <ac:chgData name="Júlio César Chaves" userId="3f913fe9-3202-435d-b9f5-b2fca763184f" providerId="ADAL" clId="{88419C17-992C-47F6-B957-162ADFE2ADDF}" dt="2023-02-21T20:59:44.496" v="38" actId="6549"/>
          <ac:spMkLst>
            <pc:docMk/>
            <pc:sldMk cId="4016053433" sldId="260"/>
            <ac:spMk id="10" creationId="{896DA3D1-BF41-C851-9D5E-87E7FEE1F07E}"/>
          </ac:spMkLst>
        </pc:spChg>
        <pc:spChg chg="add mod">
          <ac:chgData name="Júlio César Chaves" userId="3f913fe9-3202-435d-b9f5-b2fca763184f" providerId="ADAL" clId="{88419C17-992C-47F6-B957-162ADFE2ADDF}" dt="2023-02-21T21:01:59.758" v="102" actId="1076"/>
          <ac:spMkLst>
            <pc:docMk/>
            <pc:sldMk cId="4016053433" sldId="260"/>
            <ac:spMk id="11" creationId="{AA4C37BB-93E9-3B73-E0B0-043EF8B0D0FF}"/>
          </ac:spMkLst>
        </pc:spChg>
        <pc:picChg chg="del">
          <ac:chgData name="Júlio César Chaves" userId="3f913fe9-3202-435d-b9f5-b2fca763184f" providerId="ADAL" clId="{88419C17-992C-47F6-B957-162ADFE2ADDF}" dt="2023-02-21T20:58:15.664" v="4" actId="478"/>
          <ac:picMkLst>
            <pc:docMk/>
            <pc:sldMk cId="4016053433" sldId="260"/>
            <ac:picMk id="7" creationId="{4A1722A3-C4C5-F4DD-CB79-796A28DE3784}"/>
          </ac:picMkLst>
        </pc:picChg>
        <pc:picChg chg="add mod">
          <ac:chgData name="Júlio César Chaves" userId="3f913fe9-3202-435d-b9f5-b2fca763184f" providerId="ADAL" clId="{88419C17-992C-47F6-B957-162ADFE2ADDF}" dt="2023-02-21T21:01:50.511" v="100" actId="14100"/>
          <ac:picMkLst>
            <pc:docMk/>
            <pc:sldMk cId="4016053433" sldId="260"/>
            <ac:picMk id="9" creationId="{8A666F1B-14A4-3685-9EBD-2AC0A386039D}"/>
          </ac:picMkLst>
        </pc:picChg>
      </pc:sldChg>
      <pc:sldChg chg="addSp modSp add mod">
        <pc:chgData name="Júlio César Chaves" userId="3f913fe9-3202-435d-b9f5-b2fca763184f" providerId="ADAL" clId="{88419C17-992C-47F6-B957-162ADFE2ADDF}" dt="2023-02-21T21:04:43.113" v="173" actId="20577"/>
        <pc:sldMkLst>
          <pc:docMk/>
          <pc:sldMk cId="2375190163" sldId="261"/>
        </pc:sldMkLst>
        <pc:spChg chg="mod">
          <ac:chgData name="Júlio César Chaves" userId="3f913fe9-3202-435d-b9f5-b2fca763184f" providerId="ADAL" clId="{88419C17-992C-47F6-B957-162ADFE2ADDF}" dt="2023-02-21T21:04:13.711" v="136" actId="20577"/>
          <ac:spMkLst>
            <pc:docMk/>
            <pc:sldMk cId="2375190163" sldId="261"/>
            <ac:spMk id="4" creationId="{1129C928-0FE1-8790-B7BC-7DF2A5DA59BA}"/>
          </ac:spMkLst>
        </pc:spChg>
        <pc:spChg chg="mod">
          <ac:chgData name="Júlio César Chaves" userId="3f913fe9-3202-435d-b9f5-b2fca763184f" providerId="ADAL" clId="{88419C17-992C-47F6-B957-162ADFE2ADDF}" dt="2023-02-21T21:04:43.113" v="173" actId="20577"/>
          <ac:spMkLst>
            <pc:docMk/>
            <pc:sldMk cId="2375190163" sldId="261"/>
            <ac:spMk id="5" creationId="{97A9009A-9378-3903-BF3F-6FBD413E9572}"/>
          </ac:spMkLst>
        </pc:spChg>
        <pc:spChg chg="add mod">
          <ac:chgData name="Júlio César Chaves" userId="3f913fe9-3202-435d-b9f5-b2fca763184f" providerId="ADAL" clId="{88419C17-992C-47F6-B957-162ADFE2ADDF}" dt="2023-02-21T21:03:25.678" v="123" actId="1076"/>
          <ac:spMkLst>
            <pc:docMk/>
            <pc:sldMk cId="2375190163" sldId="261"/>
            <ac:spMk id="8" creationId="{FE5A5CE6-CF01-DFC9-081B-5BF70B8C5017}"/>
          </ac:spMkLst>
        </pc:spChg>
        <pc:spChg chg="mod">
          <ac:chgData name="Júlio César Chaves" userId="3f913fe9-3202-435d-b9f5-b2fca763184f" providerId="ADAL" clId="{88419C17-992C-47F6-B957-162ADFE2ADDF}" dt="2023-02-21T21:04:33.565" v="156" actId="20577"/>
          <ac:spMkLst>
            <pc:docMk/>
            <pc:sldMk cId="2375190163" sldId="261"/>
            <ac:spMk id="10" creationId="{896DA3D1-BF41-C851-9D5E-87E7FEE1F07E}"/>
          </ac:spMkLst>
        </pc:spChg>
        <pc:picChg chg="add mod">
          <ac:chgData name="Júlio César Chaves" userId="3f913fe9-3202-435d-b9f5-b2fca763184f" providerId="ADAL" clId="{88419C17-992C-47F6-B957-162ADFE2ADDF}" dt="2023-02-21T21:03:18.782" v="121" actId="1076"/>
          <ac:picMkLst>
            <pc:docMk/>
            <pc:sldMk cId="2375190163" sldId="261"/>
            <ac:picMk id="7" creationId="{702695C1-101A-56AB-95FE-D68672D85D76}"/>
          </ac:picMkLst>
        </pc:picChg>
      </pc:sldChg>
      <pc:sldChg chg="del">
        <pc:chgData name="Júlio César Chaves" userId="3f913fe9-3202-435d-b9f5-b2fca763184f" providerId="ADAL" clId="{88419C17-992C-47F6-B957-162ADFE2ADDF}" dt="2023-02-21T20:58:11.391" v="3" actId="47"/>
        <pc:sldMkLst>
          <pc:docMk/>
          <pc:sldMk cId="2618771364" sldId="261"/>
        </pc:sldMkLst>
      </pc:sldChg>
      <pc:sldChg chg="del">
        <pc:chgData name="Júlio César Chaves" userId="3f913fe9-3202-435d-b9f5-b2fca763184f" providerId="ADAL" clId="{88419C17-992C-47F6-B957-162ADFE2ADDF}" dt="2023-02-21T20:58:11.391" v="3" actId="47"/>
        <pc:sldMkLst>
          <pc:docMk/>
          <pc:sldMk cId="1224668880" sldId="262"/>
        </pc:sldMkLst>
      </pc:sldChg>
      <pc:sldChg chg="addSp delSp modSp add mod">
        <pc:chgData name="Júlio César Chaves" userId="3f913fe9-3202-435d-b9f5-b2fca763184f" providerId="ADAL" clId="{88419C17-992C-47F6-B957-162ADFE2ADDF}" dt="2023-02-21T21:08:52.662" v="257" actId="20577"/>
        <pc:sldMkLst>
          <pc:docMk/>
          <pc:sldMk cId="2237707746" sldId="262"/>
        </pc:sldMkLst>
        <pc:spChg chg="mod">
          <ac:chgData name="Júlio César Chaves" userId="3f913fe9-3202-435d-b9f5-b2fca763184f" providerId="ADAL" clId="{88419C17-992C-47F6-B957-162ADFE2ADDF}" dt="2023-02-21T21:08:36.447" v="253" actId="15"/>
          <ac:spMkLst>
            <pc:docMk/>
            <pc:sldMk cId="2237707746" sldId="262"/>
            <ac:spMk id="4" creationId="{1129C928-0FE1-8790-B7BC-7DF2A5DA59BA}"/>
          </ac:spMkLst>
        </pc:spChg>
        <pc:spChg chg="del">
          <ac:chgData name="Júlio César Chaves" userId="3f913fe9-3202-435d-b9f5-b2fca763184f" providerId="ADAL" clId="{88419C17-992C-47F6-B957-162ADFE2ADDF}" dt="2023-02-21T21:05:09.214" v="176" actId="478"/>
          <ac:spMkLst>
            <pc:docMk/>
            <pc:sldMk cId="2237707746" sldId="262"/>
            <ac:spMk id="5" creationId="{97A9009A-9378-3903-BF3F-6FBD413E9572}"/>
          </ac:spMkLst>
        </pc:spChg>
        <pc:spChg chg="del">
          <ac:chgData name="Júlio César Chaves" userId="3f913fe9-3202-435d-b9f5-b2fca763184f" providerId="ADAL" clId="{88419C17-992C-47F6-B957-162ADFE2ADDF}" dt="2023-02-21T21:05:05.156" v="175" actId="478"/>
          <ac:spMkLst>
            <pc:docMk/>
            <pc:sldMk cId="2237707746" sldId="262"/>
            <ac:spMk id="8" creationId="{FE5A5CE6-CF01-DFC9-081B-5BF70B8C5017}"/>
          </ac:spMkLst>
        </pc:spChg>
        <pc:spChg chg="add del mod">
          <ac:chgData name="Júlio César Chaves" userId="3f913fe9-3202-435d-b9f5-b2fca763184f" providerId="ADAL" clId="{88419C17-992C-47F6-B957-162ADFE2ADDF}" dt="2023-02-21T21:05:11.811" v="177" actId="478"/>
          <ac:spMkLst>
            <pc:docMk/>
            <pc:sldMk cId="2237707746" sldId="262"/>
            <ac:spMk id="9" creationId="{B298F18C-0ABE-BA05-AC0E-E862B490D701}"/>
          </ac:spMkLst>
        </pc:spChg>
        <pc:spChg chg="mod">
          <ac:chgData name="Júlio César Chaves" userId="3f913fe9-3202-435d-b9f5-b2fca763184f" providerId="ADAL" clId="{88419C17-992C-47F6-B957-162ADFE2ADDF}" dt="2023-02-21T21:08:52.662" v="257" actId="20577"/>
          <ac:spMkLst>
            <pc:docMk/>
            <pc:sldMk cId="2237707746" sldId="262"/>
            <ac:spMk id="10" creationId="{896DA3D1-BF41-C851-9D5E-87E7FEE1F07E}"/>
          </ac:spMkLst>
        </pc:spChg>
        <pc:spChg chg="add mod">
          <ac:chgData name="Júlio César Chaves" userId="3f913fe9-3202-435d-b9f5-b2fca763184f" providerId="ADAL" clId="{88419C17-992C-47F6-B957-162ADFE2ADDF}" dt="2023-02-21T21:06:35.233" v="194" actId="1076"/>
          <ac:spMkLst>
            <pc:docMk/>
            <pc:sldMk cId="2237707746" sldId="262"/>
            <ac:spMk id="13" creationId="{F73B5866-BFF4-45FF-4B83-87888FB0F5C2}"/>
          </ac:spMkLst>
        </pc:spChg>
        <pc:picChg chg="del">
          <ac:chgData name="Júlio César Chaves" userId="3f913fe9-3202-435d-b9f5-b2fca763184f" providerId="ADAL" clId="{88419C17-992C-47F6-B957-162ADFE2ADDF}" dt="2023-02-21T21:05:05.156" v="175" actId="478"/>
          <ac:picMkLst>
            <pc:docMk/>
            <pc:sldMk cId="2237707746" sldId="262"/>
            <ac:picMk id="7" creationId="{702695C1-101A-56AB-95FE-D68672D85D76}"/>
          </ac:picMkLst>
        </pc:picChg>
        <pc:picChg chg="add mod">
          <ac:chgData name="Júlio César Chaves" userId="3f913fe9-3202-435d-b9f5-b2fca763184f" providerId="ADAL" clId="{88419C17-992C-47F6-B957-162ADFE2ADDF}" dt="2023-02-21T21:06:28.552" v="192" actId="14100"/>
          <ac:picMkLst>
            <pc:docMk/>
            <pc:sldMk cId="2237707746" sldId="262"/>
            <ac:picMk id="12" creationId="{35DC2358-BACC-9E4B-8F96-E3C45F1BAD63}"/>
          </ac:picMkLst>
        </pc:picChg>
      </pc:sldChg>
    </pc:docChg>
  </pc:docChgLst>
  <pc:docChgLst>
    <pc:chgData name="Júlio César Chaves" userId="3f913fe9-3202-435d-b9f5-b2fca763184f" providerId="ADAL" clId="{7A7FD5F8-2641-428B-ABB1-B633F315EF85}"/>
    <pc:docChg chg="undo custSel addSld delSld modSld sldOrd modSection modNotesMaster modHandout">
      <pc:chgData name="Júlio César Chaves" userId="3f913fe9-3202-435d-b9f5-b2fca763184f" providerId="ADAL" clId="{7A7FD5F8-2641-428B-ABB1-B633F315EF85}" dt="2021-08-05T15:53:48.096" v="4149"/>
      <pc:docMkLst>
        <pc:docMk/>
      </pc:docMkLst>
      <pc:sldChg chg="del">
        <pc:chgData name="Júlio César Chaves" userId="3f913fe9-3202-435d-b9f5-b2fca763184f" providerId="ADAL" clId="{7A7FD5F8-2641-428B-ABB1-B633F315EF85}" dt="2021-07-20T19:28:38.950" v="473" actId="47"/>
        <pc:sldMkLst>
          <pc:docMk/>
          <pc:sldMk cId="0" sldId="257"/>
        </pc:sldMkLst>
      </pc:sldChg>
      <pc:sldChg chg="del">
        <pc:chgData name="Júlio César Chaves" userId="3f913fe9-3202-435d-b9f5-b2fca763184f" providerId="ADAL" clId="{7A7FD5F8-2641-428B-ABB1-B633F315EF85}" dt="2021-07-20T19:28:42.724" v="474" actId="47"/>
        <pc:sldMkLst>
          <pc:docMk/>
          <pc:sldMk cId="0" sldId="258"/>
        </pc:sldMkLst>
      </pc:sldChg>
      <pc:sldChg chg="addSp delSp modSp mod">
        <pc:chgData name="Júlio César Chaves" userId="3f913fe9-3202-435d-b9f5-b2fca763184f" providerId="ADAL" clId="{7A7FD5F8-2641-428B-ABB1-B633F315EF85}" dt="2021-08-03T16:12:59.818" v="4142" actId="1076"/>
        <pc:sldMkLst>
          <pc:docMk/>
          <pc:sldMk cId="1907083369" sldId="259"/>
        </pc:sldMkLst>
        <pc:spChg chg="mod">
          <ac:chgData name="Júlio César Chaves" userId="3f913fe9-3202-435d-b9f5-b2fca763184f" providerId="ADAL" clId="{7A7FD5F8-2641-428B-ABB1-B633F315EF85}" dt="2021-08-03T16:12:59.818" v="4142" actId="1076"/>
          <ac:spMkLst>
            <pc:docMk/>
            <pc:sldMk cId="1907083369" sldId="259"/>
            <ac:spMk id="4" creationId="{00000000-0000-0000-0000-000000000000}"/>
          </ac:spMkLst>
        </pc:spChg>
        <pc:spChg chg="del">
          <ac:chgData name="Júlio César Chaves" userId="3f913fe9-3202-435d-b9f5-b2fca763184f" providerId="ADAL" clId="{7A7FD5F8-2641-428B-ABB1-B633F315EF85}" dt="2021-08-03T16:12:45.190" v="4136" actId="478"/>
          <ac:spMkLst>
            <pc:docMk/>
            <pc:sldMk cId="1907083369" sldId="259"/>
            <ac:spMk id="6" creationId="{00000000-0000-0000-0000-000000000000}"/>
          </ac:spMkLst>
        </pc:spChg>
        <pc:spChg chg="add del mod">
          <ac:chgData name="Júlio César Chaves" userId="3f913fe9-3202-435d-b9f5-b2fca763184f" providerId="ADAL" clId="{7A7FD5F8-2641-428B-ABB1-B633F315EF85}" dt="2021-08-03T16:12:55.227" v="4140" actId="478"/>
          <ac:spMkLst>
            <pc:docMk/>
            <pc:sldMk cId="1907083369" sldId="259"/>
            <ac:spMk id="8" creationId="{A298F51C-CDAA-4C23-8025-BBD60823A3DD}"/>
          </ac:spMkLst>
        </pc:spChg>
        <pc:spChg chg="add del mod">
          <ac:chgData name="Júlio César Chaves" userId="3f913fe9-3202-435d-b9f5-b2fca763184f" providerId="ADAL" clId="{7A7FD5F8-2641-428B-ABB1-B633F315EF85}" dt="2021-08-03T16:12:47.989" v="4138"/>
          <ac:spMkLst>
            <pc:docMk/>
            <pc:sldMk cId="1907083369" sldId="259"/>
            <ac:spMk id="9" creationId="{202EA161-055C-4655-9480-1B12633C6573}"/>
          </ac:spMkLst>
        </pc:spChg>
        <pc:spChg chg="add mod">
          <ac:chgData name="Júlio César Chaves" userId="3f913fe9-3202-435d-b9f5-b2fca763184f" providerId="ADAL" clId="{7A7FD5F8-2641-428B-ABB1-B633F315EF85}" dt="2021-08-03T16:12:55.985" v="4141"/>
          <ac:spMkLst>
            <pc:docMk/>
            <pc:sldMk cId="1907083369" sldId="259"/>
            <ac:spMk id="10" creationId="{776B9002-812A-49EF-8590-90F1D6EFBB7E}"/>
          </ac:spMkLst>
        </pc:spChg>
      </pc:sldChg>
      <pc:sldChg chg="del">
        <pc:chgData name="Júlio César Chaves" userId="3f913fe9-3202-435d-b9f5-b2fca763184f" providerId="ADAL" clId="{7A7FD5F8-2641-428B-ABB1-B633F315EF85}" dt="2021-07-20T19:28:44.643" v="475" actId="47"/>
        <pc:sldMkLst>
          <pc:docMk/>
          <pc:sldMk cId="105159225" sldId="260"/>
        </pc:sldMkLst>
      </pc:sldChg>
      <pc:sldChg chg="del">
        <pc:chgData name="Júlio César Chaves" userId="3f913fe9-3202-435d-b9f5-b2fca763184f" providerId="ADAL" clId="{7A7FD5F8-2641-428B-ABB1-B633F315EF85}" dt="2021-07-20T19:28:45.606" v="476" actId="47"/>
        <pc:sldMkLst>
          <pc:docMk/>
          <pc:sldMk cId="4130997900" sldId="261"/>
        </pc:sldMkLst>
      </pc:sldChg>
      <pc:sldChg chg="del">
        <pc:chgData name="Júlio César Chaves" userId="3f913fe9-3202-435d-b9f5-b2fca763184f" providerId="ADAL" clId="{7A7FD5F8-2641-428B-ABB1-B633F315EF85}" dt="2021-07-20T21:27:40.350" v="851" actId="47"/>
        <pc:sldMkLst>
          <pc:docMk/>
          <pc:sldMk cId="1224668880" sldId="262"/>
        </pc:sldMkLst>
      </pc:sldChg>
      <pc:sldChg chg="del">
        <pc:chgData name="Júlio César Chaves" userId="3f913fe9-3202-435d-b9f5-b2fca763184f" providerId="ADAL" clId="{7A7FD5F8-2641-428B-ABB1-B633F315EF85}" dt="2021-07-21T11:30:11.878" v="1261" actId="47"/>
        <pc:sldMkLst>
          <pc:docMk/>
          <pc:sldMk cId="0" sldId="263"/>
        </pc:sldMkLst>
      </pc:sldChg>
      <pc:sldChg chg="del">
        <pc:chgData name="Júlio César Chaves" userId="3f913fe9-3202-435d-b9f5-b2fca763184f" providerId="ADAL" clId="{7A7FD5F8-2641-428B-ABB1-B633F315EF85}" dt="2021-07-20T21:27:44.133" v="852" actId="47"/>
        <pc:sldMkLst>
          <pc:docMk/>
          <pc:sldMk cId="0" sldId="264"/>
        </pc:sldMkLst>
      </pc:sldChg>
      <pc:sldChg chg="del">
        <pc:chgData name="Júlio César Chaves" userId="3f913fe9-3202-435d-b9f5-b2fca763184f" providerId="ADAL" clId="{7A7FD5F8-2641-428B-ABB1-B633F315EF85}" dt="2021-07-20T21:27:48.046" v="853" actId="47"/>
        <pc:sldMkLst>
          <pc:docMk/>
          <pc:sldMk cId="0" sldId="265"/>
        </pc:sldMkLst>
      </pc:sldChg>
      <pc:sldChg chg="del">
        <pc:chgData name="Júlio César Chaves" userId="3f913fe9-3202-435d-b9f5-b2fca763184f" providerId="ADAL" clId="{7A7FD5F8-2641-428B-ABB1-B633F315EF85}" dt="2021-07-20T21:27:57.263" v="854" actId="47"/>
        <pc:sldMkLst>
          <pc:docMk/>
          <pc:sldMk cId="0" sldId="266"/>
        </pc:sldMkLst>
      </pc:sldChg>
      <pc:sldChg chg="del">
        <pc:chgData name="Júlio César Chaves" userId="3f913fe9-3202-435d-b9f5-b2fca763184f" providerId="ADAL" clId="{7A7FD5F8-2641-428B-ABB1-B633F315EF85}" dt="2021-07-20T21:28:05.097" v="855" actId="47"/>
        <pc:sldMkLst>
          <pc:docMk/>
          <pc:sldMk cId="0" sldId="267"/>
        </pc:sldMkLst>
      </pc:sldChg>
      <pc:sldChg chg="del">
        <pc:chgData name="Júlio César Chaves" userId="3f913fe9-3202-435d-b9f5-b2fca763184f" providerId="ADAL" clId="{7A7FD5F8-2641-428B-ABB1-B633F315EF85}" dt="2021-07-21T11:30:16.486" v="1262" actId="47"/>
        <pc:sldMkLst>
          <pc:docMk/>
          <pc:sldMk cId="0" sldId="268"/>
        </pc:sldMkLst>
      </pc:sldChg>
      <pc:sldChg chg="del">
        <pc:chgData name="Júlio César Chaves" userId="3f913fe9-3202-435d-b9f5-b2fca763184f" providerId="ADAL" clId="{7A7FD5F8-2641-428B-ABB1-B633F315EF85}" dt="2021-07-21T11:30:26.474" v="1264" actId="47"/>
        <pc:sldMkLst>
          <pc:docMk/>
          <pc:sldMk cId="0" sldId="269"/>
        </pc:sldMkLst>
      </pc:sldChg>
      <pc:sldChg chg="del">
        <pc:chgData name="Júlio César Chaves" userId="3f913fe9-3202-435d-b9f5-b2fca763184f" providerId="ADAL" clId="{7A7FD5F8-2641-428B-ABB1-B633F315EF85}" dt="2021-07-21T11:32:30.224" v="1266" actId="47"/>
        <pc:sldMkLst>
          <pc:docMk/>
          <pc:sldMk cId="0" sldId="270"/>
        </pc:sldMkLst>
      </pc:sldChg>
      <pc:sldChg chg="del">
        <pc:chgData name="Júlio César Chaves" userId="3f913fe9-3202-435d-b9f5-b2fca763184f" providerId="ADAL" clId="{7A7FD5F8-2641-428B-ABB1-B633F315EF85}" dt="2021-07-21T11:32:36.438" v="1268" actId="47"/>
        <pc:sldMkLst>
          <pc:docMk/>
          <pc:sldMk cId="0" sldId="271"/>
        </pc:sldMkLst>
      </pc:sldChg>
      <pc:sldChg chg="del">
        <pc:chgData name="Júlio César Chaves" userId="3f913fe9-3202-435d-b9f5-b2fca763184f" providerId="ADAL" clId="{7A7FD5F8-2641-428B-ABB1-B633F315EF85}" dt="2021-07-21T11:32:44.907" v="1270" actId="47"/>
        <pc:sldMkLst>
          <pc:docMk/>
          <pc:sldMk cId="0" sldId="272"/>
        </pc:sldMkLst>
      </pc:sldChg>
      <pc:sldChg chg="del">
        <pc:chgData name="Júlio César Chaves" userId="3f913fe9-3202-435d-b9f5-b2fca763184f" providerId="ADAL" clId="{7A7FD5F8-2641-428B-ABB1-B633F315EF85}" dt="2021-07-21T11:32:53.130" v="1272" actId="47"/>
        <pc:sldMkLst>
          <pc:docMk/>
          <pc:sldMk cId="0" sldId="273"/>
        </pc:sldMkLst>
      </pc:sldChg>
      <pc:sldChg chg="del">
        <pc:chgData name="Júlio César Chaves" userId="3f913fe9-3202-435d-b9f5-b2fca763184f" providerId="ADAL" clId="{7A7FD5F8-2641-428B-ABB1-B633F315EF85}" dt="2021-07-21T11:32:56.678" v="1273" actId="47"/>
        <pc:sldMkLst>
          <pc:docMk/>
          <pc:sldMk cId="0" sldId="274"/>
        </pc:sldMkLst>
      </pc:sldChg>
      <pc:sldChg chg="del">
        <pc:chgData name="Júlio César Chaves" userId="3f913fe9-3202-435d-b9f5-b2fca763184f" providerId="ADAL" clId="{7A7FD5F8-2641-428B-ABB1-B633F315EF85}" dt="2021-07-21T11:41:57.736" v="1278" actId="47"/>
        <pc:sldMkLst>
          <pc:docMk/>
          <pc:sldMk cId="0" sldId="276"/>
        </pc:sldMkLst>
      </pc:sldChg>
      <pc:sldChg chg="del">
        <pc:chgData name="Júlio César Chaves" userId="3f913fe9-3202-435d-b9f5-b2fca763184f" providerId="ADAL" clId="{7A7FD5F8-2641-428B-ABB1-B633F315EF85}" dt="2021-07-21T11:42:16.649" v="1279" actId="47"/>
        <pc:sldMkLst>
          <pc:docMk/>
          <pc:sldMk cId="0" sldId="278"/>
        </pc:sldMkLst>
      </pc:sldChg>
      <pc:sldChg chg="del">
        <pc:chgData name="Júlio César Chaves" userId="3f913fe9-3202-435d-b9f5-b2fca763184f" providerId="ADAL" clId="{7A7FD5F8-2641-428B-ABB1-B633F315EF85}" dt="2021-07-21T11:30:22.381" v="1263" actId="47"/>
        <pc:sldMkLst>
          <pc:docMk/>
          <pc:sldMk cId="0" sldId="293"/>
        </pc:sldMkLst>
      </pc:sldChg>
      <pc:sldChg chg="del">
        <pc:chgData name="Júlio César Chaves" userId="3f913fe9-3202-435d-b9f5-b2fca763184f" providerId="ADAL" clId="{7A7FD5F8-2641-428B-ABB1-B633F315EF85}" dt="2021-07-21T11:32:26.306" v="1265" actId="47"/>
        <pc:sldMkLst>
          <pc:docMk/>
          <pc:sldMk cId="1329293479" sldId="294"/>
        </pc:sldMkLst>
      </pc:sldChg>
      <pc:sldChg chg="del">
        <pc:chgData name="Júlio César Chaves" userId="3f913fe9-3202-435d-b9f5-b2fca763184f" providerId="ADAL" clId="{7A7FD5F8-2641-428B-ABB1-B633F315EF85}" dt="2021-07-21T11:32:32.828" v="1267" actId="47"/>
        <pc:sldMkLst>
          <pc:docMk/>
          <pc:sldMk cId="3609058644" sldId="295"/>
        </pc:sldMkLst>
      </pc:sldChg>
      <pc:sldChg chg="del">
        <pc:chgData name="Júlio César Chaves" userId="3f913fe9-3202-435d-b9f5-b2fca763184f" providerId="ADAL" clId="{7A7FD5F8-2641-428B-ABB1-B633F315EF85}" dt="2021-07-21T11:32:39.021" v="1269" actId="47"/>
        <pc:sldMkLst>
          <pc:docMk/>
          <pc:sldMk cId="1979002233" sldId="296"/>
        </pc:sldMkLst>
      </pc:sldChg>
      <pc:sldChg chg="del">
        <pc:chgData name="Júlio César Chaves" userId="3f913fe9-3202-435d-b9f5-b2fca763184f" providerId="ADAL" clId="{7A7FD5F8-2641-428B-ABB1-B633F315EF85}" dt="2021-07-21T11:32:47.654" v="1271" actId="47"/>
        <pc:sldMkLst>
          <pc:docMk/>
          <pc:sldMk cId="2730323773" sldId="297"/>
        </pc:sldMkLst>
      </pc:sldChg>
      <pc:sldChg chg="del">
        <pc:chgData name="Júlio César Chaves" userId="3f913fe9-3202-435d-b9f5-b2fca763184f" providerId="ADAL" clId="{7A7FD5F8-2641-428B-ABB1-B633F315EF85}" dt="2021-07-21T11:33:09.931" v="1274" actId="47"/>
        <pc:sldMkLst>
          <pc:docMk/>
          <pc:sldMk cId="959580351" sldId="298"/>
        </pc:sldMkLst>
      </pc:sldChg>
      <pc:sldChg chg="del">
        <pc:chgData name="Júlio César Chaves" userId="3f913fe9-3202-435d-b9f5-b2fca763184f" providerId="ADAL" clId="{7A7FD5F8-2641-428B-ABB1-B633F315EF85}" dt="2021-07-21T11:41:30.105" v="1277" actId="47"/>
        <pc:sldMkLst>
          <pc:docMk/>
          <pc:sldMk cId="0" sldId="299"/>
        </pc:sldMkLst>
      </pc:sldChg>
      <pc:sldChg chg="modSp mod">
        <pc:chgData name="Júlio César Chaves" userId="3f913fe9-3202-435d-b9f5-b2fca763184f" providerId="ADAL" clId="{7A7FD5F8-2641-428B-ABB1-B633F315EF85}" dt="2021-07-20T17:35:20.059" v="421" actId="20577"/>
        <pc:sldMkLst>
          <pc:docMk/>
          <pc:sldMk cId="413171414" sldId="308"/>
        </pc:sldMkLst>
        <pc:spChg chg="mod">
          <ac:chgData name="Júlio César Chaves" userId="3f913fe9-3202-435d-b9f5-b2fca763184f" providerId="ADAL" clId="{7A7FD5F8-2641-428B-ABB1-B633F315EF85}" dt="2021-07-20T17:35:20.059" v="421" actId="20577"/>
          <ac:spMkLst>
            <pc:docMk/>
            <pc:sldMk cId="413171414" sldId="308"/>
            <ac:spMk id="2" creationId="{218F1E77-B560-4D59-8587-2ACD5EDBB370}"/>
          </ac:spMkLst>
        </pc:spChg>
      </pc:sldChg>
      <pc:sldChg chg="addSp delSp modSp new mod modNotesTx">
        <pc:chgData name="Júlio César Chaves" userId="3f913fe9-3202-435d-b9f5-b2fca763184f" providerId="ADAL" clId="{7A7FD5F8-2641-428B-ABB1-B633F315EF85}" dt="2021-07-20T18:05:09.283" v="442" actId="20577"/>
        <pc:sldMkLst>
          <pc:docMk/>
          <pc:sldMk cId="3104235264" sldId="309"/>
        </pc:sldMkLst>
        <pc:spChg chg="mod">
          <ac:chgData name="Júlio César Chaves" userId="3f913fe9-3202-435d-b9f5-b2fca763184f" providerId="ADAL" clId="{7A7FD5F8-2641-428B-ABB1-B633F315EF85}" dt="2021-07-20T17:36:00.282" v="427" actId="20577"/>
          <ac:spMkLst>
            <pc:docMk/>
            <pc:sldMk cId="3104235264" sldId="309"/>
            <ac:spMk id="2" creationId="{76BB060F-0D2B-41DE-93FF-5EC6112045C9}"/>
          </ac:spMkLst>
        </pc:spChg>
        <pc:spChg chg="del">
          <ac:chgData name="Júlio César Chaves" userId="3f913fe9-3202-435d-b9f5-b2fca763184f" providerId="ADAL" clId="{7A7FD5F8-2641-428B-ABB1-B633F315EF85}" dt="2021-07-20T14:35:24.390" v="76" actId="478"/>
          <ac:spMkLst>
            <pc:docMk/>
            <pc:sldMk cId="3104235264" sldId="309"/>
            <ac:spMk id="3" creationId="{6EFE50CD-DCE4-4DDB-9CE8-B25C902BFF04}"/>
          </ac:spMkLst>
        </pc:spChg>
        <pc:spChg chg="del">
          <ac:chgData name="Júlio César Chaves" userId="3f913fe9-3202-435d-b9f5-b2fca763184f" providerId="ADAL" clId="{7A7FD5F8-2641-428B-ABB1-B633F315EF85}" dt="2021-07-20T14:35:24.390" v="76" actId="478"/>
          <ac:spMkLst>
            <pc:docMk/>
            <pc:sldMk cId="3104235264" sldId="309"/>
            <ac:spMk id="4" creationId="{6CE36D6B-1EC0-45B0-840A-0339696D75D6}"/>
          </ac:spMkLst>
        </pc:spChg>
        <pc:spChg chg="del">
          <ac:chgData name="Júlio César Chaves" userId="3f913fe9-3202-435d-b9f5-b2fca763184f" providerId="ADAL" clId="{7A7FD5F8-2641-428B-ABB1-B633F315EF85}" dt="2021-07-20T14:35:24.390" v="76" actId="478"/>
          <ac:spMkLst>
            <pc:docMk/>
            <pc:sldMk cId="3104235264" sldId="309"/>
            <ac:spMk id="5" creationId="{7CAF579D-33A0-49D8-92EF-D82984850E2D}"/>
          </ac:spMkLst>
        </pc:spChg>
        <pc:spChg chg="mod">
          <ac:chgData name="Júlio César Chaves" userId="3f913fe9-3202-435d-b9f5-b2fca763184f" providerId="ADAL" clId="{7A7FD5F8-2641-428B-ABB1-B633F315EF85}" dt="2021-07-20T14:45:41.827" v="278" actId="20577"/>
          <ac:spMkLst>
            <pc:docMk/>
            <pc:sldMk cId="3104235264" sldId="309"/>
            <ac:spMk id="6" creationId="{DD757292-16E8-442F-BD1C-F76190AD0F2B}"/>
          </ac:spMkLst>
        </pc:spChg>
        <pc:spChg chg="add mod">
          <ac:chgData name="Júlio César Chaves" userId="3f913fe9-3202-435d-b9f5-b2fca763184f" providerId="ADAL" clId="{7A7FD5F8-2641-428B-ABB1-B633F315EF85}" dt="2021-07-20T14:40:11.842" v="140" actId="14100"/>
          <ac:spMkLst>
            <pc:docMk/>
            <pc:sldMk cId="3104235264" sldId="309"/>
            <ac:spMk id="8" creationId="{4F83A850-FB68-4144-A8C1-5CF1D1BB62A8}"/>
          </ac:spMkLst>
        </pc:spChg>
        <pc:spChg chg="add mod">
          <ac:chgData name="Júlio César Chaves" userId="3f913fe9-3202-435d-b9f5-b2fca763184f" providerId="ADAL" clId="{7A7FD5F8-2641-428B-ABB1-B633F315EF85}" dt="2021-07-20T14:41:03.317" v="143" actId="17032"/>
          <ac:spMkLst>
            <pc:docMk/>
            <pc:sldMk cId="3104235264" sldId="309"/>
            <ac:spMk id="9" creationId="{C95A90A5-1094-44F9-ABD8-49A4E91F4D70}"/>
          </ac:spMkLst>
        </pc:spChg>
        <pc:spChg chg="add mod">
          <ac:chgData name="Júlio César Chaves" userId="3f913fe9-3202-435d-b9f5-b2fca763184f" providerId="ADAL" clId="{7A7FD5F8-2641-428B-ABB1-B633F315EF85}" dt="2021-07-20T14:42:08.151" v="149" actId="207"/>
          <ac:spMkLst>
            <pc:docMk/>
            <pc:sldMk cId="3104235264" sldId="309"/>
            <ac:spMk id="10" creationId="{7A6A6828-48BA-4C3C-BE19-1446237E2945}"/>
          </ac:spMkLst>
        </pc:spChg>
        <pc:spChg chg="add mod">
          <ac:chgData name="Júlio César Chaves" userId="3f913fe9-3202-435d-b9f5-b2fca763184f" providerId="ADAL" clId="{7A7FD5F8-2641-428B-ABB1-B633F315EF85}" dt="2021-07-20T14:43:33.038" v="194" actId="1035"/>
          <ac:spMkLst>
            <pc:docMk/>
            <pc:sldMk cId="3104235264" sldId="309"/>
            <ac:spMk id="11" creationId="{52289F8F-FC57-40BE-8463-DCBCEB714558}"/>
          </ac:spMkLst>
        </pc:spChg>
        <pc:spChg chg="add mod">
          <ac:chgData name="Júlio César Chaves" userId="3f913fe9-3202-435d-b9f5-b2fca763184f" providerId="ADAL" clId="{7A7FD5F8-2641-428B-ABB1-B633F315EF85}" dt="2021-07-20T14:44:39.819" v="266" actId="1076"/>
          <ac:spMkLst>
            <pc:docMk/>
            <pc:sldMk cId="3104235264" sldId="309"/>
            <ac:spMk id="12" creationId="{1E8DBBB0-1A0B-4E47-945A-6625ACFE72FD}"/>
          </ac:spMkLst>
        </pc:spChg>
        <pc:spChg chg="add mod">
          <ac:chgData name="Júlio César Chaves" userId="3f913fe9-3202-435d-b9f5-b2fca763184f" providerId="ADAL" clId="{7A7FD5F8-2641-428B-ABB1-B633F315EF85}" dt="2021-07-20T14:44:12.381" v="239" actId="1076"/>
          <ac:spMkLst>
            <pc:docMk/>
            <pc:sldMk cId="3104235264" sldId="309"/>
            <ac:spMk id="13" creationId="{8623B9B2-2921-4487-8410-D2FEC364BF29}"/>
          </ac:spMkLst>
        </pc:spChg>
        <pc:spChg chg="add mod">
          <ac:chgData name="Júlio César Chaves" userId="3f913fe9-3202-435d-b9f5-b2fca763184f" providerId="ADAL" clId="{7A7FD5F8-2641-428B-ABB1-B633F315EF85}" dt="2021-07-20T14:50:49.768" v="417" actId="1038"/>
          <ac:spMkLst>
            <pc:docMk/>
            <pc:sldMk cId="3104235264" sldId="309"/>
            <ac:spMk id="14" creationId="{5243A9F6-D084-470E-8455-39150DC786E1}"/>
          </ac:spMkLst>
        </pc:spChg>
        <pc:spChg chg="add mod">
          <ac:chgData name="Júlio César Chaves" userId="3f913fe9-3202-435d-b9f5-b2fca763184f" providerId="ADAL" clId="{7A7FD5F8-2641-428B-ABB1-B633F315EF85}" dt="2021-07-20T14:49:41.836" v="337" actId="1035"/>
          <ac:spMkLst>
            <pc:docMk/>
            <pc:sldMk cId="3104235264" sldId="309"/>
            <ac:spMk id="15" creationId="{58BE9007-6B4C-4472-B483-8EC6F8A57100}"/>
          </ac:spMkLst>
        </pc:spChg>
        <pc:spChg chg="add mod">
          <ac:chgData name="Júlio César Chaves" userId="3f913fe9-3202-435d-b9f5-b2fca763184f" providerId="ADAL" clId="{7A7FD5F8-2641-428B-ABB1-B633F315EF85}" dt="2021-07-20T14:50:02.465" v="376" actId="1038"/>
          <ac:spMkLst>
            <pc:docMk/>
            <pc:sldMk cId="3104235264" sldId="309"/>
            <ac:spMk id="16" creationId="{605C95BF-27C6-4DA1-8797-1689251DC4EB}"/>
          </ac:spMkLst>
        </pc:spChg>
        <pc:spChg chg="add mod">
          <ac:chgData name="Júlio César Chaves" userId="3f913fe9-3202-435d-b9f5-b2fca763184f" providerId="ADAL" clId="{7A7FD5F8-2641-428B-ABB1-B633F315EF85}" dt="2021-07-20T14:50:37.640" v="413" actId="1038"/>
          <ac:spMkLst>
            <pc:docMk/>
            <pc:sldMk cId="3104235264" sldId="309"/>
            <ac:spMk id="17" creationId="{5C890909-C753-456B-BE76-F663069D40CA}"/>
          </ac:spMkLst>
        </pc:spChg>
        <pc:graphicFrameChg chg="add mod modGraphic">
          <ac:chgData name="Júlio César Chaves" userId="3f913fe9-3202-435d-b9f5-b2fca763184f" providerId="ADAL" clId="{7A7FD5F8-2641-428B-ABB1-B633F315EF85}" dt="2021-07-20T14:48:54.955" v="310" actId="113"/>
          <ac:graphicFrameMkLst>
            <pc:docMk/>
            <pc:sldMk cId="3104235264" sldId="309"/>
            <ac:graphicFrameMk id="7" creationId="{3D7FE0D2-876B-40B3-BE88-3925FCDEF9CD}"/>
          </ac:graphicFrameMkLst>
        </pc:graphicFrameChg>
      </pc:sldChg>
      <pc:sldChg chg="del">
        <pc:chgData name="Júlio César Chaves" userId="3f913fe9-3202-435d-b9f5-b2fca763184f" providerId="ADAL" clId="{7A7FD5F8-2641-428B-ABB1-B633F315EF85}" dt="2021-07-20T14:30:46.981" v="36" actId="47"/>
        <pc:sldMkLst>
          <pc:docMk/>
          <pc:sldMk cId="3333762259" sldId="309"/>
        </pc:sldMkLst>
      </pc:sldChg>
      <pc:sldChg chg="del">
        <pc:chgData name="Júlio César Chaves" userId="3f913fe9-3202-435d-b9f5-b2fca763184f" providerId="ADAL" clId="{7A7FD5F8-2641-428B-ABB1-B633F315EF85}" dt="2021-07-20T14:30:46.981" v="36" actId="47"/>
        <pc:sldMkLst>
          <pc:docMk/>
          <pc:sldMk cId="1949122420" sldId="310"/>
        </pc:sldMkLst>
      </pc:sldChg>
      <pc:sldChg chg="addSp modSp new mod modNotesTx">
        <pc:chgData name="Júlio César Chaves" userId="3f913fe9-3202-435d-b9f5-b2fca763184f" providerId="ADAL" clId="{7A7FD5F8-2641-428B-ABB1-B633F315EF85}" dt="2021-07-20T19:27:29.738" v="472" actId="20577"/>
        <pc:sldMkLst>
          <pc:docMk/>
          <pc:sldMk cId="2972819727" sldId="310"/>
        </pc:sldMkLst>
        <pc:spChg chg="mod">
          <ac:chgData name="Júlio César Chaves" userId="3f913fe9-3202-435d-b9f5-b2fca763184f" providerId="ADAL" clId="{7A7FD5F8-2641-428B-ABB1-B633F315EF85}" dt="2021-07-20T18:34:24.821" v="464" actId="20577"/>
          <ac:spMkLst>
            <pc:docMk/>
            <pc:sldMk cId="2972819727" sldId="310"/>
            <ac:spMk id="2" creationId="{ABF1C42A-E76B-411C-9023-FAA82F521B68}"/>
          </ac:spMkLst>
        </pc:spChg>
        <pc:picChg chg="add mod">
          <ac:chgData name="Júlio César Chaves" userId="3f913fe9-3202-435d-b9f5-b2fca763184f" providerId="ADAL" clId="{7A7FD5F8-2641-428B-ABB1-B633F315EF85}" dt="2021-07-20T18:35:52.506" v="467" actId="1076"/>
          <ac:picMkLst>
            <pc:docMk/>
            <pc:sldMk cId="2972819727" sldId="310"/>
            <ac:picMk id="6" creationId="{E8B129B5-7488-4D20-B3AA-A57C88E4F2FD}"/>
          </ac:picMkLst>
        </pc:picChg>
      </pc:sldChg>
      <pc:sldChg chg="modSp new del mod">
        <pc:chgData name="Júlio César Chaves" userId="3f913fe9-3202-435d-b9f5-b2fca763184f" providerId="ADAL" clId="{7A7FD5F8-2641-428B-ABB1-B633F315EF85}" dt="2021-07-20T18:33:53.348" v="443" actId="47"/>
        <pc:sldMkLst>
          <pc:docMk/>
          <pc:sldMk cId="4025790025" sldId="310"/>
        </pc:sldMkLst>
        <pc:spChg chg="mod">
          <ac:chgData name="Júlio César Chaves" userId="3f913fe9-3202-435d-b9f5-b2fca763184f" providerId="ADAL" clId="{7A7FD5F8-2641-428B-ABB1-B633F315EF85}" dt="2021-07-20T14:42:48.590" v="161" actId="15"/>
          <ac:spMkLst>
            <pc:docMk/>
            <pc:sldMk cId="4025790025" sldId="310"/>
            <ac:spMk id="4" creationId="{60FBAA9E-490D-4578-90EF-97629F0F56B9}"/>
          </ac:spMkLst>
        </pc:spChg>
      </pc:sldChg>
      <pc:sldChg chg="addSp modSp new mod modNotesTx">
        <pc:chgData name="Júlio César Chaves" userId="3f913fe9-3202-435d-b9f5-b2fca763184f" providerId="ADAL" clId="{7A7FD5F8-2641-428B-ABB1-B633F315EF85}" dt="2021-07-20T21:25:51.211" v="850"/>
        <pc:sldMkLst>
          <pc:docMk/>
          <pc:sldMk cId="2590998277" sldId="311"/>
        </pc:sldMkLst>
        <pc:spChg chg="mod">
          <ac:chgData name="Júlio César Chaves" userId="3f913fe9-3202-435d-b9f5-b2fca763184f" providerId="ADAL" clId="{7A7FD5F8-2641-428B-ABB1-B633F315EF85}" dt="2021-07-20T20:18:41.584" v="522" actId="20577"/>
          <ac:spMkLst>
            <pc:docMk/>
            <pc:sldMk cId="2590998277" sldId="311"/>
            <ac:spMk id="2" creationId="{6D80ECD3-4C08-4248-AB5E-DB9850E9EEF3}"/>
          </ac:spMkLst>
        </pc:spChg>
        <pc:spChg chg="mod">
          <ac:chgData name="Júlio César Chaves" userId="3f913fe9-3202-435d-b9f5-b2fca763184f" providerId="ADAL" clId="{7A7FD5F8-2641-428B-ABB1-B633F315EF85}" dt="2021-07-20T20:44:21.347" v="551" actId="20577"/>
          <ac:spMkLst>
            <pc:docMk/>
            <pc:sldMk cId="2590998277" sldId="311"/>
            <ac:spMk id="3" creationId="{B1E5C46F-9A8E-458A-B717-69048114FDE2}"/>
          </ac:spMkLst>
        </pc:spChg>
        <pc:spChg chg="add mod">
          <ac:chgData name="Júlio César Chaves" userId="3f913fe9-3202-435d-b9f5-b2fca763184f" providerId="ADAL" clId="{7A7FD5F8-2641-428B-ABB1-B633F315EF85}" dt="2021-07-20T20:46:02.785" v="608" actId="14100"/>
          <ac:spMkLst>
            <pc:docMk/>
            <pc:sldMk cId="2590998277" sldId="311"/>
            <ac:spMk id="5" creationId="{B37DB726-C3EE-4BE6-843B-D7ED53B599BA}"/>
          </ac:spMkLst>
        </pc:spChg>
        <pc:spChg chg="add mod">
          <ac:chgData name="Júlio César Chaves" userId="3f913fe9-3202-435d-b9f5-b2fca763184f" providerId="ADAL" clId="{7A7FD5F8-2641-428B-ABB1-B633F315EF85}" dt="2021-07-20T20:54:11.823" v="846" actId="14100"/>
          <ac:spMkLst>
            <pc:docMk/>
            <pc:sldMk cId="2590998277" sldId="311"/>
            <ac:spMk id="6" creationId="{0A3D99B0-894B-44C7-B522-C13DE7CEA1AA}"/>
          </ac:spMkLst>
        </pc:spChg>
        <pc:spChg chg="add mod">
          <ac:chgData name="Júlio César Chaves" userId="3f913fe9-3202-435d-b9f5-b2fca763184f" providerId="ADAL" clId="{7A7FD5F8-2641-428B-ABB1-B633F315EF85}" dt="2021-07-20T20:54:23.312" v="849" actId="14100"/>
          <ac:spMkLst>
            <pc:docMk/>
            <pc:sldMk cId="2590998277" sldId="311"/>
            <ac:spMk id="7" creationId="{468ED7A6-8980-49AE-B86C-462B8D382B5B}"/>
          </ac:spMkLst>
        </pc:spChg>
        <pc:spChg chg="add mod">
          <ac:chgData name="Júlio César Chaves" userId="3f913fe9-3202-435d-b9f5-b2fca763184f" providerId="ADAL" clId="{7A7FD5F8-2641-428B-ABB1-B633F315EF85}" dt="2021-07-20T20:51:51.685" v="750" actId="14100"/>
          <ac:spMkLst>
            <pc:docMk/>
            <pc:sldMk cId="2590998277" sldId="311"/>
            <ac:spMk id="8" creationId="{74572644-460F-4CB3-AF97-18EC32684E9D}"/>
          </ac:spMkLst>
        </pc:spChg>
        <pc:spChg chg="add mod">
          <ac:chgData name="Júlio César Chaves" userId="3f913fe9-3202-435d-b9f5-b2fca763184f" providerId="ADAL" clId="{7A7FD5F8-2641-428B-ABB1-B633F315EF85}" dt="2021-07-20T20:52:43.095" v="813" actId="14100"/>
          <ac:spMkLst>
            <pc:docMk/>
            <pc:sldMk cId="2590998277" sldId="311"/>
            <ac:spMk id="9" creationId="{386E0CDE-0E6F-4834-9F50-4BC4FC3EC1C0}"/>
          </ac:spMkLst>
        </pc:spChg>
        <pc:spChg chg="add mod">
          <ac:chgData name="Júlio César Chaves" userId="3f913fe9-3202-435d-b9f5-b2fca763184f" providerId="ADAL" clId="{7A7FD5F8-2641-428B-ABB1-B633F315EF85}" dt="2021-07-20T20:53:14.950" v="843" actId="20577"/>
          <ac:spMkLst>
            <pc:docMk/>
            <pc:sldMk cId="2590998277" sldId="311"/>
            <ac:spMk id="10" creationId="{9EAC40C7-3181-4FCB-BD5F-67C85AF90A90}"/>
          </ac:spMkLst>
        </pc:spChg>
        <pc:picChg chg="add mod">
          <ac:chgData name="Júlio César Chaves" userId="3f913fe9-3202-435d-b9f5-b2fca763184f" providerId="ADAL" clId="{7A7FD5F8-2641-428B-ABB1-B633F315EF85}" dt="2021-07-20T20:43:21.742" v="529" actId="1076"/>
          <ac:picMkLst>
            <pc:docMk/>
            <pc:sldMk cId="2590998277" sldId="311"/>
            <ac:picMk id="4" creationId="{C49406A2-7148-4B00-9161-48B321B1682B}"/>
          </ac:picMkLst>
        </pc:picChg>
      </pc:sldChg>
      <pc:sldChg chg="addSp delSp modSp add mod modNotesTx">
        <pc:chgData name="Júlio César Chaves" userId="3f913fe9-3202-435d-b9f5-b2fca763184f" providerId="ADAL" clId="{7A7FD5F8-2641-428B-ABB1-B633F315EF85}" dt="2021-07-21T11:50:07.320" v="1290" actId="20577"/>
        <pc:sldMkLst>
          <pc:docMk/>
          <pc:sldMk cId="630877073" sldId="312"/>
        </pc:sldMkLst>
        <pc:spChg chg="mod">
          <ac:chgData name="Júlio César Chaves" userId="3f913fe9-3202-435d-b9f5-b2fca763184f" providerId="ADAL" clId="{7A7FD5F8-2641-428B-ABB1-B633F315EF85}" dt="2021-07-20T21:34:27.180" v="936" actId="14100"/>
          <ac:spMkLst>
            <pc:docMk/>
            <pc:sldMk cId="630877073" sldId="312"/>
            <ac:spMk id="2" creationId="{6D80ECD3-4C08-4248-AB5E-DB9850E9EEF3}"/>
          </ac:spMkLst>
        </pc:spChg>
        <pc:spChg chg="mod">
          <ac:chgData name="Júlio César Chaves" userId="3f913fe9-3202-435d-b9f5-b2fca763184f" providerId="ADAL" clId="{7A7FD5F8-2641-428B-ABB1-B633F315EF85}" dt="2021-07-21T11:50:07.320" v="1290" actId="20577"/>
          <ac:spMkLst>
            <pc:docMk/>
            <pc:sldMk cId="630877073" sldId="312"/>
            <ac:spMk id="5" creationId="{B37DB726-C3EE-4BE6-843B-D7ED53B599BA}"/>
          </ac:spMkLst>
        </pc:spChg>
        <pc:spChg chg="del mod">
          <ac:chgData name="Júlio César Chaves" userId="3f913fe9-3202-435d-b9f5-b2fca763184f" providerId="ADAL" clId="{7A7FD5F8-2641-428B-ABB1-B633F315EF85}" dt="2021-07-20T21:33:46.655" v="861" actId="478"/>
          <ac:spMkLst>
            <pc:docMk/>
            <pc:sldMk cId="630877073" sldId="312"/>
            <ac:spMk id="6" creationId="{0A3D99B0-894B-44C7-B522-C13DE7CEA1AA}"/>
          </ac:spMkLst>
        </pc:spChg>
        <pc:spChg chg="del mod">
          <ac:chgData name="Júlio César Chaves" userId="3f913fe9-3202-435d-b9f5-b2fca763184f" providerId="ADAL" clId="{7A7FD5F8-2641-428B-ABB1-B633F315EF85}" dt="2021-07-20T21:33:44.849" v="860" actId="478"/>
          <ac:spMkLst>
            <pc:docMk/>
            <pc:sldMk cId="630877073" sldId="312"/>
            <ac:spMk id="7" creationId="{468ED7A6-8980-49AE-B86C-462B8D382B5B}"/>
          </ac:spMkLst>
        </pc:spChg>
        <pc:spChg chg="del">
          <ac:chgData name="Júlio César Chaves" userId="3f913fe9-3202-435d-b9f5-b2fca763184f" providerId="ADAL" clId="{7A7FD5F8-2641-428B-ABB1-B633F315EF85}" dt="2021-07-20T21:33:48.690" v="862" actId="478"/>
          <ac:spMkLst>
            <pc:docMk/>
            <pc:sldMk cId="630877073" sldId="312"/>
            <ac:spMk id="8" creationId="{74572644-460F-4CB3-AF97-18EC32684E9D}"/>
          </ac:spMkLst>
        </pc:spChg>
        <pc:spChg chg="del">
          <ac:chgData name="Júlio César Chaves" userId="3f913fe9-3202-435d-b9f5-b2fca763184f" providerId="ADAL" clId="{7A7FD5F8-2641-428B-ABB1-B633F315EF85}" dt="2021-07-20T21:33:50.324" v="863" actId="478"/>
          <ac:spMkLst>
            <pc:docMk/>
            <pc:sldMk cId="630877073" sldId="312"/>
            <ac:spMk id="9" creationId="{386E0CDE-0E6F-4834-9F50-4BC4FC3EC1C0}"/>
          </ac:spMkLst>
        </pc:spChg>
        <pc:spChg chg="del">
          <ac:chgData name="Júlio César Chaves" userId="3f913fe9-3202-435d-b9f5-b2fca763184f" providerId="ADAL" clId="{7A7FD5F8-2641-428B-ABB1-B633F315EF85}" dt="2021-07-20T21:33:52.470" v="864" actId="478"/>
          <ac:spMkLst>
            <pc:docMk/>
            <pc:sldMk cId="630877073" sldId="312"/>
            <ac:spMk id="10" creationId="{9EAC40C7-3181-4FCB-BD5F-67C85AF90A90}"/>
          </ac:spMkLst>
        </pc:spChg>
        <pc:spChg chg="add mod">
          <ac:chgData name="Júlio César Chaves" userId="3f913fe9-3202-435d-b9f5-b2fca763184f" providerId="ADAL" clId="{7A7FD5F8-2641-428B-ABB1-B633F315EF85}" dt="2021-07-20T21:51:06.150" v="1173" actId="1076"/>
          <ac:spMkLst>
            <pc:docMk/>
            <pc:sldMk cId="630877073" sldId="312"/>
            <ac:spMk id="11" creationId="{2E103077-2596-460C-A5AF-EE2805D37119}"/>
          </ac:spMkLst>
        </pc:spChg>
        <pc:spChg chg="add mod">
          <ac:chgData name="Júlio César Chaves" userId="3f913fe9-3202-435d-b9f5-b2fca763184f" providerId="ADAL" clId="{7A7FD5F8-2641-428B-ABB1-B633F315EF85}" dt="2021-07-20T21:51:06.150" v="1173" actId="1076"/>
          <ac:spMkLst>
            <pc:docMk/>
            <pc:sldMk cId="630877073" sldId="312"/>
            <ac:spMk id="12" creationId="{4CA84E97-A2A5-47B7-9B82-F3B7909920D7}"/>
          </ac:spMkLst>
        </pc:spChg>
        <pc:spChg chg="add mod">
          <ac:chgData name="Júlio César Chaves" userId="3f913fe9-3202-435d-b9f5-b2fca763184f" providerId="ADAL" clId="{7A7FD5F8-2641-428B-ABB1-B633F315EF85}" dt="2021-07-20T21:51:06.150" v="1173" actId="1076"/>
          <ac:spMkLst>
            <pc:docMk/>
            <pc:sldMk cId="630877073" sldId="312"/>
            <ac:spMk id="13" creationId="{8151AF38-AAC4-4C61-BAAB-0FBA2DBE4821}"/>
          </ac:spMkLst>
        </pc:spChg>
        <pc:spChg chg="add mod">
          <ac:chgData name="Júlio César Chaves" userId="3f913fe9-3202-435d-b9f5-b2fca763184f" providerId="ADAL" clId="{7A7FD5F8-2641-428B-ABB1-B633F315EF85}" dt="2021-07-20T21:51:06.150" v="1173" actId="1076"/>
          <ac:spMkLst>
            <pc:docMk/>
            <pc:sldMk cId="630877073" sldId="312"/>
            <ac:spMk id="14" creationId="{05932A7B-8446-4EBA-8DBC-26DCDF4CC5DE}"/>
          </ac:spMkLst>
        </pc:spChg>
        <pc:spChg chg="add mod">
          <ac:chgData name="Júlio César Chaves" userId="3f913fe9-3202-435d-b9f5-b2fca763184f" providerId="ADAL" clId="{7A7FD5F8-2641-428B-ABB1-B633F315EF85}" dt="2021-07-20T21:51:06.150" v="1173" actId="1076"/>
          <ac:spMkLst>
            <pc:docMk/>
            <pc:sldMk cId="630877073" sldId="312"/>
            <ac:spMk id="15" creationId="{4999E154-6B53-428B-9D45-CDDE217B0B43}"/>
          </ac:spMkLst>
        </pc:spChg>
        <pc:spChg chg="add mod">
          <ac:chgData name="Júlio César Chaves" userId="3f913fe9-3202-435d-b9f5-b2fca763184f" providerId="ADAL" clId="{7A7FD5F8-2641-428B-ABB1-B633F315EF85}" dt="2021-07-20T21:51:06.150" v="1173" actId="1076"/>
          <ac:spMkLst>
            <pc:docMk/>
            <pc:sldMk cId="630877073" sldId="312"/>
            <ac:spMk id="16" creationId="{991C53EB-3231-411B-86F2-6F840933F8C1}"/>
          </ac:spMkLst>
        </pc:spChg>
        <pc:spChg chg="add del mod">
          <ac:chgData name="Júlio César Chaves" userId="3f913fe9-3202-435d-b9f5-b2fca763184f" providerId="ADAL" clId="{7A7FD5F8-2641-428B-ABB1-B633F315EF85}" dt="2021-07-20T21:48:05.781" v="1133" actId="478"/>
          <ac:spMkLst>
            <pc:docMk/>
            <pc:sldMk cId="630877073" sldId="312"/>
            <ac:spMk id="17" creationId="{90F5CFF7-E774-495B-AE21-EC7171CB90DA}"/>
          </ac:spMkLst>
        </pc:spChg>
        <pc:spChg chg="add mod">
          <ac:chgData name="Júlio César Chaves" userId="3f913fe9-3202-435d-b9f5-b2fca763184f" providerId="ADAL" clId="{7A7FD5F8-2641-428B-ABB1-B633F315EF85}" dt="2021-07-20T21:51:06.150" v="1173" actId="1076"/>
          <ac:spMkLst>
            <pc:docMk/>
            <pc:sldMk cId="630877073" sldId="312"/>
            <ac:spMk id="18" creationId="{D840CE3A-DFC4-4C60-90C3-0320E00D46BE}"/>
          </ac:spMkLst>
        </pc:spChg>
        <pc:spChg chg="add mod">
          <ac:chgData name="Júlio César Chaves" userId="3f913fe9-3202-435d-b9f5-b2fca763184f" providerId="ADAL" clId="{7A7FD5F8-2641-428B-ABB1-B633F315EF85}" dt="2021-07-20T21:51:06.150" v="1173" actId="1076"/>
          <ac:spMkLst>
            <pc:docMk/>
            <pc:sldMk cId="630877073" sldId="312"/>
            <ac:spMk id="19" creationId="{55069188-DC2E-4359-A701-CABB3089765F}"/>
          </ac:spMkLst>
        </pc:spChg>
        <pc:picChg chg="del">
          <ac:chgData name="Júlio César Chaves" userId="3f913fe9-3202-435d-b9f5-b2fca763184f" providerId="ADAL" clId="{7A7FD5F8-2641-428B-ABB1-B633F315EF85}" dt="2021-07-20T21:33:40.641" v="857" actId="478"/>
          <ac:picMkLst>
            <pc:docMk/>
            <pc:sldMk cId="630877073" sldId="312"/>
            <ac:picMk id="4" creationId="{C49406A2-7148-4B00-9161-48B321B1682B}"/>
          </ac:picMkLst>
        </pc:picChg>
        <pc:cxnChg chg="add mod">
          <ac:chgData name="Júlio César Chaves" userId="3f913fe9-3202-435d-b9f5-b2fca763184f" providerId="ADAL" clId="{7A7FD5F8-2641-428B-ABB1-B633F315EF85}" dt="2021-07-20T21:51:23.394" v="1175" actId="13822"/>
          <ac:cxnSpMkLst>
            <pc:docMk/>
            <pc:sldMk cId="630877073" sldId="312"/>
            <ac:cxnSpMk id="21" creationId="{B7E1FC34-020D-4B72-ADD6-3678580CC408}"/>
          </ac:cxnSpMkLst>
        </pc:cxnChg>
        <pc:cxnChg chg="add mod">
          <ac:chgData name="Júlio César Chaves" userId="3f913fe9-3202-435d-b9f5-b2fca763184f" providerId="ADAL" clId="{7A7FD5F8-2641-428B-ABB1-B633F315EF85}" dt="2021-07-20T21:51:31.981" v="1178" actId="14100"/>
          <ac:cxnSpMkLst>
            <pc:docMk/>
            <pc:sldMk cId="630877073" sldId="312"/>
            <ac:cxnSpMk id="22" creationId="{588F1E59-717A-477A-9D41-489353BB91E0}"/>
          </ac:cxnSpMkLst>
        </pc:cxnChg>
        <pc:cxnChg chg="add mod">
          <ac:chgData name="Júlio César Chaves" userId="3f913fe9-3202-435d-b9f5-b2fca763184f" providerId="ADAL" clId="{7A7FD5F8-2641-428B-ABB1-B633F315EF85}" dt="2021-07-20T21:51:38.092" v="1181" actId="14100"/>
          <ac:cxnSpMkLst>
            <pc:docMk/>
            <pc:sldMk cId="630877073" sldId="312"/>
            <ac:cxnSpMk id="25" creationId="{68342906-A457-439F-AD47-01FEFEA6C93E}"/>
          </ac:cxnSpMkLst>
        </pc:cxnChg>
        <pc:cxnChg chg="add mod">
          <ac:chgData name="Júlio César Chaves" userId="3f913fe9-3202-435d-b9f5-b2fca763184f" providerId="ADAL" clId="{7A7FD5F8-2641-428B-ABB1-B633F315EF85}" dt="2021-07-20T21:51:43.150" v="1184" actId="14100"/>
          <ac:cxnSpMkLst>
            <pc:docMk/>
            <pc:sldMk cId="630877073" sldId="312"/>
            <ac:cxnSpMk id="28" creationId="{CF906BB1-E278-430D-B646-76AACA6A74FB}"/>
          </ac:cxnSpMkLst>
        </pc:cxnChg>
        <pc:cxnChg chg="add mod">
          <ac:chgData name="Júlio César Chaves" userId="3f913fe9-3202-435d-b9f5-b2fca763184f" providerId="ADAL" clId="{7A7FD5F8-2641-428B-ABB1-B633F315EF85}" dt="2021-07-20T21:51:48.181" v="1187" actId="14100"/>
          <ac:cxnSpMkLst>
            <pc:docMk/>
            <pc:sldMk cId="630877073" sldId="312"/>
            <ac:cxnSpMk id="31" creationId="{4F258636-F788-4C8A-BC91-878C401CB121}"/>
          </ac:cxnSpMkLst>
        </pc:cxnChg>
        <pc:cxnChg chg="add del mod">
          <ac:chgData name="Júlio César Chaves" userId="3f913fe9-3202-435d-b9f5-b2fca763184f" providerId="ADAL" clId="{7A7FD5F8-2641-428B-ABB1-B633F315EF85}" dt="2021-07-20T21:52:48.111" v="1195" actId="478"/>
          <ac:cxnSpMkLst>
            <pc:docMk/>
            <pc:sldMk cId="630877073" sldId="312"/>
            <ac:cxnSpMk id="34" creationId="{D5341B09-ABE6-4A8E-8879-AD0C42F3B7CD}"/>
          </ac:cxnSpMkLst>
        </pc:cxnChg>
        <pc:cxnChg chg="add mod">
          <ac:chgData name="Júlio César Chaves" userId="3f913fe9-3202-435d-b9f5-b2fca763184f" providerId="ADAL" clId="{7A7FD5F8-2641-428B-ABB1-B633F315EF85}" dt="2021-07-20T21:52:43.203" v="1194" actId="13822"/>
          <ac:cxnSpMkLst>
            <pc:docMk/>
            <pc:sldMk cId="630877073" sldId="312"/>
            <ac:cxnSpMk id="38" creationId="{EAD73210-1EE5-4D59-9370-FCB6F814195A}"/>
          </ac:cxnSpMkLst>
        </pc:cxnChg>
        <pc:cxnChg chg="add mod">
          <ac:chgData name="Júlio César Chaves" userId="3f913fe9-3202-435d-b9f5-b2fca763184f" providerId="ADAL" clId="{7A7FD5F8-2641-428B-ABB1-B633F315EF85}" dt="2021-07-20T21:53:11.631" v="1198" actId="14100"/>
          <ac:cxnSpMkLst>
            <pc:docMk/>
            <pc:sldMk cId="630877073" sldId="312"/>
            <ac:cxnSpMk id="39" creationId="{54C1AF88-EFB4-4E7F-9F39-0FDB45747C95}"/>
          </ac:cxnSpMkLst>
        </pc:cxnChg>
        <pc:cxnChg chg="add mod">
          <ac:chgData name="Júlio César Chaves" userId="3f913fe9-3202-435d-b9f5-b2fca763184f" providerId="ADAL" clId="{7A7FD5F8-2641-428B-ABB1-B633F315EF85}" dt="2021-07-20T21:53:28.533" v="1201" actId="14100"/>
          <ac:cxnSpMkLst>
            <pc:docMk/>
            <pc:sldMk cId="630877073" sldId="312"/>
            <ac:cxnSpMk id="42" creationId="{1D83AB45-0998-467A-928B-8BD9692E94F4}"/>
          </ac:cxnSpMkLst>
        </pc:cxnChg>
        <pc:cxnChg chg="add mod">
          <ac:chgData name="Júlio César Chaves" userId="3f913fe9-3202-435d-b9f5-b2fca763184f" providerId="ADAL" clId="{7A7FD5F8-2641-428B-ABB1-B633F315EF85}" dt="2021-07-20T21:53:38.789" v="1204" actId="14100"/>
          <ac:cxnSpMkLst>
            <pc:docMk/>
            <pc:sldMk cId="630877073" sldId="312"/>
            <ac:cxnSpMk id="45" creationId="{1CFA4FBA-9A7C-4AFE-A97B-C6F06F5DEACD}"/>
          </ac:cxnSpMkLst>
        </pc:cxnChg>
        <pc:cxnChg chg="add del mod">
          <ac:chgData name="Júlio César Chaves" userId="3f913fe9-3202-435d-b9f5-b2fca763184f" providerId="ADAL" clId="{7A7FD5F8-2641-428B-ABB1-B633F315EF85}" dt="2021-07-21T11:12:54.676" v="1242" actId="478"/>
          <ac:cxnSpMkLst>
            <pc:docMk/>
            <pc:sldMk cId="630877073" sldId="312"/>
            <ac:cxnSpMk id="49" creationId="{E39E4CFC-940D-4968-9722-E25C23D5F089}"/>
          </ac:cxnSpMkLst>
        </pc:cxnChg>
        <pc:cxnChg chg="add mod">
          <ac:chgData name="Júlio César Chaves" userId="3f913fe9-3202-435d-b9f5-b2fca763184f" providerId="ADAL" clId="{7A7FD5F8-2641-428B-ABB1-B633F315EF85}" dt="2021-07-21T11:12:00.846" v="1236" actId="14100"/>
          <ac:cxnSpMkLst>
            <pc:docMk/>
            <pc:sldMk cId="630877073" sldId="312"/>
            <ac:cxnSpMk id="51" creationId="{70DB300E-B0F4-4BDA-A354-1F13318BD74D}"/>
          </ac:cxnSpMkLst>
        </pc:cxnChg>
        <pc:cxnChg chg="add mod">
          <ac:chgData name="Júlio César Chaves" userId="3f913fe9-3202-435d-b9f5-b2fca763184f" providerId="ADAL" clId="{7A7FD5F8-2641-428B-ABB1-B633F315EF85}" dt="2021-07-21T11:11:52.941" v="1235" actId="14100"/>
          <ac:cxnSpMkLst>
            <pc:docMk/>
            <pc:sldMk cId="630877073" sldId="312"/>
            <ac:cxnSpMk id="54" creationId="{0DDEB090-7FA9-43E4-94C9-6766984B3D7C}"/>
          </ac:cxnSpMkLst>
        </pc:cxnChg>
        <pc:cxnChg chg="add mod">
          <ac:chgData name="Júlio César Chaves" userId="3f913fe9-3202-435d-b9f5-b2fca763184f" providerId="ADAL" clId="{7A7FD5F8-2641-428B-ABB1-B633F315EF85}" dt="2021-07-21T11:12:22.581" v="1240" actId="14100"/>
          <ac:cxnSpMkLst>
            <pc:docMk/>
            <pc:sldMk cId="630877073" sldId="312"/>
            <ac:cxnSpMk id="60" creationId="{62366C78-2A08-45D1-A46F-ABFA1F251A77}"/>
          </ac:cxnSpMkLst>
        </pc:cxnChg>
        <pc:cxnChg chg="add mod">
          <ac:chgData name="Júlio César Chaves" userId="3f913fe9-3202-435d-b9f5-b2fca763184f" providerId="ADAL" clId="{7A7FD5F8-2641-428B-ABB1-B633F315EF85}" dt="2021-07-21T11:12:19.396" v="1239" actId="14100"/>
          <ac:cxnSpMkLst>
            <pc:docMk/>
            <pc:sldMk cId="630877073" sldId="312"/>
            <ac:cxnSpMk id="63" creationId="{9DB66E4A-D8CB-4CBF-BF64-6963DB971711}"/>
          </ac:cxnSpMkLst>
        </pc:cxnChg>
        <pc:cxnChg chg="add mod">
          <ac:chgData name="Júlio César Chaves" userId="3f913fe9-3202-435d-b9f5-b2fca763184f" providerId="ADAL" clId="{7A7FD5F8-2641-428B-ABB1-B633F315EF85}" dt="2021-07-21T11:22:40.472" v="1258" actId="14100"/>
          <ac:cxnSpMkLst>
            <pc:docMk/>
            <pc:sldMk cId="630877073" sldId="312"/>
            <ac:cxnSpMk id="66" creationId="{B63EAD2A-5864-4522-B98C-420D43675C70}"/>
          </ac:cxnSpMkLst>
        </pc:cxnChg>
        <pc:cxnChg chg="add mod">
          <ac:chgData name="Júlio César Chaves" userId="3f913fe9-3202-435d-b9f5-b2fca763184f" providerId="ADAL" clId="{7A7FD5F8-2641-428B-ABB1-B633F315EF85}" dt="2021-07-21T11:12:11.606" v="1237" actId="14100"/>
          <ac:cxnSpMkLst>
            <pc:docMk/>
            <pc:sldMk cId="630877073" sldId="312"/>
            <ac:cxnSpMk id="69" creationId="{8A9DBB21-F749-4D75-92D1-61E0CCF25427}"/>
          </ac:cxnSpMkLst>
        </pc:cxnChg>
        <pc:cxnChg chg="add mod">
          <ac:chgData name="Júlio César Chaves" userId="3f913fe9-3202-435d-b9f5-b2fca763184f" providerId="ADAL" clId="{7A7FD5F8-2641-428B-ABB1-B633F315EF85}" dt="2021-07-21T11:14:02.574" v="1255" actId="692"/>
          <ac:cxnSpMkLst>
            <pc:docMk/>
            <pc:sldMk cId="630877073" sldId="312"/>
            <ac:cxnSpMk id="79" creationId="{8D2E421C-D030-42F9-85D4-878A1F2091E4}"/>
          </ac:cxnSpMkLst>
        </pc:cxnChg>
      </pc:sldChg>
      <pc:sldChg chg="addSp delSp modSp add mod modNotesTx">
        <pc:chgData name="Júlio César Chaves" userId="3f913fe9-3202-435d-b9f5-b2fca763184f" providerId="ADAL" clId="{7A7FD5F8-2641-428B-ABB1-B633F315EF85}" dt="2021-08-03T17:13:58.833" v="4144" actId="255"/>
        <pc:sldMkLst>
          <pc:docMk/>
          <pc:sldMk cId="369218943" sldId="313"/>
        </pc:sldMkLst>
        <pc:spChg chg="mod">
          <ac:chgData name="Júlio César Chaves" userId="3f913fe9-3202-435d-b9f5-b2fca763184f" providerId="ADAL" clId="{7A7FD5F8-2641-428B-ABB1-B633F315EF85}" dt="2021-07-21T11:50:51.486" v="1317" actId="20577"/>
          <ac:spMkLst>
            <pc:docMk/>
            <pc:sldMk cId="369218943" sldId="313"/>
            <ac:spMk id="2" creationId="{6D80ECD3-4C08-4248-AB5E-DB9850E9EEF3}"/>
          </ac:spMkLst>
        </pc:spChg>
        <pc:spChg chg="del mod">
          <ac:chgData name="Júlio César Chaves" userId="3f913fe9-3202-435d-b9f5-b2fca763184f" providerId="ADAL" clId="{7A7FD5F8-2641-428B-ABB1-B633F315EF85}" dt="2021-07-21T11:52:14.001" v="1336" actId="478"/>
          <ac:spMkLst>
            <pc:docMk/>
            <pc:sldMk cId="369218943" sldId="313"/>
            <ac:spMk id="5" creationId="{B37DB726-C3EE-4BE6-843B-D7ED53B599BA}"/>
          </ac:spMkLst>
        </pc:spChg>
        <pc:spChg chg="del">
          <ac:chgData name="Júlio César Chaves" userId="3f913fe9-3202-435d-b9f5-b2fca763184f" providerId="ADAL" clId="{7A7FD5F8-2641-428B-ABB1-B633F315EF85}" dt="2021-07-21T11:50:20.416" v="1291" actId="478"/>
          <ac:spMkLst>
            <pc:docMk/>
            <pc:sldMk cId="369218943" sldId="313"/>
            <ac:spMk id="11" creationId="{2E103077-2596-460C-A5AF-EE2805D37119}"/>
          </ac:spMkLst>
        </pc:spChg>
        <pc:spChg chg="del">
          <ac:chgData name="Júlio César Chaves" userId="3f913fe9-3202-435d-b9f5-b2fca763184f" providerId="ADAL" clId="{7A7FD5F8-2641-428B-ABB1-B633F315EF85}" dt="2021-07-21T11:50:20.416" v="1291" actId="478"/>
          <ac:spMkLst>
            <pc:docMk/>
            <pc:sldMk cId="369218943" sldId="313"/>
            <ac:spMk id="12" creationId="{4CA84E97-A2A5-47B7-9B82-F3B7909920D7}"/>
          </ac:spMkLst>
        </pc:spChg>
        <pc:spChg chg="del">
          <ac:chgData name="Júlio César Chaves" userId="3f913fe9-3202-435d-b9f5-b2fca763184f" providerId="ADAL" clId="{7A7FD5F8-2641-428B-ABB1-B633F315EF85}" dt="2021-07-21T11:50:20.416" v="1291" actId="478"/>
          <ac:spMkLst>
            <pc:docMk/>
            <pc:sldMk cId="369218943" sldId="313"/>
            <ac:spMk id="13" creationId="{8151AF38-AAC4-4C61-BAAB-0FBA2DBE4821}"/>
          </ac:spMkLst>
        </pc:spChg>
        <pc:spChg chg="del">
          <ac:chgData name="Júlio César Chaves" userId="3f913fe9-3202-435d-b9f5-b2fca763184f" providerId="ADAL" clId="{7A7FD5F8-2641-428B-ABB1-B633F315EF85}" dt="2021-07-21T11:50:20.416" v="1291" actId="478"/>
          <ac:spMkLst>
            <pc:docMk/>
            <pc:sldMk cId="369218943" sldId="313"/>
            <ac:spMk id="14" creationId="{05932A7B-8446-4EBA-8DBC-26DCDF4CC5DE}"/>
          </ac:spMkLst>
        </pc:spChg>
        <pc:spChg chg="del">
          <ac:chgData name="Júlio César Chaves" userId="3f913fe9-3202-435d-b9f5-b2fca763184f" providerId="ADAL" clId="{7A7FD5F8-2641-428B-ABB1-B633F315EF85}" dt="2021-07-21T11:50:20.416" v="1291" actId="478"/>
          <ac:spMkLst>
            <pc:docMk/>
            <pc:sldMk cId="369218943" sldId="313"/>
            <ac:spMk id="15" creationId="{4999E154-6B53-428B-9D45-CDDE217B0B43}"/>
          </ac:spMkLst>
        </pc:spChg>
        <pc:spChg chg="del">
          <ac:chgData name="Júlio César Chaves" userId="3f913fe9-3202-435d-b9f5-b2fca763184f" providerId="ADAL" clId="{7A7FD5F8-2641-428B-ABB1-B633F315EF85}" dt="2021-07-21T11:50:20.416" v="1291" actId="478"/>
          <ac:spMkLst>
            <pc:docMk/>
            <pc:sldMk cId="369218943" sldId="313"/>
            <ac:spMk id="16" creationId="{991C53EB-3231-411B-86F2-6F840933F8C1}"/>
          </ac:spMkLst>
        </pc:spChg>
        <pc:spChg chg="del">
          <ac:chgData name="Júlio César Chaves" userId="3f913fe9-3202-435d-b9f5-b2fca763184f" providerId="ADAL" clId="{7A7FD5F8-2641-428B-ABB1-B633F315EF85}" dt="2021-07-21T11:50:20.416" v="1291" actId="478"/>
          <ac:spMkLst>
            <pc:docMk/>
            <pc:sldMk cId="369218943" sldId="313"/>
            <ac:spMk id="18" creationId="{D840CE3A-DFC4-4C60-90C3-0320E00D46BE}"/>
          </ac:spMkLst>
        </pc:spChg>
        <pc:spChg chg="del">
          <ac:chgData name="Júlio César Chaves" userId="3f913fe9-3202-435d-b9f5-b2fca763184f" providerId="ADAL" clId="{7A7FD5F8-2641-428B-ABB1-B633F315EF85}" dt="2021-07-21T11:50:20.416" v="1291" actId="478"/>
          <ac:spMkLst>
            <pc:docMk/>
            <pc:sldMk cId="369218943" sldId="313"/>
            <ac:spMk id="19" creationId="{55069188-DC2E-4359-A701-CABB3089765F}"/>
          </ac:spMkLst>
        </pc:spChg>
        <pc:spChg chg="add mod">
          <ac:chgData name="Júlio César Chaves" userId="3f913fe9-3202-435d-b9f5-b2fca763184f" providerId="ADAL" clId="{7A7FD5F8-2641-428B-ABB1-B633F315EF85}" dt="2021-07-21T12:00:33.810" v="1830" actId="20577"/>
          <ac:spMkLst>
            <pc:docMk/>
            <pc:sldMk cId="369218943" sldId="313"/>
            <ac:spMk id="29" creationId="{00B201CF-7595-424E-BE07-D6571190D846}"/>
          </ac:spMkLst>
        </pc:spChg>
        <pc:spChg chg="add del mod">
          <ac:chgData name="Júlio César Chaves" userId="3f913fe9-3202-435d-b9f5-b2fca763184f" providerId="ADAL" clId="{7A7FD5F8-2641-428B-ABB1-B633F315EF85}" dt="2021-07-21T11:52:31.069" v="1339" actId="478"/>
          <ac:spMkLst>
            <pc:docMk/>
            <pc:sldMk cId="369218943" sldId="313"/>
            <ac:spMk id="30" creationId="{FDBB8C65-C2CD-481C-9C05-EE1B27CC1E74}"/>
          </ac:spMkLst>
        </pc:spChg>
        <pc:spChg chg="add mod">
          <ac:chgData name="Júlio César Chaves" userId="3f913fe9-3202-435d-b9f5-b2fca763184f" providerId="ADAL" clId="{7A7FD5F8-2641-428B-ABB1-B633F315EF85}" dt="2021-07-21T11:52:38.036" v="1341" actId="1076"/>
          <ac:spMkLst>
            <pc:docMk/>
            <pc:sldMk cId="369218943" sldId="313"/>
            <ac:spMk id="32" creationId="{43E81353-DF16-4A76-B3A6-27DD9723250C}"/>
          </ac:spMkLst>
        </pc:spChg>
        <pc:cxnChg chg="del mod">
          <ac:chgData name="Júlio César Chaves" userId="3f913fe9-3202-435d-b9f5-b2fca763184f" providerId="ADAL" clId="{7A7FD5F8-2641-428B-ABB1-B633F315EF85}" dt="2021-07-21T11:50:20.416" v="1291" actId="478"/>
          <ac:cxnSpMkLst>
            <pc:docMk/>
            <pc:sldMk cId="369218943" sldId="313"/>
            <ac:cxnSpMk id="21" creationId="{B7E1FC34-020D-4B72-ADD6-3678580CC408}"/>
          </ac:cxnSpMkLst>
        </pc:cxnChg>
        <pc:cxnChg chg="del mod">
          <ac:chgData name="Júlio César Chaves" userId="3f913fe9-3202-435d-b9f5-b2fca763184f" providerId="ADAL" clId="{7A7FD5F8-2641-428B-ABB1-B633F315EF85}" dt="2021-07-21T11:50:20.416" v="1291" actId="478"/>
          <ac:cxnSpMkLst>
            <pc:docMk/>
            <pc:sldMk cId="369218943" sldId="313"/>
            <ac:cxnSpMk id="22" creationId="{588F1E59-717A-477A-9D41-489353BB91E0}"/>
          </ac:cxnSpMkLst>
        </pc:cxnChg>
        <pc:cxnChg chg="del mod">
          <ac:chgData name="Júlio César Chaves" userId="3f913fe9-3202-435d-b9f5-b2fca763184f" providerId="ADAL" clId="{7A7FD5F8-2641-428B-ABB1-B633F315EF85}" dt="2021-07-21T11:50:20.416" v="1291" actId="478"/>
          <ac:cxnSpMkLst>
            <pc:docMk/>
            <pc:sldMk cId="369218943" sldId="313"/>
            <ac:cxnSpMk id="25" creationId="{68342906-A457-439F-AD47-01FEFEA6C93E}"/>
          </ac:cxnSpMkLst>
        </pc:cxnChg>
        <pc:cxnChg chg="del mod">
          <ac:chgData name="Júlio César Chaves" userId="3f913fe9-3202-435d-b9f5-b2fca763184f" providerId="ADAL" clId="{7A7FD5F8-2641-428B-ABB1-B633F315EF85}" dt="2021-07-21T11:50:20.416" v="1291" actId="478"/>
          <ac:cxnSpMkLst>
            <pc:docMk/>
            <pc:sldMk cId="369218943" sldId="313"/>
            <ac:cxnSpMk id="28" creationId="{CF906BB1-E278-430D-B646-76AACA6A74FB}"/>
          </ac:cxnSpMkLst>
        </pc:cxnChg>
        <pc:cxnChg chg="del mod">
          <ac:chgData name="Júlio César Chaves" userId="3f913fe9-3202-435d-b9f5-b2fca763184f" providerId="ADAL" clId="{7A7FD5F8-2641-428B-ABB1-B633F315EF85}" dt="2021-07-21T11:50:20.416" v="1291" actId="478"/>
          <ac:cxnSpMkLst>
            <pc:docMk/>
            <pc:sldMk cId="369218943" sldId="313"/>
            <ac:cxnSpMk id="31" creationId="{4F258636-F788-4C8A-BC91-878C401CB121}"/>
          </ac:cxnSpMkLst>
        </pc:cxnChg>
        <pc:cxnChg chg="del mod">
          <ac:chgData name="Júlio César Chaves" userId="3f913fe9-3202-435d-b9f5-b2fca763184f" providerId="ADAL" clId="{7A7FD5F8-2641-428B-ABB1-B633F315EF85}" dt="2021-07-21T11:50:20.416" v="1291" actId="478"/>
          <ac:cxnSpMkLst>
            <pc:docMk/>
            <pc:sldMk cId="369218943" sldId="313"/>
            <ac:cxnSpMk id="38" creationId="{EAD73210-1EE5-4D59-9370-FCB6F814195A}"/>
          </ac:cxnSpMkLst>
        </pc:cxnChg>
        <pc:cxnChg chg="del mod">
          <ac:chgData name="Júlio César Chaves" userId="3f913fe9-3202-435d-b9f5-b2fca763184f" providerId="ADAL" clId="{7A7FD5F8-2641-428B-ABB1-B633F315EF85}" dt="2021-07-21T11:50:20.416" v="1291" actId="478"/>
          <ac:cxnSpMkLst>
            <pc:docMk/>
            <pc:sldMk cId="369218943" sldId="313"/>
            <ac:cxnSpMk id="39" creationId="{54C1AF88-EFB4-4E7F-9F39-0FDB45747C95}"/>
          </ac:cxnSpMkLst>
        </pc:cxnChg>
        <pc:cxnChg chg="del mod">
          <ac:chgData name="Júlio César Chaves" userId="3f913fe9-3202-435d-b9f5-b2fca763184f" providerId="ADAL" clId="{7A7FD5F8-2641-428B-ABB1-B633F315EF85}" dt="2021-07-21T11:50:20.416" v="1291" actId="478"/>
          <ac:cxnSpMkLst>
            <pc:docMk/>
            <pc:sldMk cId="369218943" sldId="313"/>
            <ac:cxnSpMk id="42" creationId="{1D83AB45-0998-467A-928B-8BD9692E94F4}"/>
          </ac:cxnSpMkLst>
        </pc:cxnChg>
        <pc:cxnChg chg="del mod">
          <ac:chgData name="Júlio César Chaves" userId="3f913fe9-3202-435d-b9f5-b2fca763184f" providerId="ADAL" clId="{7A7FD5F8-2641-428B-ABB1-B633F315EF85}" dt="2021-07-21T11:50:20.416" v="1291" actId="478"/>
          <ac:cxnSpMkLst>
            <pc:docMk/>
            <pc:sldMk cId="369218943" sldId="313"/>
            <ac:cxnSpMk id="45" creationId="{1CFA4FBA-9A7C-4AFE-A97B-C6F06F5DEACD}"/>
          </ac:cxnSpMkLst>
        </pc:cxnChg>
        <pc:cxnChg chg="del mod">
          <ac:chgData name="Júlio César Chaves" userId="3f913fe9-3202-435d-b9f5-b2fca763184f" providerId="ADAL" clId="{7A7FD5F8-2641-428B-ABB1-B633F315EF85}" dt="2021-07-21T11:50:20.416" v="1291" actId="478"/>
          <ac:cxnSpMkLst>
            <pc:docMk/>
            <pc:sldMk cId="369218943" sldId="313"/>
            <ac:cxnSpMk id="51" creationId="{70DB300E-B0F4-4BDA-A354-1F13318BD74D}"/>
          </ac:cxnSpMkLst>
        </pc:cxnChg>
        <pc:cxnChg chg="del mod">
          <ac:chgData name="Júlio César Chaves" userId="3f913fe9-3202-435d-b9f5-b2fca763184f" providerId="ADAL" clId="{7A7FD5F8-2641-428B-ABB1-B633F315EF85}" dt="2021-07-21T11:50:20.416" v="1291" actId="478"/>
          <ac:cxnSpMkLst>
            <pc:docMk/>
            <pc:sldMk cId="369218943" sldId="313"/>
            <ac:cxnSpMk id="54" creationId="{0DDEB090-7FA9-43E4-94C9-6766984B3D7C}"/>
          </ac:cxnSpMkLst>
        </pc:cxnChg>
        <pc:cxnChg chg="del mod">
          <ac:chgData name="Júlio César Chaves" userId="3f913fe9-3202-435d-b9f5-b2fca763184f" providerId="ADAL" clId="{7A7FD5F8-2641-428B-ABB1-B633F315EF85}" dt="2021-07-21T11:50:20.416" v="1291" actId="478"/>
          <ac:cxnSpMkLst>
            <pc:docMk/>
            <pc:sldMk cId="369218943" sldId="313"/>
            <ac:cxnSpMk id="60" creationId="{62366C78-2A08-45D1-A46F-ABFA1F251A77}"/>
          </ac:cxnSpMkLst>
        </pc:cxnChg>
        <pc:cxnChg chg="del mod">
          <ac:chgData name="Júlio César Chaves" userId="3f913fe9-3202-435d-b9f5-b2fca763184f" providerId="ADAL" clId="{7A7FD5F8-2641-428B-ABB1-B633F315EF85}" dt="2021-07-21T11:50:20.416" v="1291" actId="478"/>
          <ac:cxnSpMkLst>
            <pc:docMk/>
            <pc:sldMk cId="369218943" sldId="313"/>
            <ac:cxnSpMk id="63" creationId="{9DB66E4A-D8CB-4CBF-BF64-6963DB971711}"/>
          </ac:cxnSpMkLst>
        </pc:cxnChg>
        <pc:cxnChg chg="del mod">
          <ac:chgData name="Júlio César Chaves" userId="3f913fe9-3202-435d-b9f5-b2fca763184f" providerId="ADAL" clId="{7A7FD5F8-2641-428B-ABB1-B633F315EF85}" dt="2021-07-21T11:50:20.416" v="1291" actId="478"/>
          <ac:cxnSpMkLst>
            <pc:docMk/>
            <pc:sldMk cId="369218943" sldId="313"/>
            <ac:cxnSpMk id="66" creationId="{B63EAD2A-5864-4522-B98C-420D43675C70}"/>
          </ac:cxnSpMkLst>
        </pc:cxnChg>
        <pc:cxnChg chg="del mod">
          <ac:chgData name="Júlio César Chaves" userId="3f913fe9-3202-435d-b9f5-b2fca763184f" providerId="ADAL" clId="{7A7FD5F8-2641-428B-ABB1-B633F315EF85}" dt="2021-07-21T11:50:20.416" v="1291" actId="478"/>
          <ac:cxnSpMkLst>
            <pc:docMk/>
            <pc:sldMk cId="369218943" sldId="313"/>
            <ac:cxnSpMk id="69" creationId="{8A9DBB21-F749-4D75-92D1-61E0CCF25427}"/>
          </ac:cxnSpMkLst>
        </pc:cxnChg>
        <pc:cxnChg chg="del mod">
          <ac:chgData name="Júlio César Chaves" userId="3f913fe9-3202-435d-b9f5-b2fca763184f" providerId="ADAL" clId="{7A7FD5F8-2641-428B-ABB1-B633F315EF85}" dt="2021-07-21T11:50:20.416" v="1291" actId="478"/>
          <ac:cxnSpMkLst>
            <pc:docMk/>
            <pc:sldMk cId="369218943" sldId="313"/>
            <ac:cxnSpMk id="79" creationId="{8D2E421C-D030-42F9-85D4-878A1F2091E4}"/>
          </ac:cxnSpMkLst>
        </pc:cxnChg>
      </pc:sldChg>
      <pc:sldChg chg="modNotesTx">
        <pc:chgData name="Júlio César Chaves" userId="3f913fe9-3202-435d-b9f5-b2fca763184f" providerId="ADAL" clId="{7A7FD5F8-2641-428B-ABB1-B633F315EF85}" dt="2021-08-03T17:14:07.546" v="4146" actId="255"/>
        <pc:sldMkLst>
          <pc:docMk/>
          <pc:sldMk cId="1083578483" sldId="314"/>
        </pc:sldMkLst>
      </pc:sldChg>
      <pc:sldChg chg="modSp new del mod">
        <pc:chgData name="Júlio César Chaves" userId="3f913fe9-3202-435d-b9f5-b2fca763184f" providerId="ADAL" clId="{7A7FD5F8-2641-428B-ABB1-B633F315EF85}" dt="2021-07-21T11:52:23.123" v="1338" actId="47"/>
        <pc:sldMkLst>
          <pc:docMk/>
          <pc:sldMk cId="2826397573" sldId="314"/>
        </pc:sldMkLst>
        <pc:spChg chg="mod">
          <ac:chgData name="Júlio César Chaves" userId="3f913fe9-3202-435d-b9f5-b2fca763184f" providerId="ADAL" clId="{7A7FD5F8-2641-428B-ABB1-B633F315EF85}" dt="2021-07-21T11:52:03.895" v="1333" actId="20577"/>
          <ac:spMkLst>
            <pc:docMk/>
            <pc:sldMk cId="2826397573" sldId="314"/>
            <ac:spMk id="3" creationId="{822A2AF4-E3E3-4CD2-BA96-47A0843E9E0F}"/>
          </ac:spMkLst>
        </pc:spChg>
        <pc:spChg chg="mod">
          <ac:chgData name="Júlio César Chaves" userId="3f913fe9-3202-435d-b9f5-b2fca763184f" providerId="ADAL" clId="{7A7FD5F8-2641-428B-ABB1-B633F315EF85}" dt="2021-07-21T11:52:07.383" v="1335" actId="20577"/>
          <ac:spMkLst>
            <pc:docMk/>
            <pc:sldMk cId="2826397573" sldId="314"/>
            <ac:spMk id="4" creationId="{AAECF263-6CA8-4E7E-9D40-857D7864FDD3}"/>
          </ac:spMkLst>
        </pc:spChg>
      </pc:sldChg>
      <pc:sldChg chg="modNotesTx">
        <pc:chgData name="Júlio César Chaves" userId="3f913fe9-3202-435d-b9f5-b2fca763184f" providerId="ADAL" clId="{7A7FD5F8-2641-428B-ABB1-B633F315EF85}" dt="2021-07-22T15:03:51.833" v="3093" actId="20577"/>
        <pc:sldMkLst>
          <pc:docMk/>
          <pc:sldMk cId="1305121269" sldId="317"/>
        </pc:sldMkLst>
      </pc:sldChg>
      <pc:sldChg chg="addSp delSp modSp mod ord">
        <pc:chgData name="Júlio César Chaves" userId="3f913fe9-3202-435d-b9f5-b2fca763184f" providerId="ADAL" clId="{7A7FD5F8-2641-428B-ABB1-B633F315EF85}" dt="2021-07-22T14:04:43.471" v="2731" actId="20577"/>
        <pc:sldMkLst>
          <pc:docMk/>
          <pc:sldMk cId="4051142667" sldId="320"/>
        </pc:sldMkLst>
        <pc:spChg chg="mod">
          <ac:chgData name="Júlio César Chaves" userId="3f913fe9-3202-435d-b9f5-b2fca763184f" providerId="ADAL" clId="{7A7FD5F8-2641-428B-ABB1-B633F315EF85}" dt="2021-07-22T13:57:46.512" v="2338" actId="20577"/>
          <ac:spMkLst>
            <pc:docMk/>
            <pc:sldMk cId="4051142667" sldId="320"/>
            <ac:spMk id="2" creationId="{1FD7C138-CBE0-4993-ABE0-6A14DAFFDAD0}"/>
          </ac:spMkLst>
        </pc:spChg>
        <pc:spChg chg="add del mod">
          <ac:chgData name="Júlio César Chaves" userId="3f913fe9-3202-435d-b9f5-b2fca763184f" providerId="ADAL" clId="{7A7FD5F8-2641-428B-ABB1-B633F315EF85}" dt="2021-07-22T13:59:32.124" v="2382" actId="478"/>
          <ac:spMkLst>
            <pc:docMk/>
            <pc:sldMk cId="4051142667" sldId="320"/>
            <ac:spMk id="4" creationId="{6B890A7C-5E9C-4679-A3A3-19E2B0AA4F83}"/>
          </ac:spMkLst>
        </pc:spChg>
        <pc:spChg chg="mod">
          <ac:chgData name="Júlio César Chaves" userId="3f913fe9-3202-435d-b9f5-b2fca763184f" providerId="ADAL" clId="{7A7FD5F8-2641-428B-ABB1-B633F315EF85}" dt="2021-07-22T14:00:55.858" v="2425" actId="1076"/>
          <ac:spMkLst>
            <pc:docMk/>
            <pc:sldMk cId="4051142667" sldId="320"/>
            <ac:spMk id="6" creationId="{F2EE5CF5-37A3-4B05-BCD7-BE8C5ACC9592}"/>
          </ac:spMkLst>
        </pc:spChg>
        <pc:spChg chg="del mod">
          <ac:chgData name="Júlio César Chaves" userId="3f913fe9-3202-435d-b9f5-b2fca763184f" providerId="ADAL" clId="{7A7FD5F8-2641-428B-ABB1-B633F315EF85}" dt="2021-07-22T13:59:28.201" v="2381" actId="478"/>
          <ac:spMkLst>
            <pc:docMk/>
            <pc:sldMk cId="4051142667" sldId="320"/>
            <ac:spMk id="8" creationId="{C270CDCA-863B-40B4-96E2-C70358D66F7E}"/>
          </ac:spMkLst>
        </pc:spChg>
        <pc:spChg chg="add mod">
          <ac:chgData name="Júlio César Chaves" userId="3f913fe9-3202-435d-b9f5-b2fca763184f" providerId="ADAL" clId="{7A7FD5F8-2641-428B-ABB1-B633F315EF85}" dt="2021-07-22T14:00:55.858" v="2425" actId="1076"/>
          <ac:spMkLst>
            <pc:docMk/>
            <pc:sldMk cId="4051142667" sldId="320"/>
            <ac:spMk id="11" creationId="{468FF48B-2692-4E95-9707-C1222379498D}"/>
          </ac:spMkLst>
        </pc:spChg>
        <pc:spChg chg="add mod">
          <ac:chgData name="Júlio César Chaves" userId="3f913fe9-3202-435d-b9f5-b2fca763184f" providerId="ADAL" clId="{7A7FD5F8-2641-428B-ABB1-B633F315EF85}" dt="2021-07-22T14:01:02.538" v="2427" actId="1076"/>
          <ac:spMkLst>
            <pc:docMk/>
            <pc:sldMk cId="4051142667" sldId="320"/>
            <ac:spMk id="12" creationId="{2F027B55-9929-4DA6-BDED-D4E13F5987DB}"/>
          </ac:spMkLst>
        </pc:spChg>
        <pc:spChg chg="add mod">
          <ac:chgData name="Júlio César Chaves" userId="3f913fe9-3202-435d-b9f5-b2fca763184f" providerId="ADAL" clId="{7A7FD5F8-2641-428B-ABB1-B633F315EF85}" dt="2021-07-22T14:01:26.451" v="2438" actId="20577"/>
          <ac:spMkLst>
            <pc:docMk/>
            <pc:sldMk cId="4051142667" sldId="320"/>
            <ac:spMk id="13" creationId="{FD9AD375-4B54-45B0-BB5F-1C48045B3ADB}"/>
          </ac:spMkLst>
        </pc:spChg>
        <pc:spChg chg="add mod">
          <ac:chgData name="Júlio César Chaves" userId="3f913fe9-3202-435d-b9f5-b2fca763184f" providerId="ADAL" clId="{7A7FD5F8-2641-428B-ABB1-B633F315EF85}" dt="2021-07-22T14:04:43.471" v="2731" actId="20577"/>
          <ac:spMkLst>
            <pc:docMk/>
            <pc:sldMk cId="4051142667" sldId="320"/>
            <ac:spMk id="14" creationId="{E8AFBB87-D707-4BA8-9B9E-9E0571F6A081}"/>
          </ac:spMkLst>
        </pc:spChg>
        <pc:picChg chg="del">
          <ac:chgData name="Júlio César Chaves" userId="3f913fe9-3202-435d-b9f5-b2fca763184f" providerId="ADAL" clId="{7A7FD5F8-2641-428B-ABB1-B633F315EF85}" dt="2021-07-22T13:57:52.279" v="2339" actId="478"/>
          <ac:picMkLst>
            <pc:docMk/>
            <pc:sldMk cId="4051142667" sldId="320"/>
            <ac:picMk id="7" creationId="{E59FB475-7040-4A24-94C6-D3BA2755F7A7}"/>
          </ac:picMkLst>
        </pc:picChg>
        <pc:picChg chg="add mod">
          <ac:chgData name="Júlio César Chaves" userId="3f913fe9-3202-435d-b9f5-b2fca763184f" providerId="ADAL" clId="{7A7FD5F8-2641-428B-ABB1-B633F315EF85}" dt="2021-07-22T14:00:55.858" v="2425" actId="1076"/>
          <ac:picMkLst>
            <pc:docMk/>
            <pc:sldMk cId="4051142667" sldId="320"/>
            <ac:picMk id="9" creationId="{E7B5A719-03FF-4C21-A8D1-F19308DE1284}"/>
          </ac:picMkLst>
        </pc:picChg>
        <pc:picChg chg="add mod">
          <ac:chgData name="Júlio César Chaves" userId="3f913fe9-3202-435d-b9f5-b2fca763184f" providerId="ADAL" clId="{7A7FD5F8-2641-428B-ABB1-B633F315EF85}" dt="2021-07-22T14:00:49.962" v="2424" actId="1076"/>
          <ac:picMkLst>
            <pc:docMk/>
            <pc:sldMk cId="4051142667" sldId="320"/>
            <ac:picMk id="10" creationId="{40821726-92F9-4E4E-81FB-67FEA0DAC08B}"/>
          </ac:picMkLst>
        </pc:picChg>
      </pc:sldChg>
      <pc:sldChg chg="addSp delSp modSp mod">
        <pc:chgData name="Júlio César Chaves" userId="3f913fe9-3202-435d-b9f5-b2fca763184f" providerId="ADAL" clId="{7A7FD5F8-2641-428B-ABB1-B633F315EF85}" dt="2021-07-22T14:37:05.855" v="3044" actId="20577"/>
        <pc:sldMkLst>
          <pc:docMk/>
          <pc:sldMk cId="1941385276" sldId="321"/>
        </pc:sldMkLst>
        <pc:spChg chg="mod">
          <ac:chgData name="Júlio César Chaves" userId="3f913fe9-3202-435d-b9f5-b2fca763184f" providerId="ADAL" clId="{7A7FD5F8-2641-428B-ABB1-B633F315EF85}" dt="2021-07-22T14:22:52.744" v="2780" actId="20577"/>
          <ac:spMkLst>
            <pc:docMk/>
            <pc:sldMk cId="1941385276" sldId="321"/>
            <ac:spMk id="2" creationId="{1FD7C138-CBE0-4993-ABE0-6A14DAFFDAD0}"/>
          </ac:spMkLst>
        </pc:spChg>
        <pc:spChg chg="del">
          <ac:chgData name="Júlio César Chaves" userId="3f913fe9-3202-435d-b9f5-b2fca763184f" providerId="ADAL" clId="{7A7FD5F8-2641-428B-ABB1-B633F315EF85}" dt="2021-07-22T14:20:15.590" v="2754" actId="478"/>
          <ac:spMkLst>
            <pc:docMk/>
            <pc:sldMk cId="1941385276" sldId="321"/>
            <ac:spMk id="6" creationId="{F2EE5CF5-37A3-4B05-BCD7-BE8C5ACC9592}"/>
          </ac:spMkLst>
        </pc:spChg>
        <pc:spChg chg="del">
          <ac:chgData name="Júlio César Chaves" userId="3f913fe9-3202-435d-b9f5-b2fca763184f" providerId="ADAL" clId="{7A7FD5F8-2641-428B-ABB1-B633F315EF85}" dt="2021-07-22T14:20:10.718" v="2752" actId="478"/>
          <ac:spMkLst>
            <pc:docMk/>
            <pc:sldMk cId="1941385276" sldId="321"/>
            <ac:spMk id="8" creationId="{C270CDCA-863B-40B4-96E2-C70358D66F7E}"/>
          </ac:spMkLst>
        </pc:spChg>
        <pc:spChg chg="add del mod">
          <ac:chgData name="Júlio César Chaves" userId="3f913fe9-3202-435d-b9f5-b2fca763184f" providerId="ADAL" clId="{7A7FD5F8-2641-428B-ABB1-B633F315EF85}" dt="2021-07-22T14:20:12.468" v="2753" actId="478"/>
          <ac:spMkLst>
            <pc:docMk/>
            <pc:sldMk cId="1941385276" sldId="321"/>
            <ac:spMk id="9" creationId="{96870106-C052-47EA-A91C-C7724E571E70}"/>
          </ac:spMkLst>
        </pc:spChg>
        <pc:spChg chg="add del mod">
          <ac:chgData name="Júlio César Chaves" userId="3f913fe9-3202-435d-b9f5-b2fca763184f" providerId="ADAL" clId="{7A7FD5F8-2641-428B-ABB1-B633F315EF85}" dt="2021-07-22T14:20:17.139" v="2755" actId="478"/>
          <ac:spMkLst>
            <pc:docMk/>
            <pc:sldMk cId="1941385276" sldId="321"/>
            <ac:spMk id="11" creationId="{770A5512-2EC7-47F5-AD9B-096D23CE6196}"/>
          </ac:spMkLst>
        </pc:spChg>
        <pc:spChg chg="add del mod">
          <ac:chgData name="Júlio César Chaves" userId="3f913fe9-3202-435d-b9f5-b2fca763184f" providerId="ADAL" clId="{7A7FD5F8-2641-428B-ABB1-B633F315EF85}" dt="2021-07-22T14:29:16.939" v="2842" actId="478"/>
          <ac:spMkLst>
            <pc:docMk/>
            <pc:sldMk cId="1941385276" sldId="321"/>
            <ac:spMk id="12" creationId="{1F058A4D-D46A-49DC-8B0F-332BF50C1CA9}"/>
          </ac:spMkLst>
        </pc:spChg>
        <pc:spChg chg="add mod">
          <ac:chgData name="Júlio César Chaves" userId="3f913fe9-3202-435d-b9f5-b2fca763184f" providerId="ADAL" clId="{7A7FD5F8-2641-428B-ABB1-B633F315EF85}" dt="2021-07-22T14:28:42.137" v="2829" actId="1076"/>
          <ac:spMkLst>
            <pc:docMk/>
            <pc:sldMk cId="1941385276" sldId="321"/>
            <ac:spMk id="15" creationId="{33950FF8-C97C-4C54-8531-CD8A504BEA80}"/>
          </ac:spMkLst>
        </pc:spChg>
        <pc:spChg chg="add mod">
          <ac:chgData name="Júlio César Chaves" userId="3f913fe9-3202-435d-b9f5-b2fca763184f" providerId="ADAL" clId="{7A7FD5F8-2641-428B-ABB1-B633F315EF85}" dt="2021-07-22T14:28:53.024" v="2839" actId="20577"/>
          <ac:spMkLst>
            <pc:docMk/>
            <pc:sldMk cId="1941385276" sldId="321"/>
            <ac:spMk id="16" creationId="{16707F7A-E7A5-46B9-823D-BCC1AA3FBD91}"/>
          </ac:spMkLst>
        </pc:spChg>
        <pc:spChg chg="add mod">
          <ac:chgData name="Júlio César Chaves" userId="3f913fe9-3202-435d-b9f5-b2fca763184f" providerId="ADAL" clId="{7A7FD5F8-2641-428B-ABB1-B633F315EF85}" dt="2021-07-22T14:29:07.496" v="2841" actId="1076"/>
          <ac:spMkLst>
            <pc:docMk/>
            <pc:sldMk cId="1941385276" sldId="321"/>
            <ac:spMk id="17" creationId="{50BAD572-0F7D-4D57-B1E3-6053F92CEABB}"/>
          </ac:spMkLst>
        </pc:spChg>
        <pc:spChg chg="add mod">
          <ac:chgData name="Júlio César Chaves" userId="3f913fe9-3202-435d-b9f5-b2fca763184f" providerId="ADAL" clId="{7A7FD5F8-2641-428B-ABB1-B633F315EF85}" dt="2021-07-22T14:36:29.415" v="3012" actId="20577"/>
          <ac:spMkLst>
            <pc:docMk/>
            <pc:sldMk cId="1941385276" sldId="321"/>
            <ac:spMk id="18" creationId="{C41E7790-AC1A-4B49-A0A7-8D662C4F36A5}"/>
          </ac:spMkLst>
        </pc:spChg>
        <pc:spChg chg="add del mod">
          <ac:chgData name="Júlio César Chaves" userId="3f913fe9-3202-435d-b9f5-b2fca763184f" providerId="ADAL" clId="{7A7FD5F8-2641-428B-ABB1-B633F315EF85}" dt="2021-07-22T14:34:32.250" v="2961" actId="1076"/>
          <ac:spMkLst>
            <pc:docMk/>
            <pc:sldMk cId="1941385276" sldId="321"/>
            <ac:spMk id="20" creationId="{EA2283A4-9811-4A6E-A982-0CA50A88D400}"/>
          </ac:spMkLst>
        </pc:spChg>
        <pc:spChg chg="add del mod">
          <ac:chgData name="Júlio César Chaves" userId="3f913fe9-3202-435d-b9f5-b2fca763184f" providerId="ADAL" clId="{7A7FD5F8-2641-428B-ABB1-B633F315EF85}" dt="2021-07-22T14:29:31.625" v="2851"/>
          <ac:spMkLst>
            <pc:docMk/>
            <pc:sldMk cId="1941385276" sldId="321"/>
            <ac:spMk id="21" creationId="{6B2F199C-7144-49A6-B561-6949AE6F9313}"/>
          </ac:spMkLst>
        </pc:spChg>
        <pc:spChg chg="add mod">
          <ac:chgData name="Júlio César Chaves" userId="3f913fe9-3202-435d-b9f5-b2fca763184f" providerId="ADAL" clId="{7A7FD5F8-2641-428B-ABB1-B633F315EF85}" dt="2021-07-22T14:35:22.537" v="2990" actId="20577"/>
          <ac:spMkLst>
            <pc:docMk/>
            <pc:sldMk cId="1941385276" sldId="321"/>
            <ac:spMk id="22" creationId="{98D58FF2-FAE2-4592-B133-96D0EEA3CAFD}"/>
          </ac:spMkLst>
        </pc:spChg>
        <pc:spChg chg="add mod">
          <ac:chgData name="Júlio César Chaves" userId="3f913fe9-3202-435d-b9f5-b2fca763184f" providerId="ADAL" clId="{7A7FD5F8-2641-428B-ABB1-B633F315EF85}" dt="2021-07-22T14:37:05.855" v="3044" actId="20577"/>
          <ac:spMkLst>
            <pc:docMk/>
            <pc:sldMk cId="1941385276" sldId="321"/>
            <ac:spMk id="23" creationId="{666F071C-90C4-4955-AE37-C4BA8F4E2941}"/>
          </ac:spMkLst>
        </pc:spChg>
        <pc:spChg chg="add mod">
          <ac:chgData name="Júlio César Chaves" userId="3f913fe9-3202-435d-b9f5-b2fca763184f" providerId="ADAL" clId="{7A7FD5F8-2641-428B-ABB1-B633F315EF85}" dt="2021-07-22T14:35:48.080" v="2992" actId="1076"/>
          <ac:spMkLst>
            <pc:docMk/>
            <pc:sldMk cId="1941385276" sldId="321"/>
            <ac:spMk id="24" creationId="{08F5AD72-1BF3-4989-9193-DFC409C9D35B}"/>
          </ac:spMkLst>
        </pc:spChg>
        <pc:picChg chg="add del mod">
          <ac:chgData name="Júlio César Chaves" userId="3f913fe9-3202-435d-b9f5-b2fca763184f" providerId="ADAL" clId="{7A7FD5F8-2641-428B-ABB1-B633F315EF85}" dt="2021-07-22T14:23:07.664" v="2782" actId="478"/>
          <ac:picMkLst>
            <pc:docMk/>
            <pc:sldMk cId="1941385276" sldId="321"/>
            <ac:picMk id="4" creationId="{80A6F61E-09CE-4FD8-B009-5A92B46FE517}"/>
          </ac:picMkLst>
        </pc:picChg>
        <pc:picChg chg="add mod">
          <ac:chgData name="Júlio César Chaves" userId="3f913fe9-3202-435d-b9f5-b2fca763184f" providerId="ADAL" clId="{7A7FD5F8-2641-428B-ABB1-B633F315EF85}" dt="2021-07-22T14:26:04.515" v="2791" actId="1076"/>
          <ac:picMkLst>
            <pc:docMk/>
            <pc:sldMk cId="1941385276" sldId="321"/>
            <ac:picMk id="13" creationId="{BFC811AA-025B-413E-AD03-8C5A251ED110}"/>
          </ac:picMkLst>
        </pc:picChg>
        <pc:picChg chg="add mod">
          <ac:chgData name="Júlio César Chaves" userId="3f913fe9-3202-435d-b9f5-b2fca763184f" providerId="ADAL" clId="{7A7FD5F8-2641-428B-ABB1-B633F315EF85}" dt="2021-07-22T14:26:03.339" v="2790" actId="1076"/>
          <ac:picMkLst>
            <pc:docMk/>
            <pc:sldMk cId="1941385276" sldId="321"/>
            <ac:picMk id="14" creationId="{95E31469-2A39-46EA-8039-BBE007354FC8}"/>
          </ac:picMkLst>
        </pc:picChg>
      </pc:sldChg>
      <pc:sldChg chg="addSp delSp modSp mod">
        <pc:chgData name="Júlio César Chaves" userId="3f913fe9-3202-435d-b9f5-b2fca763184f" providerId="ADAL" clId="{7A7FD5F8-2641-428B-ABB1-B633F315EF85}" dt="2021-07-22T15:09:55.746" v="3318" actId="478"/>
        <pc:sldMkLst>
          <pc:docMk/>
          <pc:sldMk cId="929839991" sldId="322"/>
        </pc:sldMkLst>
        <pc:spChg chg="add del mod">
          <ac:chgData name="Júlio César Chaves" userId="3f913fe9-3202-435d-b9f5-b2fca763184f" providerId="ADAL" clId="{7A7FD5F8-2641-428B-ABB1-B633F315EF85}" dt="2021-07-22T15:09:55.746" v="3318" actId="478"/>
          <ac:spMkLst>
            <pc:docMk/>
            <pc:sldMk cId="929839991" sldId="322"/>
            <ac:spMk id="4" creationId="{45F0956E-8CC0-4415-B37B-5E053ACD2B53}"/>
          </ac:spMkLst>
        </pc:spChg>
        <pc:spChg chg="mod">
          <ac:chgData name="Júlio César Chaves" userId="3f913fe9-3202-435d-b9f5-b2fca763184f" providerId="ADAL" clId="{7A7FD5F8-2641-428B-ABB1-B633F315EF85}" dt="2021-07-22T15:01:46.888" v="3051"/>
          <ac:spMkLst>
            <pc:docMk/>
            <pc:sldMk cId="929839991" sldId="322"/>
            <ac:spMk id="5" creationId="{A7762A2D-1338-4A5E-B7C3-3FA800D115BB}"/>
          </ac:spMkLst>
        </pc:spChg>
        <pc:spChg chg="del mod">
          <ac:chgData name="Júlio César Chaves" userId="3f913fe9-3202-435d-b9f5-b2fca763184f" providerId="ADAL" clId="{7A7FD5F8-2641-428B-ABB1-B633F315EF85}" dt="2021-07-22T15:09:52.421" v="3317" actId="478"/>
          <ac:spMkLst>
            <pc:docMk/>
            <pc:sldMk cId="929839991" sldId="322"/>
            <ac:spMk id="6" creationId="{F2EE5CF5-37A3-4B05-BCD7-BE8C5ACC9592}"/>
          </ac:spMkLst>
        </pc:spChg>
        <pc:spChg chg="mod">
          <ac:chgData name="Júlio César Chaves" userId="3f913fe9-3202-435d-b9f5-b2fca763184f" providerId="ADAL" clId="{7A7FD5F8-2641-428B-ABB1-B633F315EF85}" dt="2021-07-22T15:09:49.130" v="3316" actId="20577"/>
          <ac:spMkLst>
            <pc:docMk/>
            <pc:sldMk cId="929839991" sldId="322"/>
            <ac:spMk id="8" creationId="{C270CDCA-863B-40B4-96E2-C70358D66F7E}"/>
          </ac:spMkLst>
        </pc:spChg>
      </pc:sldChg>
      <pc:sldChg chg="modSp mod">
        <pc:chgData name="Júlio César Chaves" userId="3f913fe9-3202-435d-b9f5-b2fca763184f" providerId="ADAL" clId="{7A7FD5F8-2641-428B-ABB1-B633F315EF85}" dt="2021-07-22T15:47:54.880" v="4020" actId="5793"/>
        <pc:sldMkLst>
          <pc:docMk/>
          <pc:sldMk cId="19588457" sldId="323"/>
        </pc:sldMkLst>
        <pc:spChg chg="mod">
          <ac:chgData name="Júlio César Chaves" userId="3f913fe9-3202-435d-b9f5-b2fca763184f" providerId="ADAL" clId="{7A7FD5F8-2641-428B-ABB1-B633F315EF85}" dt="2021-07-22T15:41:48.942" v="3764" actId="20577"/>
          <ac:spMkLst>
            <pc:docMk/>
            <pc:sldMk cId="19588457" sldId="323"/>
            <ac:spMk id="2" creationId="{1FD7C138-CBE0-4993-ABE0-6A14DAFFDAD0}"/>
          </ac:spMkLst>
        </pc:spChg>
        <pc:spChg chg="mod">
          <ac:chgData name="Júlio César Chaves" userId="3f913fe9-3202-435d-b9f5-b2fca763184f" providerId="ADAL" clId="{7A7FD5F8-2641-428B-ABB1-B633F315EF85}" dt="2021-07-22T15:47:54.880" v="4020" actId="5793"/>
          <ac:spMkLst>
            <pc:docMk/>
            <pc:sldMk cId="19588457" sldId="323"/>
            <ac:spMk id="6" creationId="{F2EE5CF5-37A3-4B05-BCD7-BE8C5ACC9592}"/>
          </ac:spMkLst>
        </pc:spChg>
        <pc:spChg chg="mod">
          <ac:chgData name="Júlio César Chaves" userId="3f913fe9-3202-435d-b9f5-b2fca763184f" providerId="ADAL" clId="{7A7FD5F8-2641-428B-ABB1-B633F315EF85}" dt="2021-07-22T15:45:47.331" v="3966" actId="6549"/>
          <ac:spMkLst>
            <pc:docMk/>
            <pc:sldMk cId="19588457" sldId="323"/>
            <ac:spMk id="8" creationId="{C270CDCA-863B-40B4-96E2-C70358D66F7E}"/>
          </ac:spMkLst>
        </pc:spChg>
      </pc:sldChg>
      <pc:sldChg chg="del">
        <pc:chgData name="Júlio César Chaves" userId="3f913fe9-3202-435d-b9f5-b2fca763184f" providerId="ADAL" clId="{7A7FD5F8-2641-428B-ABB1-B633F315EF85}" dt="2021-07-22T15:48:31.742" v="4021" actId="47"/>
        <pc:sldMkLst>
          <pc:docMk/>
          <pc:sldMk cId="3734223445" sldId="324"/>
        </pc:sldMkLst>
      </pc:sldChg>
      <pc:sldChg chg="modSp del mod">
        <pc:chgData name="Júlio César Chaves" userId="3f913fe9-3202-435d-b9f5-b2fca763184f" providerId="ADAL" clId="{7A7FD5F8-2641-428B-ABB1-B633F315EF85}" dt="2021-07-22T17:59:32.271" v="4047" actId="47"/>
        <pc:sldMkLst>
          <pc:docMk/>
          <pc:sldMk cId="1840886251" sldId="325"/>
        </pc:sldMkLst>
        <pc:spChg chg="mod">
          <ac:chgData name="Júlio César Chaves" userId="3f913fe9-3202-435d-b9f5-b2fca763184f" providerId="ADAL" clId="{7A7FD5F8-2641-428B-ABB1-B633F315EF85}" dt="2021-07-22T15:49:06.420" v="4022" actId="6549"/>
          <ac:spMkLst>
            <pc:docMk/>
            <pc:sldMk cId="1840886251" sldId="325"/>
            <ac:spMk id="6" creationId="{F2EE5CF5-37A3-4B05-BCD7-BE8C5ACC9592}"/>
          </ac:spMkLst>
        </pc:spChg>
        <pc:spChg chg="mod">
          <ac:chgData name="Júlio César Chaves" userId="3f913fe9-3202-435d-b9f5-b2fca763184f" providerId="ADAL" clId="{7A7FD5F8-2641-428B-ABB1-B633F315EF85}" dt="2021-07-22T15:49:08.324" v="4023" actId="6549"/>
          <ac:spMkLst>
            <pc:docMk/>
            <pc:sldMk cId="1840886251" sldId="325"/>
            <ac:spMk id="8" creationId="{C270CDCA-863B-40B4-96E2-C70358D66F7E}"/>
          </ac:spMkLst>
        </pc:spChg>
      </pc:sldChg>
      <pc:sldChg chg="addSp delSp modSp add mod modNotesTx">
        <pc:chgData name="Júlio César Chaves" userId="3f913fe9-3202-435d-b9f5-b2fca763184f" providerId="ADAL" clId="{7A7FD5F8-2641-428B-ABB1-B633F315EF85}" dt="2021-07-22T18:00:48.733" v="4050" actId="20577"/>
        <pc:sldMkLst>
          <pc:docMk/>
          <pc:sldMk cId="3898828060" sldId="326"/>
        </pc:sldMkLst>
        <pc:spChg chg="mod">
          <ac:chgData name="Júlio César Chaves" userId="3f913fe9-3202-435d-b9f5-b2fca763184f" providerId="ADAL" clId="{7A7FD5F8-2641-428B-ABB1-B633F315EF85}" dt="2021-07-22T18:00:48.733" v="4050" actId="20577"/>
          <ac:spMkLst>
            <pc:docMk/>
            <pc:sldMk cId="3898828060" sldId="326"/>
            <ac:spMk id="2" creationId="{1FD7C138-CBE0-4993-ABE0-6A14DAFFDAD0}"/>
          </ac:spMkLst>
        </pc:spChg>
        <pc:spChg chg="mod">
          <ac:chgData name="Júlio César Chaves" userId="3f913fe9-3202-435d-b9f5-b2fca763184f" providerId="ADAL" clId="{7A7FD5F8-2641-428B-ABB1-B633F315EF85}" dt="2021-07-22T13:54:59.906" v="2323" actId="14100"/>
          <ac:spMkLst>
            <pc:docMk/>
            <pc:sldMk cId="3898828060" sldId="326"/>
            <ac:spMk id="6" creationId="{F2EE5CF5-37A3-4B05-BCD7-BE8C5ACC9592}"/>
          </ac:spMkLst>
        </pc:spChg>
        <pc:spChg chg="mod">
          <ac:chgData name="Júlio César Chaves" userId="3f913fe9-3202-435d-b9f5-b2fca763184f" providerId="ADAL" clId="{7A7FD5F8-2641-428B-ABB1-B633F315EF85}" dt="2021-07-22T13:55:11.842" v="2327" actId="20577"/>
          <ac:spMkLst>
            <pc:docMk/>
            <pc:sldMk cId="3898828060" sldId="326"/>
            <ac:spMk id="8" creationId="{C270CDCA-863B-40B4-96E2-C70358D66F7E}"/>
          </ac:spMkLst>
        </pc:spChg>
        <pc:spChg chg="add del mod">
          <ac:chgData name="Júlio César Chaves" userId="3f913fe9-3202-435d-b9f5-b2fca763184f" providerId="ADAL" clId="{7A7FD5F8-2641-428B-ABB1-B633F315EF85}" dt="2021-07-22T13:55:02.330" v="2324" actId="478"/>
          <ac:spMkLst>
            <pc:docMk/>
            <pc:sldMk cId="3898828060" sldId="326"/>
            <ac:spMk id="9" creationId="{38DE5901-F10F-49FD-A9B6-52B20DB5DE3E}"/>
          </ac:spMkLst>
        </pc:spChg>
      </pc:sldChg>
      <pc:sldChg chg="del">
        <pc:chgData name="Júlio César Chaves" userId="3f913fe9-3202-435d-b9f5-b2fca763184f" providerId="ADAL" clId="{7A7FD5F8-2641-428B-ABB1-B633F315EF85}" dt="2021-07-20T14:29:09.542" v="35" actId="47"/>
        <pc:sldMkLst>
          <pc:docMk/>
          <pc:sldMk cId="105159225" sldId="327"/>
        </pc:sldMkLst>
      </pc:sldChg>
      <pc:sldChg chg="add del">
        <pc:chgData name="Júlio César Chaves" userId="3f913fe9-3202-435d-b9f5-b2fca763184f" providerId="ADAL" clId="{7A7FD5F8-2641-428B-ABB1-B633F315EF85}" dt="2021-07-22T14:59:26.983" v="3045" actId="47"/>
        <pc:sldMkLst>
          <pc:docMk/>
          <pc:sldMk cId="1473565226" sldId="327"/>
        </pc:sldMkLst>
      </pc:sldChg>
      <pc:sldChg chg="modSp add mod">
        <pc:chgData name="Júlio César Chaves" userId="3f913fe9-3202-435d-b9f5-b2fca763184f" providerId="ADAL" clId="{7A7FD5F8-2641-428B-ABB1-B633F315EF85}" dt="2021-07-22T15:22:00.060" v="3693" actId="20577"/>
        <pc:sldMkLst>
          <pc:docMk/>
          <pc:sldMk cId="2818597822" sldId="327"/>
        </pc:sldMkLst>
        <pc:spChg chg="mod">
          <ac:chgData name="Júlio César Chaves" userId="3f913fe9-3202-435d-b9f5-b2fca763184f" providerId="ADAL" clId="{7A7FD5F8-2641-428B-ABB1-B633F315EF85}" dt="2021-07-22T15:22:00.060" v="3693" actId="20577"/>
          <ac:spMkLst>
            <pc:docMk/>
            <pc:sldMk cId="2818597822" sldId="327"/>
            <ac:spMk id="2" creationId="{1FD7C138-CBE0-4993-ABE0-6A14DAFFDAD0}"/>
          </ac:spMkLst>
        </pc:spChg>
        <pc:spChg chg="mod">
          <ac:chgData name="Júlio César Chaves" userId="3f913fe9-3202-435d-b9f5-b2fca763184f" providerId="ADAL" clId="{7A7FD5F8-2641-428B-ABB1-B633F315EF85}" dt="2021-07-22T15:21:34.495" v="3681" actId="113"/>
          <ac:spMkLst>
            <pc:docMk/>
            <pc:sldMk cId="2818597822" sldId="327"/>
            <ac:spMk id="8" creationId="{C270CDCA-863B-40B4-96E2-C70358D66F7E}"/>
          </ac:spMkLst>
        </pc:spChg>
      </pc:sldChg>
      <pc:sldChg chg="add">
        <pc:chgData name="Júlio César Chaves" userId="3f913fe9-3202-435d-b9f5-b2fca763184f" providerId="ADAL" clId="{7A7FD5F8-2641-428B-ABB1-B633F315EF85}" dt="2021-07-22T17:59:09.038" v="4024"/>
        <pc:sldMkLst>
          <pc:docMk/>
          <pc:sldMk cId="1296444834" sldId="328"/>
        </pc:sldMkLst>
      </pc:sldChg>
      <pc:sldChg chg="del">
        <pc:chgData name="Júlio César Chaves" userId="3f913fe9-3202-435d-b9f5-b2fca763184f" providerId="ADAL" clId="{7A7FD5F8-2641-428B-ABB1-B633F315EF85}" dt="2021-07-20T14:29:09.542" v="35" actId="47"/>
        <pc:sldMkLst>
          <pc:docMk/>
          <pc:sldMk cId="3441492987" sldId="328"/>
        </pc:sldMkLst>
      </pc:sldChg>
      <pc:sldChg chg="del">
        <pc:chgData name="Júlio César Chaves" userId="3f913fe9-3202-435d-b9f5-b2fca763184f" providerId="ADAL" clId="{7A7FD5F8-2641-428B-ABB1-B633F315EF85}" dt="2021-07-20T14:29:09.542" v="35" actId="47"/>
        <pc:sldMkLst>
          <pc:docMk/>
          <pc:sldMk cId="93438378" sldId="329"/>
        </pc:sldMkLst>
      </pc:sldChg>
      <pc:sldChg chg="modSp add mod">
        <pc:chgData name="Júlio César Chaves" userId="3f913fe9-3202-435d-b9f5-b2fca763184f" providerId="ADAL" clId="{7A7FD5F8-2641-428B-ABB1-B633F315EF85}" dt="2021-07-22T17:59:19.015" v="4046" actId="20577"/>
        <pc:sldMkLst>
          <pc:docMk/>
          <pc:sldMk cId="632685977" sldId="329"/>
        </pc:sldMkLst>
        <pc:spChg chg="mod">
          <ac:chgData name="Júlio César Chaves" userId="3f913fe9-3202-435d-b9f5-b2fca763184f" providerId="ADAL" clId="{7A7FD5F8-2641-428B-ABB1-B633F315EF85}" dt="2021-07-22T17:59:19.015" v="4046" actId="20577"/>
          <ac:spMkLst>
            <pc:docMk/>
            <pc:sldMk cId="632685977" sldId="329"/>
            <ac:spMk id="2" creationId="{0B83FF71-A2A9-4AED-B7AA-0DE4C141C9B3}"/>
          </ac:spMkLst>
        </pc:spChg>
      </pc:sldChg>
      <pc:sldChg chg="addSp delSp modSp add mod modNotesTx">
        <pc:chgData name="Júlio César Chaves" userId="3f913fe9-3202-435d-b9f5-b2fca763184f" providerId="ADAL" clId="{7A7FD5F8-2641-428B-ABB1-B633F315EF85}" dt="2021-08-03T17:14:27.858" v="4147" actId="255"/>
        <pc:sldMkLst>
          <pc:docMk/>
          <pc:sldMk cId="1993423019" sldId="330"/>
        </pc:sldMkLst>
        <pc:spChg chg="mod">
          <ac:chgData name="Júlio César Chaves" userId="3f913fe9-3202-435d-b9f5-b2fca763184f" providerId="ADAL" clId="{7A7FD5F8-2641-428B-ABB1-B633F315EF85}" dt="2021-07-22T18:04:53.986" v="4062" actId="20577"/>
          <ac:spMkLst>
            <pc:docMk/>
            <pc:sldMk cId="1993423019" sldId="330"/>
            <ac:spMk id="2" creationId="{1FD7C138-CBE0-4993-ABE0-6A14DAFFDAD0}"/>
          </ac:spMkLst>
        </pc:spChg>
        <pc:spChg chg="mod">
          <ac:chgData name="Júlio César Chaves" userId="3f913fe9-3202-435d-b9f5-b2fca763184f" providerId="ADAL" clId="{7A7FD5F8-2641-428B-ABB1-B633F315EF85}" dt="2021-07-22T18:59:58.889" v="4133" actId="6549"/>
          <ac:spMkLst>
            <pc:docMk/>
            <pc:sldMk cId="1993423019" sldId="330"/>
            <ac:spMk id="8" creationId="{03EE8610-E1D7-4DA2-B05C-C14704E8D695}"/>
          </ac:spMkLst>
        </pc:spChg>
        <pc:spChg chg="mod">
          <ac:chgData name="Júlio César Chaves" userId="3f913fe9-3202-435d-b9f5-b2fca763184f" providerId="ADAL" clId="{7A7FD5F8-2641-428B-ABB1-B633F315EF85}" dt="2021-07-22T19:00:01.257" v="4134" actId="6549"/>
          <ac:spMkLst>
            <pc:docMk/>
            <pc:sldMk cId="1993423019" sldId="330"/>
            <ac:spMk id="9" creationId="{6F9ACBAB-D940-4385-9F7F-BA27B61C13C6}"/>
          </ac:spMkLst>
        </pc:spChg>
        <pc:spChg chg="mod">
          <ac:chgData name="Júlio César Chaves" userId="3f913fe9-3202-435d-b9f5-b2fca763184f" providerId="ADAL" clId="{7A7FD5F8-2641-428B-ABB1-B633F315EF85}" dt="2021-07-22T18:59:53.940" v="4132" actId="6549"/>
          <ac:spMkLst>
            <pc:docMk/>
            <pc:sldMk cId="1993423019" sldId="330"/>
            <ac:spMk id="10" creationId="{A4796970-C2ED-406E-9DC1-465E0B07916E}"/>
          </ac:spMkLst>
        </pc:spChg>
        <pc:spChg chg="del mod">
          <ac:chgData name="Júlio César Chaves" userId="3f913fe9-3202-435d-b9f5-b2fca763184f" providerId="ADAL" clId="{7A7FD5F8-2641-428B-ABB1-B633F315EF85}" dt="2021-07-22T19:00:03.876" v="4135" actId="478"/>
          <ac:spMkLst>
            <pc:docMk/>
            <pc:sldMk cId="1993423019" sldId="330"/>
            <ac:spMk id="11" creationId="{48C66BAB-123D-4B73-A6BD-F4863417F733}"/>
          </ac:spMkLst>
        </pc:spChg>
        <pc:picChg chg="add mod">
          <ac:chgData name="Júlio César Chaves" userId="3f913fe9-3202-435d-b9f5-b2fca763184f" providerId="ADAL" clId="{7A7FD5F8-2641-428B-ABB1-B633F315EF85}" dt="2021-07-22T18:59:39.930" v="4130" actId="1076"/>
          <ac:picMkLst>
            <pc:docMk/>
            <pc:sldMk cId="1993423019" sldId="330"/>
            <ac:picMk id="12" creationId="{7D3FD032-2103-4E13-9B6F-217D3A42A987}"/>
          </ac:picMkLst>
        </pc:picChg>
      </pc:sldChg>
      <pc:sldChg chg="del">
        <pc:chgData name="Júlio César Chaves" userId="3f913fe9-3202-435d-b9f5-b2fca763184f" providerId="ADAL" clId="{7A7FD5F8-2641-428B-ABB1-B633F315EF85}" dt="2021-07-20T14:29:09.542" v="35" actId="47"/>
        <pc:sldMkLst>
          <pc:docMk/>
          <pc:sldMk cId="3768277021" sldId="330"/>
        </pc:sldMkLst>
      </pc:sldChg>
      <pc:sldChg chg="add">
        <pc:chgData name="Júlio César Chaves" userId="3f913fe9-3202-435d-b9f5-b2fca763184f" providerId="ADAL" clId="{7A7FD5F8-2641-428B-ABB1-B633F315EF85}" dt="2021-07-22T18:04:38.862" v="4051"/>
        <pc:sldMkLst>
          <pc:docMk/>
          <pc:sldMk cId="2217752122" sldId="331"/>
        </pc:sldMkLst>
      </pc:sldChg>
      <pc:sldChg chg="del">
        <pc:chgData name="Júlio César Chaves" userId="3f913fe9-3202-435d-b9f5-b2fca763184f" providerId="ADAL" clId="{7A7FD5F8-2641-428B-ABB1-B633F315EF85}" dt="2021-07-20T14:29:09.542" v="35" actId="47"/>
        <pc:sldMkLst>
          <pc:docMk/>
          <pc:sldMk cId="3225712823" sldId="331"/>
        </pc:sldMkLst>
      </pc:sldChg>
      <pc:sldChg chg="add">
        <pc:chgData name="Júlio César Chaves" userId="3f913fe9-3202-435d-b9f5-b2fca763184f" providerId="ADAL" clId="{7A7FD5F8-2641-428B-ABB1-B633F315EF85}" dt="2021-07-22T18:04:38.862" v="4051"/>
        <pc:sldMkLst>
          <pc:docMk/>
          <pc:sldMk cId="2176598183" sldId="332"/>
        </pc:sldMkLst>
      </pc:sldChg>
      <pc:sldChg chg="del">
        <pc:chgData name="Júlio César Chaves" userId="3f913fe9-3202-435d-b9f5-b2fca763184f" providerId="ADAL" clId="{7A7FD5F8-2641-428B-ABB1-B633F315EF85}" dt="2021-07-20T14:29:09.542" v="35" actId="47"/>
        <pc:sldMkLst>
          <pc:docMk/>
          <pc:sldMk cId="2827467724" sldId="332"/>
        </pc:sldMkLst>
      </pc:sldChg>
      <pc:sldChg chg="add">
        <pc:chgData name="Júlio César Chaves" userId="3f913fe9-3202-435d-b9f5-b2fca763184f" providerId="ADAL" clId="{7A7FD5F8-2641-428B-ABB1-B633F315EF85}" dt="2021-07-22T18:04:38.862" v="4051"/>
        <pc:sldMkLst>
          <pc:docMk/>
          <pc:sldMk cId="2361067499" sldId="333"/>
        </pc:sldMkLst>
      </pc:sldChg>
      <pc:sldChg chg="del">
        <pc:chgData name="Júlio César Chaves" userId="3f913fe9-3202-435d-b9f5-b2fca763184f" providerId="ADAL" clId="{7A7FD5F8-2641-428B-ABB1-B633F315EF85}" dt="2021-07-20T14:29:09.542" v="35" actId="47"/>
        <pc:sldMkLst>
          <pc:docMk/>
          <pc:sldMk cId="3609365172" sldId="333"/>
        </pc:sldMkLst>
      </pc:sldChg>
      <pc:sldChg chg="add">
        <pc:chgData name="Júlio César Chaves" userId="3f913fe9-3202-435d-b9f5-b2fca763184f" providerId="ADAL" clId="{7A7FD5F8-2641-428B-ABB1-B633F315EF85}" dt="2021-07-22T18:04:38.862" v="4051"/>
        <pc:sldMkLst>
          <pc:docMk/>
          <pc:sldMk cId="53386901" sldId="334"/>
        </pc:sldMkLst>
      </pc:sldChg>
      <pc:sldChg chg="del">
        <pc:chgData name="Júlio César Chaves" userId="3f913fe9-3202-435d-b9f5-b2fca763184f" providerId="ADAL" clId="{7A7FD5F8-2641-428B-ABB1-B633F315EF85}" dt="2021-07-20T14:29:09.542" v="35" actId="47"/>
        <pc:sldMkLst>
          <pc:docMk/>
          <pc:sldMk cId="723996665" sldId="334"/>
        </pc:sldMkLst>
      </pc:sldChg>
      <pc:sldChg chg="del">
        <pc:chgData name="Júlio César Chaves" userId="3f913fe9-3202-435d-b9f5-b2fca763184f" providerId="ADAL" clId="{7A7FD5F8-2641-428B-ABB1-B633F315EF85}" dt="2021-07-20T14:29:09.542" v="35" actId="47"/>
        <pc:sldMkLst>
          <pc:docMk/>
          <pc:sldMk cId="1966404388" sldId="335"/>
        </pc:sldMkLst>
      </pc:sldChg>
      <pc:sldChg chg="add">
        <pc:chgData name="Júlio César Chaves" userId="3f913fe9-3202-435d-b9f5-b2fca763184f" providerId="ADAL" clId="{7A7FD5F8-2641-428B-ABB1-B633F315EF85}" dt="2021-07-22T18:04:38.862" v="4051"/>
        <pc:sldMkLst>
          <pc:docMk/>
          <pc:sldMk cId="3028007947" sldId="335"/>
        </pc:sldMkLst>
      </pc:sldChg>
      <pc:sldChg chg="del">
        <pc:chgData name="Júlio César Chaves" userId="3f913fe9-3202-435d-b9f5-b2fca763184f" providerId="ADAL" clId="{7A7FD5F8-2641-428B-ABB1-B633F315EF85}" dt="2021-07-20T14:29:09.542" v="35" actId="47"/>
        <pc:sldMkLst>
          <pc:docMk/>
          <pc:sldMk cId="3104908072" sldId="336"/>
        </pc:sldMkLst>
      </pc:sldChg>
      <pc:sldChg chg="add">
        <pc:chgData name="Júlio César Chaves" userId="3f913fe9-3202-435d-b9f5-b2fca763184f" providerId="ADAL" clId="{7A7FD5F8-2641-428B-ABB1-B633F315EF85}" dt="2021-07-22T18:04:38.862" v="4051"/>
        <pc:sldMkLst>
          <pc:docMk/>
          <pc:sldMk cId="3235579020" sldId="336"/>
        </pc:sldMkLst>
      </pc:sldChg>
      <pc:sldChg chg="add">
        <pc:chgData name="Júlio César Chaves" userId="3f913fe9-3202-435d-b9f5-b2fca763184f" providerId="ADAL" clId="{7A7FD5F8-2641-428B-ABB1-B633F315EF85}" dt="2021-07-22T18:04:38.862" v="4051"/>
        <pc:sldMkLst>
          <pc:docMk/>
          <pc:sldMk cId="634465581" sldId="337"/>
        </pc:sldMkLst>
      </pc:sldChg>
      <pc:sldChg chg="del">
        <pc:chgData name="Júlio César Chaves" userId="3f913fe9-3202-435d-b9f5-b2fca763184f" providerId="ADAL" clId="{7A7FD5F8-2641-428B-ABB1-B633F315EF85}" dt="2021-07-20T14:29:09.542" v="35" actId="47"/>
        <pc:sldMkLst>
          <pc:docMk/>
          <pc:sldMk cId="782284429" sldId="337"/>
        </pc:sldMkLst>
      </pc:sldChg>
      <pc:sldChg chg="add">
        <pc:chgData name="Júlio César Chaves" userId="3f913fe9-3202-435d-b9f5-b2fca763184f" providerId="ADAL" clId="{7A7FD5F8-2641-428B-ABB1-B633F315EF85}" dt="2021-07-22T18:04:38.862" v="4051"/>
        <pc:sldMkLst>
          <pc:docMk/>
          <pc:sldMk cId="1867717464" sldId="338"/>
        </pc:sldMkLst>
      </pc:sldChg>
      <pc:sldChg chg="del">
        <pc:chgData name="Júlio César Chaves" userId="3f913fe9-3202-435d-b9f5-b2fca763184f" providerId="ADAL" clId="{7A7FD5F8-2641-428B-ABB1-B633F315EF85}" dt="2021-07-20T14:29:09.542" v="35" actId="47"/>
        <pc:sldMkLst>
          <pc:docMk/>
          <pc:sldMk cId="1879114160" sldId="338"/>
        </pc:sldMkLst>
      </pc:sldChg>
      <pc:sldChg chg="del">
        <pc:chgData name="Júlio César Chaves" userId="3f913fe9-3202-435d-b9f5-b2fca763184f" providerId="ADAL" clId="{7A7FD5F8-2641-428B-ABB1-B633F315EF85}" dt="2021-07-20T14:29:09.542" v="35" actId="47"/>
        <pc:sldMkLst>
          <pc:docMk/>
          <pc:sldMk cId="4005531493" sldId="339"/>
        </pc:sldMkLst>
      </pc:sldChg>
      <pc:sldChg chg="del">
        <pc:chgData name="Júlio César Chaves" userId="3f913fe9-3202-435d-b9f5-b2fca763184f" providerId="ADAL" clId="{7A7FD5F8-2641-428B-ABB1-B633F315EF85}" dt="2021-07-20T14:29:09.542" v="35" actId="47"/>
        <pc:sldMkLst>
          <pc:docMk/>
          <pc:sldMk cId="3945369851" sldId="340"/>
        </pc:sldMkLst>
      </pc:sldChg>
      <pc:sldChg chg="del">
        <pc:chgData name="Júlio César Chaves" userId="3f913fe9-3202-435d-b9f5-b2fca763184f" providerId="ADAL" clId="{7A7FD5F8-2641-428B-ABB1-B633F315EF85}" dt="2021-07-20T14:29:09.542" v="35" actId="47"/>
        <pc:sldMkLst>
          <pc:docMk/>
          <pc:sldMk cId="1614377096" sldId="341"/>
        </pc:sldMkLst>
      </pc:sldChg>
      <pc:sldChg chg="del">
        <pc:chgData name="Júlio César Chaves" userId="3f913fe9-3202-435d-b9f5-b2fca763184f" providerId="ADAL" clId="{7A7FD5F8-2641-428B-ABB1-B633F315EF85}" dt="2021-07-20T14:29:09.542" v="35" actId="47"/>
        <pc:sldMkLst>
          <pc:docMk/>
          <pc:sldMk cId="660959507" sldId="342"/>
        </pc:sldMkLst>
      </pc:sldChg>
      <pc:sldChg chg="del">
        <pc:chgData name="Júlio César Chaves" userId="3f913fe9-3202-435d-b9f5-b2fca763184f" providerId="ADAL" clId="{7A7FD5F8-2641-428B-ABB1-B633F315EF85}" dt="2021-07-20T14:29:09.542" v="35" actId="47"/>
        <pc:sldMkLst>
          <pc:docMk/>
          <pc:sldMk cId="1166463077" sldId="343"/>
        </pc:sldMkLst>
      </pc:sldChg>
      <pc:sldChg chg="del">
        <pc:chgData name="Júlio César Chaves" userId="3f913fe9-3202-435d-b9f5-b2fca763184f" providerId="ADAL" clId="{7A7FD5F8-2641-428B-ABB1-B633F315EF85}" dt="2021-07-20T14:29:09.542" v="35" actId="47"/>
        <pc:sldMkLst>
          <pc:docMk/>
          <pc:sldMk cId="879659702" sldId="344"/>
        </pc:sldMkLst>
      </pc:sldChg>
      <pc:sldChg chg="del">
        <pc:chgData name="Júlio César Chaves" userId="3f913fe9-3202-435d-b9f5-b2fca763184f" providerId="ADAL" clId="{7A7FD5F8-2641-428B-ABB1-B633F315EF85}" dt="2021-07-20T14:29:09.542" v="35" actId="47"/>
        <pc:sldMkLst>
          <pc:docMk/>
          <pc:sldMk cId="2954476662" sldId="345"/>
        </pc:sldMkLst>
      </pc:sldChg>
      <pc:sldChg chg="del">
        <pc:chgData name="Júlio César Chaves" userId="3f913fe9-3202-435d-b9f5-b2fca763184f" providerId="ADAL" clId="{7A7FD5F8-2641-428B-ABB1-B633F315EF85}" dt="2021-07-20T14:29:09.542" v="35" actId="47"/>
        <pc:sldMkLst>
          <pc:docMk/>
          <pc:sldMk cId="2733926045" sldId="346"/>
        </pc:sldMkLst>
      </pc:sldChg>
      <pc:sldChg chg="del">
        <pc:chgData name="Júlio César Chaves" userId="3f913fe9-3202-435d-b9f5-b2fca763184f" providerId="ADAL" clId="{7A7FD5F8-2641-428B-ABB1-B633F315EF85}" dt="2021-07-20T14:29:09.542" v="35" actId="47"/>
        <pc:sldMkLst>
          <pc:docMk/>
          <pc:sldMk cId="1173090192" sldId="347"/>
        </pc:sldMkLst>
      </pc:sldChg>
      <pc:sldChg chg="del">
        <pc:chgData name="Júlio César Chaves" userId="3f913fe9-3202-435d-b9f5-b2fca763184f" providerId="ADAL" clId="{7A7FD5F8-2641-428B-ABB1-B633F315EF85}" dt="2021-07-20T14:29:09.542" v="35" actId="47"/>
        <pc:sldMkLst>
          <pc:docMk/>
          <pc:sldMk cId="3467016877" sldId="348"/>
        </pc:sldMkLst>
      </pc:sldChg>
      <pc:sldChg chg="del">
        <pc:chgData name="Júlio César Chaves" userId="3f913fe9-3202-435d-b9f5-b2fca763184f" providerId="ADAL" clId="{7A7FD5F8-2641-428B-ABB1-B633F315EF85}" dt="2021-07-20T14:29:09.542" v="35" actId="47"/>
        <pc:sldMkLst>
          <pc:docMk/>
          <pc:sldMk cId="256226498" sldId="349"/>
        </pc:sldMkLst>
      </pc:sldChg>
      <pc:sldChg chg="del">
        <pc:chgData name="Júlio César Chaves" userId="3f913fe9-3202-435d-b9f5-b2fca763184f" providerId="ADAL" clId="{7A7FD5F8-2641-428B-ABB1-B633F315EF85}" dt="2021-07-20T14:29:09.542" v="35" actId="47"/>
        <pc:sldMkLst>
          <pc:docMk/>
          <pc:sldMk cId="1342419643" sldId="350"/>
        </pc:sldMkLst>
      </pc:sldChg>
      <pc:sldChg chg="del">
        <pc:chgData name="Júlio César Chaves" userId="3f913fe9-3202-435d-b9f5-b2fca763184f" providerId="ADAL" clId="{7A7FD5F8-2641-428B-ABB1-B633F315EF85}" dt="2021-07-20T14:29:09.542" v="35" actId="47"/>
        <pc:sldMkLst>
          <pc:docMk/>
          <pc:sldMk cId="2712587818" sldId="351"/>
        </pc:sldMkLst>
      </pc:sldChg>
      <pc:sldChg chg="del">
        <pc:chgData name="Júlio César Chaves" userId="3f913fe9-3202-435d-b9f5-b2fca763184f" providerId="ADAL" clId="{7A7FD5F8-2641-428B-ABB1-B633F315EF85}" dt="2021-07-20T14:29:09.542" v="35" actId="47"/>
        <pc:sldMkLst>
          <pc:docMk/>
          <pc:sldMk cId="1195624909" sldId="352"/>
        </pc:sldMkLst>
      </pc:sldChg>
      <pc:sldChg chg="del">
        <pc:chgData name="Júlio César Chaves" userId="3f913fe9-3202-435d-b9f5-b2fca763184f" providerId="ADAL" clId="{7A7FD5F8-2641-428B-ABB1-B633F315EF85}" dt="2021-07-20T14:29:09.542" v="35" actId="47"/>
        <pc:sldMkLst>
          <pc:docMk/>
          <pc:sldMk cId="3972776739" sldId="353"/>
        </pc:sldMkLst>
      </pc:sldChg>
      <pc:sldChg chg="del">
        <pc:chgData name="Júlio César Chaves" userId="3f913fe9-3202-435d-b9f5-b2fca763184f" providerId="ADAL" clId="{7A7FD5F8-2641-428B-ABB1-B633F315EF85}" dt="2021-07-20T14:29:09.542" v="35" actId="47"/>
        <pc:sldMkLst>
          <pc:docMk/>
          <pc:sldMk cId="196720129" sldId="354"/>
        </pc:sldMkLst>
      </pc:sldChg>
      <pc:sldChg chg="del">
        <pc:chgData name="Júlio César Chaves" userId="3f913fe9-3202-435d-b9f5-b2fca763184f" providerId="ADAL" clId="{7A7FD5F8-2641-428B-ABB1-B633F315EF85}" dt="2021-07-20T14:29:09.542" v="35" actId="47"/>
        <pc:sldMkLst>
          <pc:docMk/>
          <pc:sldMk cId="2993404311" sldId="355"/>
        </pc:sldMkLst>
      </pc:sldChg>
      <pc:sldChg chg="del">
        <pc:chgData name="Júlio César Chaves" userId="3f913fe9-3202-435d-b9f5-b2fca763184f" providerId="ADAL" clId="{7A7FD5F8-2641-428B-ABB1-B633F315EF85}" dt="2021-07-20T14:29:09.542" v="35" actId="47"/>
        <pc:sldMkLst>
          <pc:docMk/>
          <pc:sldMk cId="1992356069" sldId="356"/>
        </pc:sldMkLst>
      </pc:sldChg>
      <pc:sldChg chg="del">
        <pc:chgData name="Júlio César Chaves" userId="3f913fe9-3202-435d-b9f5-b2fca763184f" providerId="ADAL" clId="{7A7FD5F8-2641-428B-ABB1-B633F315EF85}" dt="2021-07-20T14:29:09.542" v="35" actId="47"/>
        <pc:sldMkLst>
          <pc:docMk/>
          <pc:sldMk cId="260412712" sldId="357"/>
        </pc:sldMkLst>
      </pc:sldChg>
      <pc:sldChg chg="del">
        <pc:chgData name="Júlio César Chaves" userId="3f913fe9-3202-435d-b9f5-b2fca763184f" providerId="ADAL" clId="{7A7FD5F8-2641-428B-ABB1-B633F315EF85}" dt="2021-07-20T14:29:09.542" v="35" actId="47"/>
        <pc:sldMkLst>
          <pc:docMk/>
          <pc:sldMk cId="3107274666" sldId="358"/>
        </pc:sldMkLst>
      </pc:sldChg>
      <pc:sldChg chg="del">
        <pc:chgData name="Júlio César Chaves" userId="3f913fe9-3202-435d-b9f5-b2fca763184f" providerId="ADAL" clId="{7A7FD5F8-2641-428B-ABB1-B633F315EF85}" dt="2021-07-20T14:29:09.542" v="35" actId="47"/>
        <pc:sldMkLst>
          <pc:docMk/>
          <pc:sldMk cId="3314896164" sldId="359"/>
        </pc:sldMkLst>
      </pc:sldChg>
      <pc:sldChg chg="del">
        <pc:chgData name="Júlio César Chaves" userId="3f913fe9-3202-435d-b9f5-b2fca763184f" providerId="ADAL" clId="{7A7FD5F8-2641-428B-ABB1-B633F315EF85}" dt="2021-07-20T14:29:09.542" v="35" actId="47"/>
        <pc:sldMkLst>
          <pc:docMk/>
          <pc:sldMk cId="1086941875" sldId="360"/>
        </pc:sldMkLst>
      </pc:sldChg>
      <pc:sldChg chg="del">
        <pc:chgData name="Júlio César Chaves" userId="3f913fe9-3202-435d-b9f5-b2fca763184f" providerId="ADAL" clId="{7A7FD5F8-2641-428B-ABB1-B633F315EF85}" dt="2021-07-20T14:29:09.542" v="35" actId="47"/>
        <pc:sldMkLst>
          <pc:docMk/>
          <pc:sldMk cId="1367439457" sldId="361"/>
        </pc:sldMkLst>
      </pc:sldChg>
      <pc:sldChg chg="del">
        <pc:chgData name="Júlio César Chaves" userId="3f913fe9-3202-435d-b9f5-b2fca763184f" providerId="ADAL" clId="{7A7FD5F8-2641-428B-ABB1-B633F315EF85}" dt="2021-07-20T14:29:09.542" v="35" actId="47"/>
        <pc:sldMkLst>
          <pc:docMk/>
          <pc:sldMk cId="4237168810" sldId="362"/>
        </pc:sldMkLst>
      </pc:sldChg>
    </pc:docChg>
  </pc:docChgLst>
  <pc:docChgLst>
    <pc:chgData name="Júlio Chaves" userId="3f913fe9-3202-435d-b9f5-b2fca763184f" providerId="ADAL" clId="{7A7FD5F8-2641-428B-ABB1-B633F315EF85}"/>
    <pc:docChg chg="custSel addSld delSld modSld modSection">
      <pc:chgData name="Júlio Chaves" userId="3f913fe9-3202-435d-b9f5-b2fca763184f" providerId="ADAL" clId="{7A7FD5F8-2641-428B-ABB1-B633F315EF85}" dt="2021-07-22T20:23:44.033" v="387" actId="20577"/>
      <pc:docMkLst>
        <pc:docMk/>
      </pc:docMkLst>
      <pc:sldChg chg="addSp delSp modSp mod modNotesTx">
        <pc:chgData name="Júlio Chaves" userId="3f913fe9-3202-435d-b9f5-b2fca763184f" providerId="ADAL" clId="{7A7FD5F8-2641-428B-ABB1-B633F315EF85}" dt="2021-07-22T20:20:57.443" v="363" actId="20577"/>
        <pc:sldMkLst>
          <pc:docMk/>
          <pc:sldMk cId="1993423019" sldId="330"/>
        </pc:sldMkLst>
        <pc:spChg chg="mod">
          <ac:chgData name="Júlio Chaves" userId="3f913fe9-3202-435d-b9f5-b2fca763184f" providerId="ADAL" clId="{7A7FD5F8-2641-428B-ABB1-B633F315EF85}" dt="2021-07-22T19:58:43.191" v="7"/>
          <ac:spMkLst>
            <pc:docMk/>
            <pc:sldMk cId="1993423019" sldId="330"/>
            <ac:spMk id="5" creationId="{A7762A2D-1338-4A5E-B7C3-3FA800D115BB}"/>
          </ac:spMkLst>
        </pc:spChg>
        <pc:spChg chg="mod">
          <ac:chgData name="Júlio Chaves" userId="3f913fe9-3202-435d-b9f5-b2fca763184f" providerId="ADAL" clId="{7A7FD5F8-2641-428B-ABB1-B633F315EF85}" dt="2021-07-22T20:15:02.754" v="149" actId="20577"/>
          <ac:spMkLst>
            <pc:docMk/>
            <pc:sldMk cId="1993423019" sldId="330"/>
            <ac:spMk id="8" creationId="{03EE8610-E1D7-4DA2-B05C-C14704E8D695}"/>
          </ac:spMkLst>
        </pc:spChg>
        <pc:spChg chg="mod">
          <ac:chgData name="Júlio Chaves" userId="3f913fe9-3202-435d-b9f5-b2fca763184f" providerId="ADAL" clId="{7A7FD5F8-2641-428B-ABB1-B633F315EF85}" dt="2021-07-22T20:20:57.443" v="363" actId="20577"/>
          <ac:spMkLst>
            <pc:docMk/>
            <pc:sldMk cId="1993423019" sldId="330"/>
            <ac:spMk id="9" creationId="{6F9ACBAB-D940-4385-9F7F-BA27B61C13C6}"/>
          </ac:spMkLst>
        </pc:spChg>
        <pc:spChg chg="mod">
          <ac:chgData name="Júlio Chaves" userId="3f913fe9-3202-435d-b9f5-b2fca763184f" providerId="ADAL" clId="{7A7FD5F8-2641-428B-ABB1-B633F315EF85}" dt="2021-07-22T20:04:16.013" v="89" actId="14"/>
          <ac:spMkLst>
            <pc:docMk/>
            <pc:sldMk cId="1993423019" sldId="330"/>
            <ac:spMk id="10" creationId="{A4796970-C2ED-406E-9DC1-465E0B07916E}"/>
          </ac:spMkLst>
        </pc:spChg>
        <pc:picChg chg="del">
          <ac:chgData name="Júlio Chaves" userId="3f913fe9-3202-435d-b9f5-b2fca763184f" providerId="ADAL" clId="{7A7FD5F8-2641-428B-ABB1-B633F315EF85}" dt="2021-07-22T19:56:38.612" v="0" actId="478"/>
          <ac:picMkLst>
            <pc:docMk/>
            <pc:sldMk cId="1993423019" sldId="330"/>
            <ac:picMk id="12" creationId="{7D3FD032-2103-4E13-9B6F-217D3A42A987}"/>
          </ac:picMkLst>
        </pc:picChg>
        <pc:picChg chg="add mod">
          <ac:chgData name="Júlio Chaves" userId="3f913fe9-3202-435d-b9f5-b2fca763184f" providerId="ADAL" clId="{7A7FD5F8-2641-428B-ABB1-B633F315EF85}" dt="2021-07-22T19:56:48.931" v="4" actId="1076"/>
          <ac:picMkLst>
            <pc:docMk/>
            <pc:sldMk cId="1993423019" sldId="330"/>
            <ac:picMk id="1026" creationId="{BDF07566-F49F-4347-BA18-6166D0675B22}"/>
          </ac:picMkLst>
        </pc:picChg>
      </pc:sldChg>
      <pc:sldChg chg="del">
        <pc:chgData name="Júlio Chaves" userId="3f913fe9-3202-435d-b9f5-b2fca763184f" providerId="ADAL" clId="{7A7FD5F8-2641-428B-ABB1-B633F315EF85}" dt="2021-07-22T20:22:57.212" v="370" actId="47"/>
        <pc:sldMkLst>
          <pc:docMk/>
          <pc:sldMk cId="2217752122" sldId="331"/>
        </pc:sldMkLst>
      </pc:sldChg>
      <pc:sldChg chg="del">
        <pc:chgData name="Júlio Chaves" userId="3f913fe9-3202-435d-b9f5-b2fca763184f" providerId="ADAL" clId="{7A7FD5F8-2641-428B-ABB1-B633F315EF85}" dt="2021-07-22T20:22:57.212" v="370" actId="47"/>
        <pc:sldMkLst>
          <pc:docMk/>
          <pc:sldMk cId="2176598183" sldId="332"/>
        </pc:sldMkLst>
      </pc:sldChg>
      <pc:sldChg chg="del">
        <pc:chgData name="Júlio Chaves" userId="3f913fe9-3202-435d-b9f5-b2fca763184f" providerId="ADAL" clId="{7A7FD5F8-2641-428B-ABB1-B633F315EF85}" dt="2021-07-22T20:22:57.212" v="370" actId="47"/>
        <pc:sldMkLst>
          <pc:docMk/>
          <pc:sldMk cId="2361067499" sldId="333"/>
        </pc:sldMkLst>
      </pc:sldChg>
      <pc:sldChg chg="del">
        <pc:chgData name="Júlio Chaves" userId="3f913fe9-3202-435d-b9f5-b2fca763184f" providerId="ADAL" clId="{7A7FD5F8-2641-428B-ABB1-B633F315EF85}" dt="2021-07-22T20:22:59.092" v="371" actId="47"/>
        <pc:sldMkLst>
          <pc:docMk/>
          <pc:sldMk cId="53386901" sldId="334"/>
        </pc:sldMkLst>
      </pc:sldChg>
      <pc:sldChg chg="del">
        <pc:chgData name="Júlio Chaves" userId="3f913fe9-3202-435d-b9f5-b2fca763184f" providerId="ADAL" clId="{7A7FD5F8-2641-428B-ABB1-B633F315EF85}" dt="2021-07-22T20:23:04.554" v="372" actId="47"/>
        <pc:sldMkLst>
          <pc:docMk/>
          <pc:sldMk cId="3028007947" sldId="335"/>
        </pc:sldMkLst>
      </pc:sldChg>
      <pc:sldChg chg="del">
        <pc:chgData name="Júlio Chaves" userId="3f913fe9-3202-435d-b9f5-b2fca763184f" providerId="ADAL" clId="{7A7FD5F8-2641-428B-ABB1-B633F315EF85}" dt="2021-07-22T20:23:04.554" v="372" actId="47"/>
        <pc:sldMkLst>
          <pc:docMk/>
          <pc:sldMk cId="3235579020" sldId="336"/>
        </pc:sldMkLst>
      </pc:sldChg>
      <pc:sldChg chg="delSp modSp add mod">
        <pc:chgData name="Júlio Chaves" userId="3f913fe9-3202-435d-b9f5-b2fca763184f" providerId="ADAL" clId="{7A7FD5F8-2641-428B-ABB1-B633F315EF85}" dt="2021-07-22T20:22:30.265" v="368" actId="478"/>
        <pc:sldMkLst>
          <pc:docMk/>
          <pc:sldMk cId="754747553" sldId="339"/>
        </pc:sldMkLst>
        <pc:spChg chg="mod">
          <ac:chgData name="Júlio Chaves" userId="3f913fe9-3202-435d-b9f5-b2fca763184f" providerId="ADAL" clId="{7A7FD5F8-2641-428B-ABB1-B633F315EF85}" dt="2021-07-22T20:22:27.082" v="367" actId="20577"/>
          <ac:spMkLst>
            <pc:docMk/>
            <pc:sldMk cId="754747553" sldId="339"/>
            <ac:spMk id="2" creationId="{1FD7C138-CBE0-4993-ABE0-6A14DAFFDAD0}"/>
          </ac:spMkLst>
        </pc:spChg>
        <pc:picChg chg="del">
          <ac:chgData name="Júlio Chaves" userId="3f913fe9-3202-435d-b9f5-b2fca763184f" providerId="ADAL" clId="{7A7FD5F8-2641-428B-ABB1-B633F315EF85}" dt="2021-07-22T20:22:30.265" v="368" actId="478"/>
          <ac:picMkLst>
            <pc:docMk/>
            <pc:sldMk cId="754747553" sldId="339"/>
            <ac:picMk id="1026" creationId="{BDF07566-F49F-4347-BA18-6166D0675B22}"/>
          </ac:picMkLst>
        </pc:picChg>
      </pc:sldChg>
      <pc:sldChg chg="modSp add mod">
        <pc:chgData name="Júlio Chaves" userId="3f913fe9-3202-435d-b9f5-b2fca763184f" providerId="ADAL" clId="{7A7FD5F8-2641-428B-ABB1-B633F315EF85}" dt="2021-07-22T20:23:14.017" v="376" actId="20577"/>
        <pc:sldMkLst>
          <pc:docMk/>
          <pc:sldMk cId="3849640612" sldId="340"/>
        </pc:sldMkLst>
        <pc:spChg chg="mod">
          <ac:chgData name="Júlio Chaves" userId="3f913fe9-3202-435d-b9f5-b2fca763184f" providerId="ADAL" clId="{7A7FD5F8-2641-428B-ABB1-B633F315EF85}" dt="2021-07-22T20:23:14.017" v="376" actId="20577"/>
          <ac:spMkLst>
            <pc:docMk/>
            <pc:sldMk cId="3849640612" sldId="340"/>
            <ac:spMk id="2" creationId="{1FD7C138-CBE0-4993-ABE0-6A14DAFFDAD0}"/>
          </ac:spMkLst>
        </pc:spChg>
      </pc:sldChg>
      <pc:sldChg chg="modSp add mod">
        <pc:chgData name="Júlio Chaves" userId="3f913fe9-3202-435d-b9f5-b2fca763184f" providerId="ADAL" clId="{7A7FD5F8-2641-428B-ABB1-B633F315EF85}" dt="2021-07-22T20:23:44.033" v="387" actId="20577"/>
        <pc:sldMkLst>
          <pc:docMk/>
          <pc:sldMk cId="2699707364" sldId="341"/>
        </pc:sldMkLst>
        <pc:spChg chg="mod">
          <ac:chgData name="Júlio Chaves" userId="3f913fe9-3202-435d-b9f5-b2fca763184f" providerId="ADAL" clId="{7A7FD5F8-2641-428B-ABB1-B633F315EF85}" dt="2021-07-22T20:23:44.033" v="387" actId="20577"/>
          <ac:spMkLst>
            <pc:docMk/>
            <pc:sldMk cId="2699707364" sldId="341"/>
            <ac:spMk id="2" creationId="{1FD7C138-CBE0-4993-ABE0-6A14DAFFDAD0}"/>
          </ac:spMkLst>
        </pc:spChg>
      </pc:sldChg>
    </pc:docChg>
  </pc:docChgLst>
  <pc:docChgLst>
    <pc:chgData name="Júlio César Chaves" userId="3f913fe9-3202-435d-b9f5-b2fca763184f" providerId="ADAL" clId="{D5C3D928-34C4-4879-941C-03A06BCEB745}"/>
    <pc:docChg chg="addSld modSld sldOrd">
      <pc:chgData name="Júlio César Chaves" userId="3f913fe9-3202-435d-b9f5-b2fca763184f" providerId="ADAL" clId="{D5C3D928-34C4-4879-941C-03A06BCEB745}" dt="2023-01-31T21:58:48.360" v="3"/>
      <pc:docMkLst>
        <pc:docMk/>
      </pc:docMkLst>
      <pc:sldChg chg="ord">
        <pc:chgData name="Júlio César Chaves" userId="3f913fe9-3202-435d-b9f5-b2fca763184f" providerId="ADAL" clId="{D5C3D928-34C4-4879-941C-03A06BCEB745}" dt="2023-01-31T21:57:52.554" v="2"/>
        <pc:sldMkLst>
          <pc:docMk/>
          <pc:sldMk cId="678271451" sldId="382"/>
        </pc:sldMkLst>
      </pc:sldChg>
      <pc:sldChg chg="add">
        <pc:chgData name="Júlio César Chaves" userId="3f913fe9-3202-435d-b9f5-b2fca763184f" providerId="ADAL" clId="{D5C3D928-34C4-4879-941C-03A06BCEB745}" dt="2023-01-31T21:56:56.625" v="0"/>
        <pc:sldMkLst>
          <pc:docMk/>
          <pc:sldMk cId="4120982046" sldId="409"/>
        </pc:sldMkLst>
      </pc:sldChg>
      <pc:sldChg chg="add">
        <pc:chgData name="Júlio César Chaves" userId="3f913fe9-3202-435d-b9f5-b2fca763184f" providerId="ADAL" clId="{D5C3D928-34C4-4879-941C-03A06BCEB745}" dt="2023-01-31T21:56:56.625" v="0"/>
        <pc:sldMkLst>
          <pc:docMk/>
          <pc:sldMk cId="535472864" sldId="410"/>
        </pc:sldMkLst>
      </pc:sldChg>
      <pc:sldChg chg="add">
        <pc:chgData name="Júlio César Chaves" userId="3f913fe9-3202-435d-b9f5-b2fca763184f" providerId="ADAL" clId="{D5C3D928-34C4-4879-941C-03A06BCEB745}" dt="2023-01-31T21:56:56.625" v="0"/>
        <pc:sldMkLst>
          <pc:docMk/>
          <pc:sldMk cId="2125019366" sldId="411"/>
        </pc:sldMkLst>
      </pc:sldChg>
      <pc:sldChg chg="add">
        <pc:chgData name="Júlio César Chaves" userId="3f913fe9-3202-435d-b9f5-b2fca763184f" providerId="ADAL" clId="{D5C3D928-34C4-4879-941C-03A06BCEB745}" dt="2023-01-31T21:58:48.360" v="3"/>
        <pc:sldMkLst>
          <pc:docMk/>
          <pc:sldMk cId="2959543982" sldId="412"/>
        </pc:sldMkLst>
      </pc:sldChg>
      <pc:sldChg chg="add">
        <pc:chgData name="Júlio César Chaves" userId="3f913fe9-3202-435d-b9f5-b2fca763184f" providerId="ADAL" clId="{D5C3D928-34C4-4879-941C-03A06BCEB745}" dt="2023-01-31T21:58:48.360" v="3"/>
        <pc:sldMkLst>
          <pc:docMk/>
          <pc:sldMk cId="871739062" sldId="413"/>
        </pc:sldMkLst>
      </pc:sldChg>
    </pc:docChg>
  </pc:docChgLst>
  <pc:docChgLst>
    <pc:chgData name="Júlio César Chaves" userId="3f913fe9-3202-435d-b9f5-b2fca763184f" providerId="ADAL" clId="{54FCA888-0912-49BF-B10F-5E86C9CC9D7C}"/>
    <pc:docChg chg="modSld">
      <pc:chgData name="Júlio César Chaves" userId="3f913fe9-3202-435d-b9f5-b2fca763184f" providerId="ADAL" clId="{54FCA888-0912-49BF-B10F-5E86C9CC9D7C}" dt="2022-02-15T22:47:44.137" v="30" actId="20577"/>
      <pc:docMkLst>
        <pc:docMk/>
      </pc:docMkLst>
      <pc:sldChg chg="modSp mod">
        <pc:chgData name="Júlio César Chaves" userId="3f913fe9-3202-435d-b9f5-b2fca763184f" providerId="ADAL" clId="{54FCA888-0912-49BF-B10F-5E86C9CC9D7C}" dt="2022-02-15T22:47:44.137" v="30" actId="20577"/>
        <pc:sldMkLst>
          <pc:docMk/>
          <pc:sldMk cId="57097283" sldId="381"/>
        </pc:sldMkLst>
        <pc:spChg chg="mod">
          <ac:chgData name="Júlio César Chaves" userId="3f913fe9-3202-435d-b9f5-b2fca763184f" providerId="ADAL" clId="{54FCA888-0912-49BF-B10F-5E86C9CC9D7C}" dt="2022-02-15T22:47:44.137" v="30" actId="20577"/>
          <ac:spMkLst>
            <pc:docMk/>
            <pc:sldMk cId="57097283" sldId="381"/>
            <ac:spMk id="2" creationId="{8409404B-75C6-4C4C-9071-55FC484C1D96}"/>
          </ac:spMkLst>
        </pc:spChg>
      </pc:sldChg>
    </pc:docChg>
  </pc:docChgLst>
  <pc:docChgLst>
    <pc:chgData name="Júlio César Chaves" userId="3f913fe9-3202-435d-b9f5-b2fca763184f" providerId="ADAL" clId="{FA26F785-5AA2-4F7E-8167-0DFC29E0F109}"/>
    <pc:docChg chg="modSld sldOrd">
      <pc:chgData name="Júlio César Chaves" userId="3f913fe9-3202-435d-b9f5-b2fca763184f" providerId="ADAL" clId="{FA26F785-5AA2-4F7E-8167-0DFC29E0F109}" dt="2021-07-10T14:43:26.166" v="1"/>
      <pc:docMkLst>
        <pc:docMk/>
      </pc:docMkLst>
      <pc:sldChg chg="ord">
        <pc:chgData name="Júlio César Chaves" userId="3f913fe9-3202-435d-b9f5-b2fca763184f" providerId="ADAL" clId="{FA26F785-5AA2-4F7E-8167-0DFC29E0F109}" dt="2021-07-10T14:43:26.166" v="1"/>
        <pc:sldMkLst>
          <pc:docMk/>
          <pc:sldMk cId="2793274366" sldId="374"/>
        </pc:sldMkLst>
      </pc:sldChg>
    </pc:docChg>
  </pc:docChgLst>
  <pc:docChgLst>
    <pc:chgData name="Júlio César Chaves" userId="S::julio.chaves@fgv.br::3f913fe9-3202-435d-b9f5-b2fca763184f" providerId="AD" clId="Web-{ACBCC361-3BE4-E610-A777-CC98D827A5CB}"/>
    <pc:docChg chg="addSld modSld modSection">
      <pc:chgData name="Júlio César Chaves" userId="S::julio.chaves@fgv.br::3f913fe9-3202-435d-b9f5-b2fca763184f" providerId="AD" clId="Web-{ACBCC361-3BE4-E610-A777-CC98D827A5CB}" dt="2020-01-07T11:08:47.803" v="181" actId="20577"/>
      <pc:docMkLst>
        <pc:docMk/>
      </pc:docMkLst>
      <pc:sldChg chg="modSp new">
        <pc:chgData name="Júlio César Chaves" userId="S::julio.chaves@fgv.br::3f913fe9-3202-435d-b9f5-b2fca763184f" providerId="AD" clId="Web-{ACBCC361-3BE4-E610-A777-CC98D827A5CB}" dt="2020-01-07T11:08:47.803" v="181" actId="20577"/>
        <pc:sldMkLst>
          <pc:docMk/>
          <pc:sldMk cId="2173763775" sldId="274"/>
        </pc:sldMkLst>
        <pc:spChg chg="mod">
          <ac:chgData name="Júlio César Chaves" userId="S::julio.chaves@fgv.br::3f913fe9-3202-435d-b9f5-b2fca763184f" providerId="AD" clId="Web-{ACBCC361-3BE4-E610-A777-CC98D827A5CB}" dt="2020-01-07T10:57:49.881" v="5" actId="20577"/>
          <ac:spMkLst>
            <pc:docMk/>
            <pc:sldMk cId="2173763775" sldId="274"/>
            <ac:spMk id="2" creationId="{21040BEE-1322-4FB8-BB02-BEF2C391F73D}"/>
          </ac:spMkLst>
        </pc:spChg>
        <pc:spChg chg="mod">
          <ac:chgData name="Júlio César Chaves" userId="S::julio.chaves@fgv.br::3f913fe9-3202-435d-b9f5-b2fca763184f" providerId="AD" clId="Web-{ACBCC361-3BE4-E610-A777-CC98D827A5CB}" dt="2020-01-07T11:02:40.680" v="164" actId="20577"/>
          <ac:spMkLst>
            <pc:docMk/>
            <pc:sldMk cId="2173763775" sldId="274"/>
            <ac:spMk id="3" creationId="{A38CD895-38B0-47E1-B783-90B83B2A79D4}"/>
          </ac:spMkLst>
        </pc:spChg>
        <pc:spChg chg="mod">
          <ac:chgData name="Júlio César Chaves" userId="S::julio.chaves@fgv.br::3f913fe9-3202-435d-b9f5-b2fca763184f" providerId="AD" clId="Web-{ACBCC361-3BE4-E610-A777-CC98D827A5CB}" dt="2020-01-07T11:08:47.803" v="181" actId="20577"/>
          <ac:spMkLst>
            <pc:docMk/>
            <pc:sldMk cId="2173763775" sldId="274"/>
            <ac:spMk id="4" creationId="{2CEA87DF-3F3D-4714-94DD-B8BD4C52D04E}"/>
          </ac:spMkLst>
        </pc:spChg>
      </pc:sldChg>
    </pc:docChg>
  </pc:docChgLst>
  <pc:docChgLst>
    <pc:chgData name="Júlio César Chaves" userId="3f913fe9-3202-435d-b9f5-b2fca763184f" providerId="ADAL" clId="{8B78F945-E53B-42CC-A0ED-37C0B9F18C79}"/>
    <pc:docChg chg="custSel addSld delSld modSld modSection">
      <pc:chgData name="Júlio César Chaves" userId="3f913fe9-3202-435d-b9f5-b2fca763184f" providerId="ADAL" clId="{8B78F945-E53B-42CC-A0ED-37C0B9F18C79}" dt="2023-02-20T21:57:36.923" v="300" actId="1038"/>
      <pc:docMkLst>
        <pc:docMk/>
      </pc:docMkLst>
      <pc:sldChg chg="modSp mod">
        <pc:chgData name="Júlio César Chaves" userId="3f913fe9-3202-435d-b9f5-b2fca763184f" providerId="ADAL" clId="{8B78F945-E53B-42CC-A0ED-37C0B9F18C79}" dt="2023-02-20T21:39:27.154" v="14" actId="1076"/>
        <pc:sldMkLst>
          <pc:docMk/>
          <pc:sldMk cId="1907083369" sldId="259"/>
        </pc:sldMkLst>
        <pc:spChg chg="mod">
          <ac:chgData name="Júlio César Chaves" userId="3f913fe9-3202-435d-b9f5-b2fca763184f" providerId="ADAL" clId="{8B78F945-E53B-42CC-A0ED-37C0B9F18C79}" dt="2023-02-20T21:39:27.154" v="14" actId="1076"/>
          <ac:spMkLst>
            <pc:docMk/>
            <pc:sldMk cId="1907083369" sldId="259"/>
            <ac:spMk id="2" creationId="{CE784A9F-2F14-47A1-9BDA-D2347E4C0043}"/>
          </ac:spMkLst>
        </pc:spChg>
      </pc:sldChg>
      <pc:sldChg chg="addSp delSp modSp new mod">
        <pc:chgData name="Júlio César Chaves" userId="3f913fe9-3202-435d-b9f5-b2fca763184f" providerId="ADAL" clId="{8B78F945-E53B-42CC-A0ED-37C0B9F18C79}" dt="2023-02-20T21:47:57.084" v="169" actId="20577"/>
        <pc:sldMkLst>
          <pc:docMk/>
          <pc:sldMk cId="4016053433" sldId="260"/>
        </pc:sldMkLst>
        <pc:spChg chg="mod">
          <ac:chgData name="Júlio César Chaves" userId="3f913fe9-3202-435d-b9f5-b2fca763184f" providerId="ADAL" clId="{8B78F945-E53B-42CC-A0ED-37C0B9F18C79}" dt="2023-02-20T21:40:34.664" v="16"/>
          <ac:spMkLst>
            <pc:docMk/>
            <pc:sldMk cId="4016053433" sldId="260"/>
            <ac:spMk id="2" creationId="{F6D029EC-3966-70CB-AC28-C82896931C35}"/>
          </ac:spMkLst>
        </pc:spChg>
        <pc:spChg chg="del mod">
          <ac:chgData name="Júlio César Chaves" userId="3f913fe9-3202-435d-b9f5-b2fca763184f" providerId="ADAL" clId="{8B78F945-E53B-42CC-A0ED-37C0B9F18C79}" dt="2023-02-20T21:41:14.494" v="18" actId="931"/>
          <ac:spMkLst>
            <pc:docMk/>
            <pc:sldMk cId="4016053433" sldId="260"/>
            <ac:spMk id="3" creationId="{85BB5F08-1FFB-5523-0A34-F34D96587AD3}"/>
          </ac:spMkLst>
        </pc:spChg>
        <pc:spChg chg="mod">
          <ac:chgData name="Júlio César Chaves" userId="3f913fe9-3202-435d-b9f5-b2fca763184f" providerId="ADAL" clId="{8B78F945-E53B-42CC-A0ED-37C0B9F18C79}" dt="2023-02-20T21:47:57.084" v="169" actId="20577"/>
          <ac:spMkLst>
            <pc:docMk/>
            <pc:sldMk cId="4016053433" sldId="260"/>
            <ac:spMk id="4" creationId="{1129C928-0FE1-8790-B7BC-7DF2A5DA59BA}"/>
          </ac:spMkLst>
        </pc:spChg>
        <pc:spChg chg="mod">
          <ac:chgData name="Júlio César Chaves" userId="3f913fe9-3202-435d-b9f5-b2fca763184f" providerId="ADAL" clId="{8B78F945-E53B-42CC-A0ED-37C0B9F18C79}" dt="2023-02-20T21:43:31.715" v="38" actId="15"/>
          <ac:spMkLst>
            <pc:docMk/>
            <pc:sldMk cId="4016053433" sldId="260"/>
            <ac:spMk id="5" creationId="{97A9009A-9378-3903-BF3F-6FBD413E9572}"/>
          </ac:spMkLst>
        </pc:spChg>
        <pc:spChg chg="add mod">
          <ac:chgData name="Júlio César Chaves" userId="3f913fe9-3202-435d-b9f5-b2fca763184f" providerId="ADAL" clId="{8B78F945-E53B-42CC-A0ED-37C0B9F18C79}" dt="2023-02-20T21:41:31.631" v="25" actId="1076"/>
          <ac:spMkLst>
            <pc:docMk/>
            <pc:sldMk cId="4016053433" sldId="260"/>
            <ac:spMk id="9" creationId="{553DBA38-93D0-85CA-7ACE-BCF9EE2CFCEE}"/>
          </ac:spMkLst>
        </pc:spChg>
        <pc:spChg chg="add mod">
          <ac:chgData name="Júlio César Chaves" userId="3f913fe9-3202-435d-b9f5-b2fca763184f" providerId="ADAL" clId="{8B78F945-E53B-42CC-A0ED-37C0B9F18C79}" dt="2023-02-20T21:46:17.104" v="149" actId="20577"/>
          <ac:spMkLst>
            <pc:docMk/>
            <pc:sldMk cId="4016053433" sldId="260"/>
            <ac:spMk id="10" creationId="{896DA3D1-BF41-C851-9D5E-87E7FEE1F07E}"/>
          </ac:spMkLst>
        </pc:spChg>
        <pc:picChg chg="add mod">
          <ac:chgData name="Júlio César Chaves" userId="3f913fe9-3202-435d-b9f5-b2fca763184f" providerId="ADAL" clId="{8B78F945-E53B-42CC-A0ED-37C0B9F18C79}" dt="2023-02-20T21:41:26.815" v="24" actId="1076"/>
          <ac:picMkLst>
            <pc:docMk/>
            <pc:sldMk cId="4016053433" sldId="260"/>
            <ac:picMk id="8" creationId="{E9DBC291-592B-F356-CAF1-5BE816DE1CA4}"/>
          </ac:picMkLst>
        </pc:picChg>
      </pc:sldChg>
      <pc:sldChg chg="addSp delSp modSp add mod">
        <pc:chgData name="Júlio César Chaves" userId="3f913fe9-3202-435d-b9f5-b2fca763184f" providerId="ADAL" clId="{8B78F945-E53B-42CC-A0ED-37C0B9F18C79}" dt="2023-02-20T21:57:36.923" v="300" actId="1038"/>
        <pc:sldMkLst>
          <pc:docMk/>
          <pc:sldMk cId="4130997900" sldId="261"/>
        </pc:sldMkLst>
        <pc:spChg chg="mod">
          <ac:chgData name="Júlio César Chaves" userId="3f913fe9-3202-435d-b9f5-b2fca763184f" providerId="ADAL" clId="{8B78F945-E53B-42CC-A0ED-37C0B9F18C79}" dt="2023-02-20T21:54:51.369" v="272" actId="15"/>
          <ac:spMkLst>
            <pc:docMk/>
            <pc:sldMk cId="4130997900" sldId="261"/>
            <ac:spMk id="4" creationId="{1129C928-0FE1-8790-B7BC-7DF2A5DA59BA}"/>
          </ac:spMkLst>
        </pc:spChg>
        <pc:spChg chg="mod">
          <ac:chgData name="Júlio César Chaves" userId="3f913fe9-3202-435d-b9f5-b2fca763184f" providerId="ADAL" clId="{8B78F945-E53B-42CC-A0ED-37C0B9F18C79}" dt="2023-02-20T21:52:21.192" v="200" actId="20577"/>
          <ac:spMkLst>
            <pc:docMk/>
            <pc:sldMk cId="4130997900" sldId="261"/>
            <ac:spMk id="5" creationId="{97A9009A-9378-3903-BF3F-6FBD413E9572}"/>
          </ac:spMkLst>
        </pc:spChg>
        <pc:spChg chg="del">
          <ac:chgData name="Júlio César Chaves" userId="3f913fe9-3202-435d-b9f5-b2fca763184f" providerId="ADAL" clId="{8B78F945-E53B-42CC-A0ED-37C0B9F18C79}" dt="2023-02-20T21:57:00.951" v="285" actId="478"/>
          <ac:spMkLst>
            <pc:docMk/>
            <pc:sldMk cId="4130997900" sldId="261"/>
            <ac:spMk id="9" creationId="{553DBA38-93D0-85CA-7ACE-BCF9EE2CFCEE}"/>
          </ac:spMkLst>
        </pc:spChg>
        <pc:spChg chg="mod">
          <ac:chgData name="Júlio César Chaves" userId="3f913fe9-3202-435d-b9f5-b2fca763184f" providerId="ADAL" clId="{8B78F945-E53B-42CC-A0ED-37C0B9F18C79}" dt="2023-02-20T21:54:07.311" v="251" actId="15"/>
          <ac:spMkLst>
            <pc:docMk/>
            <pc:sldMk cId="4130997900" sldId="261"/>
            <ac:spMk id="10" creationId="{896DA3D1-BF41-C851-9D5E-87E7FEE1F07E}"/>
          </ac:spMkLst>
        </pc:spChg>
        <pc:spChg chg="add del mod">
          <ac:chgData name="Júlio César Chaves" userId="3f913fe9-3202-435d-b9f5-b2fca763184f" providerId="ADAL" clId="{8B78F945-E53B-42CC-A0ED-37C0B9F18C79}" dt="2023-02-20T21:56:36.638" v="278" actId="21"/>
          <ac:spMkLst>
            <pc:docMk/>
            <pc:sldMk cId="4130997900" sldId="261"/>
            <ac:spMk id="11" creationId="{23EC9517-5B62-8730-17B1-94262E6FDA6C}"/>
          </ac:spMkLst>
        </pc:spChg>
        <pc:spChg chg="add del mod">
          <ac:chgData name="Júlio César Chaves" userId="3f913fe9-3202-435d-b9f5-b2fca763184f" providerId="ADAL" clId="{8B78F945-E53B-42CC-A0ED-37C0B9F18C79}" dt="2023-02-20T21:56:41.795" v="280" actId="21"/>
          <ac:spMkLst>
            <pc:docMk/>
            <pc:sldMk cId="4130997900" sldId="261"/>
            <ac:spMk id="13" creationId="{5DD2C5F1-AC7C-B4E8-BB99-D414501020F9}"/>
          </ac:spMkLst>
        </pc:spChg>
        <pc:spChg chg="add del mod">
          <ac:chgData name="Júlio César Chaves" userId="3f913fe9-3202-435d-b9f5-b2fca763184f" providerId="ADAL" clId="{8B78F945-E53B-42CC-A0ED-37C0B9F18C79}" dt="2023-02-20T21:57:09.660" v="289"/>
          <ac:spMkLst>
            <pc:docMk/>
            <pc:sldMk cId="4130997900" sldId="261"/>
            <ac:spMk id="16" creationId="{A90169D5-D610-7799-88ED-2B544F104E12}"/>
          </ac:spMkLst>
        </pc:spChg>
        <pc:spChg chg="add mod">
          <ac:chgData name="Júlio César Chaves" userId="3f913fe9-3202-435d-b9f5-b2fca763184f" providerId="ADAL" clId="{8B78F945-E53B-42CC-A0ED-37C0B9F18C79}" dt="2023-02-20T21:57:36.923" v="300" actId="1038"/>
          <ac:spMkLst>
            <pc:docMk/>
            <pc:sldMk cId="4130997900" sldId="261"/>
            <ac:spMk id="18" creationId="{9719D511-D5C2-997B-1E7F-8B2F0251278B}"/>
          </ac:spMkLst>
        </pc:spChg>
        <pc:picChg chg="add del mod">
          <ac:chgData name="Júlio César Chaves" userId="3f913fe9-3202-435d-b9f5-b2fca763184f" providerId="ADAL" clId="{8B78F945-E53B-42CC-A0ED-37C0B9F18C79}" dt="2023-02-20T21:56:36.638" v="278" actId="21"/>
          <ac:picMkLst>
            <pc:docMk/>
            <pc:sldMk cId="4130997900" sldId="261"/>
            <ac:picMk id="7" creationId="{73192921-E101-216E-03D1-96AE7859B24D}"/>
          </ac:picMkLst>
        </pc:picChg>
        <pc:picChg chg="del">
          <ac:chgData name="Júlio César Chaves" userId="3f913fe9-3202-435d-b9f5-b2fca763184f" providerId="ADAL" clId="{8B78F945-E53B-42CC-A0ED-37C0B9F18C79}" dt="2023-02-20T21:57:00.951" v="285" actId="478"/>
          <ac:picMkLst>
            <pc:docMk/>
            <pc:sldMk cId="4130997900" sldId="261"/>
            <ac:picMk id="8" creationId="{E9DBC291-592B-F356-CAF1-5BE816DE1CA4}"/>
          </ac:picMkLst>
        </pc:picChg>
        <pc:picChg chg="add del mod">
          <ac:chgData name="Júlio César Chaves" userId="3f913fe9-3202-435d-b9f5-b2fca763184f" providerId="ADAL" clId="{8B78F945-E53B-42CC-A0ED-37C0B9F18C79}" dt="2023-02-20T21:56:41.795" v="280" actId="21"/>
          <ac:picMkLst>
            <pc:docMk/>
            <pc:sldMk cId="4130997900" sldId="261"/>
            <ac:picMk id="12" creationId="{53403AE7-1FB7-37E0-8535-0174B9C861BB}"/>
          </ac:picMkLst>
        </pc:picChg>
        <pc:picChg chg="add del mod">
          <ac:chgData name="Júlio César Chaves" userId="3f913fe9-3202-435d-b9f5-b2fca763184f" providerId="ADAL" clId="{8B78F945-E53B-42CC-A0ED-37C0B9F18C79}" dt="2023-02-20T21:57:08.581" v="288" actId="21"/>
          <ac:picMkLst>
            <pc:docMk/>
            <pc:sldMk cId="4130997900" sldId="261"/>
            <ac:picMk id="14" creationId="{9F8EDEA8-AB02-4ECA-373A-7F63A0C04C1C}"/>
          </ac:picMkLst>
        </pc:picChg>
        <pc:picChg chg="add mod">
          <ac:chgData name="Júlio César Chaves" userId="3f913fe9-3202-435d-b9f5-b2fca763184f" providerId="ADAL" clId="{8B78F945-E53B-42CC-A0ED-37C0B9F18C79}" dt="2023-02-20T21:57:26.689" v="293" actId="1076"/>
          <ac:picMkLst>
            <pc:docMk/>
            <pc:sldMk cId="4130997900" sldId="261"/>
            <ac:picMk id="17" creationId="{322695CF-6D19-BECF-EAFD-58F6BCA8F93E}"/>
          </ac:picMkLst>
        </pc:picChg>
      </pc:sldChg>
      <pc:sldChg chg="del">
        <pc:chgData name="Júlio César Chaves" userId="3f913fe9-3202-435d-b9f5-b2fca763184f" providerId="ADAL" clId="{8B78F945-E53B-42CC-A0ED-37C0B9F18C79}" dt="2023-02-20T21:39:16.689" v="0" actId="47"/>
        <pc:sldMkLst>
          <pc:docMk/>
          <pc:sldMk cId="1091028372" sldId="316"/>
        </pc:sldMkLst>
      </pc:sldChg>
      <pc:sldChg chg="del">
        <pc:chgData name="Júlio César Chaves" userId="3f913fe9-3202-435d-b9f5-b2fca763184f" providerId="ADAL" clId="{8B78F945-E53B-42CC-A0ED-37C0B9F18C79}" dt="2023-02-20T21:39:16.689" v="0" actId="47"/>
        <pc:sldMkLst>
          <pc:docMk/>
          <pc:sldMk cId="1305121269" sldId="317"/>
        </pc:sldMkLst>
      </pc:sldChg>
      <pc:sldChg chg="del">
        <pc:chgData name="Júlio César Chaves" userId="3f913fe9-3202-435d-b9f5-b2fca763184f" providerId="ADAL" clId="{8B78F945-E53B-42CC-A0ED-37C0B9F18C79}" dt="2023-02-20T21:39:16.689" v="0" actId="47"/>
        <pc:sldMkLst>
          <pc:docMk/>
          <pc:sldMk cId="2583684058" sldId="318"/>
        </pc:sldMkLst>
      </pc:sldChg>
      <pc:sldChg chg="del">
        <pc:chgData name="Júlio César Chaves" userId="3f913fe9-3202-435d-b9f5-b2fca763184f" providerId="ADAL" clId="{8B78F945-E53B-42CC-A0ED-37C0B9F18C79}" dt="2023-02-20T21:39:16.689" v="0" actId="47"/>
        <pc:sldMkLst>
          <pc:docMk/>
          <pc:sldMk cId="2274743479" sldId="319"/>
        </pc:sldMkLst>
      </pc:sldChg>
      <pc:sldChg chg="del">
        <pc:chgData name="Júlio César Chaves" userId="3f913fe9-3202-435d-b9f5-b2fca763184f" providerId="ADAL" clId="{8B78F945-E53B-42CC-A0ED-37C0B9F18C79}" dt="2023-02-20T21:39:16.689" v="0" actId="47"/>
        <pc:sldMkLst>
          <pc:docMk/>
          <pc:sldMk cId="4051142667" sldId="320"/>
        </pc:sldMkLst>
      </pc:sldChg>
      <pc:sldChg chg="del">
        <pc:chgData name="Júlio César Chaves" userId="3f913fe9-3202-435d-b9f5-b2fca763184f" providerId="ADAL" clId="{8B78F945-E53B-42CC-A0ED-37C0B9F18C79}" dt="2023-02-20T21:39:16.689" v="0" actId="47"/>
        <pc:sldMkLst>
          <pc:docMk/>
          <pc:sldMk cId="1941385276" sldId="321"/>
        </pc:sldMkLst>
      </pc:sldChg>
      <pc:sldChg chg="del">
        <pc:chgData name="Júlio César Chaves" userId="3f913fe9-3202-435d-b9f5-b2fca763184f" providerId="ADAL" clId="{8B78F945-E53B-42CC-A0ED-37C0B9F18C79}" dt="2023-02-20T21:39:16.689" v="0" actId="47"/>
        <pc:sldMkLst>
          <pc:docMk/>
          <pc:sldMk cId="929839991" sldId="322"/>
        </pc:sldMkLst>
      </pc:sldChg>
      <pc:sldChg chg="del">
        <pc:chgData name="Júlio César Chaves" userId="3f913fe9-3202-435d-b9f5-b2fca763184f" providerId="ADAL" clId="{8B78F945-E53B-42CC-A0ED-37C0B9F18C79}" dt="2023-02-20T21:39:16.689" v="0" actId="47"/>
        <pc:sldMkLst>
          <pc:docMk/>
          <pc:sldMk cId="3369538392" sldId="323"/>
        </pc:sldMkLst>
      </pc:sldChg>
      <pc:sldChg chg="del">
        <pc:chgData name="Júlio César Chaves" userId="3f913fe9-3202-435d-b9f5-b2fca763184f" providerId="ADAL" clId="{8B78F945-E53B-42CC-A0ED-37C0B9F18C79}" dt="2023-02-20T21:39:16.689" v="0" actId="47"/>
        <pc:sldMkLst>
          <pc:docMk/>
          <pc:sldMk cId="3898828060" sldId="326"/>
        </pc:sldMkLst>
      </pc:sldChg>
      <pc:sldChg chg="del">
        <pc:chgData name="Júlio César Chaves" userId="3f913fe9-3202-435d-b9f5-b2fca763184f" providerId="ADAL" clId="{8B78F945-E53B-42CC-A0ED-37C0B9F18C79}" dt="2023-02-20T21:39:16.689" v="0" actId="47"/>
        <pc:sldMkLst>
          <pc:docMk/>
          <pc:sldMk cId="2818597822" sldId="327"/>
        </pc:sldMkLst>
      </pc:sldChg>
      <pc:sldChg chg="del">
        <pc:chgData name="Júlio César Chaves" userId="3f913fe9-3202-435d-b9f5-b2fca763184f" providerId="ADAL" clId="{8B78F945-E53B-42CC-A0ED-37C0B9F18C79}" dt="2023-02-20T21:39:16.689" v="0" actId="47"/>
        <pc:sldMkLst>
          <pc:docMk/>
          <pc:sldMk cId="2790062921" sldId="347"/>
        </pc:sldMkLst>
      </pc:sldChg>
      <pc:sldChg chg="del">
        <pc:chgData name="Júlio César Chaves" userId="3f913fe9-3202-435d-b9f5-b2fca763184f" providerId="ADAL" clId="{8B78F945-E53B-42CC-A0ED-37C0B9F18C79}" dt="2023-02-20T21:39:16.689" v="0" actId="47"/>
        <pc:sldMkLst>
          <pc:docMk/>
          <pc:sldMk cId="2261464086" sldId="357"/>
        </pc:sldMkLst>
      </pc:sldChg>
      <pc:sldChg chg="del">
        <pc:chgData name="Júlio César Chaves" userId="3f913fe9-3202-435d-b9f5-b2fca763184f" providerId="ADAL" clId="{8B78F945-E53B-42CC-A0ED-37C0B9F18C79}" dt="2023-02-20T21:39:16.689" v="0" actId="47"/>
        <pc:sldMkLst>
          <pc:docMk/>
          <pc:sldMk cId="478000668" sldId="358"/>
        </pc:sldMkLst>
      </pc:sldChg>
      <pc:sldChg chg="del">
        <pc:chgData name="Júlio César Chaves" userId="3f913fe9-3202-435d-b9f5-b2fca763184f" providerId="ADAL" clId="{8B78F945-E53B-42CC-A0ED-37C0B9F18C79}" dt="2023-02-20T21:39:16.689" v="0" actId="47"/>
        <pc:sldMkLst>
          <pc:docMk/>
          <pc:sldMk cId="3236552162" sldId="359"/>
        </pc:sldMkLst>
      </pc:sldChg>
      <pc:sldChg chg="del">
        <pc:chgData name="Júlio César Chaves" userId="3f913fe9-3202-435d-b9f5-b2fca763184f" providerId="ADAL" clId="{8B78F945-E53B-42CC-A0ED-37C0B9F18C79}" dt="2023-02-20T21:39:16.689" v="0" actId="47"/>
        <pc:sldMkLst>
          <pc:docMk/>
          <pc:sldMk cId="1531970424" sldId="360"/>
        </pc:sldMkLst>
      </pc:sldChg>
      <pc:sldChg chg="del">
        <pc:chgData name="Júlio César Chaves" userId="3f913fe9-3202-435d-b9f5-b2fca763184f" providerId="ADAL" clId="{8B78F945-E53B-42CC-A0ED-37C0B9F18C79}" dt="2023-02-20T21:39:16.689" v="0" actId="47"/>
        <pc:sldMkLst>
          <pc:docMk/>
          <pc:sldMk cId="2828557075" sldId="365"/>
        </pc:sldMkLst>
      </pc:sldChg>
      <pc:sldChg chg="del">
        <pc:chgData name="Júlio César Chaves" userId="3f913fe9-3202-435d-b9f5-b2fca763184f" providerId="ADAL" clId="{8B78F945-E53B-42CC-A0ED-37C0B9F18C79}" dt="2023-02-20T21:39:16.689" v="0" actId="47"/>
        <pc:sldMkLst>
          <pc:docMk/>
          <pc:sldMk cId="583659545" sldId="366"/>
        </pc:sldMkLst>
      </pc:sldChg>
      <pc:sldChg chg="del">
        <pc:chgData name="Júlio César Chaves" userId="3f913fe9-3202-435d-b9f5-b2fca763184f" providerId="ADAL" clId="{8B78F945-E53B-42CC-A0ED-37C0B9F18C79}" dt="2023-02-20T21:39:16.689" v="0" actId="47"/>
        <pc:sldMkLst>
          <pc:docMk/>
          <pc:sldMk cId="3868939593" sldId="367"/>
        </pc:sldMkLst>
      </pc:sldChg>
      <pc:sldChg chg="del">
        <pc:chgData name="Júlio César Chaves" userId="3f913fe9-3202-435d-b9f5-b2fca763184f" providerId="ADAL" clId="{8B78F945-E53B-42CC-A0ED-37C0B9F18C79}" dt="2023-02-20T21:39:16.689" v="0" actId="47"/>
        <pc:sldMkLst>
          <pc:docMk/>
          <pc:sldMk cId="3952324206" sldId="369"/>
        </pc:sldMkLst>
      </pc:sldChg>
      <pc:sldChg chg="del">
        <pc:chgData name="Júlio César Chaves" userId="3f913fe9-3202-435d-b9f5-b2fca763184f" providerId="ADAL" clId="{8B78F945-E53B-42CC-A0ED-37C0B9F18C79}" dt="2023-02-20T21:39:16.689" v="0" actId="47"/>
        <pc:sldMkLst>
          <pc:docMk/>
          <pc:sldMk cId="232465950" sldId="370"/>
        </pc:sldMkLst>
      </pc:sldChg>
      <pc:sldChg chg="del">
        <pc:chgData name="Júlio César Chaves" userId="3f913fe9-3202-435d-b9f5-b2fca763184f" providerId="ADAL" clId="{8B78F945-E53B-42CC-A0ED-37C0B9F18C79}" dt="2023-02-20T21:39:16.689" v="0" actId="47"/>
        <pc:sldMkLst>
          <pc:docMk/>
          <pc:sldMk cId="1113478531" sldId="371"/>
        </pc:sldMkLst>
      </pc:sldChg>
      <pc:sldChg chg="del">
        <pc:chgData name="Júlio César Chaves" userId="3f913fe9-3202-435d-b9f5-b2fca763184f" providerId="ADAL" clId="{8B78F945-E53B-42CC-A0ED-37C0B9F18C79}" dt="2023-02-20T21:39:16.689" v="0" actId="47"/>
        <pc:sldMkLst>
          <pc:docMk/>
          <pc:sldMk cId="408399476" sldId="372"/>
        </pc:sldMkLst>
      </pc:sldChg>
      <pc:sldChg chg="del">
        <pc:chgData name="Júlio César Chaves" userId="3f913fe9-3202-435d-b9f5-b2fca763184f" providerId="ADAL" clId="{8B78F945-E53B-42CC-A0ED-37C0B9F18C79}" dt="2023-02-20T21:39:16.689" v="0" actId="47"/>
        <pc:sldMkLst>
          <pc:docMk/>
          <pc:sldMk cId="179258125" sldId="373"/>
        </pc:sldMkLst>
      </pc:sldChg>
      <pc:sldChg chg="del">
        <pc:chgData name="Júlio César Chaves" userId="3f913fe9-3202-435d-b9f5-b2fca763184f" providerId="ADAL" clId="{8B78F945-E53B-42CC-A0ED-37C0B9F18C79}" dt="2023-02-20T21:39:16.689" v="0" actId="47"/>
        <pc:sldMkLst>
          <pc:docMk/>
          <pc:sldMk cId="3672788716" sldId="374"/>
        </pc:sldMkLst>
      </pc:sldChg>
      <pc:sldChg chg="del">
        <pc:chgData name="Júlio César Chaves" userId="3f913fe9-3202-435d-b9f5-b2fca763184f" providerId="ADAL" clId="{8B78F945-E53B-42CC-A0ED-37C0B9F18C79}" dt="2023-02-20T21:39:16.689" v="0" actId="47"/>
        <pc:sldMkLst>
          <pc:docMk/>
          <pc:sldMk cId="1342878562" sldId="377"/>
        </pc:sldMkLst>
      </pc:sldChg>
      <pc:sldChg chg="del">
        <pc:chgData name="Júlio César Chaves" userId="3f913fe9-3202-435d-b9f5-b2fca763184f" providerId="ADAL" clId="{8B78F945-E53B-42CC-A0ED-37C0B9F18C79}" dt="2023-02-20T21:39:16.689" v="0" actId="47"/>
        <pc:sldMkLst>
          <pc:docMk/>
          <pc:sldMk cId="1878272189" sldId="378"/>
        </pc:sldMkLst>
      </pc:sldChg>
      <pc:sldChg chg="del">
        <pc:chgData name="Júlio César Chaves" userId="3f913fe9-3202-435d-b9f5-b2fca763184f" providerId="ADAL" clId="{8B78F945-E53B-42CC-A0ED-37C0B9F18C79}" dt="2023-02-20T21:39:16.689" v="0" actId="47"/>
        <pc:sldMkLst>
          <pc:docMk/>
          <pc:sldMk cId="2535109849" sldId="379"/>
        </pc:sldMkLst>
      </pc:sldChg>
      <pc:sldChg chg="del">
        <pc:chgData name="Júlio César Chaves" userId="3f913fe9-3202-435d-b9f5-b2fca763184f" providerId="ADAL" clId="{8B78F945-E53B-42CC-A0ED-37C0B9F18C79}" dt="2023-02-20T21:39:16.689" v="0" actId="47"/>
        <pc:sldMkLst>
          <pc:docMk/>
          <pc:sldMk cId="3733880613" sldId="380"/>
        </pc:sldMkLst>
      </pc:sldChg>
      <pc:sldChg chg="del">
        <pc:chgData name="Júlio César Chaves" userId="3f913fe9-3202-435d-b9f5-b2fca763184f" providerId="ADAL" clId="{8B78F945-E53B-42CC-A0ED-37C0B9F18C79}" dt="2023-02-20T21:39:16.689" v="0" actId="47"/>
        <pc:sldMkLst>
          <pc:docMk/>
          <pc:sldMk cId="57097283" sldId="381"/>
        </pc:sldMkLst>
      </pc:sldChg>
      <pc:sldChg chg="del">
        <pc:chgData name="Júlio César Chaves" userId="3f913fe9-3202-435d-b9f5-b2fca763184f" providerId="ADAL" clId="{8B78F945-E53B-42CC-A0ED-37C0B9F18C79}" dt="2023-02-20T21:39:16.689" v="0" actId="47"/>
        <pc:sldMkLst>
          <pc:docMk/>
          <pc:sldMk cId="49670680" sldId="403"/>
        </pc:sldMkLst>
      </pc:sldChg>
      <pc:sldChg chg="del">
        <pc:chgData name="Júlio César Chaves" userId="3f913fe9-3202-435d-b9f5-b2fca763184f" providerId="ADAL" clId="{8B78F945-E53B-42CC-A0ED-37C0B9F18C79}" dt="2023-02-20T21:39:16.689" v="0" actId="47"/>
        <pc:sldMkLst>
          <pc:docMk/>
          <pc:sldMk cId="42984740" sldId="404"/>
        </pc:sldMkLst>
      </pc:sldChg>
      <pc:sldChg chg="del">
        <pc:chgData name="Júlio César Chaves" userId="3f913fe9-3202-435d-b9f5-b2fca763184f" providerId="ADAL" clId="{8B78F945-E53B-42CC-A0ED-37C0B9F18C79}" dt="2023-02-20T21:39:16.689" v="0" actId="47"/>
        <pc:sldMkLst>
          <pc:docMk/>
          <pc:sldMk cId="965893609" sldId="405"/>
        </pc:sldMkLst>
      </pc:sldChg>
      <pc:sldChg chg="del">
        <pc:chgData name="Júlio César Chaves" userId="3f913fe9-3202-435d-b9f5-b2fca763184f" providerId="ADAL" clId="{8B78F945-E53B-42CC-A0ED-37C0B9F18C79}" dt="2023-02-20T21:39:16.689" v="0" actId="47"/>
        <pc:sldMkLst>
          <pc:docMk/>
          <pc:sldMk cId="702249828" sldId="406"/>
        </pc:sldMkLst>
      </pc:sldChg>
      <pc:sldChg chg="del">
        <pc:chgData name="Júlio César Chaves" userId="3f913fe9-3202-435d-b9f5-b2fca763184f" providerId="ADAL" clId="{8B78F945-E53B-42CC-A0ED-37C0B9F18C79}" dt="2023-02-20T21:39:16.689" v="0" actId="47"/>
        <pc:sldMkLst>
          <pc:docMk/>
          <pc:sldMk cId="3398582676" sldId="407"/>
        </pc:sldMkLst>
      </pc:sldChg>
      <pc:sldChg chg="del">
        <pc:chgData name="Júlio César Chaves" userId="3f913fe9-3202-435d-b9f5-b2fca763184f" providerId="ADAL" clId="{8B78F945-E53B-42CC-A0ED-37C0B9F18C79}" dt="2023-02-20T21:39:16.689" v="0" actId="47"/>
        <pc:sldMkLst>
          <pc:docMk/>
          <pc:sldMk cId="4120982046" sldId="409"/>
        </pc:sldMkLst>
      </pc:sldChg>
      <pc:sldChg chg="del">
        <pc:chgData name="Júlio César Chaves" userId="3f913fe9-3202-435d-b9f5-b2fca763184f" providerId="ADAL" clId="{8B78F945-E53B-42CC-A0ED-37C0B9F18C79}" dt="2023-02-20T21:39:16.689" v="0" actId="47"/>
        <pc:sldMkLst>
          <pc:docMk/>
          <pc:sldMk cId="535472864" sldId="410"/>
        </pc:sldMkLst>
      </pc:sldChg>
      <pc:sldChg chg="del">
        <pc:chgData name="Júlio César Chaves" userId="3f913fe9-3202-435d-b9f5-b2fca763184f" providerId="ADAL" clId="{8B78F945-E53B-42CC-A0ED-37C0B9F18C79}" dt="2023-02-20T21:39:16.689" v="0" actId="47"/>
        <pc:sldMkLst>
          <pc:docMk/>
          <pc:sldMk cId="2125019366" sldId="411"/>
        </pc:sldMkLst>
      </pc:sldChg>
      <pc:sldChg chg="del">
        <pc:chgData name="Júlio César Chaves" userId="3f913fe9-3202-435d-b9f5-b2fca763184f" providerId="ADAL" clId="{8B78F945-E53B-42CC-A0ED-37C0B9F18C79}" dt="2023-02-20T21:39:16.689" v="0" actId="47"/>
        <pc:sldMkLst>
          <pc:docMk/>
          <pc:sldMk cId="2959543982" sldId="412"/>
        </pc:sldMkLst>
      </pc:sldChg>
      <pc:sldChg chg="del">
        <pc:chgData name="Júlio César Chaves" userId="3f913fe9-3202-435d-b9f5-b2fca763184f" providerId="ADAL" clId="{8B78F945-E53B-42CC-A0ED-37C0B9F18C79}" dt="2023-02-20T21:39:16.689" v="0" actId="47"/>
        <pc:sldMkLst>
          <pc:docMk/>
          <pc:sldMk cId="871739062" sldId="413"/>
        </pc:sldMkLst>
      </pc:sldChg>
      <pc:sldChg chg="del">
        <pc:chgData name="Júlio César Chaves" userId="3f913fe9-3202-435d-b9f5-b2fca763184f" providerId="ADAL" clId="{8B78F945-E53B-42CC-A0ED-37C0B9F18C79}" dt="2023-02-20T21:39:16.689" v="0" actId="47"/>
        <pc:sldMkLst>
          <pc:docMk/>
          <pc:sldMk cId="2701443176" sldId="414"/>
        </pc:sldMkLst>
      </pc:sldChg>
      <pc:sldChg chg="del">
        <pc:chgData name="Júlio César Chaves" userId="3f913fe9-3202-435d-b9f5-b2fca763184f" providerId="ADAL" clId="{8B78F945-E53B-42CC-A0ED-37C0B9F18C79}" dt="2023-02-20T21:39:16.689" v="0" actId="47"/>
        <pc:sldMkLst>
          <pc:docMk/>
          <pc:sldMk cId="92492944" sldId="415"/>
        </pc:sldMkLst>
      </pc:sldChg>
      <pc:sldChg chg="del">
        <pc:chgData name="Júlio César Chaves" userId="3f913fe9-3202-435d-b9f5-b2fca763184f" providerId="ADAL" clId="{8B78F945-E53B-42CC-A0ED-37C0B9F18C79}" dt="2023-02-20T21:39:16.689" v="0" actId="47"/>
        <pc:sldMkLst>
          <pc:docMk/>
          <pc:sldMk cId="19588457" sldId="416"/>
        </pc:sldMkLst>
      </pc:sldChg>
      <pc:sldChg chg="del">
        <pc:chgData name="Júlio César Chaves" userId="3f913fe9-3202-435d-b9f5-b2fca763184f" providerId="ADAL" clId="{8B78F945-E53B-42CC-A0ED-37C0B9F18C79}" dt="2023-02-20T21:39:16.689" v="0" actId="47"/>
        <pc:sldMkLst>
          <pc:docMk/>
          <pc:sldMk cId="2385705193" sldId="417"/>
        </pc:sldMkLst>
      </pc:sldChg>
      <pc:sldChg chg="del">
        <pc:chgData name="Júlio César Chaves" userId="3f913fe9-3202-435d-b9f5-b2fca763184f" providerId="ADAL" clId="{8B78F945-E53B-42CC-A0ED-37C0B9F18C79}" dt="2023-02-20T21:39:16.689" v="0" actId="47"/>
        <pc:sldMkLst>
          <pc:docMk/>
          <pc:sldMk cId="2852532818" sldId="418"/>
        </pc:sldMkLst>
      </pc:sldChg>
      <pc:sldChg chg="del">
        <pc:chgData name="Júlio César Chaves" userId="3f913fe9-3202-435d-b9f5-b2fca763184f" providerId="ADAL" clId="{8B78F945-E53B-42CC-A0ED-37C0B9F18C79}" dt="2023-02-20T21:39:16.689" v="0" actId="47"/>
        <pc:sldMkLst>
          <pc:docMk/>
          <pc:sldMk cId="786956589" sldId="419"/>
        </pc:sldMkLst>
      </pc:sldChg>
      <pc:sldChg chg="del">
        <pc:chgData name="Júlio César Chaves" userId="3f913fe9-3202-435d-b9f5-b2fca763184f" providerId="ADAL" clId="{8B78F945-E53B-42CC-A0ED-37C0B9F18C79}" dt="2023-02-20T21:39:16.689" v="0" actId="47"/>
        <pc:sldMkLst>
          <pc:docMk/>
          <pc:sldMk cId="3119310907" sldId="420"/>
        </pc:sldMkLst>
      </pc:sldChg>
      <pc:sldChg chg="del">
        <pc:chgData name="Júlio César Chaves" userId="3f913fe9-3202-435d-b9f5-b2fca763184f" providerId="ADAL" clId="{8B78F945-E53B-42CC-A0ED-37C0B9F18C79}" dt="2023-02-20T21:39:16.689" v="0" actId="47"/>
        <pc:sldMkLst>
          <pc:docMk/>
          <pc:sldMk cId="177876368" sldId="421"/>
        </pc:sldMkLst>
      </pc:sldChg>
      <pc:sldChg chg="del">
        <pc:chgData name="Júlio César Chaves" userId="3f913fe9-3202-435d-b9f5-b2fca763184f" providerId="ADAL" clId="{8B78F945-E53B-42CC-A0ED-37C0B9F18C79}" dt="2023-02-20T21:39:16.689" v="0" actId="47"/>
        <pc:sldMkLst>
          <pc:docMk/>
          <pc:sldMk cId="3585091548" sldId="422"/>
        </pc:sldMkLst>
      </pc:sldChg>
    </pc:docChg>
  </pc:docChgLst>
  <pc:docChgLst>
    <pc:chgData name="Júlio César Chaves" userId="S::julio.chaves@fgv.br::3f913fe9-3202-435d-b9f5-b2fca763184f" providerId="AD" clId="Web-{0A29372C-00D7-1FCE-E927-C7251EB67FC2}"/>
    <pc:docChg chg="addSld modSld modSection">
      <pc:chgData name="Júlio César Chaves" userId="S::julio.chaves@fgv.br::3f913fe9-3202-435d-b9f5-b2fca763184f" providerId="AD" clId="Web-{0A29372C-00D7-1FCE-E927-C7251EB67FC2}" dt="2019-12-30T19:12:54.984" v="18" actId="20577"/>
      <pc:docMkLst>
        <pc:docMk/>
      </pc:docMkLst>
      <pc:sldChg chg="modSp">
        <pc:chgData name="Júlio César Chaves" userId="S::julio.chaves@fgv.br::3f913fe9-3202-435d-b9f5-b2fca763184f" providerId="AD" clId="Web-{0A29372C-00D7-1FCE-E927-C7251EB67FC2}" dt="2019-12-30T18:01:58.495" v="2" actId="20577"/>
        <pc:sldMkLst>
          <pc:docMk/>
          <pc:sldMk cId="635929298" sldId="270"/>
        </pc:sldMkLst>
        <pc:spChg chg="mod">
          <ac:chgData name="Júlio César Chaves" userId="S::julio.chaves@fgv.br::3f913fe9-3202-435d-b9f5-b2fca763184f" providerId="AD" clId="Web-{0A29372C-00D7-1FCE-E927-C7251EB67FC2}" dt="2019-12-30T18:01:58.495" v="2" actId="20577"/>
          <ac:spMkLst>
            <pc:docMk/>
            <pc:sldMk cId="635929298" sldId="270"/>
            <ac:spMk id="2" creationId="{9E995AE3-3BB5-490B-963C-9ECC0AE00DA8}"/>
          </ac:spMkLst>
        </pc:spChg>
      </pc:sldChg>
      <pc:sldChg chg="modSp new">
        <pc:chgData name="Júlio César Chaves" userId="S::julio.chaves@fgv.br::3f913fe9-3202-435d-b9f5-b2fca763184f" providerId="AD" clId="Web-{0A29372C-00D7-1FCE-E927-C7251EB67FC2}" dt="2019-12-30T19:12:31.248" v="8" actId="20577"/>
        <pc:sldMkLst>
          <pc:docMk/>
          <pc:sldMk cId="4007886902" sldId="271"/>
        </pc:sldMkLst>
        <pc:spChg chg="mod">
          <ac:chgData name="Júlio César Chaves" userId="S::julio.chaves@fgv.br::3f913fe9-3202-435d-b9f5-b2fca763184f" providerId="AD" clId="Web-{0A29372C-00D7-1FCE-E927-C7251EB67FC2}" dt="2019-12-30T18:02:06.073" v="7" actId="20577"/>
          <ac:spMkLst>
            <pc:docMk/>
            <pc:sldMk cId="4007886902" sldId="271"/>
            <ac:spMk id="2" creationId="{D82228BD-C5FC-47B8-814A-1A7301209C91}"/>
          </ac:spMkLst>
        </pc:spChg>
        <pc:spChg chg="mod">
          <ac:chgData name="Júlio César Chaves" userId="S::julio.chaves@fgv.br::3f913fe9-3202-435d-b9f5-b2fca763184f" providerId="AD" clId="Web-{0A29372C-00D7-1FCE-E927-C7251EB67FC2}" dt="2019-12-30T19:12:31.248" v="8" actId="20577"/>
          <ac:spMkLst>
            <pc:docMk/>
            <pc:sldMk cId="4007886902" sldId="271"/>
            <ac:spMk id="4" creationId="{3A7BCA45-932B-479F-B1C8-8A45E74759A8}"/>
          </ac:spMkLst>
        </pc:spChg>
      </pc:sldChg>
      <pc:sldChg chg="modSp new">
        <pc:chgData name="Júlio César Chaves" userId="S::julio.chaves@fgv.br::3f913fe9-3202-435d-b9f5-b2fca763184f" providerId="AD" clId="Web-{0A29372C-00D7-1FCE-E927-C7251EB67FC2}" dt="2019-12-30T19:12:54.984" v="18" actId="20577"/>
        <pc:sldMkLst>
          <pc:docMk/>
          <pc:sldMk cId="2118686283" sldId="272"/>
        </pc:sldMkLst>
        <pc:spChg chg="mod">
          <ac:chgData name="Júlio César Chaves" userId="S::julio.chaves@fgv.br::3f913fe9-3202-435d-b9f5-b2fca763184f" providerId="AD" clId="Web-{0A29372C-00D7-1FCE-E927-C7251EB67FC2}" dt="2019-12-30T19:12:54.984" v="18" actId="20577"/>
          <ac:spMkLst>
            <pc:docMk/>
            <pc:sldMk cId="2118686283" sldId="272"/>
            <ac:spMk id="2" creationId="{0D5F16FC-0093-4B77-8425-02542FDF0858}"/>
          </ac:spMkLst>
        </pc:spChg>
      </pc:sldChg>
    </pc:docChg>
  </pc:docChgLst>
  <pc:docChgLst>
    <pc:chgData name="Júlio César Chaves" userId="3f913fe9-3202-435d-b9f5-b2fca763184f" providerId="ADAL" clId="{3911F71D-08B6-4124-A96F-312AD8910640}"/>
    <pc:docChg chg="undo custSel addSld delSld modSld sldOrd modSection">
      <pc:chgData name="Júlio César Chaves" userId="3f913fe9-3202-435d-b9f5-b2fca763184f" providerId="ADAL" clId="{3911F71D-08B6-4124-A96F-312AD8910640}" dt="2023-01-25T11:28:55.299" v="904" actId="729"/>
      <pc:docMkLst>
        <pc:docMk/>
      </pc:docMkLst>
      <pc:sldChg chg="modSp mod">
        <pc:chgData name="Júlio César Chaves" userId="3f913fe9-3202-435d-b9f5-b2fca763184f" providerId="ADAL" clId="{3911F71D-08B6-4124-A96F-312AD8910640}" dt="2023-01-21T14:45:06.131" v="2" actId="20577"/>
        <pc:sldMkLst>
          <pc:docMk/>
          <pc:sldMk cId="1907083369" sldId="259"/>
        </pc:sldMkLst>
        <pc:spChg chg="mod">
          <ac:chgData name="Júlio César Chaves" userId="3f913fe9-3202-435d-b9f5-b2fca763184f" providerId="ADAL" clId="{3911F71D-08B6-4124-A96F-312AD8910640}" dt="2023-01-21T14:45:06.131" v="2" actId="20577"/>
          <ac:spMkLst>
            <pc:docMk/>
            <pc:sldMk cId="1907083369" sldId="259"/>
            <ac:spMk id="2" creationId="{CE784A9F-2F14-47A1-9BDA-D2347E4C0043}"/>
          </ac:spMkLst>
        </pc:spChg>
      </pc:sldChg>
      <pc:sldChg chg="del">
        <pc:chgData name="Júlio César Chaves" userId="3f913fe9-3202-435d-b9f5-b2fca763184f" providerId="ADAL" clId="{3911F71D-08B6-4124-A96F-312AD8910640}" dt="2023-01-21T20:03:36.296" v="6" actId="47"/>
        <pc:sldMkLst>
          <pc:docMk/>
          <pc:sldMk cId="3562901703" sldId="328"/>
        </pc:sldMkLst>
      </pc:sldChg>
      <pc:sldChg chg="del">
        <pc:chgData name="Júlio César Chaves" userId="3f913fe9-3202-435d-b9f5-b2fca763184f" providerId="ADAL" clId="{3911F71D-08B6-4124-A96F-312AD8910640}" dt="2023-01-21T14:45:10.331" v="3" actId="47"/>
        <pc:sldMkLst>
          <pc:docMk/>
          <pc:sldMk cId="3001598186" sldId="346"/>
        </pc:sldMkLst>
      </pc:sldChg>
      <pc:sldChg chg="add mod modShow">
        <pc:chgData name="Júlio César Chaves" userId="3f913fe9-3202-435d-b9f5-b2fca763184f" providerId="ADAL" clId="{3911F71D-08B6-4124-A96F-312AD8910640}" dt="2023-01-21T20:12:42.320" v="78" actId="729"/>
        <pc:sldMkLst>
          <pc:docMk/>
          <pc:sldMk cId="2261464086" sldId="357"/>
        </pc:sldMkLst>
      </pc:sldChg>
      <pc:sldChg chg="add mod modShow">
        <pc:chgData name="Júlio César Chaves" userId="3f913fe9-3202-435d-b9f5-b2fca763184f" providerId="ADAL" clId="{3911F71D-08B6-4124-A96F-312AD8910640}" dt="2023-01-21T20:12:42.320" v="78" actId="729"/>
        <pc:sldMkLst>
          <pc:docMk/>
          <pc:sldMk cId="478000668" sldId="358"/>
        </pc:sldMkLst>
      </pc:sldChg>
      <pc:sldChg chg="add mod modShow">
        <pc:chgData name="Júlio César Chaves" userId="3f913fe9-3202-435d-b9f5-b2fca763184f" providerId="ADAL" clId="{3911F71D-08B6-4124-A96F-312AD8910640}" dt="2023-01-21T20:12:42.320" v="78" actId="729"/>
        <pc:sldMkLst>
          <pc:docMk/>
          <pc:sldMk cId="3236552162" sldId="359"/>
        </pc:sldMkLst>
      </pc:sldChg>
      <pc:sldChg chg="add mod modShow">
        <pc:chgData name="Júlio César Chaves" userId="3f913fe9-3202-435d-b9f5-b2fca763184f" providerId="ADAL" clId="{3911F71D-08B6-4124-A96F-312AD8910640}" dt="2023-01-21T20:12:42.320" v="78" actId="729"/>
        <pc:sldMkLst>
          <pc:docMk/>
          <pc:sldMk cId="1531970424" sldId="360"/>
        </pc:sldMkLst>
      </pc:sldChg>
      <pc:sldChg chg="add mod modShow">
        <pc:chgData name="Júlio César Chaves" userId="3f913fe9-3202-435d-b9f5-b2fca763184f" providerId="ADAL" clId="{3911F71D-08B6-4124-A96F-312AD8910640}" dt="2023-01-21T20:12:42.320" v="78" actId="729"/>
        <pc:sldMkLst>
          <pc:docMk/>
          <pc:sldMk cId="2828557075" sldId="365"/>
        </pc:sldMkLst>
      </pc:sldChg>
      <pc:sldChg chg="add mod modShow">
        <pc:chgData name="Júlio César Chaves" userId="3f913fe9-3202-435d-b9f5-b2fca763184f" providerId="ADAL" clId="{3911F71D-08B6-4124-A96F-312AD8910640}" dt="2023-01-21T20:12:42.320" v="78" actId="729"/>
        <pc:sldMkLst>
          <pc:docMk/>
          <pc:sldMk cId="583659545" sldId="366"/>
        </pc:sldMkLst>
      </pc:sldChg>
      <pc:sldChg chg="add mod modShow">
        <pc:chgData name="Júlio César Chaves" userId="3f913fe9-3202-435d-b9f5-b2fca763184f" providerId="ADAL" clId="{3911F71D-08B6-4124-A96F-312AD8910640}" dt="2023-01-21T20:12:42.320" v="78" actId="729"/>
        <pc:sldMkLst>
          <pc:docMk/>
          <pc:sldMk cId="3868939593" sldId="367"/>
        </pc:sldMkLst>
      </pc:sldChg>
      <pc:sldChg chg="modSp mod">
        <pc:chgData name="Júlio César Chaves" userId="3f913fe9-3202-435d-b9f5-b2fca763184f" providerId="ADAL" clId="{3911F71D-08B6-4124-A96F-312AD8910640}" dt="2023-01-23T11:29:32.509" v="553" actId="1076"/>
        <pc:sldMkLst>
          <pc:docMk/>
          <pc:sldMk cId="408399476" sldId="372"/>
        </pc:sldMkLst>
        <pc:picChg chg="mod">
          <ac:chgData name="Júlio César Chaves" userId="3f913fe9-3202-435d-b9f5-b2fca763184f" providerId="ADAL" clId="{3911F71D-08B6-4124-A96F-312AD8910640}" dt="2023-01-23T11:29:32.509" v="553" actId="1076"/>
          <ac:picMkLst>
            <pc:docMk/>
            <pc:sldMk cId="408399476" sldId="372"/>
            <ac:picMk id="8" creationId="{CB7D2684-00AC-4DCF-B714-701E2A9A9B1E}"/>
          </ac:picMkLst>
        </pc:picChg>
      </pc:sldChg>
      <pc:sldChg chg="modSp add mod">
        <pc:chgData name="Júlio César Chaves" userId="3f913fe9-3202-435d-b9f5-b2fca763184f" providerId="ADAL" clId="{3911F71D-08B6-4124-A96F-312AD8910640}" dt="2023-01-23T11:48:13.861" v="681" actId="20577"/>
        <pc:sldMkLst>
          <pc:docMk/>
          <pc:sldMk cId="1342878562" sldId="377"/>
        </pc:sldMkLst>
        <pc:spChg chg="mod">
          <ac:chgData name="Júlio César Chaves" userId="3f913fe9-3202-435d-b9f5-b2fca763184f" providerId="ADAL" clId="{3911F71D-08B6-4124-A96F-312AD8910640}" dt="2023-01-21T20:17:03.220" v="165" actId="20577"/>
          <ac:spMkLst>
            <pc:docMk/>
            <pc:sldMk cId="1342878562" sldId="377"/>
            <ac:spMk id="2" creationId="{A4ECCE2A-3143-47D0-A80E-732ED84192E2}"/>
          </ac:spMkLst>
        </pc:spChg>
        <pc:spChg chg="mod">
          <ac:chgData name="Júlio César Chaves" userId="3f913fe9-3202-435d-b9f5-b2fca763184f" providerId="ADAL" clId="{3911F71D-08B6-4124-A96F-312AD8910640}" dt="2023-01-23T11:48:13.861" v="681" actId="20577"/>
          <ac:spMkLst>
            <pc:docMk/>
            <pc:sldMk cId="1342878562" sldId="377"/>
            <ac:spMk id="3" creationId="{A51A31DE-3146-4367-BF81-88781FA2194D}"/>
          </ac:spMkLst>
        </pc:spChg>
      </pc:sldChg>
      <pc:sldChg chg="add mod modShow">
        <pc:chgData name="Júlio César Chaves" userId="3f913fe9-3202-435d-b9f5-b2fca763184f" providerId="ADAL" clId="{3911F71D-08B6-4124-A96F-312AD8910640}" dt="2023-01-21T20:12:42.320" v="78" actId="729"/>
        <pc:sldMkLst>
          <pc:docMk/>
          <pc:sldMk cId="1878272189" sldId="378"/>
        </pc:sldMkLst>
      </pc:sldChg>
      <pc:sldChg chg="modSp add del mod">
        <pc:chgData name="Júlio César Chaves" userId="3f913fe9-3202-435d-b9f5-b2fca763184f" providerId="ADAL" clId="{3911F71D-08B6-4124-A96F-312AD8910640}" dt="2023-01-21T20:25:42.731" v="548" actId="20577"/>
        <pc:sldMkLst>
          <pc:docMk/>
          <pc:sldMk cId="2535109849" sldId="379"/>
        </pc:sldMkLst>
        <pc:spChg chg="mod">
          <ac:chgData name="Júlio César Chaves" userId="3f913fe9-3202-435d-b9f5-b2fca763184f" providerId="ADAL" clId="{3911F71D-08B6-4124-A96F-312AD8910640}" dt="2023-01-21T20:25:42.731" v="548" actId="20577"/>
          <ac:spMkLst>
            <pc:docMk/>
            <pc:sldMk cId="2535109849" sldId="379"/>
            <ac:spMk id="3" creationId="{FF1AB093-156A-477B-82E8-CC988ED32104}"/>
          </ac:spMkLst>
        </pc:spChg>
      </pc:sldChg>
      <pc:sldChg chg="modSp add mod modShow">
        <pc:chgData name="Júlio César Chaves" userId="3f913fe9-3202-435d-b9f5-b2fca763184f" providerId="ADAL" clId="{3911F71D-08B6-4124-A96F-312AD8910640}" dt="2023-01-21T20:22:44.552" v="537" actId="20577"/>
        <pc:sldMkLst>
          <pc:docMk/>
          <pc:sldMk cId="49670680" sldId="403"/>
        </pc:sldMkLst>
        <pc:spChg chg="mod">
          <ac:chgData name="Júlio César Chaves" userId="3f913fe9-3202-435d-b9f5-b2fca763184f" providerId="ADAL" clId="{3911F71D-08B6-4124-A96F-312AD8910640}" dt="2023-01-21T20:22:44.552" v="537" actId="20577"/>
          <ac:spMkLst>
            <pc:docMk/>
            <pc:sldMk cId="49670680" sldId="403"/>
            <ac:spMk id="2" creationId="{D2B7CEBF-983A-4FBF-B985-7475ED860873}"/>
          </ac:spMkLst>
        </pc:spChg>
      </pc:sldChg>
      <pc:sldChg chg="delSp modSp add mod modShow">
        <pc:chgData name="Júlio César Chaves" userId="3f913fe9-3202-435d-b9f5-b2fca763184f" providerId="ADAL" clId="{3911F71D-08B6-4124-A96F-312AD8910640}" dt="2023-01-23T11:53:23.973" v="903" actId="20577"/>
        <pc:sldMkLst>
          <pc:docMk/>
          <pc:sldMk cId="42984740" sldId="404"/>
        </pc:sldMkLst>
        <pc:spChg chg="mod">
          <ac:chgData name="Júlio César Chaves" userId="3f913fe9-3202-435d-b9f5-b2fca763184f" providerId="ADAL" clId="{3911F71D-08B6-4124-A96F-312AD8910640}" dt="2023-01-21T20:04:43.780" v="41"/>
          <ac:spMkLst>
            <pc:docMk/>
            <pc:sldMk cId="42984740" sldId="404"/>
            <ac:spMk id="2" creationId="{C5C22C83-9FDE-FBC0-92FD-9E557B7226A0}"/>
          </ac:spMkLst>
        </pc:spChg>
        <pc:spChg chg="mod">
          <ac:chgData name="Júlio César Chaves" userId="3f913fe9-3202-435d-b9f5-b2fca763184f" providerId="ADAL" clId="{3911F71D-08B6-4124-A96F-312AD8910640}" dt="2023-01-21T20:09:29.413" v="63" actId="20577"/>
          <ac:spMkLst>
            <pc:docMk/>
            <pc:sldMk cId="42984740" sldId="404"/>
            <ac:spMk id="7" creationId="{E4136B92-CF1E-F321-327D-F7EB77E30E15}"/>
          </ac:spMkLst>
        </pc:spChg>
        <pc:spChg chg="mod">
          <ac:chgData name="Júlio César Chaves" userId="3f913fe9-3202-435d-b9f5-b2fca763184f" providerId="ADAL" clId="{3911F71D-08B6-4124-A96F-312AD8910640}" dt="2023-01-23T11:53:23.973" v="903" actId="20577"/>
          <ac:spMkLst>
            <pc:docMk/>
            <pc:sldMk cId="42984740" sldId="404"/>
            <ac:spMk id="8" creationId="{A65D2758-77AE-6528-DA49-B2DB01A47A97}"/>
          </ac:spMkLst>
        </pc:spChg>
        <pc:picChg chg="del">
          <ac:chgData name="Júlio César Chaves" userId="3f913fe9-3202-435d-b9f5-b2fca763184f" providerId="ADAL" clId="{3911F71D-08B6-4124-A96F-312AD8910640}" dt="2023-01-21T20:04:18.439" v="39" actId="478"/>
          <ac:picMkLst>
            <pc:docMk/>
            <pc:sldMk cId="42984740" sldId="404"/>
            <ac:picMk id="4" creationId="{B64EB169-CC37-0E9D-3533-393B58A3D875}"/>
          </ac:picMkLst>
        </pc:picChg>
        <pc:picChg chg="del">
          <ac:chgData name="Júlio César Chaves" userId="3f913fe9-3202-435d-b9f5-b2fca763184f" providerId="ADAL" clId="{3911F71D-08B6-4124-A96F-312AD8910640}" dt="2023-01-21T20:04:18.439" v="39" actId="478"/>
          <ac:picMkLst>
            <pc:docMk/>
            <pc:sldMk cId="42984740" sldId="404"/>
            <ac:picMk id="6" creationId="{E62C270E-7EF9-4CDC-F732-1F53987402C4}"/>
          </ac:picMkLst>
        </pc:picChg>
      </pc:sldChg>
      <pc:sldChg chg="addSp delSp modSp add mod ord">
        <pc:chgData name="Júlio César Chaves" userId="3f913fe9-3202-435d-b9f5-b2fca763184f" providerId="ADAL" clId="{3911F71D-08B6-4124-A96F-312AD8910640}" dt="2023-01-23T11:30:22.645" v="566" actId="20577"/>
        <pc:sldMkLst>
          <pc:docMk/>
          <pc:sldMk cId="965893609" sldId="405"/>
        </pc:sldMkLst>
        <pc:spChg chg="add del mod">
          <ac:chgData name="Júlio César Chaves" userId="3f913fe9-3202-435d-b9f5-b2fca763184f" providerId="ADAL" clId="{3911F71D-08B6-4124-A96F-312AD8910640}" dt="2023-01-21T20:26:06.708" v="552" actId="478"/>
          <ac:spMkLst>
            <pc:docMk/>
            <pc:sldMk cId="965893609" sldId="405"/>
            <ac:spMk id="3" creationId="{57BEADEC-4595-2467-2276-A077772AC344}"/>
          </ac:spMkLst>
        </pc:spChg>
        <pc:spChg chg="mod">
          <ac:chgData name="Júlio César Chaves" userId="3f913fe9-3202-435d-b9f5-b2fca763184f" providerId="ADAL" clId="{3911F71D-08B6-4124-A96F-312AD8910640}" dt="2023-01-23T11:30:22.645" v="566" actId="20577"/>
          <ac:spMkLst>
            <pc:docMk/>
            <pc:sldMk cId="965893609" sldId="405"/>
            <ac:spMk id="5" creationId="{86429E50-EC8C-465F-B6A4-21DCFD7391CA}"/>
          </ac:spMkLst>
        </pc:spChg>
        <pc:spChg chg="del mod">
          <ac:chgData name="Júlio César Chaves" userId="3f913fe9-3202-435d-b9f5-b2fca763184f" providerId="ADAL" clId="{3911F71D-08B6-4124-A96F-312AD8910640}" dt="2023-01-21T20:26:04.518" v="551" actId="478"/>
          <ac:spMkLst>
            <pc:docMk/>
            <pc:sldMk cId="965893609" sldId="405"/>
            <ac:spMk id="8" creationId="{DD25F577-5004-4410-B684-853264C66953}"/>
          </ac:spMkLst>
        </pc:spChg>
      </pc:sldChg>
      <pc:sldChg chg="addSp modSp new mod modShow">
        <pc:chgData name="Júlio César Chaves" userId="3f913fe9-3202-435d-b9f5-b2fca763184f" providerId="ADAL" clId="{3911F71D-08B6-4124-A96F-312AD8910640}" dt="2023-01-25T11:28:55.299" v="904" actId="729"/>
        <pc:sldMkLst>
          <pc:docMk/>
          <pc:sldMk cId="702249828" sldId="406"/>
        </pc:sldMkLst>
        <pc:spChg chg="mod">
          <ac:chgData name="Júlio César Chaves" userId="3f913fe9-3202-435d-b9f5-b2fca763184f" providerId="ADAL" clId="{3911F71D-08B6-4124-A96F-312AD8910640}" dt="2023-01-23T11:51:22.422" v="775" actId="20577"/>
          <ac:spMkLst>
            <pc:docMk/>
            <pc:sldMk cId="702249828" sldId="406"/>
            <ac:spMk id="2" creationId="{0A09FD89-1641-BC28-6749-47857DD55295}"/>
          </ac:spMkLst>
        </pc:spChg>
        <pc:spChg chg="add mod">
          <ac:chgData name="Júlio César Chaves" userId="3f913fe9-3202-435d-b9f5-b2fca763184f" providerId="ADAL" clId="{3911F71D-08B6-4124-A96F-312AD8910640}" dt="2023-01-23T11:35:51.842" v="599" actId="1076"/>
          <ac:spMkLst>
            <pc:docMk/>
            <pc:sldMk cId="702249828" sldId="406"/>
            <ac:spMk id="4" creationId="{0D48193B-15B1-74E7-3886-B664D279C549}"/>
          </ac:spMkLst>
        </pc:spChg>
        <pc:spChg chg="add mod">
          <ac:chgData name="Júlio César Chaves" userId="3f913fe9-3202-435d-b9f5-b2fca763184f" providerId="ADAL" clId="{3911F71D-08B6-4124-A96F-312AD8910640}" dt="2023-01-23T11:51:26.053" v="776" actId="1076"/>
          <ac:spMkLst>
            <pc:docMk/>
            <pc:sldMk cId="702249828" sldId="406"/>
            <ac:spMk id="5" creationId="{5D55B533-4F9F-51F9-7BB2-BB4022F69BBF}"/>
          </ac:spMkLst>
        </pc:spChg>
      </pc:sldChg>
      <pc:sldChg chg="modSp add mod modShow">
        <pc:chgData name="Júlio César Chaves" userId="3f913fe9-3202-435d-b9f5-b2fca763184f" providerId="ADAL" clId="{3911F71D-08B6-4124-A96F-312AD8910640}" dt="2023-01-25T11:28:55.299" v="904" actId="729"/>
        <pc:sldMkLst>
          <pc:docMk/>
          <pc:sldMk cId="3398582676" sldId="407"/>
        </pc:sldMkLst>
        <pc:spChg chg="mod">
          <ac:chgData name="Júlio César Chaves" userId="3f913fe9-3202-435d-b9f5-b2fca763184f" providerId="ADAL" clId="{3911F71D-08B6-4124-A96F-312AD8910640}" dt="2023-01-23T11:52:06.846" v="831" actId="20577"/>
          <ac:spMkLst>
            <pc:docMk/>
            <pc:sldMk cId="3398582676" sldId="407"/>
            <ac:spMk id="2" creationId="{0A09FD89-1641-BC28-6749-47857DD55295}"/>
          </ac:spMkLst>
        </pc:spChg>
      </pc:sldChg>
    </pc:docChg>
  </pc:docChgLst>
  <pc:docChgLst>
    <pc:chgData name="Júlio César Chaves" userId="3f913fe9-3202-435d-b9f5-b2fca763184f" providerId="ADAL" clId="{B002F7D9-0AFB-477B-93E2-B03E229F5AB4}"/>
    <pc:docChg chg="undo custSel addSld delSld modSld modSection">
      <pc:chgData name="Júlio César Chaves" userId="3f913fe9-3202-435d-b9f5-b2fca763184f" providerId="ADAL" clId="{B002F7D9-0AFB-477B-93E2-B03E229F5AB4}" dt="2023-02-21T22:33:34.819" v="1415" actId="20577"/>
      <pc:docMkLst>
        <pc:docMk/>
      </pc:docMkLst>
      <pc:sldChg chg="modSp mod">
        <pc:chgData name="Júlio César Chaves" userId="3f913fe9-3202-435d-b9f5-b2fca763184f" providerId="ADAL" clId="{B002F7D9-0AFB-477B-93E2-B03E229F5AB4}" dt="2023-02-21T21:23:21.108" v="2" actId="20577"/>
        <pc:sldMkLst>
          <pc:docMk/>
          <pc:sldMk cId="1907083369" sldId="259"/>
        </pc:sldMkLst>
        <pc:spChg chg="mod">
          <ac:chgData name="Júlio César Chaves" userId="3f913fe9-3202-435d-b9f5-b2fca763184f" providerId="ADAL" clId="{B002F7D9-0AFB-477B-93E2-B03E229F5AB4}" dt="2023-02-21T21:23:21.108" v="2" actId="20577"/>
          <ac:spMkLst>
            <pc:docMk/>
            <pc:sldMk cId="1907083369" sldId="259"/>
            <ac:spMk id="2" creationId="{CE784A9F-2F14-47A1-9BDA-D2347E4C0043}"/>
          </ac:spMkLst>
        </pc:spChg>
      </pc:sldChg>
      <pc:sldChg chg="addSp delSp modSp mod">
        <pc:chgData name="Júlio César Chaves" userId="3f913fe9-3202-435d-b9f5-b2fca763184f" providerId="ADAL" clId="{B002F7D9-0AFB-477B-93E2-B03E229F5AB4}" dt="2023-02-21T22:33:30.800" v="1414" actId="20577"/>
        <pc:sldMkLst>
          <pc:docMk/>
          <pc:sldMk cId="4016053433" sldId="260"/>
        </pc:sldMkLst>
        <pc:spChg chg="mod">
          <ac:chgData name="Júlio César Chaves" userId="3f913fe9-3202-435d-b9f5-b2fca763184f" providerId="ADAL" clId="{B002F7D9-0AFB-477B-93E2-B03E229F5AB4}" dt="2023-02-21T21:23:42.468" v="6"/>
          <ac:spMkLst>
            <pc:docMk/>
            <pc:sldMk cId="4016053433" sldId="260"/>
            <ac:spMk id="2" creationId="{F6D029EC-3966-70CB-AC28-C82896931C35}"/>
          </ac:spMkLst>
        </pc:spChg>
        <pc:spChg chg="mod">
          <ac:chgData name="Júlio César Chaves" userId="3f913fe9-3202-435d-b9f5-b2fca763184f" providerId="ADAL" clId="{B002F7D9-0AFB-477B-93E2-B03E229F5AB4}" dt="2023-02-21T22:03:00.949" v="1017" actId="20577"/>
          <ac:spMkLst>
            <pc:docMk/>
            <pc:sldMk cId="4016053433" sldId="260"/>
            <ac:spMk id="4" creationId="{1129C928-0FE1-8790-B7BC-7DF2A5DA59BA}"/>
          </ac:spMkLst>
        </pc:spChg>
        <pc:spChg chg="mod">
          <ac:chgData name="Júlio César Chaves" userId="3f913fe9-3202-435d-b9f5-b2fca763184f" providerId="ADAL" clId="{B002F7D9-0AFB-477B-93E2-B03E229F5AB4}" dt="2023-02-21T22:15:19.757" v="1412" actId="20577"/>
          <ac:spMkLst>
            <pc:docMk/>
            <pc:sldMk cId="4016053433" sldId="260"/>
            <ac:spMk id="5" creationId="{97A9009A-9378-3903-BF3F-6FBD413E9572}"/>
          </ac:spMkLst>
        </pc:spChg>
        <pc:spChg chg="mod">
          <ac:chgData name="Júlio César Chaves" userId="3f913fe9-3202-435d-b9f5-b2fca763184f" providerId="ADAL" clId="{B002F7D9-0AFB-477B-93E2-B03E229F5AB4}" dt="2023-02-21T22:33:30.800" v="1414" actId="20577"/>
          <ac:spMkLst>
            <pc:docMk/>
            <pc:sldMk cId="4016053433" sldId="260"/>
            <ac:spMk id="6" creationId="{BE0FBEA2-8799-0BE4-13E1-7E4CDE86CE3B}"/>
          </ac:spMkLst>
        </pc:spChg>
        <pc:spChg chg="del">
          <ac:chgData name="Júlio César Chaves" userId="3f913fe9-3202-435d-b9f5-b2fca763184f" providerId="ADAL" clId="{B002F7D9-0AFB-477B-93E2-B03E229F5AB4}" dt="2023-02-21T21:23:24.413" v="3" actId="478"/>
          <ac:spMkLst>
            <pc:docMk/>
            <pc:sldMk cId="4016053433" sldId="260"/>
            <ac:spMk id="8" creationId="{1BF6D6A2-8573-4337-1F78-A5A2848BAE21}"/>
          </ac:spMkLst>
        </pc:spChg>
        <pc:spChg chg="mod">
          <ac:chgData name="Júlio César Chaves" userId="3f913fe9-3202-435d-b9f5-b2fca763184f" providerId="ADAL" clId="{B002F7D9-0AFB-477B-93E2-B03E229F5AB4}" dt="2023-02-21T21:57:26.713" v="816" actId="21"/>
          <ac:spMkLst>
            <pc:docMk/>
            <pc:sldMk cId="4016053433" sldId="260"/>
            <ac:spMk id="10" creationId="{896DA3D1-BF41-C851-9D5E-87E7FEE1F07E}"/>
          </ac:spMkLst>
        </pc:spChg>
        <pc:spChg chg="add del mod">
          <ac:chgData name="Júlio César Chaves" userId="3f913fe9-3202-435d-b9f5-b2fca763184f" providerId="ADAL" clId="{B002F7D9-0AFB-477B-93E2-B03E229F5AB4}" dt="2023-02-21T21:29:15.447" v="17" actId="478"/>
          <ac:spMkLst>
            <pc:docMk/>
            <pc:sldMk cId="4016053433" sldId="260"/>
            <ac:spMk id="11" creationId="{8EFB3B05-85EE-E748-B6E1-CAACCE452106}"/>
          </ac:spMkLst>
        </pc:spChg>
        <pc:spChg chg="add mod">
          <ac:chgData name="Júlio César Chaves" userId="3f913fe9-3202-435d-b9f5-b2fca763184f" providerId="ADAL" clId="{B002F7D9-0AFB-477B-93E2-B03E229F5AB4}" dt="2023-02-21T21:43:47.862" v="343" actId="1076"/>
          <ac:spMkLst>
            <pc:docMk/>
            <pc:sldMk cId="4016053433" sldId="260"/>
            <ac:spMk id="13" creationId="{FDA92272-882A-883D-0D79-2F62AFA9CD60}"/>
          </ac:spMkLst>
        </pc:spChg>
        <pc:picChg chg="del">
          <ac:chgData name="Júlio César Chaves" userId="3f913fe9-3202-435d-b9f5-b2fca763184f" providerId="ADAL" clId="{B002F7D9-0AFB-477B-93E2-B03E229F5AB4}" dt="2023-02-21T21:23:24.413" v="3" actId="478"/>
          <ac:picMkLst>
            <pc:docMk/>
            <pc:sldMk cId="4016053433" sldId="260"/>
            <ac:picMk id="7" creationId="{6193660F-E661-E749-6879-D388EBA67CC4}"/>
          </ac:picMkLst>
        </pc:picChg>
        <pc:picChg chg="add del mod">
          <ac:chgData name="Júlio César Chaves" userId="3f913fe9-3202-435d-b9f5-b2fca763184f" providerId="ADAL" clId="{B002F7D9-0AFB-477B-93E2-B03E229F5AB4}" dt="2023-02-21T21:29:15.447" v="17" actId="478"/>
          <ac:picMkLst>
            <pc:docMk/>
            <pc:sldMk cId="4016053433" sldId="260"/>
            <ac:picMk id="9" creationId="{8676E908-031D-84C7-AD4A-A89DBAE0B056}"/>
          </ac:picMkLst>
        </pc:picChg>
        <pc:picChg chg="add mod">
          <ac:chgData name="Júlio César Chaves" userId="3f913fe9-3202-435d-b9f5-b2fca763184f" providerId="ADAL" clId="{B002F7D9-0AFB-477B-93E2-B03E229F5AB4}" dt="2023-02-21T21:43:28.881" v="332" actId="1076"/>
          <ac:picMkLst>
            <pc:docMk/>
            <pc:sldMk cId="4016053433" sldId="260"/>
            <ac:picMk id="1026" creationId="{20A8FA4A-52B0-B6FB-37E8-F28C7DCE4799}"/>
          </ac:picMkLst>
        </pc:picChg>
      </pc:sldChg>
      <pc:sldChg chg="del">
        <pc:chgData name="Júlio César Chaves" userId="3f913fe9-3202-435d-b9f5-b2fca763184f" providerId="ADAL" clId="{B002F7D9-0AFB-477B-93E2-B03E229F5AB4}" dt="2023-02-21T21:23:26.875" v="4" actId="47"/>
        <pc:sldMkLst>
          <pc:docMk/>
          <pc:sldMk cId="973209971" sldId="261"/>
        </pc:sldMkLst>
      </pc:sldChg>
      <pc:sldChg chg="addSp delSp modSp add mod">
        <pc:chgData name="Júlio César Chaves" userId="3f913fe9-3202-435d-b9f5-b2fca763184f" providerId="ADAL" clId="{B002F7D9-0AFB-477B-93E2-B03E229F5AB4}" dt="2023-02-21T22:33:34.819" v="1415" actId="20577"/>
        <pc:sldMkLst>
          <pc:docMk/>
          <pc:sldMk cId="2761237668" sldId="261"/>
        </pc:sldMkLst>
        <pc:spChg chg="mod">
          <ac:chgData name="Júlio César Chaves" userId="3f913fe9-3202-435d-b9f5-b2fca763184f" providerId="ADAL" clId="{B002F7D9-0AFB-477B-93E2-B03E229F5AB4}" dt="2023-02-21T22:13:01.285" v="1392" actId="1076"/>
          <ac:spMkLst>
            <pc:docMk/>
            <pc:sldMk cId="2761237668" sldId="261"/>
            <ac:spMk id="2" creationId="{F6D029EC-3966-70CB-AC28-C82896931C35}"/>
          </ac:spMkLst>
        </pc:spChg>
        <pc:spChg chg="mod">
          <ac:chgData name="Júlio César Chaves" userId="3f913fe9-3202-435d-b9f5-b2fca763184f" providerId="ADAL" clId="{B002F7D9-0AFB-477B-93E2-B03E229F5AB4}" dt="2023-02-21T21:33:11.502" v="110" actId="15"/>
          <ac:spMkLst>
            <pc:docMk/>
            <pc:sldMk cId="2761237668" sldId="261"/>
            <ac:spMk id="4" creationId="{1129C928-0FE1-8790-B7BC-7DF2A5DA59BA}"/>
          </ac:spMkLst>
        </pc:spChg>
        <pc:spChg chg="del">
          <ac:chgData name="Júlio César Chaves" userId="3f913fe9-3202-435d-b9f5-b2fca763184f" providerId="ADAL" clId="{B002F7D9-0AFB-477B-93E2-B03E229F5AB4}" dt="2023-02-21T21:30:29.801" v="31" actId="478"/>
          <ac:spMkLst>
            <pc:docMk/>
            <pc:sldMk cId="2761237668" sldId="261"/>
            <ac:spMk id="5" creationId="{97A9009A-9378-3903-BF3F-6FBD413E9572}"/>
          </ac:spMkLst>
        </pc:spChg>
        <pc:spChg chg="mod">
          <ac:chgData name="Júlio César Chaves" userId="3f913fe9-3202-435d-b9f5-b2fca763184f" providerId="ADAL" clId="{B002F7D9-0AFB-477B-93E2-B03E229F5AB4}" dt="2023-02-21T22:33:34.819" v="1415" actId="20577"/>
          <ac:spMkLst>
            <pc:docMk/>
            <pc:sldMk cId="2761237668" sldId="261"/>
            <ac:spMk id="6" creationId="{BE0FBEA2-8799-0BE4-13E1-7E4CDE86CE3B}"/>
          </ac:spMkLst>
        </pc:spChg>
        <pc:spChg chg="add del mod">
          <ac:chgData name="Júlio César Chaves" userId="3f913fe9-3202-435d-b9f5-b2fca763184f" providerId="ADAL" clId="{B002F7D9-0AFB-477B-93E2-B03E229F5AB4}" dt="2023-02-21T21:30:32.257" v="32" actId="478"/>
          <ac:spMkLst>
            <pc:docMk/>
            <pc:sldMk cId="2761237668" sldId="261"/>
            <ac:spMk id="7" creationId="{E7DEEC94-0FCA-48B4-1609-721D48BF66EC}"/>
          </ac:spMkLst>
        </pc:spChg>
        <pc:spChg chg="add del">
          <ac:chgData name="Júlio César Chaves" userId="3f913fe9-3202-435d-b9f5-b2fca763184f" providerId="ADAL" clId="{B002F7D9-0AFB-477B-93E2-B03E229F5AB4}" dt="2023-02-21T21:31:34.370" v="69" actId="22"/>
          <ac:spMkLst>
            <pc:docMk/>
            <pc:sldMk cId="2761237668" sldId="261"/>
            <ac:spMk id="9" creationId="{AF2D57E6-1F2D-5002-84F5-2D3729D4DE24}"/>
          </ac:spMkLst>
        </pc:spChg>
        <pc:spChg chg="mod">
          <ac:chgData name="Júlio César Chaves" userId="3f913fe9-3202-435d-b9f5-b2fca763184f" providerId="ADAL" clId="{B002F7D9-0AFB-477B-93E2-B03E229F5AB4}" dt="2023-02-21T21:32:47.848" v="95" actId="20577"/>
          <ac:spMkLst>
            <pc:docMk/>
            <pc:sldMk cId="2761237668" sldId="261"/>
            <ac:spMk id="10" creationId="{896DA3D1-BF41-C851-9D5E-87E7FEE1F07E}"/>
          </ac:spMkLst>
        </pc:spChg>
        <pc:spChg chg="add mod">
          <ac:chgData name="Júlio César Chaves" userId="3f913fe9-3202-435d-b9f5-b2fca763184f" providerId="ADAL" clId="{B002F7D9-0AFB-477B-93E2-B03E229F5AB4}" dt="2023-02-21T22:13:42.857" v="1403" actId="20577"/>
          <ac:spMkLst>
            <pc:docMk/>
            <pc:sldMk cId="2761237668" sldId="261"/>
            <ac:spMk id="11" creationId="{1E06F3FA-03BF-9606-602F-B658088557EB}"/>
          </ac:spMkLst>
        </pc:spChg>
        <pc:spChg chg="add mod">
          <ac:chgData name="Júlio César Chaves" userId="3f913fe9-3202-435d-b9f5-b2fca763184f" providerId="ADAL" clId="{B002F7D9-0AFB-477B-93E2-B03E229F5AB4}" dt="2023-02-21T21:44:58.624" v="357" actId="404"/>
          <ac:spMkLst>
            <pc:docMk/>
            <pc:sldMk cId="2761237668" sldId="261"/>
            <ac:spMk id="14" creationId="{884F4CE4-B755-12F6-57D0-637FAB77FE7D}"/>
          </ac:spMkLst>
        </pc:spChg>
        <pc:picChg chg="add mod">
          <ac:chgData name="Júlio César Chaves" userId="3f913fe9-3202-435d-b9f5-b2fca763184f" providerId="ADAL" clId="{B002F7D9-0AFB-477B-93E2-B03E229F5AB4}" dt="2023-02-21T21:44:38.285" v="348" actId="1076"/>
          <ac:picMkLst>
            <pc:docMk/>
            <pc:sldMk cId="2761237668" sldId="261"/>
            <ac:picMk id="12" creationId="{20AD2BE8-5F1F-F118-929C-B97156CC6D96}"/>
          </ac:picMkLst>
        </pc:picChg>
      </pc:sldChg>
      <pc:sldChg chg="modSp add del mod">
        <pc:chgData name="Júlio César Chaves" userId="3f913fe9-3202-435d-b9f5-b2fca763184f" providerId="ADAL" clId="{B002F7D9-0AFB-477B-93E2-B03E229F5AB4}" dt="2023-02-21T22:13:30.786" v="1394" actId="47"/>
        <pc:sldMkLst>
          <pc:docMk/>
          <pc:sldMk cId="592604538" sldId="262"/>
        </pc:sldMkLst>
        <pc:spChg chg="mod">
          <ac:chgData name="Júlio César Chaves" userId="3f913fe9-3202-435d-b9f5-b2fca763184f" providerId="ADAL" clId="{B002F7D9-0AFB-477B-93E2-B03E229F5AB4}" dt="2023-02-21T22:04:25.664" v="1030" actId="6549"/>
          <ac:spMkLst>
            <pc:docMk/>
            <pc:sldMk cId="592604538" sldId="262"/>
            <ac:spMk id="4" creationId="{1129C928-0FE1-8790-B7BC-7DF2A5DA59BA}"/>
          </ac:spMkLst>
        </pc:spChg>
        <pc:spChg chg="mod">
          <ac:chgData name="Júlio César Chaves" userId="3f913fe9-3202-435d-b9f5-b2fca763184f" providerId="ADAL" clId="{B002F7D9-0AFB-477B-93E2-B03E229F5AB4}" dt="2023-02-21T22:10:06.130" v="1388" actId="20577"/>
          <ac:spMkLst>
            <pc:docMk/>
            <pc:sldMk cId="592604538" sldId="262"/>
            <ac:spMk id="5" creationId="{97A9009A-9378-3903-BF3F-6FBD413E9572}"/>
          </ac:spMkLst>
        </pc:spChg>
        <pc:spChg chg="mod">
          <ac:chgData name="Júlio César Chaves" userId="3f913fe9-3202-435d-b9f5-b2fca763184f" providerId="ADAL" clId="{B002F7D9-0AFB-477B-93E2-B03E229F5AB4}" dt="2023-02-21T22:04:29.733" v="1032" actId="6549"/>
          <ac:spMkLst>
            <pc:docMk/>
            <pc:sldMk cId="592604538" sldId="262"/>
            <ac:spMk id="10" creationId="{896DA3D1-BF41-C851-9D5E-87E7FEE1F07E}"/>
          </ac:spMkLst>
        </pc:spChg>
      </pc:sldChg>
    </pc:docChg>
  </pc:docChgLst>
  <pc:docChgLst>
    <pc:chgData name="Júlio César Chaves" userId="3f913fe9-3202-435d-b9f5-b2fca763184f" providerId="ADAL" clId="{56B07394-B97E-4928-B89F-2070AB1FBF06}"/>
    <pc:docChg chg="undo custSel addSld modSld modSection">
      <pc:chgData name="Júlio César Chaves" userId="3f913fe9-3202-435d-b9f5-b2fca763184f" providerId="ADAL" clId="{56B07394-B97E-4928-B89F-2070AB1FBF06}" dt="2021-03-08T21:44:53.733" v="1527" actId="20577"/>
      <pc:docMkLst>
        <pc:docMk/>
      </pc:docMkLst>
      <pc:sldChg chg="modSp mod">
        <pc:chgData name="Júlio César Chaves" userId="3f913fe9-3202-435d-b9f5-b2fca763184f" providerId="ADAL" clId="{56B07394-B97E-4928-B89F-2070AB1FBF06}" dt="2021-03-08T21:08:34.316" v="761" actId="20577"/>
        <pc:sldMkLst>
          <pc:docMk/>
          <pc:sldMk cId="1708017829" sldId="261"/>
        </pc:sldMkLst>
        <pc:spChg chg="mod">
          <ac:chgData name="Júlio César Chaves" userId="3f913fe9-3202-435d-b9f5-b2fca763184f" providerId="ADAL" clId="{56B07394-B97E-4928-B89F-2070AB1FBF06}" dt="2021-03-08T21:08:34.316" v="761" actId="20577"/>
          <ac:spMkLst>
            <pc:docMk/>
            <pc:sldMk cId="1708017829" sldId="261"/>
            <ac:spMk id="2" creationId="{00000000-0000-0000-0000-000000000000}"/>
          </ac:spMkLst>
        </pc:spChg>
      </pc:sldChg>
      <pc:sldChg chg="addSp delSp modSp new mod modClrScheme chgLayout modNotesTx">
        <pc:chgData name="Júlio César Chaves" userId="3f913fe9-3202-435d-b9f5-b2fca763184f" providerId="ADAL" clId="{56B07394-B97E-4928-B89F-2070AB1FBF06}" dt="2021-03-08T21:07:34.616" v="716" actId="20577"/>
        <pc:sldMkLst>
          <pc:docMk/>
          <pc:sldMk cId="190214058" sldId="278"/>
        </pc:sldMkLst>
        <pc:spChg chg="mod ord">
          <ac:chgData name="Júlio César Chaves" userId="3f913fe9-3202-435d-b9f5-b2fca763184f" providerId="ADAL" clId="{56B07394-B97E-4928-B89F-2070AB1FBF06}" dt="2021-02-26T14:44:00.093" v="53" actId="20577"/>
          <ac:spMkLst>
            <pc:docMk/>
            <pc:sldMk cId="190214058" sldId="278"/>
            <ac:spMk id="2" creationId="{4EED35F6-0811-4312-8C11-D2FFAB09D6FB}"/>
          </ac:spMkLst>
        </pc:spChg>
        <pc:spChg chg="del mod ord">
          <ac:chgData name="Júlio César Chaves" userId="3f913fe9-3202-435d-b9f5-b2fca763184f" providerId="ADAL" clId="{56B07394-B97E-4928-B89F-2070AB1FBF06}" dt="2021-02-26T14:43:51.855" v="30" actId="700"/>
          <ac:spMkLst>
            <pc:docMk/>
            <pc:sldMk cId="190214058" sldId="278"/>
            <ac:spMk id="3" creationId="{3AAA0C2C-9968-4D3A-93EC-72F186992C5E}"/>
          </ac:spMkLst>
        </pc:spChg>
        <pc:spChg chg="del mod ord">
          <ac:chgData name="Júlio César Chaves" userId="3f913fe9-3202-435d-b9f5-b2fca763184f" providerId="ADAL" clId="{56B07394-B97E-4928-B89F-2070AB1FBF06}" dt="2021-02-26T14:43:51.855" v="30" actId="700"/>
          <ac:spMkLst>
            <pc:docMk/>
            <pc:sldMk cId="190214058" sldId="278"/>
            <ac:spMk id="4" creationId="{1718DB9B-15A7-4917-9C0C-9754B6EC89C0}"/>
          </ac:spMkLst>
        </pc:spChg>
        <pc:spChg chg="add mod ord">
          <ac:chgData name="Júlio César Chaves" userId="3f913fe9-3202-435d-b9f5-b2fca763184f" providerId="ADAL" clId="{56B07394-B97E-4928-B89F-2070AB1FBF06}" dt="2021-03-08T21:07:34.616" v="716" actId="20577"/>
          <ac:spMkLst>
            <pc:docMk/>
            <pc:sldMk cId="190214058" sldId="278"/>
            <ac:spMk id="5" creationId="{1E1D4EDB-EF74-4896-8B69-48A641F0C69F}"/>
          </ac:spMkLst>
        </pc:spChg>
        <pc:spChg chg="add mod ord">
          <ac:chgData name="Júlio César Chaves" userId="3f913fe9-3202-435d-b9f5-b2fca763184f" providerId="ADAL" clId="{56B07394-B97E-4928-B89F-2070AB1FBF06}" dt="2021-03-08T19:59:25.664" v="581" actId="20577"/>
          <ac:spMkLst>
            <pc:docMk/>
            <pc:sldMk cId="190214058" sldId="278"/>
            <ac:spMk id="6" creationId="{957190E6-DB1C-4BE6-8F05-EEAF942DC880}"/>
          </ac:spMkLst>
        </pc:spChg>
        <pc:spChg chg="add mod ord">
          <ac:chgData name="Júlio César Chaves" userId="3f913fe9-3202-435d-b9f5-b2fca763184f" providerId="ADAL" clId="{56B07394-B97E-4928-B89F-2070AB1FBF06}" dt="2021-02-26T14:44:33.951" v="81" actId="20577"/>
          <ac:spMkLst>
            <pc:docMk/>
            <pc:sldMk cId="190214058" sldId="278"/>
            <ac:spMk id="7" creationId="{60DA11EE-4E14-4188-9F13-AC8D4C0F1337}"/>
          </ac:spMkLst>
        </pc:spChg>
      </pc:sldChg>
      <pc:sldChg chg="addSp modSp new mod">
        <pc:chgData name="Júlio César Chaves" userId="3f913fe9-3202-435d-b9f5-b2fca763184f" providerId="ADAL" clId="{56B07394-B97E-4928-B89F-2070AB1FBF06}" dt="2021-03-08T21:44:53.733" v="1527" actId="20577"/>
        <pc:sldMkLst>
          <pc:docMk/>
          <pc:sldMk cId="1720987464" sldId="279"/>
        </pc:sldMkLst>
        <pc:spChg chg="mod">
          <ac:chgData name="Júlio César Chaves" userId="3f913fe9-3202-435d-b9f5-b2fca763184f" providerId="ADAL" clId="{56B07394-B97E-4928-B89F-2070AB1FBF06}" dt="2021-03-08T21:09:13.117" v="768" actId="20577"/>
          <ac:spMkLst>
            <pc:docMk/>
            <pc:sldMk cId="1720987464" sldId="279"/>
            <ac:spMk id="2" creationId="{115AD977-F174-4AF0-895C-3C18051AC580}"/>
          </ac:spMkLst>
        </pc:spChg>
        <pc:spChg chg="mod">
          <ac:chgData name="Júlio César Chaves" userId="3f913fe9-3202-435d-b9f5-b2fca763184f" providerId="ADAL" clId="{56B07394-B97E-4928-B89F-2070AB1FBF06}" dt="2021-03-08T21:19:23.292" v="1056" actId="20577"/>
          <ac:spMkLst>
            <pc:docMk/>
            <pc:sldMk cId="1720987464" sldId="279"/>
            <ac:spMk id="4" creationId="{75864AD5-60D4-4F33-893A-CC6F63CE1655}"/>
          </ac:spMkLst>
        </pc:spChg>
        <pc:spChg chg="mod">
          <ac:chgData name="Júlio César Chaves" userId="3f913fe9-3202-435d-b9f5-b2fca763184f" providerId="ADAL" clId="{56B07394-B97E-4928-B89F-2070AB1FBF06}" dt="2021-03-08T21:13:23.655" v="851" actId="20577"/>
          <ac:spMkLst>
            <pc:docMk/>
            <pc:sldMk cId="1720987464" sldId="279"/>
            <ac:spMk id="9" creationId="{794815FE-6053-484E-B1CB-0A89DC42606C}"/>
          </ac:spMkLst>
        </pc:spChg>
        <pc:spChg chg="mod">
          <ac:chgData name="Júlio César Chaves" userId="3f913fe9-3202-435d-b9f5-b2fca763184f" providerId="ADAL" clId="{56B07394-B97E-4928-B89F-2070AB1FBF06}" dt="2021-03-08T21:24:29.823" v="1170" actId="20577"/>
          <ac:spMkLst>
            <pc:docMk/>
            <pc:sldMk cId="1720987464" sldId="279"/>
            <ac:spMk id="10" creationId="{03A59662-3402-4F1B-8F05-976E4C78545C}"/>
          </ac:spMkLst>
        </pc:spChg>
        <pc:spChg chg="mod">
          <ac:chgData name="Júlio César Chaves" userId="3f913fe9-3202-435d-b9f5-b2fca763184f" providerId="ADAL" clId="{56B07394-B97E-4928-B89F-2070AB1FBF06}" dt="2021-03-08T21:24:24.670" v="1155"/>
          <ac:spMkLst>
            <pc:docMk/>
            <pc:sldMk cId="1720987464" sldId="279"/>
            <ac:spMk id="11" creationId="{0CED6FEE-1003-418B-836D-78BCDD3010D3}"/>
          </ac:spMkLst>
        </pc:spChg>
        <pc:spChg chg="mod">
          <ac:chgData name="Júlio César Chaves" userId="3f913fe9-3202-435d-b9f5-b2fca763184f" providerId="ADAL" clId="{56B07394-B97E-4928-B89F-2070AB1FBF06}" dt="2021-03-08T21:44:30.721" v="1491" actId="20577"/>
          <ac:spMkLst>
            <pc:docMk/>
            <pc:sldMk cId="1720987464" sldId="279"/>
            <ac:spMk id="12" creationId="{BC38E645-342A-4B54-8BD6-2AD5F36AE9AD}"/>
          </ac:spMkLst>
        </pc:spChg>
        <pc:spChg chg="mod">
          <ac:chgData name="Júlio César Chaves" userId="3f913fe9-3202-435d-b9f5-b2fca763184f" providerId="ADAL" clId="{56B07394-B97E-4928-B89F-2070AB1FBF06}" dt="2021-03-08T21:44:25.686" v="1480" actId="20577"/>
          <ac:spMkLst>
            <pc:docMk/>
            <pc:sldMk cId="1720987464" sldId="279"/>
            <ac:spMk id="13" creationId="{22B97E35-5B22-4920-BF2E-33113AA43156}"/>
          </ac:spMkLst>
        </pc:spChg>
        <pc:spChg chg="mod">
          <ac:chgData name="Júlio César Chaves" userId="3f913fe9-3202-435d-b9f5-b2fca763184f" providerId="ADAL" clId="{56B07394-B97E-4928-B89F-2070AB1FBF06}" dt="2021-03-08T21:44:12.011" v="1474" actId="20577"/>
          <ac:spMkLst>
            <pc:docMk/>
            <pc:sldMk cId="1720987464" sldId="279"/>
            <ac:spMk id="19" creationId="{7C0994B6-D091-4C25-926D-9DB90306DB52}"/>
          </ac:spMkLst>
        </pc:spChg>
        <pc:spChg chg="mod">
          <ac:chgData name="Júlio César Chaves" userId="3f913fe9-3202-435d-b9f5-b2fca763184f" providerId="ADAL" clId="{56B07394-B97E-4928-B89F-2070AB1FBF06}" dt="2021-03-08T21:43:41.919" v="1459"/>
          <ac:spMkLst>
            <pc:docMk/>
            <pc:sldMk cId="1720987464" sldId="279"/>
            <ac:spMk id="20" creationId="{911716D3-EEF2-4157-AE74-9F9DEECA162D}"/>
          </ac:spMkLst>
        </pc:spChg>
        <pc:spChg chg="mod">
          <ac:chgData name="Júlio César Chaves" userId="3f913fe9-3202-435d-b9f5-b2fca763184f" providerId="ADAL" clId="{56B07394-B97E-4928-B89F-2070AB1FBF06}" dt="2021-03-08T21:43:37.683" v="1458"/>
          <ac:spMkLst>
            <pc:docMk/>
            <pc:sldMk cId="1720987464" sldId="279"/>
            <ac:spMk id="21" creationId="{B315A571-0FC5-4EE3-97C1-AB68342CD336}"/>
          </ac:spMkLst>
        </pc:spChg>
        <pc:graphicFrameChg chg="add mod modGraphic">
          <ac:chgData name="Júlio César Chaves" userId="3f913fe9-3202-435d-b9f5-b2fca763184f" providerId="ADAL" clId="{56B07394-B97E-4928-B89F-2070AB1FBF06}" dt="2021-03-08T21:15:13.740" v="894" actId="20577"/>
          <ac:graphicFrameMkLst>
            <pc:docMk/>
            <pc:sldMk cId="1720987464" sldId="279"/>
            <ac:graphicFrameMk id="24" creationId="{192F7588-1AC2-4D93-B961-C9EDF489A6A5}"/>
          </ac:graphicFrameMkLst>
        </pc:graphicFrameChg>
        <pc:graphicFrameChg chg="add mod modGraphic">
          <ac:chgData name="Júlio César Chaves" userId="3f913fe9-3202-435d-b9f5-b2fca763184f" providerId="ADAL" clId="{56B07394-B97E-4928-B89F-2070AB1FBF06}" dt="2021-03-08T21:24:38.628" v="1190" actId="20577"/>
          <ac:graphicFrameMkLst>
            <pc:docMk/>
            <pc:sldMk cId="1720987464" sldId="279"/>
            <ac:graphicFrameMk id="25" creationId="{DFC59CA0-4583-4DCE-8050-FEC817F48266}"/>
          </ac:graphicFrameMkLst>
        </pc:graphicFrameChg>
        <pc:graphicFrameChg chg="add mod modGraphic">
          <ac:chgData name="Júlio César Chaves" userId="3f913fe9-3202-435d-b9f5-b2fca763184f" providerId="ADAL" clId="{56B07394-B97E-4928-B89F-2070AB1FBF06}" dt="2021-03-08T21:24:20.392" v="1154"/>
          <ac:graphicFrameMkLst>
            <pc:docMk/>
            <pc:sldMk cId="1720987464" sldId="279"/>
            <ac:graphicFrameMk id="26" creationId="{BAD77944-BED8-4056-8A0D-FD83D722DBA8}"/>
          </ac:graphicFrameMkLst>
        </pc:graphicFrameChg>
        <pc:graphicFrameChg chg="add mod modGraphic">
          <ac:chgData name="Júlio César Chaves" userId="3f913fe9-3202-435d-b9f5-b2fca763184f" providerId="ADAL" clId="{56B07394-B97E-4928-B89F-2070AB1FBF06}" dt="2021-03-08T21:44:53.733" v="1527" actId="20577"/>
          <ac:graphicFrameMkLst>
            <pc:docMk/>
            <pc:sldMk cId="1720987464" sldId="279"/>
            <ac:graphicFrameMk id="27" creationId="{34DAEEE3-C4D7-44AA-997E-9A0260842EA0}"/>
          </ac:graphicFrameMkLst>
        </pc:graphicFrameChg>
        <pc:graphicFrameChg chg="add mod modGraphic">
          <ac:chgData name="Júlio César Chaves" userId="3f913fe9-3202-435d-b9f5-b2fca763184f" providerId="ADAL" clId="{56B07394-B97E-4928-B89F-2070AB1FBF06}" dt="2021-03-08T21:44:21.467" v="1475"/>
          <ac:graphicFrameMkLst>
            <pc:docMk/>
            <pc:sldMk cId="1720987464" sldId="279"/>
            <ac:graphicFrameMk id="28" creationId="{E696B1D5-7FE3-4E09-AF1E-7473D0F73F65}"/>
          </ac:graphicFrameMkLst>
        </pc:graphicFrameChg>
        <pc:graphicFrameChg chg="add mod">
          <ac:chgData name="Júlio César Chaves" userId="3f913fe9-3202-435d-b9f5-b2fca763184f" providerId="ADAL" clId="{56B07394-B97E-4928-B89F-2070AB1FBF06}" dt="2021-03-08T21:44:05.500" v="1463"/>
          <ac:graphicFrameMkLst>
            <pc:docMk/>
            <pc:sldMk cId="1720987464" sldId="279"/>
            <ac:graphicFrameMk id="29" creationId="{3217AE39-BD26-40F5-8BB4-0C08FDC47D5D}"/>
          </ac:graphicFrameMkLst>
        </pc:graphicFrameChg>
        <pc:graphicFrameChg chg="add mod modGraphic">
          <ac:chgData name="Júlio César Chaves" userId="3f913fe9-3202-435d-b9f5-b2fca763184f" providerId="ADAL" clId="{56B07394-B97E-4928-B89F-2070AB1FBF06}" dt="2021-03-08T21:43:49.432" v="1460"/>
          <ac:graphicFrameMkLst>
            <pc:docMk/>
            <pc:sldMk cId="1720987464" sldId="279"/>
            <ac:graphicFrameMk id="30" creationId="{81CCA734-6A7E-4F25-9041-D2A412E92140}"/>
          </ac:graphicFrameMkLst>
        </pc:graphicFrameChg>
        <pc:graphicFrameChg chg="add mod">
          <ac:chgData name="Júlio César Chaves" userId="3f913fe9-3202-435d-b9f5-b2fca763184f" providerId="ADAL" clId="{56B07394-B97E-4928-B89F-2070AB1FBF06}" dt="2021-03-08T21:43:30.014" v="1457" actId="1076"/>
          <ac:graphicFrameMkLst>
            <pc:docMk/>
            <pc:sldMk cId="1720987464" sldId="279"/>
            <ac:graphicFrameMk id="31" creationId="{0434D78A-D748-4F36-A344-697441773372}"/>
          </ac:graphicFrameMkLst>
        </pc:graphicFrameChg>
      </pc:sldChg>
      <pc:sldChg chg="modSp add mod modNotesTx">
        <pc:chgData name="Júlio César Chaves" userId="3f913fe9-3202-435d-b9f5-b2fca763184f" providerId="ADAL" clId="{56B07394-B97E-4928-B89F-2070AB1FBF06}" dt="2021-03-08T21:39:17.520" v="1455" actId="20577"/>
        <pc:sldMkLst>
          <pc:docMk/>
          <pc:sldMk cId="4282460364" sldId="280"/>
        </pc:sldMkLst>
        <pc:spChg chg="mod">
          <ac:chgData name="Júlio César Chaves" userId="3f913fe9-3202-435d-b9f5-b2fca763184f" providerId="ADAL" clId="{56B07394-B97E-4928-B89F-2070AB1FBF06}" dt="2021-03-08T21:26:57.741" v="1235" actId="20577"/>
          <ac:spMkLst>
            <pc:docMk/>
            <pc:sldMk cId="4282460364" sldId="280"/>
            <ac:spMk id="2" creationId="{115AD977-F174-4AF0-895C-3C18051AC580}"/>
          </ac:spMkLst>
        </pc:spChg>
        <pc:spChg chg="mod">
          <ac:chgData name="Júlio César Chaves" userId="3f913fe9-3202-435d-b9f5-b2fca763184f" providerId="ADAL" clId="{56B07394-B97E-4928-B89F-2070AB1FBF06}" dt="2021-03-08T21:39:17.520" v="1455" actId="20577"/>
          <ac:spMkLst>
            <pc:docMk/>
            <pc:sldMk cId="4282460364" sldId="280"/>
            <ac:spMk id="4" creationId="{75864AD5-60D4-4F33-893A-CC6F63CE1655}"/>
          </ac:spMkLst>
        </pc:spChg>
        <pc:spChg chg="mod">
          <ac:chgData name="Júlio César Chaves" userId="3f913fe9-3202-435d-b9f5-b2fca763184f" providerId="ADAL" clId="{56B07394-B97E-4928-B89F-2070AB1FBF06}" dt="2021-03-08T21:27:48.244" v="1258" actId="20577"/>
          <ac:spMkLst>
            <pc:docMk/>
            <pc:sldMk cId="4282460364" sldId="280"/>
            <ac:spMk id="9" creationId="{794815FE-6053-484E-B1CB-0A89DC42606C}"/>
          </ac:spMkLst>
        </pc:spChg>
        <pc:spChg chg="mod">
          <ac:chgData name="Júlio César Chaves" userId="3f913fe9-3202-435d-b9f5-b2fca763184f" providerId="ADAL" clId="{56B07394-B97E-4928-B89F-2070AB1FBF06}" dt="2021-03-08T21:27:46.151" v="1257" actId="20577"/>
          <ac:spMkLst>
            <pc:docMk/>
            <pc:sldMk cId="4282460364" sldId="280"/>
            <ac:spMk id="10" creationId="{03A59662-3402-4F1B-8F05-976E4C78545C}"/>
          </ac:spMkLst>
        </pc:spChg>
        <pc:spChg chg="mod">
          <ac:chgData name="Júlio César Chaves" userId="3f913fe9-3202-435d-b9f5-b2fca763184f" providerId="ADAL" clId="{56B07394-B97E-4928-B89F-2070AB1FBF06}" dt="2021-03-08T21:27:42.324" v="1256" actId="20577"/>
          <ac:spMkLst>
            <pc:docMk/>
            <pc:sldMk cId="4282460364" sldId="280"/>
            <ac:spMk id="11" creationId="{0CED6FEE-1003-418B-836D-78BCDD3010D3}"/>
          </ac:spMkLst>
        </pc:spChg>
        <pc:spChg chg="mod">
          <ac:chgData name="Júlio César Chaves" userId="3f913fe9-3202-435d-b9f5-b2fca763184f" providerId="ADAL" clId="{56B07394-B97E-4928-B89F-2070AB1FBF06}" dt="2021-03-08T21:27:40.317" v="1255" actId="20577"/>
          <ac:spMkLst>
            <pc:docMk/>
            <pc:sldMk cId="4282460364" sldId="280"/>
            <ac:spMk id="12" creationId="{BC38E645-342A-4B54-8BD6-2AD5F36AE9AD}"/>
          </ac:spMkLst>
        </pc:spChg>
        <pc:graphicFrameChg chg="modGraphic">
          <ac:chgData name="Júlio César Chaves" userId="3f913fe9-3202-435d-b9f5-b2fca763184f" providerId="ADAL" clId="{56B07394-B97E-4928-B89F-2070AB1FBF06}" dt="2021-03-08T21:27:03.216" v="1236" actId="20577"/>
          <ac:graphicFrameMkLst>
            <pc:docMk/>
            <pc:sldMk cId="4282460364" sldId="280"/>
            <ac:graphicFrameMk id="24" creationId="{192F7588-1AC2-4D93-B961-C9EDF489A6A5}"/>
          </ac:graphicFrameMkLst>
        </pc:graphicFrameChg>
        <pc:graphicFrameChg chg="modGraphic">
          <ac:chgData name="Júlio César Chaves" userId="3f913fe9-3202-435d-b9f5-b2fca763184f" providerId="ADAL" clId="{56B07394-B97E-4928-B89F-2070AB1FBF06}" dt="2021-03-08T21:27:07.861" v="1248" actId="20577"/>
          <ac:graphicFrameMkLst>
            <pc:docMk/>
            <pc:sldMk cId="4282460364" sldId="280"/>
            <ac:graphicFrameMk id="25" creationId="{DFC59CA0-4583-4DCE-8050-FEC817F48266}"/>
          </ac:graphicFrameMkLst>
        </pc:graphicFrameChg>
        <pc:graphicFrameChg chg="modGraphic">
          <ac:chgData name="Júlio César Chaves" userId="3f913fe9-3202-435d-b9f5-b2fca763184f" providerId="ADAL" clId="{56B07394-B97E-4928-B89F-2070AB1FBF06}" dt="2021-03-08T21:27:12.077" v="1249" actId="20577"/>
          <ac:graphicFrameMkLst>
            <pc:docMk/>
            <pc:sldMk cId="4282460364" sldId="280"/>
            <ac:graphicFrameMk id="26" creationId="{BAD77944-BED8-4056-8A0D-FD83D722DBA8}"/>
          </ac:graphicFrameMkLst>
        </pc:graphicFrameChg>
        <pc:graphicFrameChg chg="modGraphic">
          <ac:chgData name="Júlio César Chaves" userId="3f913fe9-3202-435d-b9f5-b2fca763184f" providerId="ADAL" clId="{56B07394-B97E-4928-B89F-2070AB1FBF06}" dt="2021-03-08T21:27:15.299" v="1250" actId="20577"/>
          <ac:graphicFrameMkLst>
            <pc:docMk/>
            <pc:sldMk cId="4282460364" sldId="280"/>
            <ac:graphicFrameMk id="27" creationId="{34DAEEE3-C4D7-44AA-997E-9A0260842EA0}"/>
          </ac:graphicFrameMkLst>
        </pc:graphicFrameChg>
        <pc:graphicFrameChg chg="modGraphic">
          <ac:chgData name="Júlio César Chaves" userId="3f913fe9-3202-435d-b9f5-b2fca763184f" providerId="ADAL" clId="{56B07394-B97E-4928-B89F-2070AB1FBF06}" dt="2021-03-08T21:27:18.887" v="1251" actId="20577"/>
          <ac:graphicFrameMkLst>
            <pc:docMk/>
            <pc:sldMk cId="4282460364" sldId="280"/>
            <ac:graphicFrameMk id="28" creationId="{E696B1D5-7FE3-4E09-AF1E-7473D0F73F65}"/>
          </ac:graphicFrameMkLst>
        </pc:graphicFrameChg>
        <pc:graphicFrameChg chg="modGraphic">
          <ac:chgData name="Júlio César Chaves" userId="3f913fe9-3202-435d-b9f5-b2fca763184f" providerId="ADAL" clId="{56B07394-B97E-4928-B89F-2070AB1FBF06}" dt="2021-03-08T21:27:33.889" v="1254" actId="20577"/>
          <ac:graphicFrameMkLst>
            <pc:docMk/>
            <pc:sldMk cId="4282460364" sldId="280"/>
            <ac:graphicFrameMk id="29" creationId="{3217AE39-BD26-40F5-8BB4-0C08FDC47D5D}"/>
          </ac:graphicFrameMkLst>
        </pc:graphicFrameChg>
        <pc:graphicFrameChg chg="modGraphic">
          <ac:chgData name="Júlio César Chaves" userId="3f913fe9-3202-435d-b9f5-b2fca763184f" providerId="ADAL" clId="{56B07394-B97E-4928-B89F-2070AB1FBF06}" dt="2021-03-08T21:27:23.801" v="1253" actId="20577"/>
          <ac:graphicFrameMkLst>
            <pc:docMk/>
            <pc:sldMk cId="4282460364" sldId="280"/>
            <ac:graphicFrameMk id="30" creationId="{81CCA734-6A7E-4F25-9041-D2A412E92140}"/>
          </ac:graphicFrameMkLst>
        </pc:graphicFrameChg>
      </pc:sldChg>
      <pc:sldChg chg="add">
        <pc:chgData name="Júlio César Chaves" userId="3f913fe9-3202-435d-b9f5-b2fca763184f" providerId="ADAL" clId="{56B07394-B97E-4928-B89F-2070AB1FBF06}" dt="2021-03-08T21:29:34.680" v="1262"/>
        <pc:sldMkLst>
          <pc:docMk/>
          <pc:sldMk cId="639344294" sldId="281"/>
        </pc:sldMkLst>
      </pc:sldChg>
      <pc:sldChg chg="add">
        <pc:chgData name="Júlio César Chaves" userId="3f913fe9-3202-435d-b9f5-b2fca763184f" providerId="ADAL" clId="{56B07394-B97E-4928-B89F-2070AB1FBF06}" dt="2021-03-08T21:29:35.278" v="1263"/>
        <pc:sldMkLst>
          <pc:docMk/>
          <pc:sldMk cId="1844757829" sldId="282"/>
        </pc:sldMkLst>
      </pc:sldChg>
      <pc:sldChg chg="add">
        <pc:chgData name="Júlio César Chaves" userId="3f913fe9-3202-435d-b9f5-b2fca763184f" providerId="ADAL" clId="{56B07394-B97E-4928-B89F-2070AB1FBF06}" dt="2021-03-08T21:29:35.505" v="1264"/>
        <pc:sldMkLst>
          <pc:docMk/>
          <pc:sldMk cId="3909958703" sldId="283"/>
        </pc:sldMkLst>
      </pc:sldChg>
    </pc:docChg>
  </pc:docChgLst>
  <pc:docChgLst>
    <pc:chgData name="Júlio César Chaves" userId="S::julio.chaves@fgv.br::3f913fe9-3202-435d-b9f5-b2fca763184f" providerId="AD" clId="Web-{A923D20A-049C-0143-955E-B5A267D43ECF}"/>
    <pc:docChg chg="addSld modSld modSection">
      <pc:chgData name="Júlio César Chaves" userId="S::julio.chaves@fgv.br::3f913fe9-3202-435d-b9f5-b2fca763184f" providerId="AD" clId="Web-{A923D20A-049C-0143-955E-B5A267D43ECF}" dt="2019-12-27T18:51:51.690" v="51" actId="20577"/>
      <pc:docMkLst>
        <pc:docMk/>
      </pc:docMkLst>
      <pc:sldChg chg="modSp new">
        <pc:chgData name="Júlio César Chaves" userId="S::julio.chaves@fgv.br::3f913fe9-3202-435d-b9f5-b2fca763184f" providerId="AD" clId="Web-{A923D20A-049C-0143-955E-B5A267D43ECF}" dt="2019-12-27T17:59:00.789" v="17" actId="20577"/>
        <pc:sldMkLst>
          <pc:docMk/>
          <pc:sldMk cId="3385278367" sldId="269"/>
        </pc:sldMkLst>
        <pc:spChg chg="mod">
          <ac:chgData name="Júlio César Chaves" userId="S::julio.chaves@fgv.br::3f913fe9-3202-435d-b9f5-b2fca763184f" providerId="AD" clId="Web-{A923D20A-049C-0143-955E-B5A267D43ECF}" dt="2019-12-27T17:59:00.789" v="17" actId="20577"/>
          <ac:spMkLst>
            <pc:docMk/>
            <pc:sldMk cId="3385278367" sldId="269"/>
            <ac:spMk id="2" creationId="{B52DF519-B20E-4290-A38C-29AA6D78E4F5}"/>
          </ac:spMkLst>
        </pc:spChg>
      </pc:sldChg>
      <pc:sldChg chg="modSp new">
        <pc:chgData name="Júlio César Chaves" userId="S::julio.chaves@fgv.br::3f913fe9-3202-435d-b9f5-b2fca763184f" providerId="AD" clId="Web-{A923D20A-049C-0143-955E-B5A267D43ECF}" dt="2019-12-27T18:51:51.690" v="51" actId="20577"/>
        <pc:sldMkLst>
          <pc:docMk/>
          <pc:sldMk cId="635929298" sldId="270"/>
        </pc:sldMkLst>
        <pc:spChg chg="mod">
          <ac:chgData name="Júlio César Chaves" userId="S::julio.chaves@fgv.br::3f913fe9-3202-435d-b9f5-b2fca763184f" providerId="AD" clId="Web-{A923D20A-049C-0143-955E-B5A267D43ECF}" dt="2019-12-27T18:51:51.690" v="51" actId="20577"/>
          <ac:spMkLst>
            <pc:docMk/>
            <pc:sldMk cId="635929298" sldId="270"/>
            <ac:spMk id="4" creationId="{84365488-FD79-49CF-AE74-F9638927D98B}"/>
          </ac:spMkLst>
        </pc:spChg>
      </pc:sldChg>
    </pc:docChg>
  </pc:docChgLst>
  <pc:docChgLst>
    <pc:chgData name="Júlio César Chaves" userId="3f913fe9-3202-435d-b9f5-b2fca763184f" providerId="ADAL" clId="{5AD98A9E-DEF6-7D4F-AAEA-0C91C2682190}"/>
    <pc:docChg chg="undo custSel addSld delSld modSld sldOrd modSection">
      <pc:chgData name="Júlio César Chaves" userId="3f913fe9-3202-435d-b9f5-b2fca763184f" providerId="ADAL" clId="{5AD98A9E-DEF6-7D4F-AAEA-0C91C2682190}" dt="2020-08-17T15:02:31.162" v="761" actId="20577"/>
      <pc:docMkLst>
        <pc:docMk/>
      </pc:docMkLst>
      <pc:sldChg chg="modSp mod">
        <pc:chgData name="Júlio César Chaves" userId="3f913fe9-3202-435d-b9f5-b2fca763184f" providerId="ADAL" clId="{5AD98A9E-DEF6-7D4F-AAEA-0C91C2682190}" dt="2020-07-10T21:38:32.855" v="10" actId="20577"/>
        <pc:sldMkLst>
          <pc:docMk/>
          <pc:sldMk cId="1708017829" sldId="261"/>
        </pc:sldMkLst>
        <pc:spChg chg="mod">
          <ac:chgData name="Júlio César Chaves" userId="3f913fe9-3202-435d-b9f5-b2fca763184f" providerId="ADAL" clId="{5AD98A9E-DEF6-7D4F-AAEA-0C91C2682190}" dt="2020-07-10T21:38:32.855" v="10" actId="20577"/>
          <ac:spMkLst>
            <pc:docMk/>
            <pc:sldMk cId="1708017829" sldId="261"/>
            <ac:spMk id="3" creationId="{00000000-0000-0000-0000-000000000000}"/>
          </ac:spMkLst>
        </pc:spChg>
      </pc:sldChg>
      <pc:sldChg chg="ord">
        <pc:chgData name="Júlio César Chaves" userId="3f913fe9-3202-435d-b9f5-b2fca763184f" providerId="ADAL" clId="{5AD98A9E-DEF6-7D4F-AAEA-0C91C2682190}" dt="2020-07-10T21:46:00.432" v="285"/>
        <pc:sldMkLst>
          <pc:docMk/>
          <pc:sldMk cId="206239057" sldId="263"/>
        </pc:sldMkLst>
      </pc:sldChg>
      <pc:sldChg chg="del">
        <pc:chgData name="Júlio César Chaves" userId="3f913fe9-3202-435d-b9f5-b2fca763184f" providerId="ADAL" clId="{5AD98A9E-DEF6-7D4F-AAEA-0C91C2682190}" dt="2020-07-10T21:46:16.725" v="286" actId="2696"/>
        <pc:sldMkLst>
          <pc:docMk/>
          <pc:sldMk cId="2173763775" sldId="274"/>
        </pc:sldMkLst>
      </pc:sldChg>
      <pc:sldChg chg="addSp delSp modSp mod modNotesTx">
        <pc:chgData name="Júlio César Chaves" userId="3f913fe9-3202-435d-b9f5-b2fca763184f" providerId="ADAL" clId="{5AD98A9E-DEF6-7D4F-AAEA-0C91C2682190}" dt="2020-07-10T21:49:55.204" v="442" actId="20577"/>
        <pc:sldMkLst>
          <pc:docMk/>
          <pc:sldMk cId="3243391703" sldId="275"/>
        </pc:sldMkLst>
        <pc:spChg chg="mod">
          <ac:chgData name="Júlio César Chaves" userId="3f913fe9-3202-435d-b9f5-b2fca763184f" providerId="ADAL" clId="{5AD98A9E-DEF6-7D4F-AAEA-0C91C2682190}" dt="2020-07-10T21:46:53.218" v="287" actId="20577"/>
          <ac:spMkLst>
            <pc:docMk/>
            <pc:sldMk cId="3243391703" sldId="275"/>
            <ac:spMk id="2" creationId="{F69B9CA0-4261-424E-A9DA-ABBCFACD1135}"/>
          </ac:spMkLst>
        </pc:spChg>
        <pc:picChg chg="mod">
          <ac:chgData name="Júlio César Chaves" userId="3f913fe9-3202-435d-b9f5-b2fca763184f" providerId="ADAL" clId="{5AD98A9E-DEF6-7D4F-AAEA-0C91C2682190}" dt="2020-07-10T21:37:58.280" v="5" actId="1076"/>
          <ac:picMkLst>
            <pc:docMk/>
            <pc:sldMk cId="3243391703" sldId="275"/>
            <ac:picMk id="4" creationId="{6399238D-AAF7-4BCA-A085-95EAEEC6D3A3}"/>
          </ac:picMkLst>
        </pc:picChg>
        <pc:picChg chg="add del">
          <ac:chgData name="Júlio César Chaves" userId="3f913fe9-3202-435d-b9f5-b2fca763184f" providerId="ADAL" clId="{5AD98A9E-DEF6-7D4F-AAEA-0C91C2682190}" dt="2020-07-10T21:37:15.893" v="1" actId="478"/>
          <ac:picMkLst>
            <pc:docMk/>
            <pc:sldMk cId="3243391703" sldId="275"/>
            <ac:picMk id="5" creationId="{F3B3F869-4A62-5649-A89B-A8157092D102}"/>
          </ac:picMkLst>
        </pc:picChg>
        <pc:picChg chg="add mod">
          <ac:chgData name="Júlio César Chaves" userId="3f913fe9-3202-435d-b9f5-b2fca763184f" providerId="ADAL" clId="{5AD98A9E-DEF6-7D4F-AAEA-0C91C2682190}" dt="2020-07-10T21:37:54.218" v="4" actId="1076"/>
          <ac:picMkLst>
            <pc:docMk/>
            <pc:sldMk cId="3243391703" sldId="275"/>
            <ac:picMk id="6" creationId="{9DD91197-0A49-CF49-9D39-548561B59DCB}"/>
          </ac:picMkLst>
        </pc:picChg>
      </pc:sldChg>
      <pc:sldChg chg="addSp modSp add mod">
        <pc:chgData name="Júlio César Chaves" userId="3f913fe9-3202-435d-b9f5-b2fca763184f" providerId="ADAL" clId="{5AD98A9E-DEF6-7D4F-AAEA-0C91C2682190}" dt="2020-07-14T18:59:29.376" v="681" actId="1076"/>
        <pc:sldMkLst>
          <pc:docMk/>
          <pc:sldMk cId="2269996650" sldId="276"/>
        </pc:sldMkLst>
        <pc:spChg chg="mod">
          <ac:chgData name="Júlio César Chaves" userId="3f913fe9-3202-435d-b9f5-b2fca763184f" providerId="ADAL" clId="{5AD98A9E-DEF6-7D4F-AAEA-0C91C2682190}" dt="2020-07-10T21:50:49.023" v="476" actId="20577"/>
          <ac:spMkLst>
            <pc:docMk/>
            <pc:sldMk cId="2269996650" sldId="276"/>
            <ac:spMk id="2" creationId="{D4EA95B8-E5C8-8A4C-A016-D0282E06FB61}"/>
          </ac:spMkLst>
        </pc:spChg>
        <pc:spChg chg="add mod">
          <ac:chgData name="Júlio César Chaves" userId="3f913fe9-3202-435d-b9f5-b2fca763184f" providerId="ADAL" clId="{5AD98A9E-DEF6-7D4F-AAEA-0C91C2682190}" dt="2020-07-10T21:52:40.193" v="555" actId="20577"/>
          <ac:spMkLst>
            <pc:docMk/>
            <pc:sldMk cId="2269996650" sldId="276"/>
            <ac:spMk id="4" creationId="{65125FE6-950E-CA49-B566-A52445560EDC}"/>
          </ac:spMkLst>
        </pc:spChg>
        <pc:spChg chg="add mod">
          <ac:chgData name="Júlio César Chaves" userId="3f913fe9-3202-435d-b9f5-b2fca763184f" providerId="ADAL" clId="{5AD98A9E-DEF6-7D4F-AAEA-0C91C2682190}" dt="2020-07-14T18:59:29.376" v="681" actId="1076"/>
          <ac:spMkLst>
            <pc:docMk/>
            <pc:sldMk cId="2269996650" sldId="276"/>
            <ac:spMk id="5" creationId="{CEE7D640-6E0E-DF41-B653-9DCD65E8B34E}"/>
          </ac:spMkLst>
        </pc:spChg>
      </pc:sldChg>
      <pc:sldChg chg="addSp modSp add mod">
        <pc:chgData name="Júlio César Chaves" userId="3f913fe9-3202-435d-b9f5-b2fca763184f" providerId="ADAL" clId="{5AD98A9E-DEF6-7D4F-AAEA-0C91C2682190}" dt="2020-08-17T15:02:31.162" v="761" actId="20577"/>
        <pc:sldMkLst>
          <pc:docMk/>
          <pc:sldMk cId="1673362298" sldId="277"/>
        </pc:sldMkLst>
        <pc:spChg chg="mod">
          <ac:chgData name="Júlio César Chaves" userId="3f913fe9-3202-435d-b9f5-b2fca763184f" providerId="ADAL" clId="{5AD98A9E-DEF6-7D4F-AAEA-0C91C2682190}" dt="2020-07-14T18:48:23.145" v="579" actId="14100"/>
          <ac:spMkLst>
            <pc:docMk/>
            <pc:sldMk cId="1673362298" sldId="277"/>
            <ac:spMk id="2" creationId="{906642F6-F1DF-0547-A886-44881471DA1C}"/>
          </ac:spMkLst>
        </pc:spChg>
        <pc:spChg chg="add mod">
          <ac:chgData name="Júlio César Chaves" userId="3f913fe9-3202-435d-b9f5-b2fca763184f" providerId="ADAL" clId="{5AD98A9E-DEF6-7D4F-AAEA-0C91C2682190}" dt="2020-07-14T18:49:50.072" v="587" actId="404"/>
          <ac:spMkLst>
            <pc:docMk/>
            <pc:sldMk cId="1673362298" sldId="277"/>
            <ac:spMk id="10" creationId="{6389A4ED-586B-D14C-94C3-E1E194D32302}"/>
          </ac:spMkLst>
        </pc:spChg>
        <pc:spChg chg="add mod">
          <ac:chgData name="Júlio César Chaves" userId="3f913fe9-3202-435d-b9f5-b2fca763184f" providerId="ADAL" clId="{5AD98A9E-DEF6-7D4F-AAEA-0C91C2682190}" dt="2020-07-14T18:52:54.798" v="616" actId="207"/>
          <ac:spMkLst>
            <pc:docMk/>
            <pc:sldMk cId="1673362298" sldId="277"/>
            <ac:spMk id="16" creationId="{F6F05D3C-A1AF-504A-BA78-26D936158589}"/>
          </ac:spMkLst>
        </pc:spChg>
        <pc:spChg chg="add mod">
          <ac:chgData name="Júlio César Chaves" userId="3f913fe9-3202-435d-b9f5-b2fca763184f" providerId="ADAL" clId="{5AD98A9E-DEF6-7D4F-AAEA-0C91C2682190}" dt="2020-07-14T18:56:15.606" v="678" actId="1076"/>
          <ac:spMkLst>
            <pc:docMk/>
            <pc:sldMk cId="1673362298" sldId="277"/>
            <ac:spMk id="17" creationId="{17F6EE6D-61D5-5244-A596-65F007939315}"/>
          </ac:spMkLst>
        </pc:spChg>
        <pc:spChg chg="add mod">
          <ac:chgData name="Júlio César Chaves" userId="3f913fe9-3202-435d-b9f5-b2fca763184f" providerId="ADAL" clId="{5AD98A9E-DEF6-7D4F-AAEA-0C91C2682190}" dt="2020-08-17T15:02:31.162" v="761" actId="20577"/>
          <ac:spMkLst>
            <pc:docMk/>
            <pc:sldMk cId="1673362298" sldId="277"/>
            <ac:spMk id="18" creationId="{EF872F83-914D-E44A-95A8-861FCEB27D64}"/>
          </ac:spMkLst>
        </pc:spChg>
        <pc:spChg chg="add mod">
          <ac:chgData name="Júlio César Chaves" userId="3f913fe9-3202-435d-b9f5-b2fca763184f" providerId="ADAL" clId="{5AD98A9E-DEF6-7D4F-AAEA-0C91C2682190}" dt="2020-07-14T18:53:47.187" v="661" actId="1076"/>
          <ac:spMkLst>
            <pc:docMk/>
            <pc:sldMk cId="1673362298" sldId="277"/>
            <ac:spMk id="19" creationId="{467D307A-2C68-CE4C-85BF-2D37F558E04C}"/>
          </ac:spMkLst>
        </pc:spChg>
        <pc:spChg chg="add mod">
          <ac:chgData name="Júlio César Chaves" userId="3f913fe9-3202-435d-b9f5-b2fca763184f" providerId="ADAL" clId="{5AD98A9E-DEF6-7D4F-AAEA-0C91C2682190}" dt="2020-07-14T18:54:02.572" v="673" actId="20577"/>
          <ac:spMkLst>
            <pc:docMk/>
            <pc:sldMk cId="1673362298" sldId="277"/>
            <ac:spMk id="20" creationId="{942A1DE2-2CAF-3B42-904C-7F2CF84DEE15}"/>
          </ac:spMkLst>
        </pc:spChg>
        <pc:cxnChg chg="add mod">
          <ac:chgData name="Júlio César Chaves" userId="3f913fe9-3202-435d-b9f5-b2fca763184f" providerId="ADAL" clId="{5AD98A9E-DEF6-7D4F-AAEA-0C91C2682190}" dt="2020-07-14T18:48:29.795" v="580" actId="13822"/>
          <ac:cxnSpMkLst>
            <pc:docMk/>
            <pc:sldMk cId="1673362298" sldId="277"/>
            <ac:cxnSpMk id="5" creationId="{BAB16A60-7692-8145-969D-A9D7C544D1D9}"/>
          </ac:cxnSpMkLst>
        </pc:cxnChg>
        <pc:cxnChg chg="add mod">
          <ac:chgData name="Júlio César Chaves" userId="3f913fe9-3202-435d-b9f5-b2fca763184f" providerId="ADAL" clId="{5AD98A9E-DEF6-7D4F-AAEA-0C91C2682190}" dt="2020-07-14T18:48:14.836" v="578" actId="1582"/>
          <ac:cxnSpMkLst>
            <pc:docMk/>
            <pc:sldMk cId="1673362298" sldId="277"/>
            <ac:cxnSpMk id="7" creationId="{E2BB0CE5-8871-5440-A028-5097A9DA1386}"/>
          </ac:cxnSpMkLst>
        </pc:cxnChg>
        <pc:cxnChg chg="add mod">
          <ac:chgData name="Júlio César Chaves" userId="3f913fe9-3202-435d-b9f5-b2fca763184f" providerId="ADAL" clId="{5AD98A9E-DEF6-7D4F-AAEA-0C91C2682190}" dt="2020-07-14T18:49:11.427" v="582" actId="13822"/>
          <ac:cxnSpMkLst>
            <pc:docMk/>
            <pc:sldMk cId="1673362298" sldId="277"/>
            <ac:cxnSpMk id="9" creationId="{71B9F941-601F-0948-ACDC-C63B78A90707}"/>
          </ac:cxnSpMkLst>
        </pc:cxnChg>
        <pc:cxnChg chg="add mod">
          <ac:chgData name="Júlio César Chaves" userId="3f913fe9-3202-435d-b9f5-b2fca763184f" providerId="ADAL" clId="{5AD98A9E-DEF6-7D4F-AAEA-0C91C2682190}" dt="2020-07-14T18:56:10.074" v="676" actId="1076"/>
          <ac:cxnSpMkLst>
            <pc:docMk/>
            <pc:sldMk cId="1673362298" sldId="277"/>
            <ac:cxnSpMk id="11" creationId="{CB338B70-05A0-054E-8029-F6C9607C8EBD}"/>
          </ac:cxnSpMkLst>
        </pc:cxnChg>
        <pc:cxnChg chg="add mod">
          <ac:chgData name="Júlio César Chaves" userId="3f913fe9-3202-435d-b9f5-b2fca763184f" providerId="ADAL" clId="{5AD98A9E-DEF6-7D4F-AAEA-0C91C2682190}" dt="2020-07-14T18:56:11.732" v="677" actId="1076"/>
          <ac:cxnSpMkLst>
            <pc:docMk/>
            <pc:sldMk cId="1673362298" sldId="277"/>
            <ac:cxnSpMk id="13" creationId="{B1EE1CDA-0C95-EF4E-8E8D-D2159242A153}"/>
          </ac:cxnSpMkLst>
        </pc:cxnChg>
        <pc:cxnChg chg="add mod">
          <ac:chgData name="Júlio César Chaves" userId="3f913fe9-3202-435d-b9f5-b2fca763184f" providerId="ADAL" clId="{5AD98A9E-DEF6-7D4F-AAEA-0C91C2682190}" dt="2020-07-14T18:54:21.609" v="674" actId="1076"/>
          <ac:cxnSpMkLst>
            <pc:docMk/>
            <pc:sldMk cId="1673362298" sldId="277"/>
            <ac:cxnSpMk id="14" creationId="{D4A5A06F-C019-5241-A453-600CBCD181CE}"/>
          </ac:cxnSpMkLst>
        </pc:cxnChg>
        <pc:cxnChg chg="add mod">
          <ac:chgData name="Júlio César Chaves" userId="3f913fe9-3202-435d-b9f5-b2fca763184f" providerId="ADAL" clId="{5AD98A9E-DEF6-7D4F-AAEA-0C91C2682190}" dt="2020-07-14T18:51:57.459" v="597" actId="1076"/>
          <ac:cxnSpMkLst>
            <pc:docMk/>
            <pc:sldMk cId="1673362298" sldId="277"/>
            <ac:cxnSpMk id="15" creationId="{71E84EC4-3C03-0E48-97B2-D182468B0A9E}"/>
          </ac:cxnSpMkLst>
        </pc:cxnChg>
      </pc:sldChg>
    </pc:docChg>
  </pc:docChgLst>
  <pc:docChgLst>
    <pc:chgData name="Júlio César Chaves" userId="3f913fe9-3202-435d-b9f5-b2fca763184f" providerId="ADAL" clId="{D3BF70D5-97BD-46D6-B0DA-4E40D7716359}"/>
    <pc:docChg chg="custSel addSld delSld modSld modSection">
      <pc:chgData name="Júlio César Chaves" userId="3f913fe9-3202-435d-b9f5-b2fca763184f" providerId="ADAL" clId="{D3BF70D5-97BD-46D6-B0DA-4E40D7716359}" dt="2023-02-21T21:21:10.150" v="188" actId="14100"/>
      <pc:docMkLst>
        <pc:docMk/>
      </pc:docMkLst>
      <pc:sldChg chg="modSp mod">
        <pc:chgData name="Júlio César Chaves" userId="3f913fe9-3202-435d-b9f5-b2fca763184f" providerId="ADAL" clId="{D3BF70D5-97BD-46D6-B0DA-4E40D7716359}" dt="2023-02-21T21:11:23.799" v="2" actId="20577"/>
        <pc:sldMkLst>
          <pc:docMk/>
          <pc:sldMk cId="1907083369" sldId="259"/>
        </pc:sldMkLst>
        <pc:spChg chg="mod">
          <ac:chgData name="Júlio César Chaves" userId="3f913fe9-3202-435d-b9f5-b2fca763184f" providerId="ADAL" clId="{D3BF70D5-97BD-46D6-B0DA-4E40D7716359}" dt="2023-02-21T21:11:23.799" v="2" actId="20577"/>
          <ac:spMkLst>
            <pc:docMk/>
            <pc:sldMk cId="1907083369" sldId="259"/>
            <ac:spMk id="2" creationId="{CE784A9F-2F14-47A1-9BDA-D2347E4C0043}"/>
          </ac:spMkLst>
        </pc:spChg>
      </pc:sldChg>
      <pc:sldChg chg="addSp delSp modSp mod">
        <pc:chgData name="Júlio César Chaves" userId="3f913fe9-3202-435d-b9f5-b2fca763184f" providerId="ADAL" clId="{D3BF70D5-97BD-46D6-B0DA-4E40D7716359}" dt="2023-02-21T21:18:00.723" v="102" actId="20577"/>
        <pc:sldMkLst>
          <pc:docMk/>
          <pc:sldMk cId="4016053433" sldId="260"/>
        </pc:sldMkLst>
        <pc:spChg chg="mod">
          <ac:chgData name="Júlio César Chaves" userId="3f913fe9-3202-435d-b9f5-b2fca763184f" providerId="ADAL" clId="{D3BF70D5-97BD-46D6-B0DA-4E40D7716359}" dt="2023-02-21T21:18:00.723" v="102" actId="20577"/>
          <ac:spMkLst>
            <pc:docMk/>
            <pc:sldMk cId="4016053433" sldId="260"/>
            <ac:spMk id="2" creationId="{F6D029EC-3966-70CB-AC28-C82896931C35}"/>
          </ac:spMkLst>
        </pc:spChg>
        <pc:spChg chg="mod">
          <ac:chgData name="Júlio César Chaves" userId="3f913fe9-3202-435d-b9f5-b2fca763184f" providerId="ADAL" clId="{D3BF70D5-97BD-46D6-B0DA-4E40D7716359}" dt="2023-02-21T21:15:11.901" v="66"/>
          <ac:spMkLst>
            <pc:docMk/>
            <pc:sldMk cId="4016053433" sldId="260"/>
            <ac:spMk id="4" creationId="{1129C928-0FE1-8790-B7BC-7DF2A5DA59BA}"/>
          </ac:spMkLst>
        </pc:spChg>
        <pc:spChg chg="mod">
          <ac:chgData name="Júlio César Chaves" userId="3f913fe9-3202-435d-b9f5-b2fca763184f" providerId="ADAL" clId="{D3BF70D5-97BD-46D6-B0DA-4E40D7716359}" dt="2023-02-21T21:12:41.238" v="16"/>
          <ac:spMkLst>
            <pc:docMk/>
            <pc:sldMk cId="4016053433" sldId="260"/>
            <ac:spMk id="5" creationId="{97A9009A-9378-3903-BF3F-6FBD413E9572}"/>
          </ac:spMkLst>
        </pc:spChg>
        <pc:spChg chg="mod">
          <ac:chgData name="Júlio César Chaves" userId="3f913fe9-3202-435d-b9f5-b2fca763184f" providerId="ADAL" clId="{D3BF70D5-97BD-46D6-B0DA-4E40D7716359}" dt="2023-02-21T21:13:45.804" v="26" actId="14100"/>
          <ac:spMkLst>
            <pc:docMk/>
            <pc:sldMk cId="4016053433" sldId="260"/>
            <ac:spMk id="6" creationId="{BE0FBEA2-8799-0BE4-13E1-7E4CDE86CE3B}"/>
          </ac:spMkLst>
        </pc:spChg>
        <pc:spChg chg="add mod">
          <ac:chgData name="Júlio César Chaves" userId="3f913fe9-3202-435d-b9f5-b2fca763184f" providerId="ADAL" clId="{D3BF70D5-97BD-46D6-B0DA-4E40D7716359}" dt="2023-02-21T21:13:41.018" v="25" actId="1076"/>
          <ac:spMkLst>
            <pc:docMk/>
            <pc:sldMk cId="4016053433" sldId="260"/>
            <ac:spMk id="8" creationId="{1BF6D6A2-8573-4337-1F78-A5A2848BAE21}"/>
          </ac:spMkLst>
        </pc:spChg>
        <pc:spChg chg="mod">
          <ac:chgData name="Júlio César Chaves" userId="3f913fe9-3202-435d-b9f5-b2fca763184f" providerId="ADAL" clId="{D3BF70D5-97BD-46D6-B0DA-4E40D7716359}" dt="2023-02-21T21:15:07.448" v="65" actId="21"/>
          <ac:spMkLst>
            <pc:docMk/>
            <pc:sldMk cId="4016053433" sldId="260"/>
            <ac:spMk id="10" creationId="{896DA3D1-BF41-C851-9D5E-87E7FEE1F07E}"/>
          </ac:spMkLst>
        </pc:spChg>
        <pc:spChg chg="del">
          <ac:chgData name="Júlio César Chaves" userId="3f913fe9-3202-435d-b9f5-b2fca763184f" providerId="ADAL" clId="{D3BF70D5-97BD-46D6-B0DA-4E40D7716359}" dt="2023-02-21T21:11:28.014" v="3" actId="478"/>
          <ac:spMkLst>
            <pc:docMk/>
            <pc:sldMk cId="4016053433" sldId="260"/>
            <ac:spMk id="11" creationId="{AA4C37BB-93E9-3B73-E0B0-043EF8B0D0FF}"/>
          </ac:spMkLst>
        </pc:spChg>
        <pc:picChg chg="add mod">
          <ac:chgData name="Júlio César Chaves" userId="3f913fe9-3202-435d-b9f5-b2fca763184f" providerId="ADAL" clId="{D3BF70D5-97BD-46D6-B0DA-4E40D7716359}" dt="2023-02-21T21:13:33.083" v="23" actId="1076"/>
          <ac:picMkLst>
            <pc:docMk/>
            <pc:sldMk cId="4016053433" sldId="260"/>
            <ac:picMk id="7" creationId="{6193660F-E661-E749-6879-D388EBA67CC4}"/>
          </ac:picMkLst>
        </pc:picChg>
        <pc:picChg chg="del">
          <ac:chgData name="Júlio César Chaves" userId="3f913fe9-3202-435d-b9f5-b2fca763184f" providerId="ADAL" clId="{D3BF70D5-97BD-46D6-B0DA-4E40D7716359}" dt="2023-02-21T21:11:28.014" v="3" actId="478"/>
          <ac:picMkLst>
            <pc:docMk/>
            <pc:sldMk cId="4016053433" sldId="260"/>
            <ac:picMk id="9" creationId="{8A666F1B-14A4-3685-9EBD-2AC0A386039D}"/>
          </ac:picMkLst>
        </pc:picChg>
      </pc:sldChg>
      <pc:sldChg chg="addSp delSp modSp add mod">
        <pc:chgData name="Júlio César Chaves" userId="3f913fe9-3202-435d-b9f5-b2fca763184f" providerId="ADAL" clId="{D3BF70D5-97BD-46D6-B0DA-4E40D7716359}" dt="2023-02-21T21:21:10.150" v="188" actId="14100"/>
        <pc:sldMkLst>
          <pc:docMk/>
          <pc:sldMk cId="973209971" sldId="261"/>
        </pc:sldMkLst>
        <pc:spChg chg="mod">
          <ac:chgData name="Júlio César Chaves" userId="3f913fe9-3202-435d-b9f5-b2fca763184f" providerId="ADAL" clId="{D3BF70D5-97BD-46D6-B0DA-4E40D7716359}" dt="2023-02-21T21:18:07.723" v="106" actId="20577"/>
          <ac:spMkLst>
            <pc:docMk/>
            <pc:sldMk cId="973209971" sldId="261"/>
            <ac:spMk id="2" creationId="{F6D029EC-3966-70CB-AC28-C82896931C35}"/>
          </ac:spMkLst>
        </pc:spChg>
        <pc:spChg chg="mod">
          <ac:chgData name="Júlio César Chaves" userId="3f913fe9-3202-435d-b9f5-b2fca763184f" providerId="ADAL" clId="{D3BF70D5-97BD-46D6-B0DA-4E40D7716359}" dt="2023-02-21T21:19:50.367" v="159" actId="15"/>
          <ac:spMkLst>
            <pc:docMk/>
            <pc:sldMk cId="973209971" sldId="261"/>
            <ac:spMk id="4" creationId="{1129C928-0FE1-8790-B7BC-7DF2A5DA59BA}"/>
          </ac:spMkLst>
        </pc:spChg>
        <pc:spChg chg="del">
          <ac:chgData name="Júlio César Chaves" userId="3f913fe9-3202-435d-b9f5-b2fca763184f" providerId="ADAL" clId="{D3BF70D5-97BD-46D6-B0DA-4E40D7716359}" dt="2023-02-21T21:17:33.291" v="92" actId="478"/>
          <ac:spMkLst>
            <pc:docMk/>
            <pc:sldMk cId="973209971" sldId="261"/>
            <ac:spMk id="5" creationId="{97A9009A-9378-3903-BF3F-6FBD413E9572}"/>
          </ac:spMkLst>
        </pc:spChg>
        <pc:spChg chg="del">
          <ac:chgData name="Júlio César Chaves" userId="3f913fe9-3202-435d-b9f5-b2fca763184f" providerId="ADAL" clId="{D3BF70D5-97BD-46D6-B0DA-4E40D7716359}" dt="2023-02-21T21:15:37.274" v="68" actId="478"/>
          <ac:spMkLst>
            <pc:docMk/>
            <pc:sldMk cId="973209971" sldId="261"/>
            <ac:spMk id="8" creationId="{1BF6D6A2-8573-4337-1F78-A5A2848BAE21}"/>
          </ac:spMkLst>
        </pc:spChg>
        <pc:spChg chg="mod">
          <ac:chgData name="Júlio César Chaves" userId="3f913fe9-3202-435d-b9f5-b2fca763184f" providerId="ADAL" clId="{D3BF70D5-97BD-46D6-B0DA-4E40D7716359}" dt="2023-02-21T21:20:09.438" v="166" actId="1036"/>
          <ac:spMkLst>
            <pc:docMk/>
            <pc:sldMk cId="973209971" sldId="261"/>
            <ac:spMk id="10" creationId="{896DA3D1-BF41-C851-9D5E-87E7FEE1F07E}"/>
          </ac:spMkLst>
        </pc:spChg>
        <pc:spChg chg="add del mod">
          <ac:chgData name="Júlio César Chaves" userId="3f913fe9-3202-435d-b9f5-b2fca763184f" providerId="ADAL" clId="{D3BF70D5-97BD-46D6-B0DA-4E40D7716359}" dt="2023-02-21T21:16:44.726" v="74" actId="478"/>
          <ac:spMkLst>
            <pc:docMk/>
            <pc:sldMk cId="973209971" sldId="261"/>
            <ac:spMk id="11" creationId="{9947A242-FF14-2240-273B-8EA9FD87DD2B}"/>
          </ac:spMkLst>
        </pc:spChg>
        <pc:spChg chg="add del mod">
          <ac:chgData name="Júlio César Chaves" userId="3f913fe9-3202-435d-b9f5-b2fca763184f" providerId="ADAL" clId="{D3BF70D5-97BD-46D6-B0DA-4E40D7716359}" dt="2023-02-21T21:16:44.726" v="74" actId="478"/>
          <ac:spMkLst>
            <pc:docMk/>
            <pc:sldMk cId="973209971" sldId="261"/>
            <ac:spMk id="14" creationId="{3CCAB737-657B-D5F9-A3B5-3ACEB2BD0772}"/>
          </ac:spMkLst>
        </pc:spChg>
        <pc:spChg chg="add mod">
          <ac:chgData name="Júlio César Chaves" userId="3f913fe9-3202-435d-b9f5-b2fca763184f" providerId="ADAL" clId="{D3BF70D5-97BD-46D6-B0DA-4E40D7716359}" dt="2023-02-21T21:17:25.211" v="91" actId="1076"/>
          <ac:spMkLst>
            <pc:docMk/>
            <pc:sldMk cId="973209971" sldId="261"/>
            <ac:spMk id="17" creationId="{9B129EBD-3712-D70B-2464-E59ED6AFC7B3}"/>
          </ac:spMkLst>
        </pc:spChg>
        <pc:spChg chg="add del mod">
          <ac:chgData name="Júlio César Chaves" userId="3f913fe9-3202-435d-b9f5-b2fca763184f" providerId="ADAL" clId="{D3BF70D5-97BD-46D6-B0DA-4E40D7716359}" dt="2023-02-21T21:18:10.931" v="107" actId="478"/>
          <ac:spMkLst>
            <pc:docMk/>
            <pc:sldMk cId="973209971" sldId="261"/>
            <ac:spMk id="19" creationId="{505C2598-A87C-B0CA-45B6-8983CA0DEDC2}"/>
          </ac:spMkLst>
        </pc:spChg>
        <pc:spChg chg="add mod">
          <ac:chgData name="Júlio César Chaves" userId="3f913fe9-3202-435d-b9f5-b2fca763184f" providerId="ADAL" clId="{D3BF70D5-97BD-46D6-B0DA-4E40D7716359}" dt="2023-02-21T21:20:46.754" v="187" actId="15"/>
          <ac:spMkLst>
            <pc:docMk/>
            <pc:sldMk cId="973209971" sldId="261"/>
            <ac:spMk id="20" creationId="{5B07A47A-E0E6-0772-33C8-77F629A904A0}"/>
          </ac:spMkLst>
        </pc:spChg>
        <pc:picChg chg="del">
          <ac:chgData name="Júlio César Chaves" userId="3f913fe9-3202-435d-b9f5-b2fca763184f" providerId="ADAL" clId="{D3BF70D5-97BD-46D6-B0DA-4E40D7716359}" dt="2023-02-21T21:15:37.274" v="68" actId="478"/>
          <ac:picMkLst>
            <pc:docMk/>
            <pc:sldMk cId="973209971" sldId="261"/>
            <ac:picMk id="7" creationId="{6193660F-E661-E749-6879-D388EBA67CC4}"/>
          </ac:picMkLst>
        </pc:picChg>
        <pc:picChg chg="add del mod">
          <ac:chgData name="Júlio César Chaves" userId="3f913fe9-3202-435d-b9f5-b2fca763184f" providerId="ADAL" clId="{D3BF70D5-97BD-46D6-B0DA-4E40D7716359}" dt="2023-02-21T21:16:44.726" v="74" actId="478"/>
          <ac:picMkLst>
            <pc:docMk/>
            <pc:sldMk cId="973209971" sldId="261"/>
            <ac:picMk id="9" creationId="{A95214DD-DE9A-5AFE-8CAE-E1B072C5DF14}"/>
          </ac:picMkLst>
        </pc:picChg>
        <pc:picChg chg="add del mod">
          <ac:chgData name="Júlio César Chaves" userId="3f913fe9-3202-435d-b9f5-b2fca763184f" providerId="ADAL" clId="{D3BF70D5-97BD-46D6-B0DA-4E40D7716359}" dt="2023-02-21T21:16:44.726" v="74" actId="478"/>
          <ac:picMkLst>
            <pc:docMk/>
            <pc:sldMk cId="973209971" sldId="261"/>
            <ac:picMk id="13" creationId="{D7ABEE5C-A329-10D7-865E-8ACEB16FB7FD}"/>
          </ac:picMkLst>
        </pc:picChg>
        <pc:picChg chg="add mod">
          <ac:chgData name="Júlio César Chaves" userId="3f913fe9-3202-435d-b9f5-b2fca763184f" providerId="ADAL" clId="{D3BF70D5-97BD-46D6-B0DA-4E40D7716359}" dt="2023-02-21T21:21:10.150" v="188" actId="14100"/>
          <ac:picMkLst>
            <pc:docMk/>
            <pc:sldMk cId="973209971" sldId="261"/>
            <ac:picMk id="16" creationId="{D6A5EF04-5DAC-F9F5-050C-9C2DEDBFD54F}"/>
          </ac:picMkLst>
        </pc:picChg>
      </pc:sldChg>
      <pc:sldChg chg="del">
        <pc:chgData name="Júlio César Chaves" userId="3f913fe9-3202-435d-b9f5-b2fca763184f" providerId="ADAL" clId="{D3BF70D5-97BD-46D6-B0DA-4E40D7716359}" dt="2023-02-21T21:11:32.972" v="4" actId="47"/>
        <pc:sldMkLst>
          <pc:docMk/>
          <pc:sldMk cId="2375190163" sldId="261"/>
        </pc:sldMkLst>
      </pc:sldChg>
      <pc:sldChg chg="del">
        <pc:chgData name="Júlio César Chaves" userId="3f913fe9-3202-435d-b9f5-b2fca763184f" providerId="ADAL" clId="{D3BF70D5-97BD-46D6-B0DA-4E40D7716359}" dt="2023-02-21T21:11:32.972" v="4" actId="47"/>
        <pc:sldMkLst>
          <pc:docMk/>
          <pc:sldMk cId="2237707746" sldId="262"/>
        </pc:sldMkLst>
      </pc:sldChg>
    </pc:docChg>
  </pc:docChgLst>
  <pc:docChgLst>
    <pc:chgData name="Júlio César Chaves" userId="S::julio.chaves@fgv.br::3f913fe9-3202-435d-b9f5-b2fca763184f" providerId="AD" clId="Web-{3F011AFB-628F-90B2-1739-41B8A78BB8A8}"/>
    <pc:docChg chg="modSld">
      <pc:chgData name="Júlio César Chaves" userId="S::julio.chaves@fgv.br::3f913fe9-3202-435d-b9f5-b2fca763184f" providerId="AD" clId="Web-{3F011AFB-628F-90B2-1739-41B8A78BB8A8}" dt="2021-07-20T19:19:53.172" v="397" actId="20577"/>
      <pc:docMkLst>
        <pc:docMk/>
      </pc:docMkLst>
      <pc:sldChg chg="modSp">
        <pc:chgData name="Júlio César Chaves" userId="S::julio.chaves@fgv.br::3f913fe9-3202-435d-b9f5-b2fca763184f" providerId="AD" clId="Web-{3F011AFB-628F-90B2-1739-41B8A78BB8A8}" dt="2021-07-20T19:19:53.172" v="397" actId="20577"/>
        <pc:sldMkLst>
          <pc:docMk/>
          <pc:sldMk cId="2972819727" sldId="310"/>
        </pc:sldMkLst>
        <pc:spChg chg="mod">
          <ac:chgData name="Júlio César Chaves" userId="S::julio.chaves@fgv.br::3f913fe9-3202-435d-b9f5-b2fca763184f" providerId="AD" clId="Web-{3F011AFB-628F-90B2-1739-41B8A78BB8A8}" dt="2021-07-20T18:46:57.349" v="155" actId="20577"/>
          <ac:spMkLst>
            <pc:docMk/>
            <pc:sldMk cId="2972819727" sldId="310"/>
            <ac:spMk id="3" creationId="{723BC23D-4594-43F8-9806-395DABC27A43}"/>
          </ac:spMkLst>
        </pc:spChg>
        <pc:spChg chg="mod">
          <ac:chgData name="Júlio César Chaves" userId="S::julio.chaves@fgv.br::3f913fe9-3202-435d-b9f5-b2fca763184f" providerId="AD" clId="Web-{3F011AFB-628F-90B2-1739-41B8A78BB8A8}" dt="2021-07-20T19:19:53.172" v="397" actId="20577"/>
          <ac:spMkLst>
            <pc:docMk/>
            <pc:sldMk cId="2972819727" sldId="310"/>
            <ac:spMk id="4" creationId="{DAD209AB-E8DD-40F8-BBB5-906EFC1E3A56}"/>
          </ac:spMkLst>
        </pc:spChg>
      </pc:sldChg>
    </pc:docChg>
  </pc:docChgLst>
  <pc:docChgLst>
    <pc:chgData name="Júlio César Chaves" userId="3f913fe9-3202-435d-b9f5-b2fca763184f" providerId="ADAL" clId="{B4EC44EA-4C0C-483F-9984-7FCFE8256331}"/>
    <pc:docChg chg="undo custSel addSld delSld modSld modSection">
      <pc:chgData name="Júlio César Chaves" userId="3f913fe9-3202-435d-b9f5-b2fca763184f" providerId="ADAL" clId="{B4EC44EA-4C0C-483F-9984-7FCFE8256331}" dt="2023-02-20T22:12:41.227" v="136" actId="15"/>
      <pc:docMkLst>
        <pc:docMk/>
      </pc:docMkLst>
      <pc:sldChg chg="modSp mod">
        <pc:chgData name="Júlio César Chaves" userId="3f913fe9-3202-435d-b9f5-b2fca763184f" providerId="ADAL" clId="{B4EC44EA-4C0C-483F-9984-7FCFE8256331}" dt="2023-02-20T22:05:28.039" v="2" actId="20577"/>
        <pc:sldMkLst>
          <pc:docMk/>
          <pc:sldMk cId="1907083369" sldId="259"/>
        </pc:sldMkLst>
        <pc:spChg chg="mod">
          <ac:chgData name="Júlio César Chaves" userId="3f913fe9-3202-435d-b9f5-b2fca763184f" providerId="ADAL" clId="{B4EC44EA-4C0C-483F-9984-7FCFE8256331}" dt="2023-02-20T22:05:28.039" v="2" actId="20577"/>
          <ac:spMkLst>
            <pc:docMk/>
            <pc:sldMk cId="1907083369" sldId="259"/>
            <ac:spMk id="2" creationId="{CE784A9F-2F14-47A1-9BDA-D2347E4C0043}"/>
          </ac:spMkLst>
        </pc:spChg>
      </pc:sldChg>
      <pc:sldChg chg="addSp delSp modSp mod">
        <pc:chgData name="Júlio César Chaves" userId="3f913fe9-3202-435d-b9f5-b2fca763184f" providerId="ADAL" clId="{B4EC44EA-4C0C-483F-9984-7FCFE8256331}" dt="2023-02-20T22:09:33.775" v="65"/>
        <pc:sldMkLst>
          <pc:docMk/>
          <pc:sldMk cId="4016053433" sldId="260"/>
        </pc:sldMkLst>
        <pc:spChg chg="mod">
          <ac:chgData name="Júlio César Chaves" userId="3f913fe9-3202-435d-b9f5-b2fca763184f" providerId="ADAL" clId="{B4EC44EA-4C0C-483F-9984-7FCFE8256331}" dt="2023-02-20T22:05:40.278" v="6"/>
          <ac:spMkLst>
            <pc:docMk/>
            <pc:sldMk cId="4016053433" sldId="260"/>
            <ac:spMk id="2" creationId="{F6D029EC-3966-70CB-AC28-C82896931C35}"/>
          </ac:spMkLst>
        </pc:spChg>
        <pc:spChg chg="mod">
          <ac:chgData name="Júlio César Chaves" userId="3f913fe9-3202-435d-b9f5-b2fca763184f" providerId="ADAL" clId="{B4EC44EA-4C0C-483F-9984-7FCFE8256331}" dt="2023-02-20T22:09:33.775" v="65"/>
          <ac:spMkLst>
            <pc:docMk/>
            <pc:sldMk cId="4016053433" sldId="260"/>
            <ac:spMk id="4" creationId="{1129C928-0FE1-8790-B7BC-7DF2A5DA59BA}"/>
          </ac:spMkLst>
        </pc:spChg>
        <pc:spChg chg="mod">
          <ac:chgData name="Júlio César Chaves" userId="3f913fe9-3202-435d-b9f5-b2fca763184f" providerId="ADAL" clId="{B4EC44EA-4C0C-483F-9984-7FCFE8256331}" dt="2023-02-20T22:08:04.936" v="33" actId="21"/>
          <ac:spMkLst>
            <pc:docMk/>
            <pc:sldMk cId="4016053433" sldId="260"/>
            <ac:spMk id="5" creationId="{97A9009A-9378-3903-BF3F-6FBD413E9572}"/>
          </ac:spMkLst>
        </pc:spChg>
        <pc:spChg chg="del">
          <ac:chgData name="Júlio César Chaves" userId="3f913fe9-3202-435d-b9f5-b2fca763184f" providerId="ADAL" clId="{B4EC44EA-4C0C-483F-9984-7FCFE8256331}" dt="2023-02-20T22:06:43.015" v="16" actId="478"/>
          <ac:spMkLst>
            <pc:docMk/>
            <pc:sldMk cId="4016053433" sldId="260"/>
            <ac:spMk id="9" creationId="{553DBA38-93D0-85CA-7ACE-BCF9EE2CFCEE}"/>
          </ac:spMkLst>
        </pc:spChg>
        <pc:spChg chg="mod">
          <ac:chgData name="Júlio César Chaves" userId="3f913fe9-3202-435d-b9f5-b2fca763184f" providerId="ADAL" clId="{B4EC44EA-4C0C-483F-9984-7FCFE8256331}" dt="2023-02-20T22:08:35.395" v="55" actId="20577"/>
          <ac:spMkLst>
            <pc:docMk/>
            <pc:sldMk cId="4016053433" sldId="260"/>
            <ac:spMk id="10" creationId="{896DA3D1-BF41-C851-9D5E-87E7FEE1F07E}"/>
          </ac:spMkLst>
        </pc:spChg>
        <pc:spChg chg="add del mod">
          <ac:chgData name="Júlio César Chaves" userId="3f913fe9-3202-435d-b9f5-b2fca763184f" providerId="ADAL" clId="{B4EC44EA-4C0C-483F-9984-7FCFE8256331}" dt="2023-02-20T22:06:51.572" v="18" actId="21"/>
          <ac:spMkLst>
            <pc:docMk/>
            <pc:sldMk cId="4016053433" sldId="260"/>
            <ac:spMk id="11" creationId="{671D6A4A-FB05-1398-6B25-4CCA6A5CC4E5}"/>
          </ac:spMkLst>
        </pc:spChg>
        <pc:spChg chg="add del mod">
          <ac:chgData name="Júlio César Chaves" userId="3f913fe9-3202-435d-b9f5-b2fca763184f" providerId="ADAL" clId="{B4EC44EA-4C0C-483F-9984-7FCFE8256331}" dt="2023-02-20T22:07:02.556" v="23" actId="478"/>
          <ac:spMkLst>
            <pc:docMk/>
            <pc:sldMk cId="4016053433" sldId="260"/>
            <ac:spMk id="13" creationId="{BA65AF74-FBCA-F298-3AD2-84550099D0CB}"/>
          </ac:spMkLst>
        </pc:spChg>
        <pc:spChg chg="add del mod">
          <ac:chgData name="Júlio César Chaves" userId="3f913fe9-3202-435d-b9f5-b2fca763184f" providerId="ADAL" clId="{B4EC44EA-4C0C-483F-9984-7FCFE8256331}" dt="2023-02-20T22:06:56.604" v="21" actId="21"/>
          <ac:spMkLst>
            <pc:docMk/>
            <pc:sldMk cId="4016053433" sldId="260"/>
            <ac:spMk id="15" creationId="{89913E7A-CE53-F389-BB85-CB9746E0B4FB}"/>
          </ac:spMkLst>
        </pc:spChg>
        <pc:spChg chg="add mod">
          <ac:chgData name="Júlio César Chaves" userId="3f913fe9-3202-435d-b9f5-b2fca763184f" providerId="ADAL" clId="{B4EC44EA-4C0C-483F-9984-7FCFE8256331}" dt="2023-02-20T22:06:59.144" v="22"/>
          <ac:spMkLst>
            <pc:docMk/>
            <pc:sldMk cId="4016053433" sldId="260"/>
            <ac:spMk id="17" creationId="{740EB487-5A8E-3CDE-DE3C-3FDCF714A5D4}"/>
          </ac:spMkLst>
        </pc:spChg>
        <pc:picChg chg="add del mod">
          <ac:chgData name="Júlio César Chaves" userId="3f913fe9-3202-435d-b9f5-b2fca763184f" providerId="ADAL" clId="{B4EC44EA-4C0C-483F-9984-7FCFE8256331}" dt="2023-02-20T22:06:51.572" v="18" actId="21"/>
          <ac:picMkLst>
            <pc:docMk/>
            <pc:sldMk cId="4016053433" sldId="260"/>
            <ac:picMk id="7" creationId="{0C42A72A-BF0C-10D6-D69C-91C61B65C491}"/>
          </ac:picMkLst>
        </pc:picChg>
        <pc:picChg chg="del">
          <ac:chgData name="Júlio César Chaves" userId="3f913fe9-3202-435d-b9f5-b2fca763184f" providerId="ADAL" clId="{B4EC44EA-4C0C-483F-9984-7FCFE8256331}" dt="2023-02-20T22:06:43.015" v="16" actId="478"/>
          <ac:picMkLst>
            <pc:docMk/>
            <pc:sldMk cId="4016053433" sldId="260"/>
            <ac:picMk id="8" creationId="{E9DBC291-592B-F356-CAF1-5BE816DE1CA4}"/>
          </ac:picMkLst>
        </pc:picChg>
        <pc:picChg chg="add del mod">
          <ac:chgData name="Júlio César Chaves" userId="3f913fe9-3202-435d-b9f5-b2fca763184f" providerId="ADAL" clId="{B4EC44EA-4C0C-483F-9984-7FCFE8256331}" dt="2023-02-20T22:06:56.604" v="21" actId="21"/>
          <ac:picMkLst>
            <pc:docMk/>
            <pc:sldMk cId="4016053433" sldId="260"/>
            <ac:picMk id="14" creationId="{8EA5CF0E-160E-F921-C8CF-80C99961D4A8}"/>
          </ac:picMkLst>
        </pc:picChg>
        <pc:picChg chg="add mod">
          <ac:chgData name="Júlio César Chaves" userId="3f913fe9-3202-435d-b9f5-b2fca763184f" providerId="ADAL" clId="{B4EC44EA-4C0C-483F-9984-7FCFE8256331}" dt="2023-02-20T22:07:09.603" v="26" actId="14100"/>
          <ac:picMkLst>
            <pc:docMk/>
            <pc:sldMk cId="4016053433" sldId="260"/>
            <ac:picMk id="16" creationId="{25E5D56D-372E-CDCC-7A25-71E098FDDC67}"/>
          </ac:picMkLst>
        </pc:picChg>
      </pc:sldChg>
      <pc:sldChg chg="addSp delSp modSp add mod">
        <pc:chgData name="Júlio César Chaves" userId="3f913fe9-3202-435d-b9f5-b2fca763184f" providerId="ADAL" clId="{B4EC44EA-4C0C-483F-9984-7FCFE8256331}" dt="2023-02-20T22:12:41.227" v="136" actId="15"/>
        <pc:sldMkLst>
          <pc:docMk/>
          <pc:sldMk cId="248998019" sldId="261"/>
        </pc:sldMkLst>
        <pc:spChg chg="mod">
          <ac:chgData name="Júlio César Chaves" userId="3f913fe9-3202-435d-b9f5-b2fca763184f" providerId="ADAL" clId="{B4EC44EA-4C0C-483F-9984-7FCFE8256331}" dt="2023-02-20T22:12:41.227" v="136" actId="15"/>
          <ac:spMkLst>
            <pc:docMk/>
            <pc:sldMk cId="248998019" sldId="261"/>
            <ac:spMk id="4" creationId="{1129C928-0FE1-8790-B7BC-7DF2A5DA59BA}"/>
          </ac:spMkLst>
        </pc:spChg>
        <pc:spChg chg="del">
          <ac:chgData name="Júlio César Chaves" userId="3f913fe9-3202-435d-b9f5-b2fca763184f" providerId="ADAL" clId="{B4EC44EA-4C0C-483F-9984-7FCFE8256331}" dt="2023-02-20T22:10:13.194" v="67" actId="478"/>
          <ac:spMkLst>
            <pc:docMk/>
            <pc:sldMk cId="248998019" sldId="261"/>
            <ac:spMk id="5" creationId="{97A9009A-9378-3903-BF3F-6FBD413E9572}"/>
          </ac:spMkLst>
        </pc:spChg>
        <pc:spChg chg="add del mod">
          <ac:chgData name="Júlio César Chaves" userId="3f913fe9-3202-435d-b9f5-b2fca763184f" providerId="ADAL" clId="{B4EC44EA-4C0C-483F-9984-7FCFE8256331}" dt="2023-02-20T22:10:16.947" v="68" actId="478"/>
          <ac:spMkLst>
            <pc:docMk/>
            <pc:sldMk cId="248998019" sldId="261"/>
            <ac:spMk id="7" creationId="{8EF51EF1-7C45-B139-324C-A237468A3A29}"/>
          </ac:spMkLst>
        </pc:spChg>
        <pc:spChg chg="mod">
          <ac:chgData name="Júlio César Chaves" userId="3f913fe9-3202-435d-b9f5-b2fca763184f" providerId="ADAL" clId="{B4EC44EA-4C0C-483F-9984-7FCFE8256331}" dt="2023-02-20T22:12:21.373" v="115" actId="20577"/>
          <ac:spMkLst>
            <pc:docMk/>
            <pc:sldMk cId="248998019" sldId="261"/>
            <ac:spMk id="10" creationId="{896DA3D1-BF41-C851-9D5E-87E7FEE1F07E}"/>
          </ac:spMkLst>
        </pc:spChg>
        <pc:spChg chg="add mod">
          <ac:chgData name="Júlio César Chaves" userId="3f913fe9-3202-435d-b9f5-b2fca763184f" providerId="ADAL" clId="{B4EC44EA-4C0C-483F-9984-7FCFE8256331}" dt="2023-02-20T22:10:43.782" v="71" actId="962"/>
          <ac:spMkLst>
            <pc:docMk/>
            <pc:sldMk cId="248998019" sldId="261"/>
            <ac:spMk id="11" creationId="{BE9F1A85-060E-05C4-BF34-5CEE3AB493D1}"/>
          </ac:spMkLst>
        </pc:spChg>
        <pc:spChg chg="del">
          <ac:chgData name="Júlio César Chaves" userId="3f913fe9-3202-435d-b9f5-b2fca763184f" providerId="ADAL" clId="{B4EC44EA-4C0C-483F-9984-7FCFE8256331}" dt="2023-02-20T22:10:51.163" v="75" actId="478"/>
          <ac:spMkLst>
            <pc:docMk/>
            <pc:sldMk cId="248998019" sldId="261"/>
            <ac:spMk id="17" creationId="{740EB487-5A8E-3CDE-DE3C-3FDCF714A5D4}"/>
          </ac:spMkLst>
        </pc:spChg>
        <pc:picChg chg="add mod">
          <ac:chgData name="Júlio César Chaves" userId="3f913fe9-3202-435d-b9f5-b2fca763184f" providerId="ADAL" clId="{B4EC44EA-4C0C-483F-9984-7FCFE8256331}" dt="2023-02-20T22:11:04.944" v="79" actId="1036"/>
          <ac:picMkLst>
            <pc:docMk/>
            <pc:sldMk cId="248998019" sldId="261"/>
            <ac:picMk id="9" creationId="{B2DD2D90-63B2-9DAB-D853-4D2BEB076556}"/>
          </ac:picMkLst>
        </pc:picChg>
        <pc:picChg chg="del">
          <ac:chgData name="Júlio César Chaves" userId="3f913fe9-3202-435d-b9f5-b2fca763184f" providerId="ADAL" clId="{B4EC44EA-4C0C-483F-9984-7FCFE8256331}" dt="2023-02-20T22:10:51.163" v="75" actId="478"/>
          <ac:picMkLst>
            <pc:docMk/>
            <pc:sldMk cId="248998019" sldId="261"/>
            <ac:picMk id="16" creationId="{25E5D56D-372E-CDCC-7A25-71E098FDDC67}"/>
          </ac:picMkLst>
        </pc:picChg>
      </pc:sldChg>
      <pc:sldChg chg="del">
        <pc:chgData name="Júlio César Chaves" userId="3f913fe9-3202-435d-b9f5-b2fca763184f" providerId="ADAL" clId="{B4EC44EA-4C0C-483F-9984-7FCFE8256331}" dt="2023-02-20T22:05:45.635" v="7" actId="47"/>
        <pc:sldMkLst>
          <pc:docMk/>
          <pc:sldMk cId="4130997900" sldId="261"/>
        </pc:sldMkLst>
      </pc:sldChg>
    </pc:docChg>
  </pc:docChgLst>
  <pc:docChgLst>
    <pc:chgData name="Júlio César Chaves" userId="3f913fe9-3202-435d-b9f5-b2fca763184f" providerId="ADAL" clId="{97394D81-314E-4390-8F3D-5117AE7B0472}"/>
    <pc:docChg chg="custSel addSld delSld modSld sldOrd modSection">
      <pc:chgData name="Júlio César Chaves" userId="3f913fe9-3202-435d-b9f5-b2fca763184f" providerId="ADAL" clId="{97394D81-314E-4390-8F3D-5117AE7B0472}" dt="2021-05-29T13:56:34.544" v="959" actId="47"/>
      <pc:docMkLst>
        <pc:docMk/>
      </pc:docMkLst>
      <pc:sldChg chg="addSp modSp mod">
        <pc:chgData name="Júlio César Chaves" userId="3f913fe9-3202-435d-b9f5-b2fca763184f" providerId="ADAL" clId="{97394D81-314E-4390-8F3D-5117AE7B0472}" dt="2021-05-29T13:48:56.163" v="958" actId="20577"/>
        <pc:sldMkLst>
          <pc:docMk/>
          <pc:sldMk cId="3684121646" sldId="283"/>
        </pc:sldMkLst>
        <pc:spChg chg="add mod">
          <ac:chgData name="Júlio César Chaves" userId="3f913fe9-3202-435d-b9f5-b2fca763184f" providerId="ADAL" clId="{97394D81-314E-4390-8F3D-5117AE7B0472}" dt="2021-05-29T13:48:56.163" v="958" actId="20577"/>
          <ac:spMkLst>
            <pc:docMk/>
            <pc:sldMk cId="3684121646" sldId="283"/>
            <ac:spMk id="4" creationId="{BD594FBC-A91A-4194-89C1-F2CCA6CB8788}"/>
          </ac:spMkLst>
        </pc:spChg>
      </pc:sldChg>
      <pc:sldChg chg="ord">
        <pc:chgData name="Júlio César Chaves" userId="3f913fe9-3202-435d-b9f5-b2fca763184f" providerId="ADAL" clId="{97394D81-314E-4390-8F3D-5117AE7B0472}" dt="2021-05-29T13:12:40.456" v="184"/>
        <pc:sldMkLst>
          <pc:docMk/>
          <pc:sldMk cId="808032551" sldId="323"/>
        </pc:sldMkLst>
      </pc:sldChg>
      <pc:sldChg chg="modNotesTx">
        <pc:chgData name="Júlio César Chaves" userId="3f913fe9-3202-435d-b9f5-b2fca763184f" providerId="ADAL" clId="{97394D81-314E-4390-8F3D-5117AE7B0472}" dt="2021-05-29T13:18:10.628" v="609" actId="20577"/>
        <pc:sldMkLst>
          <pc:docMk/>
          <pc:sldMk cId="1045669170" sldId="362"/>
        </pc:sldMkLst>
      </pc:sldChg>
      <pc:sldChg chg="modSp new del mod">
        <pc:chgData name="Júlio César Chaves" userId="3f913fe9-3202-435d-b9f5-b2fca763184f" providerId="ADAL" clId="{97394D81-314E-4390-8F3D-5117AE7B0472}" dt="2021-05-29T13:56:34.544" v="959" actId="47"/>
        <pc:sldMkLst>
          <pc:docMk/>
          <pc:sldMk cId="3972383969" sldId="379"/>
        </pc:sldMkLst>
        <pc:spChg chg="mod">
          <ac:chgData name="Júlio César Chaves" userId="3f913fe9-3202-435d-b9f5-b2fca763184f" providerId="ADAL" clId="{97394D81-314E-4390-8F3D-5117AE7B0472}" dt="2021-05-29T13:40:28.436" v="906"/>
          <ac:spMkLst>
            <pc:docMk/>
            <pc:sldMk cId="3972383969" sldId="379"/>
            <ac:spMk id="4" creationId="{89F1B777-E1C4-4F12-85FC-AE2CA8488AC6}"/>
          </ac:spMkLst>
        </pc:spChg>
      </pc:sldChg>
    </pc:docChg>
  </pc:docChgLst>
  <pc:docChgLst>
    <pc:chgData name="Júlio César Chaves" userId="3f913fe9-3202-435d-b9f5-b2fca763184f" providerId="ADAL" clId="{1901C1DA-EA5F-4CBA-A2E9-1DBEE1F4DB1D}"/>
    <pc:docChg chg="addSld modSld">
      <pc:chgData name="Júlio César Chaves" userId="3f913fe9-3202-435d-b9f5-b2fca763184f" providerId="ADAL" clId="{1901C1DA-EA5F-4CBA-A2E9-1DBEE1F4DB1D}" dt="2020-07-10T21:34:52.187" v="59" actId="478"/>
      <pc:docMkLst>
        <pc:docMk/>
      </pc:docMkLst>
      <pc:sldChg chg="modSp">
        <pc:chgData name="Júlio César Chaves" userId="3f913fe9-3202-435d-b9f5-b2fca763184f" providerId="ADAL" clId="{1901C1DA-EA5F-4CBA-A2E9-1DBEE1F4DB1D}" dt="2020-07-10T21:18:25.449" v="20" actId="20577"/>
        <pc:sldMkLst>
          <pc:docMk/>
          <pc:sldMk cId="105159225" sldId="260"/>
        </pc:sldMkLst>
        <pc:spChg chg="mod">
          <ac:chgData name="Júlio César Chaves" userId="3f913fe9-3202-435d-b9f5-b2fca763184f" providerId="ADAL" clId="{1901C1DA-EA5F-4CBA-A2E9-1DBEE1F4DB1D}" dt="2020-07-10T21:18:25.449" v="20" actId="20577"/>
          <ac:spMkLst>
            <pc:docMk/>
            <pc:sldMk cId="105159225" sldId="260"/>
            <ac:spMk id="2" creationId="{00000000-0000-0000-0000-000000000000}"/>
          </ac:spMkLst>
        </pc:spChg>
      </pc:sldChg>
      <pc:sldChg chg="modSp">
        <pc:chgData name="Júlio César Chaves" userId="3f913fe9-3202-435d-b9f5-b2fca763184f" providerId="ADAL" clId="{1901C1DA-EA5F-4CBA-A2E9-1DBEE1F4DB1D}" dt="2020-07-10T21:08:01.415" v="11" actId="20577"/>
        <pc:sldMkLst>
          <pc:docMk/>
          <pc:sldMk cId="2838214233" sldId="273"/>
        </pc:sldMkLst>
        <pc:spChg chg="mod">
          <ac:chgData name="Júlio César Chaves" userId="3f913fe9-3202-435d-b9f5-b2fca763184f" providerId="ADAL" clId="{1901C1DA-EA5F-4CBA-A2E9-1DBEE1F4DB1D}" dt="2020-07-10T21:08:01.415" v="11" actId="20577"/>
          <ac:spMkLst>
            <pc:docMk/>
            <pc:sldMk cId="2838214233" sldId="273"/>
            <ac:spMk id="6" creationId="{00000000-0000-0000-0000-000000000000}"/>
          </ac:spMkLst>
        </pc:spChg>
      </pc:sldChg>
      <pc:sldChg chg="addSp delSp modSp add">
        <pc:chgData name="Júlio César Chaves" userId="3f913fe9-3202-435d-b9f5-b2fca763184f" providerId="ADAL" clId="{1901C1DA-EA5F-4CBA-A2E9-1DBEE1F4DB1D}" dt="2020-07-10T21:34:52.187" v="59" actId="478"/>
        <pc:sldMkLst>
          <pc:docMk/>
          <pc:sldMk cId="3243391703" sldId="275"/>
        </pc:sldMkLst>
        <pc:spChg chg="mod">
          <ac:chgData name="Júlio César Chaves" userId="3f913fe9-3202-435d-b9f5-b2fca763184f" providerId="ADAL" clId="{1901C1DA-EA5F-4CBA-A2E9-1DBEE1F4DB1D}" dt="2020-07-10T21:32:21.484" v="47" actId="20577"/>
          <ac:spMkLst>
            <pc:docMk/>
            <pc:sldMk cId="3243391703" sldId="275"/>
            <ac:spMk id="2" creationId="{F69B9CA0-4261-424E-A9DA-ABBCFACD1135}"/>
          </ac:spMkLst>
        </pc:spChg>
        <pc:picChg chg="add mod">
          <ac:chgData name="Júlio César Chaves" userId="3f913fe9-3202-435d-b9f5-b2fca763184f" providerId="ADAL" clId="{1901C1DA-EA5F-4CBA-A2E9-1DBEE1F4DB1D}" dt="2020-07-10T21:33:47.546" v="56" actId="1076"/>
          <ac:picMkLst>
            <pc:docMk/>
            <pc:sldMk cId="3243391703" sldId="275"/>
            <ac:picMk id="4" creationId="{6399238D-AAF7-4BCA-A085-95EAEEC6D3A3}"/>
          </ac:picMkLst>
        </pc:picChg>
        <pc:picChg chg="add mod">
          <ac:chgData name="Júlio César Chaves" userId="3f913fe9-3202-435d-b9f5-b2fca763184f" providerId="ADAL" clId="{1901C1DA-EA5F-4CBA-A2E9-1DBEE1F4DB1D}" dt="2020-07-10T21:33:40.156" v="54" actId="1076"/>
          <ac:picMkLst>
            <pc:docMk/>
            <pc:sldMk cId="3243391703" sldId="275"/>
            <ac:picMk id="1026" creationId="{75B7FDFE-018C-4560-89C7-6912EF6F0061}"/>
          </ac:picMkLst>
        </pc:picChg>
        <pc:picChg chg="add del mod">
          <ac:chgData name="Júlio César Chaves" userId="3f913fe9-3202-435d-b9f5-b2fca763184f" providerId="ADAL" clId="{1901C1DA-EA5F-4CBA-A2E9-1DBEE1F4DB1D}" dt="2020-07-10T21:34:52.187" v="59" actId="478"/>
          <ac:picMkLst>
            <pc:docMk/>
            <pc:sldMk cId="3243391703" sldId="275"/>
            <ac:picMk id="1028" creationId="{D739A8F7-08D8-4CF3-BFB1-59D59CAC6F2B}"/>
          </ac:picMkLst>
        </pc:picChg>
      </pc:sldChg>
    </pc:docChg>
  </pc:docChgLst>
  <pc:docChgLst>
    <pc:chgData name="Júlio César Chaves" userId="3f913fe9-3202-435d-b9f5-b2fca763184f" providerId="ADAL" clId="{B65B93C5-FC03-4234-9F6A-302C152C6079}"/>
    <pc:docChg chg="undo custSel addSld delSld modSld modSection">
      <pc:chgData name="Júlio César Chaves" userId="3f913fe9-3202-435d-b9f5-b2fca763184f" providerId="ADAL" clId="{B65B93C5-FC03-4234-9F6A-302C152C6079}" dt="2023-02-20T22:25:36.535" v="238" actId="1037"/>
      <pc:docMkLst>
        <pc:docMk/>
      </pc:docMkLst>
      <pc:sldChg chg="modSp mod">
        <pc:chgData name="Júlio César Chaves" userId="3f913fe9-3202-435d-b9f5-b2fca763184f" providerId="ADAL" clId="{B65B93C5-FC03-4234-9F6A-302C152C6079}" dt="2023-02-20T22:15:38.494" v="2" actId="20577"/>
        <pc:sldMkLst>
          <pc:docMk/>
          <pc:sldMk cId="1907083369" sldId="259"/>
        </pc:sldMkLst>
        <pc:spChg chg="mod">
          <ac:chgData name="Júlio César Chaves" userId="3f913fe9-3202-435d-b9f5-b2fca763184f" providerId="ADAL" clId="{B65B93C5-FC03-4234-9F6A-302C152C6079}" dt="2023-02-20T22:15:38.494" v="2" actId="20577"/>
          <ac:spMkLst>
            <pc:docMk/>
            <pc:sldMk cId="1907083369" sldId="259"/>
            <ac:spMk id="2" creationId="{CE784A9F-2F14-47A1-9BDA-D2347E4C0043}"/>
          </ac:spMkLst>
        </pc:spChg>
      </pc:sldChg>
      <pc:sldChg chg="addSp delSp modSp mod">
        <pc:chgData name="Júlio César Chaves" userId="3f913fe9-3202-435d-b9f5-b2fca763184f" providerId="ADAL" clId="{B65B93C5-FC03-4234-9F6A-302C152C6079}" dt="2023-02-20T22:20:56.263" v="68" actId="20577"/>
        <pc:sldMkLst>
          <pc:docMk/>
          <pc:sldMk cId="4016053433" sldId="260"/>
        </pc:sldMkLst>
        <pc:spChg chg="mod">
          <ac:chgData name="Júlio César Chaves" userId="3f913fe9-3202-435d-b9f5-b2fca763184f" providerId="ADAL" clId="{B65B93C5-FC03-4234-9F6A-302C152C6079}" dt="2023-02-20T22:15:52.427" v="3"/>
          <ac:spMkLst>
            <pc:docMk/>
            <pc:sldMk cId="4016053433" sldId="260"/>
            <ac:spMk id="2" creationId="{F6D029EC-3966-70CB-AC28-C82896931C35}"/>
          </ac:spMkLst>
        </pc:spChg>
        <pc:spChg chg="mod">
          <ac:chgData name="Júlio César Chaves" userId="3f913fe9-3202-435d-b9f5-b2fca763184f" providerId="ADAL" clId="{B65B93C5-FC03-4234-9F6A-302C152C6079}" dt="2023-02-20T22:20:56.263" v="68" actId="20577"/>
          <ac:spMkLst>
            <pc:docMk/>
            <pc:sldMk cId="4016053433" sldId="260"/>
            <ac:spMk id="4" creationId="{1129C928-0FE1-8790-B7BC-7DF2A5DA59BA}"/>
          </ac:spMkLst>
        </pc:spChg>
        <pc:spChg chg="mod">
          <ac:chgData name="Júlio César Chaves" userId="3f913fe9-3202-435d-b9f5-b2fca763184f" providerId="ADAL" clId="{B65B93C5-FC03-4234-9F6A-302C152C6079}" dt="2023-02-20T22:16:17.322" v="7"/>
          <ac:spMkLst>
            <pc:docMk/>
            <pc:sldMk cId="4016053433" sldId="260"/>
            <ac:spMk id="5" creationId="{97A9009A-9378-3903-BF3F-6FBD413E9572}"/>
          </ac:spMkLst>
        </pc:spChg>
        <pc:spChg chg="add mod">
          <ac:chgData name="Júlio César Chaves" userId="3f913fe9-3202-435d-b9f5-b2fca763184f" providerId="ADAL" clId="{B65B93C5-FC03-4234-9F6A-302C152C6079}" dt="2023-02-20T22:17:01.161" v="15" actId="962"/>
          <ac:spMkLst>
            <pc:docMk/>
            <pc:sldMk cId="4016053433" sldId="260"/>
            <ac:spMk id="8" creationId="{E8266D89-D446-F24F-E2C1-EB19C8EF4A9D}"/>
          </ac:spMkLst>
        </pc:spChg>
        <pc:spChg chg="mod">
          <ac:chgData name="Júlio César Chaves" userId="3f913fe9-3202-435d-b9f5-b2fca763184f" providerId="ADAL" clId="{B65B93C5-FC03-4234-9F6A-302C152C6079}" dt="2023-02-20T22:17:37.540" v="38"/>
          <ac:spMkLst>
            <pc:docMk/>
            <pc:sldMk cId="4016053433" sldId="260"/>
            <ac:spMk id="10" creationId="{896DA3D1-BF41-C851-9D5E-87E7FEE1F07E}"/>
          </ac:spMkLst>
        </pc:spChg>
        <pc:spChg chg="del">
          <ac:chgData name="Júlio César Chaves" userId="3f913fe9-3202-435d-b9f5-b2fca763184f" providerId="ADAL" clId="{B65B93C5-FC03-4234-9F6A-302C152C6079}" dt="2023-02-20T22:15:58.882" v="5" actId="478"/>
          <ac:spMkLst>
            <pc:docMk/>
            <pc:sldMk cId="4016053433" sldId="260"/>
            <ac:spMk id="17" creationId="{740EB487-5A8E-3CDE-DE3C-3FDCF714A5D4}"/>
          </ac:spMkLst>
        </pc:spChg>
        <pc:picChg chg="add mod">
          <ac:chgData name="Júlio César Chaves" userId="3f913fe9-3202-435d-b9f5-b2fca763184f" providerId="ADAL" clId="{B65B93C5-FC03-4234-9F6A-302C152C6079}" dt="2023-02-20T22:17:20.665" v="30" actId="14100"/>
          <ac:picMkLst>
            <pc:docMk/>
            <pc:sldMk cId="4016053433" sldId="260"/>
            <ac:picMk id="7" creationId="{4A1722A3-C4C5-F4DD-CB79-796A28DE3784}"/>
          </ac:picMkLst>
        </pc:picChg>
        <pc:picChg chg="del">
          <ac:chgData name="Júlio César Chaves" userId="3f913fe9-3202-435d-b9f5-b2fca763184f" providerId="ADAL" clId="{B65B93C5-FC03-4234-9F6A-302C152C6079}" dt="2023-02-20T22:15:58.882" v="5" actId="478"/>
          <ac:picMkLst>
            <pc:docMk/>
            <pc:sldMk cId="4016053433" sldId="260"/>
            <ac:picMk id="16" creationId="{25E5D56D-372E-CDCC-7A25-71E098FDDC67}"/>
          </ac:picMkLst>
        </pc:picChg>
      </pc:sldChg>
      <pc:sldChg chg="del">
        <pc:chgData name="Júlio César Chaves" userId="3f913fe9-3202-435d-b9f5-b2fca763184f" providerId="ADAL" clId="{B65B93C5-FC03-4234-9F6A-302C152C6079}" dt="2023-02-20T22:15:54.708" v="4" actId="47"/>
        <pc:sldMkLst>
          <pc:docMk/>
          <pc:sldMk cId="248998019" sldId="261"/>
        </pc:sldMkLst>
      </pc:sldChg>
      <pc:sldChg chg="addSp delSp modSp add mod">
        <pc:chgData name="Júlio César Chaves" userId="3f913fe9-3202-435d-b9f5-b2fca763184f" providerId="ADAL" clId="{B65B93C5-FC03-4234-9F6A-302C152C6079}" dt="2023-02-20T22:25:36.535" v="238" actId="1037"/>
        <pc:sldMkLst>
          <pc:docMk/>
          <pc:sldMk cId="2618771364" sldId="261"/>
        </pc:sldMkLst>
        <pc:spChg chg="del mod">
          <ac:chgData name="Júlio César Chaves" userId="3f913fe9-3202-435d-b9f5-b2fca763184f" providerId="ADAL" clId="{B65B93C5-FC03-4234-9F6A-302C152C6079}" dt="2023-02-20T22:25:26.580" v="193" actId="478"/>
          <ac:spMkLst>
            <pc:docMk/>
            <pc:sldMk cId="2618771364" sldId="261"/>
            <ac:spMk id="4" creationId="{1129C928-0FE1-8790-B7BC-7DF2A5DA59BA}"/>
          </ac:spMkLst>
        </pc:spChg>
        <pc:spChg chg="mod">
          <ac:chgData name="Júlio César Chaves" userId="3f913fe9-3202-435d-b9f5-b2fca763184f" providerId="ADAL" clId="{B65B93C5-FC03-4234-9F6A-302C152C6079}" dt="2023-02-20T22:25:36.535" v="238" actId="1037"/>
          <ac:spMkLst>
            <pc:docMk/>
            <pc:sldMk cId="2618771364" sldId="261"/>
            <ac:spMk id="5" creationId="{97A9009A-9378-3903-BF3F-6FBD413E9572}"/>
          </ac:spMkLst>
        </pc:spChg>
        <pc:spChg chg="del">
          <ac:chgData name="Júlio César Chaves" userId="3f913fe9-3202-435d-b9f5-b2fca763184f" providerId="ADAL" clId="{B65B93C5-FC03-4234-9F6A-302C152C6079}" dt="2023-02-20T22:18:32.952" v="54" actId="478"/>
          <ac:spMkLst>
            <pc:docMk/>
            <pc:sldMk cId="2618771364" sldId="261"/>
            <ac:spMk id="8" creationId="{E8266D89-D446-F24F-E2C1-EB19C8EF4A9D}"/>
          </ac:spMkLst>
        </pc:spChg>
        <pc:spChg chg="mod">
          <ac:chgData name="Júlio César Chaves" userId="3f913fe9-3202-435d-b9f5-b2fca763184f" providerId="ADAL" clId="{B65B93C5-FC03-4234-9F6A-302C152C6079}" dt="2023-02-20T22:25:36.535" v="238" actId="1037"/>
          <ac:spMkLst>
            <pc:docMk/>
            <pc:sldMk cId="2618771364" sldId="261"/>
            <ac:spMk id="10" creationId="{896DA3D1-BF41-C851-9D5E-87E7FEE1F07E}"/>
          </ac:spMkLst>
        </pc:spChg>
        <pc:spChg chg="add mod">
          <ac:chgData name="Júlio César Chaves" userId="3f913fe9-3202-435d-b9f5-b2fca763184f" providerId="ADAL" clId="{B65B93C5-FC03-4234-9F6A-302C152C6079}" dt="2023-02-20T22:20:33.636" v="64" actId="1076"/>
          <ac:spMkLst>
            <pc:docMk/>
            <pc:sldMk cId="2618771364" sldId="261"/>
            <ac:spMk id="11" creationId="{96C15F16-DBC6-6A48-2905-7AFA2353D495}"/>
          </ac:spMkLst>
        </pc:spChg>
        <pc:spChg chg="add del mod">
          <ac:chgData name="Júlio César Chaves" userId="3f913fe9-3202-435d-b9f5-b2fca763184f" providerId="ADAL" clId="{B65B93C5-FC03-4234-9F6A-302C152C6079}" dt="2023-02-20T22:25:29.417" v="194" actId="478"/>
          <ac:spMkLst>
            <pc:docMk/>
            <pc:sldMk cId="2618771364" sldId="261"/>
            <ac:spMk id="13" creationId="{49D91FC1-B372-9765-0D59-A189FCF8E9CE}"/>
          </ac:spMkLst>
        </pc:spChg>
        <pc:picChg chg="del">
          <ac:chgData name="Júlio César Chaves" userId="3f913fe9-3202-435d-b9f5-b2fca763184f" providerId="ADAL" clId="{B65B93C5-FC03-4234-9F6A-302C152C6079}" dt="2023-02-20T22:18:32.952" v="54" actId="478"/>
          <ac:picMkLst>
            <pc:docMk/>
            <pc:sldMk cId="2618771364" sldId="261"/>
            <ac:picMk id="7" creationId="{4A1722A3-C4C5-F4DD-CB79-796A28DE3784}"/>
          </ac:picMkLst>
        </pc:picChg>
        <pc:picChg chg="add mod">
          <ac:chgData name="Júlio César Chaves" userId="3f913fe9-3202-435d-b9f5-b2fca763184f" providerId="ADAL" clId="{B65B93C5-FC03-4234-9F6A-302C152C6079}" dt="2023-02-20T22:20:15.649" v="61" actId="1076"/>
          <ac:picMkLst>
            <pc:docMk/>
            <pc:sldMk cId="2618771364" sldId="261"/>
            <ac:picMk id="9" creationId="{002C400A-8A52-52B9-5402-CEF3B65F9764}"/>
          </ac:picMkLst>
        </pc:picChg>
      </pc:sldChg>
      <pc:sldChg chg="addSp delSp modSp add mod">
        <pc:chgData name="Júlio César Chaves" userId="3f913fe9-3202-435d-b9f5-b2fca763184f" providerId="ADAL" clId="{B65B93C5-FC03-4234-9F6A-302C152C6079}" dt="2023-02-20T22:25:19.302" v="192" actId="14100"/>
        <pc:sldMkLst>
          <pc:docMk/>
          <pc:sldMk cId="1224668880" sldId="262"/>
        </pc:sldMkLst>
        <pc:spChg chg="mod">
          <ac:chgData name="Júlio César Chaves" userId="3f913fe9-3202-435d-b9f5-b2fca763184f" providerId="ADAL" clId="{B65B93C5-FC03-4234-9F6A-302C152C6079}" dt="2023-02-20T22:24:00.686" v="178" actId="15"/>
          <ac:spMkLst>
            <pc:docMk/>
            <pc:sldMk cId="1224668880" sldId="262"/>
            <ac:spMk id="4" creationId="{1129C928-0FE1-8790-B7BC-7DF2A5DA59BA}"/>
          </ac:spMkLst>
        </pc:spChg>
        <pc:spChg chg="del">
          <ac:chgData name="Júlio César Chaves" userId="3f913fe9-3202-435d-b9f5-b2fca763184f" providerId="ADAL" clId="{B65B93C5-FC03-4234-9F6A-302C152C6079}" dt="2023-02-20T22:23:04.002" v="145" actId="478"/>
          <ac:spMkLst>
            <pc:docMk/>
            <pc:sldMk cId="1224668880" sldId="262"/>
            <ac:spMk id="5" creationId="{97A9009A-9378-3903-BF3F-6FBD413E9572}"/>
          </ac:spMkLst>
        </pc:spChg>
        <pc:spChg chg="add del mod">
          <ac:chgData name="Júlio César Chaves" userId="3f913fe9-3202-435d-b9f5-b2fca763184f" providerId="ADAL" clId="{B65B93C5-FC03-4234-9F6A-302C152C6079}" dt="2023-02-20T22:23:06.787" v="146" actId="478"/>
          <ac:spMkLst>
            <pc:docMk/>
            <pc:sldMk cId="1224668880" sldId="262"/>
            <ac:spMk id="7" creationId="{8FA6E280-440D-72C2-F92C-A3CA3CB8FEB7}"/>
          </ac:spMkLst>
        </pc:spChg>
        <pc:spChg chg="mod">
          <ac:chgData name="Júlio César Chaves" userId="3f913fe9-3202-435d-b9f5-b2fca763184f" providerId="ADAL" clId="{B65B93C5-FC03-4234-9F6A-302C152C6079}" dt="2023-02-20T22:24:06.087" v="180" actId="20577"/>
          <ac:spMkLst>
            <pc:docMk/>
            <pc:sldMk cId="1224668880" sldId="262"/>
            <ac:spMk id="10" creationId="{896DA3D1-BF41-C851-9D5E-87E7FEE1F07E}"/>
          </ac:spMkLst>
        </pc:spChg>
        <pc:spChg chg="del">
          <ac:chgData name="Júlio César Chaves" userId="3f913fe9-3202-435d-b9f5-b2fca763184f" providerId="ADAL" clId="{B65B93C5-FC03-4234-9F6A-302C152C6079}" dt="2023-02-20T22:25:01.418" v="187" actId="478"/>
          <ac:spMkLst>
            <pc:docMk/>
            <pc:sldMk cId="1224668880" sldId="262"/>
            <ac:spMk id="11" creationId="{96C15F16-DBC6-6A48-2905-7AFA2353D495}"/>
          </ac:spMkLst>
        </pc:spChg>
        <pc:spChg chg="add mod">
          <ac:chgData name="Júlio César Chaves" userId="3f913fe9-3202-435d-b9f5-b2fca763184f" providerId="ADAL" clId="{B65B93C5-FC03-4234-9F6A-302C152C6079}" dt="2023-02-20T22:25:19.302" v="192" actId="14100"/>
          <ac:spMkLst>
            <pc:docMk/>
            <pc:sldMk cId="1224668880" sldId="262"/>
            <ac:spMk id="13" creationId="{CB4C2994-56DF-3A45-636C-2D711A5AFF31}"/>
          </ac:spMkLst>
        </pc:spChg>
        <pc:picChg chg="del">
          <ac:chgData name="Júlio César Chaves" userId="3f913fe9-3202-435d-b9f5-b2fca763184f" providerId="ADAL" clId="{B65B93C5-FC03-4234-9F6A-302C152C6079}" dt="2023-02-20T22:25:01.418" v="187" actId="478"/>
          <ac:picMkLst>
            <pc:docMk/>
            <pc:sldMk cId="1224668880" sldId="262"/>
            <ac:picMk id="9" creationId="{002C400A-8A52-52B9-5402-CEF3B65F9764}"/>
          </ac:picMkLst>
        </pc:picChg>
        <pc:picChg chg="add mod">
          <ac:chgData name="Júlio César Chaves" userId="3f913fe9-3202-435d-b9f5-b2fca763184f" providerId="ADAL" clId="{B65B93C5-FC03-4234-9F6A-302C152C6079}" dt="2023-02-20T22:25:06.787" v="188" actId="1076"/>
          <ac:picMkLst>
            <pc:docMk/>
            <pc:sldMk cId="1224668880" sldId="262"/>
            <ac:picMk id="12" creationId="{A4A0ECB2-D130-AC50-E682-FA63458F53CA}"/>
          </ac:picMkLst>
        </pc:picChg>
      </pc:sldChg>
    </pc:docChg>
  </pc:docChgLst>
  <pc:docChgLst>
    <pc:chgData name="Júlio César Chaves" userId="3f913fe9-3202-435d-b9f5-b2fca763184f" providerId="ADAL" clId="{62F7AC4E-C59A-4E40-BF6B-1422F3A25491}"/>
    <pc:docChg chg="undo custSel delSld modSld modSection">
      <pc:chgData name="Júlio César Chaves" userId="3f913fe9-3202-435d-b9f5-b2fca763184f" providerId="ADAL" clId="{62F7AC4E-C59A-4E40-BF6B-1422F3A25491}" dt="2021-07-16T20:37:09.351" v="491"/>
      <pc:docMkLst>
        <pc:docMk/>
      </pc:docMkLst>
      <pc:sldChg chg="modSp mod modNotesTx">
        <pc:chgData name="Júlio César Chaves" userId="3f913fe9-3202-435d-b9f5-b2fca763184f" providerId="ADAL" clId="{62F7AC4E-C59A-4E40-BF6B-1422F3A25491}" dt="2021-07-16T16:30:56.772" v="117" actId="404"/>
        <pc:sldMkLst>
          <pc:docMk/>
          <pc:sldMk cId="1907083369" sldId="259"/>
        </pc:sldMkLst>
        <pc:spChg chg="mod">
          <ac:chgData name="Júlio César Chaves" userId="3f913fe9-3202-435d-b9f5-b2fca763184f" providerId="ADAL" clId="{62F7AC4E-C59A-4E40-BF6B-1422F3A25491}" dt="2021-07-15T18:49:52.125" v="16" actId="20577"/>
          <ac:spMkLst>
            <pc:docMk/>
            <pc:sldMk cId="1907083369" sldId="259"/>
            <ac:spMk id="4" creationId="{00000000-0000-0000-0000-000000000000}"/>
          </ac:spMkLst>
        </pc:spChg>
      </pc:sldChg>
      <pc:sldChg chg="modSp mod modNotesTx">
        <pc:chgData name="Júlio César Chaves" userId="3f913fe9-3202-435d-b9f5-b2fca763184f" providerId="ADAL" clId="{62F7AC4E-C59A-4E40-BF6B-1422F3A25491}" dt="2021-07-16T16:51:43.565" v="130" actId="6549"/>
        <pc:sldMkLst>
          <pc:docMk/>
          <pc:sldMk cId="1370089053" sldId="281"/>
        </pc:sldMkLst>
        <pc:spChg chg="mod">
          <ac:chgData name="Júlio César Chaves" userId="3f913fe9-3202-435d-b9f5-b2fca763184f" providerId="ADAL" clId="{62F7AC4E-C59A-4E40-BF6B-1422F3A25491}" dt="2021-07-16T16:51:43.565" v="130" actId="6549"/>
          <ac:spMkLst>
            <pc:docMk/>
            <pc:sldMk cId="1370089053" sldId="281"/>
            <ac:spMk id="3" creationId="{DF1E2541-4E28-460E-B273-5A63E66042FC}"/>
          </ac:spMkLst>
        </pc:spChg>
      </pc:sldChg>
      <pc:sldChg chg="modNotesTx">
        <pc:chgData name="Júlio César Chaves" userId="3f913fe9-3202-435d-b9f5-b2fca763184f" providerId="ADAL" clId="{62F7AC4E-C59A-4E40-BF6B-1422F3A25491}" dt="2021-07-16T17:17:49.494" v="134" actId="20577"/>
        <pc:sldMkLst>
          <pc:docMk/>
          <pc:sldMk cId="2904025016" sldId="282"/>
        </pc:sldMkLst>
      </pc:sldChg>
      <pc:sldChg chg="delSp modSp mod modNotesTx">
        <pc:chgData name="Júlio César Chaves" userId="3f913fe9-3202-435d-b9f5-b2fca763184f" providerId="ADAL" clId="{62F7AC4E-C59A-4E40-BF6B-1422F3A25491}" dt="2021-07-16T18:37:45.235" v="300"/>
        <pc:sldMkLst>
          <pc:docMk/>
          <pc:sldMk cId="3684121646" sldId="283"/>
        </pc:sldMkLst>
        <pc:spChg chg="mod">
          <ac:chgData name="Júlio César Chaves" userId="3f913fe9-3202-435d-b9f5-b2fca763184f" providerId="ADAL" clId="{62F7AC4E-C59A-4E40-BF6B-1422F3A25491}" dt="2021-07-16T18:19:46.999" v="293" actId="20577"/>
          <ac:spMkLst>
            <pc:docMk/>
            <pc:sldMk cId="3684121646" sldId="283"/>
            <ac:spMk id="3" creationId="{E6CDF48B-47C6-4C50-B211-CDCEBFC1B73B}"/>
          </ac:spMkLst>
        </pc:spChg>
        <pc:spChg chg="del">
          <ac:chgData name="Júlio César Chaves" userId="3f913fe9-3202-435d-b9f5-b2fca763184f" providerId="ADAL" clId="{62F7AC4E-C59A-4E40-BF6B-1422F3A25491}" dt="2021-07-16T17:29:46.564" v="135" actId="478"/>
          <ac:spMkLst>
            <pc:docMk/>
            <pc:sldMk cId="3684121646" sldId="283"/>
            <ac:spMk id="4" creationId="{BD594FBC-A91A-4194-89C1-F2CCA6CB8788}"/>
          </ac:spMkLst>
        </pc:spChg>
      </pc:sldChg>
      <pc:sldChg chg="addSp delSp modSp mod modNotesTx">
        <pc:chgData name="Júlio César Chaves" userId="3f913fe9-3202-435d-b9f5-b2fca763184f" providerId="ADAL" clId="{62F7AC4E-C59A-4E40-BF6B-1422F3A25491}" dt="2021-07-16T20:37:09.351" v="491"/>
        <pc:sldMkLst>
          <pc:docMk/>
          <pc:sldMk cId="4137787894" sldId="292"/>
        </pc:sldMkLst>
        <pc:spChg chg="mod">
          <ac:chgData name="Júlio César Chaves" userId="3f913fe9-3202-435d-b9f5-b2fca763184f" providerId="ADAL" clId="{62F7AC4E-C59A-4E40-BF6B-1422F3A25491}" dt="2021-07-16T20:17:08.504" v="488" actId="20577"/>
          <ac:spMkLst>
            <pc:docMk/>
            <pc:sldMk cId="4137787894" sldId="292"/>
            <ac:spMk id="2" creationId="{D6706023-0618-4283-9185-40CC32C870FA}"/>
          </ac:spMkLst>
        </pc:spChg>
        <pc:spChg chg="mod">
          <ac:chgData name="Júlio César Chaves" userId="3f913fe9-3202-435d-b9f5-b2fca763184f" providerId="ADAL" clId="{62F7AC4E-C59A-4E40-BF6B-1422F3A25491}" dt="2021-07-16T20:17:27.901" v="489" actId="1076"/>
          <ac:spMkLst>
            <pc:docMk/>
            <pc:sldMk cId="4137787894" sldId="292"/>
            <ac:spMk id="3" creationId="{9DBA8ECD-3109-43B5-A619-A6EA9B3845BF}"/>
          </ac:spMkLst>
        </pc:spChg>
        <pc:spChg chg="add del mod">
          <ac:chgData name="Júlio César Chaves" userId="3f913fe9-3202-435d-b9f5-b2fca763184f" providerId="ADAL" clId="{62F7AC4E-C59A-4E40-BF6B-1422F3A25491}" dt="2021-07-16T20:14:29.651" v="342" actId="478"/>
          <ac:spMkLst>
            <pc:docMk/>
            <pc:sldMk cId="4137787894" sldId="292"/>
            <ac:spMk id="4" creationId="{5BAB4DC1-CC77-4307-95FA-490CB9E3951A}"/>
          </ac:spMkLst>
        </pc:spChg>
        <pc:spChg chg="add mod">
          <ac:chgData name="Júlio César Chaves" userId="3f913fe9-3202-435d-b9f5-b2fca763184f" providerId="ADAL" clId="{62F7AC4E-C59A-4E40-BF6B-1422F3A25491}" dt="2021-07-16T20:15:55.592" v="421" actId="20577"/>
          <ac:spMkLst>
            <pc:docMk/>
            <pc:sldMk cId="4137787894" sldId="292"/>
            <ac:spMk id="5" creationId="{018A202D-0143-4A90-937B-912C6CE258A3}"/>
          </ac:spMkLst>
        </pc:spChg>
      </pc:sldChg>
      <pc:sldChg chg="del">
        <pc:chgData name="Júlio César Chaves" userId="3f913fe9-3202-435d-b9f5-b2fca763184f" providerId="ADAL" clId="{62F7AC4E-C59A-4E40-BF6B-1422F3A25491}" dt="2021-07-16T20:18:15.176" v="490" actId="47"/>
        <pc:sldMkLst>
          <pc:docMk/>
          <pc:sldMk cId="2087538409" sldId="306"/>
        </pc:sldMkLst>
      </pc:sldChg>
      <pc:sldChg chg="modSp del mod">
        <pc:chgData name="Júlio César Chaves" userId="3f913fe9-3202-435d-b9f5-b2fca763184f" providerId="ADAL" clId="{62F7AC4E-C59A-4E40-BF6B-1422F3A25491}" dt="2021-07-16T18:27:20.825" v="299" actId="47"/>
        <pc:sldMkLst>
          <pc:docMk/>
          <pc:sldMk cId="449681598" sldId="307"/>
        </pc:sldMkLst>
        <pc:spChg chg="mod">
          <ac:chgData name="Júlio César Chaves" userId="3f913fe9-3202-435d-b9f5-b2fca763184f" providerId="ADAL" clId="{62F7AC4E-C59A-4E40-BF6B-1422F3A25491}" dt="2021-07-16T18:21:14.960" v="298" actId="403"/>
          <ac:spMkLst>
            <pc:docMk/>
            <pc:sldMk cId="449681598" sldId="307"/>
            <ac:spMk id="3" creationId="{F668C407-AF3D-4F20-B806-A442E08E2638}"/>
          </ac:spMkLst>
        </pc:spChg>
      </pc:sldChg>
    </pc:docChg>
  </pc:docChgLst>
  <pc:docChgLst>
    <pc:chgData name="Júlio César Chaves" userId="S::julio.chaves@fgv.br::3f913fe9-3202-435d-b9f5-b2fca763184f" providerId="AD" clId="Web-{BA39FA11-1911-6891-87BC-C84715863F6F}"/>
    <pc:docChg chg="addSld modSld modSection">
      <pc:chgData name="Júlio César Chaves" userId="S::julio.chaves@fgv.br::3f913fe9-3202-435d-b9f5-b2fca763184f" providerId="AD" clId="Web-{BA39FA11-1911-6891-87BC-C84715863F6F}" dt="2019-12-27T17:54:29.079" v="126" actId="20577"/>
      <pc:docMkLst>
        <pc:docMk/>
      </pc:docMkLst>
      <pc:sldChg chg="modSp">
        <pc:chgData name="Júlio César Chaves" userId="S::julio.chaves@fgv.br::3f913fe9-3202-435d-b9f5-b2fca763184f" providerId="AD" clId="Web-{BA39FA11-1911-6891-87BC-C84715863F6F}" dt="2019-12-27T17:33:01.346" v="18" actId="20577"/>
        <pc:sldMkLst>
          <pc:docMk/>
          <pc:sldMk cId="1907083369" sldId="259"/>
        </pc:sldMkLst>
        <pc:spChg chg="mod">
          <ac:chgData name="Júlio César Chaves" userId="S::julio.chaves@fgv.br::3f913fe9-3202-435d-b9f5-b2fca763184f" providerId="AD" clId="Web-{BA39FA11-1911-6891-87BC-C84715863F6F}" dt="2019-12-27T17:33:01.346" v="18" actId="20577"/>
          <ac:spMkLst>
            <pc:docMk/>
            <pc:sldMk cId="1907083369" sldId="259"/>
            <ac:spMk id="3" creationId="{00000000-0000-0000-0000-000000000000}"/>
          </ac:spMkLst>
        </pc:spChg>
      </pc:sldChg>
      <pc:sldChg chg="modSp new">
        <pc:chgData name="Júlio César Chaves" userId="S::julio.chaves@fgv.br::3f913fe9-3202-435d-b9f5-b2fca763184f" providerId="AD" clId="Web-{BA39FA11-1911-6891-87BC-C84715863F6F}" dt="2019-12-27T17:50:18.924" v="54" actId="20577"/>
        <pc:sldMkLst>
          <pc:docMk/>
          <pc:sldMk cId="927002709" sldId="262"/>
        </pc:sldMkLst>
        <pc:spChg chg="mod">
          <ac:chgData name="Júlio César Chaves" userId="S::julio.chaves@fgv.br::3f913fe9-3202-435d-b9f5-b2fca763184f" providerId="AD" clId="Web-{BA39FA11-1911-6891-87BC-C84715863F6F}" dt="2019-12-27T17:50:18.924" v="54" actId="20577"/>
          <ac:spMkLst>
            <pc:docMk/>
            <pc:sldMk cId="927002709" sldId="262"/>
            <ac:spMk id="3" creationId="{205004BF-2EC2-4B0A-91F2-93F654A64814}"/>
          </ac:spMkLst>
        </pc:spChg>
        <pc:spChg chg="mod">
          <ac:chgData name="Júlio César Chaves" userId="S::julio.chaves@fgv.br::3f913fe9-3202-435d-b9f5-b2fca763184f" providerId="AD" clId="Web-{BA39FA11-1911-6891-87BC-C84715863F6F}" dt="2019-12-27T17:33:04.925" v="21" actId="20577"/>
          <ac:spMkLst>
            <pc:docMk/>
            <pc:sldMk cId="927002709" sldId="262"/>
            <ac:spMk id="4" creationId="{167D58A0-2EAA-48E7-BFC4-478BF0B13B95}"/>
          </ac:spMkLst>
        </pc:spChg>
      </pc:sldChg>
      <pc:sldChg chg="modSp new">
        <pc:chgData name="Júlio César Chaves" userId="S::julio.chaves@fgv.br::3f913fe9-3202-435d-b9f5-b2fca763184f" providerId="AD" clId="Web-{BA39FA11-1911-6891-87BC-C84715863F6F}" dt="2019-12-27T17:50:46.049" v="58" actId="20577"/>
        <pc:sldMkLst>
          <pc:docMk/>
          <pc:sldMk cId="206239057" sldId="263"/>
        </pc:sldMkLst>
        <pc:spChg chg="mod">
          <ac:chgData name="Júlio César Chaves" userId="S::julio.chaves@fgv.br::3f913fe9-3202-435d-b9f5-b2fca763184f" providerId="AD" clId="Web-{BA39FA11-1911-6891-87BC-C84715863F6F}" dt="2019-12-27T17:50:46.049" v="58" actId="20577"/>
          <ac:spMkLst>
            <pc:docMk/>
            <pc:sldMk cId="206239057" sldId="263"/>
            <ac:spMk id="2" creationId="{FCC2A4F8-D074-4E01-B247-9ABE21485BB2}"/>
          </ac:spMkLst>
        </pc:spChg>
      </pc:sldChg>
      <pc:sldChg chg="modSp new">
        <pc:chgData name="Júlio César Chaves" userId="S::julio.chaves@fgv.br::3f913fe9-3202-435d-b9f5-b2fca763184f" providerId="AD" clId="Web-{BA39FA11-1911-6891-87BC-C84715863F6F}" dt="2019-12-27T17:51:22.423" v="64" actId="20577"/>
        <pc:sldMkLst>
          <pc:docMk/>
          <pc:sldMk cId="2492745200" sldId="264"/>
        </pc:sldMkLst>
        <pc:spChg chg="mod">
          <ac:chgData name="Júlio César Chaves" userId="S::julio.chaves@fgv.br::3f913fe9-3202-435d-b9f5-b2fca763184f" providerId="AD" clId="Web-{BA39FA11-1911-6891-87BC-C84715863F6F}" dt="2019-12-27T17:51:22.423" v="64" actId="20577"/>
          <ac:spMkLst>
            <pc:docMk/>
            <pc:sldMk cId="2492745200" sldId="264"/>
            <ac:spMk id="2" creationId="{1A00C2D2-83B5-4FA7-80A6-427592FECC2E}"/>
          </ac:spMkLst>
        </pc:spChg>
      </pc:sldChg>
      <pc:sldChg chg="modSp new">
        <pc:chgData name="Júlio César Chaves" userId="S::julio.chaves@fgv.br::3f913fe9-3202-435d-b9f5-b2fca763184f" providerId="AD" clId="Web-{BA39FA11-1911-6891-87BC-C84715863F6F}" dt="2019-12-27T17:51:38.923" v="68" actId="20577"/>
        <pc:sldMkLst>
          <pc:docMk/>
          <pc:sldMk cId="1963777588" sldId="265"/>
        </pc:sldMkLst>
        <pc:spChg chg="mod">
          <ac:chgData name="Júlio César Chaves" userId="S::julio.chaves@fgv.br::3f913fe9-3202-435d-b9f5-b2fca763184f" providerId="AD" clId="Web-{BA39FA11-1911-6891-87BC-C84715863F6F}" dt="2019-12-27T17:51:38.923" v="68" actId="20577"/>
          <ac:spMkLst>
            <pc:docMk/>
            <pc:sldMk cId="1963777588" sldId="265"/>
            <ac:spMk id="2" creationId="{7CBB51AD-A372-4C8F-9A30-F023ED4AFE6A}"/>
          </ac:spMkLst>
        </pc:spChg>
      </pc:sldChg>
      <pc:sldChg chg="modSp new">
        <pc:chgData name="Júlio César Chaves" userId="S::julio.chaves@fgv.br::3f913fe9-3202-435d-b9f5-b2fca763184f" providerId="AD" clId="Web-{BA39FA11-1911-6891-87BC-C84715863F6F}" dt="2019-12-27T17:53:37.766" v="117" actId="20577"/>
        <pc:sldMkLst>
          <pc:docMk/>
          <pc:sldMk cId="2939328874" sldId="266"/>
        </pc:sldMkLst>
        <pc:spChg chg="mod">
          <ac:chgData name="Júlio César Chaves" userId="S::julio.chaves@fgv.br::3f913fe9-3202-435d-b9f5-b2fca763184f" providerId="AD" clId="Web-{BA39FA11-1911-6891-87BC-C84715863F6F}" dt="2019-12-27T17:52:16.579" v="79" actId="20577"/>
          <ac:spMkLst>
            <pc:docMk/>
            <pc:sldMk cId="2939328874" sldId="266"/>
            <ac:spMk id="2" creationId="{C7ABF32C-8E35-486A-A62C-3A40B6F693EC}"/>
          </ac:spMkLst>
        </pc:spChg>
        <pc:spChg chg="mod">
          <ac:chgData name="Júlio César Chaves" userId="S::julio.chaves@fgv.br::3f913fe9-3202-435d-b9f5-b2fca763184f" providerId="AD" clId="Web-{BA39FA11-1911-6891-87BC-C84715863F6F}" dt="2019-12-27T17:53:37.766" v="117" actId="20577"/>
          <ac:spMkLst>
            <pc:docMk/>
            <pc:sldMk cId="2939328874" sldId="266"/>
            <ac:spMk id="3" creationId="{A34ECAA8-7625-4E9E-8006-7B44F7C1EC31}"/>
          </ac:spMkLst>
        </pc:spChg>
        <pc:spChg chg="mod">
          <ac:chgData name="Júlio César Chaves" userId="S::julio.chaves@fgv.br::3f913fe9-3202-435d-b9f5-b2fca763184f" providerId="AD" clId="Web-{BA39FA11-1911-6891-87BC-C84715863F6F}" dt="2019-12-27T17:53:21.735" v="106" actId="20577"/>
          <ac:spMkLst>
            <pc:docMk/>
            <pc:sldMk cId="2939328874" sldId="266"/>
            <ac:spMk id="4" creationId="{E9BC384A-ADCF-4348-98FC-479E2DAC5E10}"/>
          </ac:spMkLst>
        </pc:spChg>
      </pc:sldChg>
      <pc:sldChg chg="modSp new">
        <pc:chgData name="Júlio César Chaves" userId="S::julio.chaves@fgv.br::3f913fe9-3202-435d-b9f5-b2fca763184f" providerId="AD" clId="Web-{BA39FA11-1911-6891-87BC-C84715863F6F}" dt="2019-12-27T17:54:13.704" v="122" actId="20577"/>
        <pc:sldMkLst>
          <pc:docMk/>
          <pc:sldMk cId="3051000147" sldId="267"/>
        </pc:sldMkLst>
        <pc:spChg chg="mod">
          <ac:chgData name="Júlio César Chaves" userId="S::julio.chaves@fgv.br::3f913fe9-3202-435d-b9f5-b2fca763184f" providerId="AD" clId="Web-{BA39FA11-1911-6891-87BC-C84715863F6F}" dt="2019-12-27T17:54:13.704" v="122" actId="20577"/>
          <ac:spMkLst>
            <pc:docMk/>
            <pc:sldMk cId="3051000147" sldId="267"/>
            <ac:spMk id="2" creationId="{CA96528E-6AC6-4A94-95E3-A31A7FB76EA0}"/>
          </ac:spMkLst>
        </pc:spChg>
      </pc:sldChg>
      <pc:sldChg chg="modSp new">
        <pc:chgData name="Júlio César Chaves" userId="S::julio.chaves@fgv.br::3f913fe9-3202-435d-b9f5-b2fca763184f" providerId="AD" clId="Web-{BA39FA11-1911-6891-87BC-C84715863F6F}" dt="2019-12-27T17:54:29.079" v="126" actId="20577"/>
        <pc:sldMkLst>
          <pc:docMk/>
          <pc:sldMk cId="2614551142" sldId="268"/>
        </pc:sldMkLst>
        <pc:spChg chg="mod">
          <ac:chgData name="Júlio César Chaves" userId="S::julio.chaves@fgv.br::3f913fe9-3202-435d-b9f5-b2fca763184f" providerId="AD" clId="Web-{BA39FA11-1911-6891-87BC-C84715863F6F}" dt="2019-12-27T17:54:29.079" v="126" actId="20577"/>
          <ac:spMkLst>
            <pc:docMk/>
            <pc:sldMk cId="2614551142" sldId="268"/>
            <ac:spMk id="2" creationId="{CC027868-5316-4DBE-A483-1C248A826635}"/>
          </ac:spMkLst>
        </pc:spChg>
      </pc:sldChg>
    </pc:docChg>
  </pc:docChgLst>
  <pc:docChgLst>
    <pc:chgData name="Júlio César Chaves" userId="3f913fe9-3202-435d-b9f5-b2fca763184f" providerId="ADAL" clId="{9A9B35E0-E840-4440-A111-79935F741DA6}"/>
    <pc:docChg chg="undo redo custSel addSld delSld modSld sldOrd modSection">
      <pc:chgData name="Júlio César Chaves" userId="3f913fe9-3202-435d-b9f5-b2fca763184f" providerId="ADAL" clId="{9A9B35E0-E840-4440-A111-79935F741DA6}" dt="2022-02-04T17:44:12.674" v="12256" actId="6549"/>
      <pc:docMkLst>
        <pc:docMk/>
      </pc:docMkLst>
      <pc:sldChg chg="addSp delSp modSp mod">
        <pc:chgData name="Júlio César Chaves" userId="3f913fe9-3202-435d-b9f5-b2fca763184f" providerId="ADAL" clId="{9A9B35E0-E840-4440-A111-79935F741DA6}" dt="2022-02-04T13:40:42.810" v="6774" actId="478"/>
        <pc:sldMkLst>
          <pc:docMk/>
          <pc:sldMk cId="1907083369" sldId="259"/>
        </pc:sldMkLst>
        <pc:spChg chg="mod">
          <ac:chgData name="Júlio César Chaves" userId="3f913fe9-3202-435d-b9f5-b2fca763184f" providerId="ADAL" clId="{9A9B35E0-E840-4440-A111-79935F741DA6}" dt="2022-02-01T23:40:33.901" v="71" actId="20577"/>
          <ac:spMkLst>
            <pc:docMk/>
            <pc:sldMk cId="1907083369" sldId="259"/>
            <ac:spMk id="4" creationId="{00000000-0000-0000-0000-000000000000}"/>
          </ac:spMkLst>
        </pc:spChg>
        <pc:inkChg chg="add del">
          <ac:chgData name="Júlio César Chaves" userId="3f913fe9-3202-435d-b9f5-b2fca763184f" providerId="ADAL" clId="{9A9B35E0-E840-4440-A111-79935F741DA6}" dt="2022-02-04T13:40:42.810" v="6774" actId="478"/>
          <ac:inkMkLst>
            <pc:docMk/>
            <pc:sldMk cId="1907083369" sldId="259"/>
            <ac:inkMk id="6" creationId="{578A2F31-1560-4C26-B9C3-0A2B1A6770E0}"/>
          </ac:inkMkLst>
        </pc:inkChg>
      </pc:sldChg>
      <pc:sldChg chg="add">
        <pc:chgData name="Júlio César Chaves" userId="3f913fe9-3202-435d-b9f5-b2fca763184f" providerId="ADAL" clId="{9A9B35E0-E840-4440-A111-79935F741DA6}" dt="2022-02-01T23:47:01.349" v="140"/>
        <pc:sldMkLst>
          <pc:docMk/>
          <pc:sldMk cId="105159225" sldId="260"/>
        </pc:sldMkLst>
      </pc:sldChg>
      <pc:sldChg chg="add del">
        <pc:chgData name="Júlio César Chaves" userId="3f913fe9-3202-435d-b9f5-b2fca763184f" providerId="ADAL" clId="{9A9B35E0-E840-4440-A111-79935F741DA6}" dt="2022-02-03T21:59:35.453" v="5889" actId="47"/>
        <pc:sldMkLst>
          <pc:docMk/>
          <pc:sldMk cId="3972023049" sldId="260"/>
        </pc:sldMkLst>
      </pc:sldChg>
      <pc:sldChg chg="add del">
        <pc:chgData name="Júlio César Chaves" userId="3f913fe9-3202-435d-b9f5-b2fca763184f" providerId="ADAL" clId="{9A9B35E0-E840-4440-A111-79935F741DA6}" dt="2022-02-03T21:59:35.453" v="5889" actId="47"/>
        <pc:sldMkLst>
          <pc:docMk/>
          <pc:sldMk cId="464869672" sldId="283"/>
        </pc:sldMkLst>
      </pc:sldChg>
      <pc:sldChg chg="addSp delSp modSp add del mod">
        <pc:chgData name="Júlio César Chaves" userId="3f913fe9-3202-435d-b9f5-b2fca763184f" providerId="ADAL" clId="{9A9B35E0-E840-4440-A111-79935F741DA6}" dt="2022-02-03T19:43:59.571" v="5453" actId="2696"/>
        <pc:sldMkLst>
          <pc:docMk/>
          <pc:sldMk cId="3441492987" sldId="283"/>
        </pc:sldMkLst>
        <pc:spChg chg="del">
          <ac:chgData name="Júlio César Chaves" userId="3f913fe9-3202-435d-b9f5-b2fca763184f" providerId="ADAL" clId="{9A9B35E0-E840-4440-A111-79935F741DA6}" dt="2022-02-01T23:51:20.588" v="143" actId="478"/>
          <ac:spMkLst>
            <pc:docMk/>
            <pc:sldMk cId="3441492987" sldId="283"/>
            <ac:spMk id="3" creationId="{00000000-0000-0000-0000-000000000000}"/>
          </ac:spMkLst>
        </pc:spChg>
        <pc:spChg chg="del">
          <ac:chgData name="Júlio César Chaves" userId="3f913fe9-3202-435d-b9f5-b2fca763184f" providerId="ADAL" clId="{9A9B35E0-E840-4440-A111-79935F741DA6}" dt="2022-02-01T23:51:45.902" v="161" actId="478"/>
          <ac:spMkLst>
            <pc:docMk/>
            <pc:sldMk cId="3441492987" sldId="283"/>
            <ac:spMk id="4" creationId="{00000000-0000-0000-0000-000000000000}"/>
          </ac:spMkLst>
        </pc:spChg>
        <pc:spChg chg="mod">
          <ac:chgData name="Júlio César Chaves" userId="3f913fe9-3202-435d-b9f5-b2fca763184f" providerId="ADAL" clId="{9A9B35E0-E840-4440-A111-79935F741DA6}" dt="2022-02-01T23:51:42.375" v="160" actId="20577"/>
          <ac:spMkLst>
            <pc:docMk/>
            <pc:sldMk cId="3441492987" sldId="283"/>
            <ac:spMk id="5" creationId="{00000000-0000-0000-0000-000000000000}"/>
          </ac:spMkLst>
        </pc:spChg>
        <pc:spChg chg="add del mod">
          <ac:chgData name="Júlio César Chaves" userId="3f913fe9-3202-435d-b9f5-b2fca763184f" providerId="ADAL" clId="{9A9B35E0-E840-4440-A111-79935F741DA6}" dt="2022-02-01T23:51:22.138" v="144" actId="478"/>
          <ac:spMkLst>
            <pc:docMk/>
            <pc:sldMk cId="3441492987" sldId="283"/>
            <ac:spMk id="8" creationId="{81FA35CF-2F87-4AA4-BD13-7E281971DD43}"/>
          </ac:spMkLst>
        </pc:spChg>
        <pc:spChg chg="add del mod">
          <ac:chgData name="Júlio César Chaves" userId="3f913fe9-3202-435d-b9f5-b2fca763184f" providerId="ADAL" clId="{9A9B35E0-E840-4440-A111-79935F741DA6}" dt="2022-02-01T23:51:48.944" v="162" actId="478"/>
          <ac:spMkLst>
            <pc:docMk/>
            <pc:sldMk cId="3441492987" sldId="283"/>
            <ac:spMk id="12" creationId="{D38FDEDD-864F-4752-8343-B9AC602EF777}"/>
          </ac:spMkLst>
        </pc:spChg>
        <pc:picChg chg="del">
          <ac:chgData name="Júlio César Chaves" userId="3f913fe9-3202-435d-b9f5-b2fca763184f" providerId="ADAL" clId="{9A9B35E0-E840-4440-A111-79935F741DA6}" dt="2022-02-01T23:51:17.669" v="142" actId="478"/>
          <ac:picMkLst>
            <pc:docMk/>
            <pc:sldMk cId="3441492987" sldId="283"/>
            <ac:picMk id="7" creationId="{7C6BBEF6-2E1A-3B48-8EE0-ED9CF92255E6}"/>
          </ac:picMkLst>
        </pc:picChg>
        <pc:picChg chg="add mod">
          <ac:chgData name="Júlio César Chaves" userId="3f913fe9-3202-435d-b9f5-b2fca763184f" providerId="ADAL" clId="{9A9B35E0-E840-4440-A111-79935F741DA6}" dt="2022-02-01T23:51:34.014" v="148" actId="1076"/>
          <ac:picMkLst>
            <pc:docMk/>
            <pc:sldMk cId="3441492987" sldId="283"/>
            <ac:picMk id="10" creationId="{B81D1C38-5814-4A4B-B801-82AC72A95ACA}"/>
          </ac:picMkLst>
        </pc:picChg>
        <pc:picChg chg="add mod">
          <ac:chgData name="Júlio César Chaves" userId="3f913fe9-3202-435d-b9f5-b2fca763184f" providerId="ADAL" clId="{9A9B35E0-E840-4440-A111-79935F741DA6}" dt="2022-02-01T23:56:34.036" v="193" actId="1076"/>
          <ac:picMkLst>
            <pc:docMk/>
            <pc:sldMk cId="3441492987" sldId="283"/>
            <ac:picMk id="14" creationId="{011A300A-A88E-4F19-9249-29707496B07D}"/>
          </ac:picMkLst>
        </pc:picChg>
      </pc:sldChg>
      <pc:sldChg chg="addSp delSp modSp add del mod">
        <pc:chgData name="Júlio César Chaves" userId="3f913fe9-3202-435d-b9f5-b2fca763184f" providerId="ADAL" clId="{9A9B35E0-E840-4440-A111-79935F741DA6}" dt="2022-02-03T19:43:59.571" v="5453" actId="2696"/>
        <pc:sldMkLst>
          <pc:docMk/>
          <pc:sldMk cId="93438378" sldId="284"/>
        </pc:sldMkLst>
        <pc:spChg chg="mod">
          <ac:chgData name="Júlio César Chaves" userId="3f913fe9-3202-435d-b9f5-b2fca763184f" providerId="ADAL" clId="{9A9B35E0-E840-4440-A111-79935F741DA6}" dt="2022-02-01T23:55:42.513" v="185" actId="20577"/>
          <ac:spMkLst>
            <pc:docMk/>
            <pc:sldMk cId="93438378" sldId="284"/>
            <ac:spMk id="5" creationId="{00000000-0000-0000-0000-000000000000}"/>
          </ac:spMkLst>
        </pc:spChg>
        <pc:picChg chg="del">
          <ac:chgData name="Júlio César Chaves" userId="3f913fe9-3202-435d-b9f5-b2fca763184f" providerId="ADAL" clId="{9A9B35E0-E840-4440-A111-79935F741DA6}" dt="2022-02-01T23:55:33.385" v="163" actId="478"/>
          <ac:picMkLst>
            <pc:docMk/>
            <pc:sldMk cId="93438378" sldId="284"/>
            <ac:picMk id="6" creationId="{AB568C6A-7B35-6041-A505-664D61E4B27B}"/>
          </ac:picMkLst>
        </pc:picChg>
        <pc:picChg chg="add mod">
          <ac:chgData name="Júlio César Chaves" userId="3f913fe9-3202-435d-b9f5-b2fca763184f" providerId="ADAL" clId="{9A9B35E0-E840-4440-A111-79935F741DA6}" dt="2022-02-01T23:55:57.628" v="189" actId="1076"/>
          <ac:picMkLst>
            <pc:docMk/>
            <pc:sldMk cId="93438378" sldId="284"/>
            <ac:picMk id="7" creationId="{C685EB37-5945-4BEF-B41D-8C9B77787666}"/>
          </ac:picMkLst>
        </pc:picChg>
        <pc:picChg chg="add mod">
          <ac:chgData name="Júlio César Chaves" userId="3f913fe9-3202-435d-b9f5-b2fca763184f" providerId="ADAL" clId="{9A9B35E0-E840-4440-A111-79935F741DA6}" dt="2022-02-01T23:56:17.700" v="191" actId="1076"/>
          <ac:picMkLst>
            <pc:docMk/>
            <pc:sldMk cId="93438378" sldId="284"/>
            <ac:picMk id="10" creationId="{408CE0C7-504B-401D-9AF8-BBADBCCFE32D}"/>
          </ac:picMkLst>
        </pc:picChg>
      </pc:sldChg>
      <pc:sldChg chg="add del">
        <pc:chgData name="Júlio César Chaves" userId="3f913fe9-3202-435d-b9f5-b2fca763184f" providerId="ADAL" clId="{9A9B35E0-E840-4440-A111-79935F741DA6}" dt="2022-02-03T21:59:35.453" v="5889" actId="47"/>
        <pc:sldMkLst>
          <pc:docMk/>
          <pc:sldMk cId="2975660584" sldId="284"/>
        </pc:sldMkLst>
      </pc:sldChg>
      <pc:sldChg chg="add del">
        <pc:chgData name="Júlio César Chaves" userId="3f913fe9-3202-435d-b9f5-b2fca763184f" providerId="ADAL" clId="{9A9B35E0-E840-4440-A111-79935F741DA6}" dt="2022-02-03T21:59:35.453" v="5889" actId="47"/>
        <pc:sldMkLst>
          <pc:docMk/>
          <pc:sldMk cId="2097620598" sldId="286"/>
        </pc:sldMkLst>
      </pc:sldChg>
      <pc:sldChg chg="addSp delSp modSp add del mod">
        <pc:chgData name="Júlio César Chaves" userId="3f913fe9-3202-435d-b9f5-b2fca763184f" providerId="ADAL" clId="{9A9B35E0-E840-4440-A111-79935F741DA6}" dt="2022-02-03T19:43:59.571" v="5453" actId="2696"/>
        <pc:sldMkLst>
          <pc:docMk/>
          <pc:sldMk cId="3225712823" sldId="286"/>
        </pc:sldMkLst>
        <pc:spChg chg="del">
          <ac:chgData name="Júlio César Chaves" userId="3f913fe9-3202-435d-b9f5-b2fca763184f" providerId="ADAL" clId="{9A9B35E0-E840-4440-A111-79935F741DA6}" dt="2022-02-02T00:00:31.629" v="209" actId="478"/>
          <ac:spMkLst>
            <pc:docMk/>
            <pc:sldMk cId="3225712823" sldId="286"/>
            <ac:spMk id="4" creationId="{00000000-0000-0000-0000-000000000000}"/>
          </ac:spMkLst>
        </pc:spChg>
        <pc:spChg chg="mod">
          <ac:chgData name="Júlio César Chaves" userId="3f913fe9-3202-435d-b9f5-b2fca763184f" providerId="ADAL" clId="{9A9B35E0-E840-4440-A111-79935F741DA6}" dt="2022-02-02T00:00:09.026" v="203" actId="20577"/>
          <ac:spMkLst>
            <pc:docMk/>
            <pc:sldMk cId="3225712823" sldId="286"/>
            <ac:spMk id="5" creationId="{00000000-0000-0000-0000-000000000000}"/>
          </ac:spMkLst>
        </pc:spChg>
        <pc:spChg chg="add del mod">
          <ac:chgData name="Júlio César Chaves" userId="3f913fe9-3202-435d-b9f5-b2fca763184f" providerId="ADAL" clId="{9A9B35E0-E840-4440-A111-79935F741DA6}" dt="2022-02-02T00:00:32.382" v="210" actId="478"/>
          <ac:spMkLst>
            <pc:docMk/>
            <pc:sldMk cId="3225712823" sldId="286"/>
            <ac:spMk id="10" creationId="{CFFDE671-96DD-4164-83F7-2FEB3A1FB095}"/>
          </ac:spMkLst>
        </pc:spChg>
        <pc:picChg chg="del">
          <ac:chgData name="Júlio César Chaves" userId="3f913fe9-3202-435d-b9f5-b2fca763184f" providerId="ADAL" clId="{9A9B35E0-E840-4440-A111-79935F741DA6}" dt="2022-02-02T00:00:13.844" v="204" actId="478"/>
          <ac:picMkLst>
            <pc:docMk/>
            <pc:sldMk cId="3225712823" sldId="286"/>
            <ac:picMk id="6" creationId="{F6319345-BAA5-5146-AD71-626F8418A046}"/>
          </ac:picMkLst>
        </pc:picChg>
        <pc:picChg chg="add mod">
          <ac:chgData name="Júlio César Chaves" userId="3f913fe9-3202-435d-b9f5-b2fca763184f" providerId="ADAL" clId="{9A9B35E0-E840-4440-A111-79935F741DA6}" dt="2022-02-02T00:00:37.026" v="212" actId="1076"/>
          <ac:picMkLst>
            <pc:docMk/>
            <pc:sldMk cId="3225712823" sldId="286"/>
            <ac:picMk id="7" creationId="{FA2EBEBD-E0B9-4843-8E95-5BF25924995B}"/>
          </ac:picMkLst>
        </pc:picChg>
      </pc:sldChg>
      <pc:sldChg chg="add del">
        <pc:chgData name="Júlio César Chaves" userId="3f913fe9-3202-435d-b9f5-b2fca763184f" providerId="ADAL" clId="{9A9B35E0-E840-4440-A111-79935F741DA6}" dt="2022-02-03T21:59:35.453" v="5889" actId="47"/>
        <pc:sldMkLst>
          <pc:docMk/>
          <pc:sldMk cId="501852203" sldId="287"/>
        </pc:sldMkLst>
      </pc:sldChg>
      <pc:sldChg chg="addSp delSp modSp add del mod">
        <pc:chgData name="Júlio César Chaves" userId="3f913fe9-3202-435d-b9f5-b2fca763184f" providerId="ADAL" clId="{9A9B35E0-E840-4440-A111-79935F741DA6}" dt="2022-02-03T19:43:59.571" v="5453" actId="2696"/>
        <pc:sldMkLst>
          <pc:docMk/>
          <pc:sldMk cId="2827467724" sldId="287"/>
        </pc:sldMkLst>
        <pc:spChg chg="del">
          <ac:chgData name="Júlio César Chaves" userId="3f913fe9-3202-435d-b9f5-b2fca763184f" providerId="ADAL" clId="{9A9B35E0-E840-4440-A111-79935F741DA6}" dt="2022-02-02T00:04:01.663" v="226" actId="478"/>
          <ac:spMkLst>
            <pc:docMk/>
            <pc:sldMk cId="2827467724" sldId="287"/>
            <ac:spMk id="4" creationId="{00000000-0000-0000-0000-000000000000}"/>
          </ac:spMkLst>
        </pc:spChg>
        <pc:spChg chg="mod">
          <ac:chgData name="Júlio César Chaves" userId="3f913fe9-3202-435d-b9f5-b2fca763184f" providerId="ADAL" clId="{9A9B35E0-E840-4440-A111-79935F741DA6}" dt="2022-02-02T00:03:51.430" v="222" actId="20577"/>
          <ac:spMkLst>
            <pc:docMk/>
            <pc:sldMk cId="2827467724" sldId="287"/>
            <ac:spMk id="5" creationId="{00000000-0000-0000-0000-000000000000}"/>
          </ac:spMkLst>
        </pc:spChg>
        <pc:spChg chg="add del mod">
          <ac:chgData name="Júlio César Chaves" userId="3f913fe9-3202-435d-b9f5-b2fca763184f" providerId="ADAL" clId="{9A9B35E0-E840-4440-A111-79935F741DA6}" dt="2022-02-02T00:03:56.792" v="224" actId="478"/>
          <ac:spMkLst>
            <pc:docMk/>
            <pc:sldMk cId="2827467724" sldId="287"/>
            <ac:spMk id="6" creationId="{CFC2EB46-BEA2-4E6D-B77F-33A1CD2C2942}"/>
          </ac:spMkLst>
        </pc:spChg>
        <pc:spChg chg="del">
          <ac:chgData name="Júlio César Chaves" userId="3f913fe9-3202-435d-b9f5-b2fca763184f" providerId="ADAL" clId="{9A9B35E0-E840-4440-A111-79935F741DA6}" dt="2022-02-02T00:03:55.454" v="223" actId="478"/>
          <ac:spMkLst>
            <pc:docMk/>
            <pc:sldMk cId="2827467724" sldId="287"/>
            <ac:spMk id="9" creationId="{148DF1F2-63CA-7549-8899-C51A86E82F6A}"/>
          </ac:spMkLst>
        </pc:spChg>
        <pc:spChg chg="add del mod">
          <ac:chgData name="Júlio César Chaves" userId="3f913fe9-3202-435d-b9f5-b2fca763184f" providerId="ADAL" clId="{9A9B35E0-E840-4440-A111-79935F741DA6}" dt="2022-02-02T00:04:02.885" v="227" actId="478"/>
          <ac:spMkLst>
            <pc:docMk/>
            <pc:sldMk cId="2827467724" sldId="287"/>
            <ac:spMk id="10" creationId="{417A8A1D-E6EC-4758-84B9-4B29C81AA332}"/>
          </ac:spMkLst>
        </pc:spChg>
        <pc:picChg chg="del">
          <ac:chgData name="Júlio César Chaves" userId="3f913fe9-3202-435d-b9f5-b2fca763184f" providerId="ADAL" clId="{9A9B35E0-E840-4440-A111-79935F741DA6}" dt="2022-02-02T00:03:57.518" v="225" actId="478"/>
          <ac:picMkLst>
            <pc:docMk/>
            <pc:sldMk cId="2827467724" sldId="287"/>
            <ac:picMk id="7" creationId="{202A0458-AD7D-F342-BFEB-EAF82D305224}"/>
          </ac:picMkLst>
        </pc:picChg>
        <pc:picChg chg="add mod">
          <ac:chgData name="Júlio César Chaves" userId="3f913fe9-3202-435d-b9f5-b2fca763184f" providerId="ADAL" clId="{9A9B35E0-E840-4440-A111-79935F741DA6}" dt="2022-02-02T00:04:42.505" v="230" actId="1076"/>
          <ac:picMkLst>
            <pc:docMk/>
            <pc:sldMk cId="2827467724" sldId="287"/>
            <ac:picMk id="12" creationId="{82577FB4-C614-45FE-AF97-48313C240FD3}"/>
          </ac:picMkLst>
        </pc:picChg>
        <pc:picChg chg="add mod">
          <ac:chgData name="Júlio César Chaves" userId="3f913fe9-3202-435d-b9f5-b2fca763184f" providerId="ADAL" clId="{9A9B35E0-E840-4440-A111-79935F741DA6}" dt="2022-02-02T00:05:01.044" v="232" actId="1076"/>
          <ac:picMkLst>
            <pc:docMk/>
            <pc:sldMk cId="2827467724" sldId="287"/>
            <ac:picMk id="14" creationId="{7622F6B2-1D51-4F8F-A949-98D50AF05E6A}"/>
          </ac:picMkLst>
        </pc:picChg>
      </pc:sldChg>
      <pc:sldChg chg="add del">
        <pc:chgData name="Júlio César Chaves" userId="3f913fe9-3202-435d-b9f5-b2fca763184f" providerId="ADAL" clId="{9A9B35E0-E840-4440-A111-79935F741DA6}" dt="2022-02-03T21:59:35.453" v="5889" actId="47"/>
        <pc:sldMkLst>
          <pc:docMk/>
          <pc:sldMk cId="2578879756" sldId="288"/>
        </pc:sldMkLst>
      </pc:sldChg>
      <pc:sldChg chg="addSp delSp modSp add del mod">
        <pc:chgData name="Júlio César Chaves" userId="3f913fe9-3202-435d-b9f5-b2fca763184f" providerId="ADAL" clId="{9A9B35E0-E840-4440-A111-79935F741DA6}" dt="2022-02-03T19:43:59.571" v="5453" actId="2696"/>
        <pc:sldMkLst>
          <pc:docMk/>
          <pc:sldMk cId="3609365172" sldId="288"/>
        </pc:sldMkLst>
        <pc:spChg chg="del">
          <ac:chgData name="Júlio César Chaves" userId="3f913fe9-3202-435d-b9f5-b2fca763184f" providerId="ADAL" clId="{9A9B35E0-E840-4440-A111-79935F741DA6}" dt="2022-02-02T00:06:17.546" v="234" actId="478"/>
          <ac:spMkLst>
            <pc:docMk/>
            <pc:sldMk cId="3609365172" sldId="288"/>
            <ac:spMk id="4" creationId="{00000000-0000-0000-0000-000000000000}"/>
          </ac:spMkLst>
        </pc:spChg>
        <pc:spChg chg="mod">
          <ac:chgData name="Júlio César Chaves" userId="3f913fe9-3202-435d-b9f5-b2fca763184f" providerId="ADAL" clId="{9A9B35E0-E840-4440-A111-79935F741DA6}" dt="2022-02-02T00:06:34.513" v="251" actId="20577"/>
          <ac:spMkLst>
            <pc:docMk/>
            <pc:sldMk cId="3609365172" sldId="288"/>
            <ac:spMk id="5" creationId="{00000000-0000-0000-0000-000000000000}"/>
          </ac:spMkLst>
        </pc:spChg>
        <pc:spChg chg="add del mod">
          <ac:chgData name="Júlio César Chaves" userId="3f913fe9-3202-435d-b9f5-b2fca763184f" providerId="ADAL" clId="{9A9B35E0-E840-4440-A111-79935F741DA6}" dt="2022-02-02T00:06:19.710" v="235" actId="478"/>
          <ac:spMkLst>
            <pc:docMk/>
            <pc:sldMk cId="3609365172" sldId="288"/>
            <ac:spMk id="7" creationId="{38CEA6BB-2D48-4D6E-A1EA-81BD548543B6}"/>
          </ac:spMkLst>
        </pc:spChg>
        <pc:spChg chg="del">
          <ac:chgData name="Júlio César Chaves" userId="3f913fe9-3202-435d-b9f5-b2fca763184f" providerId="ADAL" clId="{9A9B35E0-E840-4440-A111-79935F741DA6}" dt="2022-02-02T00:06:21.370" v="236" actId="478"/>
          <ac:spMkLst>
            <pc:docMk/>
            <pc:sldMk cId="3609365172" sldId="288"/>
            <ac:spMk id="9" creationId="{2F5601E9-21FB-5341-800B-EC80365FBA01}"/>
          </ac:spMkLst>
        </pc:spChg>
        <pc:spChg chg="add del mod">
          <ac:chgData name="Júlio César Chaves" userId="3f913fe9-3202-435d-b9f5-b2fca763184f" providerId="ADAL" clId="{9A9B35E0-E840-4440-A111-79935F741DA6}" dt="2022-02-02T00:06:22.397" v="237" actId="478"/>
          <ac:spMkLst>
            <pc:docMk/>
            <pc:sldMk cId="3609365172" sldId="288"/>
            <ac:spMk id="10" creationId="{1A1314B1-5F33-4336-8C32-4161FD7EDACB}"/>
          </ac:spMkLst>
        </pc:spChg>
        <pc:picChg chg="del">
          <ac:chgData name="Júlio César Chaves" userId="3f913fe9-3202-435d-b9f5-b2fca763184f" providerId="ADAL" clId="{9A9B35E0-E840-4440-A111-79935F741DA6}" dt="2022-02-02T00:06:14.582" v="233" actId="478"/>
          <ac:picMkLst>
            <pc:docMk/>
            <pc:sldMk cId="3609365172" sldId="288"/>
            <ac:picMk id="6" creationId="{BC4E39AB-20B7-1541-AF2D-63EBD3F3A3F3}"/>
          </ac:picMkLst>
        </pc:picChg>
        <pc:picChg chg="add mod">
          <ac:chgData name="Júlio César Chaves" userId="3f913fe9-3202-435d-b9f5-b2fca763184f" providerId="ADAL" clId="{9A9B35E0-E840-4440-A111-79935F741DA6}" dt="2022-02-02T00:06:39.303" v="252" actId="14100"/>
          <ac:picMkLst>
            <pc:docMk/>
            <pc:sldMk cId="3609365172" sldId="288"/>
            <ac:picMk id="12" creationId="{B6FB251B-8515-4A36-9F36-55DCFB608DFA}"/>
          </ac:picMkLst>
        </pc:picChg>
      </pc:sldChg>
      <pc:sldChg chg="add del">
        <pc:chgData name="Júlio César Chaves" userId="3f913fe9-3202-435d-b9f5-b2fca763184f" providerId="ADAL" clId="{9A9B35E0-E840-4440-A111-79935F741DA6}" dt="2022-02-03T21:59:35.453" v="5889" actId="47"/>
        <pc:sldMkLst>
          <pc:docMk/>
          <pc:sldMk cId="3766216112" sldId="306"/>
        </pc:sldMkLst>
      </pc:sldChg>
      <pc:sldChg chg="modSp add del mod">
        <pc:chgData name="Júlio César Chaves" userId="3f913fe9-3202-435d-b9f5-b2fca763184f" providerId="ADAL" clId="{9A9B35E0-E840-4440-A111-79935F741DA6}" dt="2022-02-03T19:43:59.571" v="5453" actId="2696"/>
        <pc:sldMkLst>
          <pc:docMk/>
          <pc:sldMk cId="3768277021" sldId="306"/>
        </pc:sldMkLst>
        <pc:spChg chg="mod">
          <ac:chgData name="Júlio César Chaves" userId="3f913fe9-3202-435d-b9f5-b2fca763184f" providerId="ADAL" clId="{9A9B35E0-E840-4440-A111-79935F741DA6}" dt="2022-02-02T00:21:52.862" v="468" actId="20577"/>
          <ac:spMkLst>
            <pc:docMk/>
            <pc:sldMk cId="3768277021" sldId="306"/>
            <ac:spMk id="3" creationId="{00000000-0000-0000-0000-000000000000}"/>
          </ac:spMkLst>
        </pc:spChg>
      </pc:sldChg>
      <pc:sldChg chg="modSp del mod">
        <pc:chgData name="Júlio César Chaves" userId="3f913fe9-3202-435d-b9f5-b2fca763184f" providerId="ADAL" clId="{9A9B35E0-E840-4440-A111-79935F741DA6}" dt="2022-02-02T00:27:58.654" v="487" actId="2696"/>
        <pc:sldMkLst>
          <pc:docMk/>
          <pc:sldMk cId="413171414" sldId="308"/>
        </pc:sldMkLst>
        <pc:spChg chg="mod">
          <ac:chgData name="Júlio César Chaves" userId="3f913fe9-3202-435d-b9f5-b2fca763184f" providerId="ADAL" clId="{9A9B35E0-E840-4440-A111-79935F741DA6}" dt="2022-02-02T00:27:49.998" v="486" actId="20577"/>
          <ac:spMkLst>
            <pc:docMk/>
            <pc:sldMk cId="413171414" sldId="308"/>
            <ac:spMk id="2" creationId="{218F1E77-B560-4D59-8587-2ACD5EDBB370}"/>
          </ac:spMkLst>
        </pc:spChg>
      </pc:sldChg>
      <pc:sldChg chg="add">
        <pc:chgData name="Júlio César Chaves" userId="3f913fe9-3202-435d-b9f5-b2fca763184f" providerId="ADAL" clId="{9A9B35E0-E840-4440-A111-79935F741DA6}" dt="2022-02-02T00:28:04.137" v="488"/>
        <pc:sldMkLst>
          <pc:docMk/>
          <pc:sldMk cId="1706384731" sldId="308"/>
        </pc:sldMkLst>
      </pc:sldChg>
      <pc:sldChg chg="add">
        <pc:chgData name="Júlio César Chaves" userId="3f913fe9-3202-435d-b9f5-b2fca763184f" providerId="ADAL" clId="{9A9B35E0-E840-4440-A111-79935F741DA6}" dt="2022-02-02T00:28:04.137" v="488"/>
        <pc:sldMkLst>
          <pc:docMk/>
          <pc:sldMk cId="2092251026" sldId="309"/>
        </pc:sldMkLst>
      </pc:sldChg>
      <pc:sldChg chg="del">
        <pc:chgData name="Júlio César Chaves" userId="3f913fe9-3202-435d-b9f5-b2fca763184f" providerId="ADAL" clId="{9A9B35E0-E840-4440-A111-79935F741DA6}" dt="2022-02-02T00:27:58.654" v="487" actId="2696"/>
        <pc:sldMkLst>
          <pc:docMk/>
          <pc:sldMk cId="3104235264" sldId="309"/>
        </pc:sldMkLst>
      </pc:sldChg>
      <pc:sldChg chg="add">
        <pc:chgData name="Júlio César Chaves" userId="3f913fe9-3202-435d-b9f5-b2fca763184f" providerId="ADAL" clId="{9A9B35E0-E840-4440-A111-79935F741DA6}" dt="2022-02-02T00:28:04.137" v="488"/>
        <pc:sldMkLst>
          <pc:docMk/>
          <pc:sldMk cId="2165846790" sldId="310"/>
        </pc:sldMkLst>
      </pc:sldChg>
      <pc:sldChg chg="del">
        <pc:chgData name="Júlio César Chaves" userId="3f913fe9-3202-435d-b9f5-b2fca763184f" providerId="ADAL" clId="{9A9B35E0-E840-4440-A111-79935F741DA6}" dt="2022-02-02T00:27:58.654" v="487" actId="2696"/>
        <pc:sldMkLst>
          <pc:docMk/>
          <pc:sldMk cId="2972819727" sldId="310"/>
        </pc:sldMkLst>
      </pc:sldChg>
      <pc:sldChg chg="del">
        <pc:chgData name="Júlio César Chaves" userId="3f913fe9-3202-435d-b9f5-b2fca763184f" providerId="ADAL" clId="{9A9B35E0-E840-4440-A111-79935F741DA6}" dt="2022-02-02T00:27:58.654" v="487" actId="2696"/>
        <pc:sldMkLst>
          <pc:docMk/>
          <pc:sldMk cId="2590998277" sldId="311"/>
        </pc:sldMkLst>
      </pc:sldChg>
      <pc:sldChg chg="add">
        <pc:chgData name="Júlio César Chaves" userId="3f913fe9-3202-435d-b9f5-b2fca763184f" providerId="ADAL" clId="{9A9B35E0-E840-4440-A111-79935F741DA6}" dt="2022-02-02T00:28:04.137" v="488"/>
        <pc:sldMkLst>
          <pc:docMk/>
          <pc:sldMk cId="3466392166" sldId="311"/>
        </pc:sldMkLst>
      </pc:sldChg>
      <pc:sldChg chg="del">
        <pc:chgData name="Júlio César Chaves" userId="3f913fe9-3202-435d-b9f5-b2fca763184f" providerId="ADAL" clId="{9A9B35E0-E840-4440-A111-79935F741DA6}" dt="2022-02-02T00:27:58.654" v="487" actId="2696"/>
        <pc:sldMkLst>
          <pc:docMk/>
          <pc:sldMk cId="630877073" sldId="312"/>
        </pc:sldMkLst>
      </pc:sldChg>
      <pc:sldChg chg="modSp add mod modNotesTx">
        <pc:chgData name="Júlio César Chaves" userId="3f913fe9-3202-435d-b9f5-b2fca763184f" providerId="ADAL" clId="{9A9B35E0-E840-4440-A111-79935F741DA6}" dt="2022-02-04T17:36:48.088" v="12255" actId="20577"/>
        <pc:sldMkLst>
          <pc:docMk/>
          <pc:sldMk cId="2443375161" sldId="312"/>
        </pc:sldMkLst>
        <pc:spChg chg="mod">
          <ac:chgData name="Júlio César Chaves" userId="3f913fe9-3202-435d-b9f5-b2fca763184f" providerId="ADAL" clId="{9A9B35E0-E840-4440-A111-79935F741DA6}" dt="2022-02-04T17:09:42.018" v="11821" actId="20577"/>
          <ac:spMkLst>
            <pc:docMk/>
            <pc:sldMk cId="2443375161" sldId="312"/>
            <ac:spMk id="11" creationId="{2E103077-2596-460C-A5AF-EE2805D37119}"/>
          </ac:spMkLst>
        </pc:spChg>
      </pc:sldChg>
      <pc:sldChg chg="del">
        <pc:chgData name="Júlio César Chaves" userId="3f913fe9-3202-435d-b9f5-b2fca763184f" providerId="ADAL" clId="{9A9B35E0-E840-4440-A111-79935F741DA6}" dt="2022-02-02T00:27:58.654" v="487" actId="2696"/>
        <pc:sldMkLst>
          <pc:docMk/>
          <pc:sldMk cId="369218943" sldId="313"/>
        </pc:sldMkLst>
      </pc:sldChg>
      <pc:sldChg chg="add ord">
        <pc:chgData name="Júlio César Chaves" userId="3f913fe9-3202-435d-b9f5-b2fca763184f" providerId="ADAL" clId="{9A9B35E0-E840-4440-A111-79935F741DA6}" dt="2022-02-02T20:15:49.070" v="3089"/>
        <pc:sldMkLst>
          <pc:docMk/>
          <pc:sldMk cId="4145946585" sldId="313"/>
        </pc:sldMkLst>
      </pc:sldChg>
      <pc:sldChg chg="del">
        <pc:chgData name="Júlio César Chaves" userId="3f913fe9-3202-435d-b9f5-b2fca763184f" providerId="ADAL" clId="{9A9B35E0-E840-4440-A111-79935F741DA6}" dt="2022-02-02T00:27:58.654" v="487" actId="2696"/>
        <pc:sldMkLst>
          <pc:docMk/>
          <pc:sldMk cId="1083578483" sldId="314"/>
        </pc:sldMkLst>
      </pc:sldChg>
      <pc:sldChg chg="add">
        <pc:chgData name="Júlio César Chaves" userId="3f913fe9-3202-435d-b9f5-b2fca763184f" providerId="ADAL" clId="{9A9B35E0-E840-4440-A111-79935F741DA6}" dt="2022-02-02T00:28:04.137" v="488"/>
        <pc:sldMkLst>
          <pc:docMk/>
          <pc:sldMk cId="2063748576" sldId="314"/>
        </pc:sldMkLst>
      </pc:sldChg>
      <pc:sldChg chg="add">
        <pc:chgData name="Júlio César Chaves" userId="3f913fe9-3202-435d-b9f5-b2fca763184f" providerId="ADAL" clId="{9A9B35E0-E840-4440-A111-79935F741DA6}" dt="2022-02-02T00:28:04.137" v="488"/>
        <pc:sldMkLst>
          <pc:docMk/>
          <pc:sldMk cId="2888299442" sldId="315"/>
        </pc:sldMkLst>
      </pc:sldChg>
      <pc:sldChg chg="del">
        <pc:chgData name="Júlio César Chaves" userId="3f913fe9-3202-435d-b9f5-b2fca763184f" providerId="ADAL" clId="{9A9B35E0-E840-4440-A111-79935F741DA6}" dt="2022-02-02T00:27:58.654" v="487" actId="2696"/>
        <pc:sldMkLst>
          <pc:docMk/>
          <pc:sldMk cId="3903497309" sldId="315"/>
        </pc:sldMkLst>
      </pc:sldChg>
      <pc:sldChg chg="modSp del mod">
        <pc:chgData name="Júlio César Chaves" userId="3f913fe9-3202-435d-b9f5-b2fca763184f" providerId="ADAL" clId="{9A9B35E0-E840-4440-A111-79935F741DA6}" dt="2022-02-01T23:43:17.279" v="72" actId="2696"/>
        <pc:sldMkLst>
          <pc:docMk/>
          <pc:sldMk cId="92492944" sldId="316"/>
        </pc:sldMkLst>
        <pc:spChg chg="mod">
          <ac:chgData name="Júlio César Chaves" userId="3f913fe9-3202-435d-b9f5-b2fca763184f" providerId="ADAL" clId="{9A9B35E0-E840-4440-A111-79935F741DA6}" dt="2022-02-01T23:26:22.359" v="42" actId="20577"/>
          <ac:spMkLst>
            <pc:docMk/>
            <pc:sldMk cId="92492944" sldId="316"/>
            <ac:spMk id="2" creationId="{0B83FF71-A2A9-4AED-B7AA-0DE4C141C9B3}"/>
          </ac:spMkLst>
        </pc:spChg>
      </pc:sldChg>
      <pc:sldChg chg="add">
        <pc:chgData name="Júlio César Chaves" userId="3f913fe9-3202-435d-b9f5-b2fca763184f" providerId="ADAL" clId="{9A9B35E0-E840-4440-A111-79935F741DA6}" dt="2022-02-01T23:43:21.675" v="73"/>
        <pc:sldMkLst>
          <pc:docMk/>
          <pc:sldMk cId="1091028372" sldId="316"/>
        </pc:sldMkLst>
      </pc:sldChg>
      <pc:sldChg chg="del">
        <pc:chgData name="Júlio César Chaves" userId="3f913fe9-3202-435d-b9f5-b2fca763184f" providerId="ADAL" clId="{9A9B35E0-E840-4440-A111-79935F741DA6}" dt="2022-02-01T23:43:17.279" v="72" actId="2696"/>
        <pc:sldMkLst>
          <pc:docMk/>
          <pc:sldMk cId="1305121269" sldId="317"/>
        </pc:sldMkLst>
      </pc:sldChg>
      <pc:sldChg chg="add del">
        <pc:chgData name="Júlio César Chaves" userId="3f913fe9-3202-435d-b9f5-b2fca763184f" providerId="ADAL" clId="{9A9B35E0-E840-4440-A111-79935F741DA6}" dt="2022-02-01T23:46:38.995" v="136" actId="47"/>
        <pc:sldMkLst>
          <pc:docMk/>
          <pc:sldMk cId="1537391140" sldId="317"/>
        </pc:sldMkLst>
      </pc:sldChg>
      <pc:sldChg chg="add del">
        <pc:chgData name="Júlio César Chaves" userId="3f913fe9-3202-435d-b9f5-b2fca763184f" providerId="ADAL" clId="{9A9B35E0-E840-4440-A111-79935F741DA6}" dt="2022-02-01T23:46:40.261" v="137" actId="47"/>
        <pc:sldMkLst>
          <pc:docMk/>
          <pc:sldMk cId="2016057713" sldId="318"/>
        </pc:sldMkLst>
      </pc:sldChg>
      <pc:sldChg chg="del">
        <pc:chgData name="Júlio César Chaves" userId="3f913fe9-3202-435d-b9f5-b2fca763184f" providerId="ADAL" clId="{9A9B35E0-E840-4440-A111-79935F741DA6}" dt="2022-02-01T23:43:17.279" v="72" actId="2696"/>
        <pc:sldMkLst>
          <pc:docMk/>
          <pc:sldMk cId="2583684058" sldId="318"/>
        </pc:sldMkLst>
      </pc:sldChg>
      <pc:sldChg chg="del">
        <pc:chgData name="Júlio César Chaves" userId="3f913fe9-3202-435d-b9f5-b2fca763184f" providerId="ADAL" clId="{9A9B35E0-E840-4440-A111-79935F741DA6}" dt="2022-02-01T23:43:17.279" v="72" actId="2696"/>
        <pc:sldMkLst>
          <pc:docMk/>
          <pc:sldMk cId="2274743479" sldId="319"/>
        </pc:sldMkLst>
      </pc:sldChg>
      <pc:sldChg chg="add del">
        <pc:chgData name="Júlio César Chaves" userId="3f913fe9-3202-435d-b9f5-b2fca763184f" providerId="ADAL" clId="{9A9B35E0-E840-4440-A111-79935F741DA6}" dt="2022-02-03T19:24:32.575" v="4601" actId="47"/>
        <pc:sldMkLst>
          <pc:docMk/>
          <pc:sldMk cId="3239452094" sldId="319"/>
        </pc:sldMkLst>
      </pc:sldChg>
      <pc:sldChg chg="add del">
        <pc:chgData name="Júlio César Chaves" userId="3f913fe9-3202-435d-b9f5-b2fca763184f" providerId="ADAL" clId="{9A9B35E0-E840-4440-A111-79935F741DA6}" dt="2022-02-03T19:44:53.775" v="5455" actId="47"/>
        <pc:sldMkLst>
          <pc:docMk/>
          <pc:sldMk cId="3283106020" sldId="320"/>
        </pc:sldMkLst>
      </pc:sldChg>
      <pc:sldChg chg="del">
        <pc:chgData name="Júlio César Chaves" userId="3f913fe9-3202-435d-b9f5-b2fca763184f" providerId="ADAL" clId="{9A9B35E0-E840-4440-A111-79935F741DA6}" dt="2022-02-01T23:43:17.279" v="72" actId="2696"/>
        <pc:sldMkLst>
          <pc:docMk/>
          <pc:sldMk cId="4051142667" sldId="320"/>
        </pc:sldMkLst>
      </pc:sldChg>
      <pc:sldChg chg="add del">
        <pc:chgData name="Júlio César Chaves" userId="3f913fe9-3202-435d-b9f5-b2fca763184f" providerId="ADAL" clId="{9A9B35E0-E840-4440-A111-79935F741DA6}" dt="2022-02-03T19:44:53.775" v="5455" actId="47"/>
        <pc:sldMkLst>
          <pc:docMk/>
          <pc:sldMk cId="687165326" sldId="321"/>
        </pc:sldMkLst>
      </pc:sldChg>
      <pc:sldChg chg="del">
        <pc:chgData name="Júlio César Chaves" userId="3f913fe9-3202-435d-b9f5-b2fca763184f" providerId="ADAL" clId="{9A9B35E0-E840-4440-A111-79935F741DA6}" dt="2022-02-01T23:43:17.279" v="72" actId="2696"/>
        <pc:sldMkLst>
          <pc:docMk/>
          <pc:sldMk cId="1941385276" sldId="321"/>
        </pc:sldMkLst>
      </pc:sldChg>
      <pc:sldChg chg="del">
        <pc:chgData name="Júlio César Chaves" userId="3f913fe9-3202-435d-b9f5-b2fca763184f" providerId="ADAL" clId="{9A9B35E0-E840-4440-A111-79935F741DA6}" dt="2022-02-01T23:43:17.279" v="72" actId="2696"/>
        <pc:sldMkLst>
          <pc:docMk/>
          <pc:sldMk cId="929839991" sldId="322"/>
        </pc:sldMkLst>
      </pc:sldChg>
      <pc:sldChg chg="add del">
        <pc:chgData name="Júlio César Chaves" userId="3f913fe9-3202-435d-b9f5-b2fca763184f" providerId="ADAL" clId="{9A9B35E0-E840-4440-A111-79935F741DA6}" dt="2022-02-03T19:23:30.701" v="4565" actId="47"/>
        <pc:sldMkLst>
          <pc:docMk/>
          <pc:sldMk cId="2763715470" sldId="322"/>
        </pc:sldMkLst>
      </pc:sldChg>
      <pc:sldChg chg="del">
        <pc:chgData name="Júlio César Chaves" userId="3f913fe9-3202-435d-b9f5-b2fca763184f" providerId="ADAL" clId="{9A9B35E0-E840-4440-A111-79935F741DA6}" dt="2022-02-01T23:43:17.279" v="72" actId="2696"/>
        <pc:sldMkLst>
          <pc:docMk/>
          <pc:sldMk cId="19588457" sldId="323"/>
        </pc:sldMkLst>
      </pc:sldChg>
      <pc:sldChg chg="modSp add mod modNotesTx">
        <pc:chgData name="Júlio César Chaves" userId="3f913fe9-3202-435d-b9f5-b2fca763184f" providerId="ADAL" clId="{9A9B35E0-E840-4440-A111-79935F741DA6}" dt="2022-02-04T16:44:08.490" v="11496" actId="6549"/>
        <pc:sldMkLst>
          <pc:docMk/>
          <pc:sldMk cId="3369538392" sldId="323"/>
        </pc:sldMkLst>
        <pc:spChg chg="mod">
          <ac:chgData name="Júlio César Chaves" userId="3f913fe9-3202-435d-b9f5-b2fca763184f" providerId="ADAL" clId="{9A9B35E0-E840-4440-A111-79935F741DA6}" dt="2022-02-03T22:28:54.904" v="6772" actId="20577"/>
          <ac:spMkLst>
            <pc:docMk/>
            <pc:sldMk cId="3369538392" sldId="323"/>
            <ac:spMk id="6" creationId="{F2EE5CF5-37A3-4B05-BCD7-BE8C5ACC9592}"/>
          </ac:spMkLst>
        </pc:spChg>
        <pc:spChg chg="mod">
          <ac:chgData name="Júlio César Chaves" userId="3f913fe9-3202-435d-b9f5-b2fca763184f" providerId="ADAL" clId="{9A9B35E0-E840-4440-A111-79935F741DA6}" dt="2022-02-03T19:23:52.467" v="4593" actId="20577"/>
          <ac:spMkLst>
            <pc:docMk/>
            <pc:sldMk cId="3369538392" sldId="323"/>
            <ac:spMk id="8" creationId="{C270CDCA-863B-40B4-96E2-C70358D66F7E}"/>
          </ac:spMkLst>
        </pc:spChg>
      </pc:sldChg>
      <pc:sldChg chg="add del">
        <pc:chgData name="Júlio César Chaves" userId="3f913fe9-3202-435d-b9f5-b2fca763184f" providerId="ADAL" clId="{9A9B35E0-E840-4440-A111-79935F741DA6}" dt="2022-02-03T19:44:53.775" v="5455" actId="47"/>
        <pc:sldMkLst>
          <pc:docMk/>
          <pc:sldMk cId="1135160522" sldId="326"/>
        </pc:sldMkLst>
      </pc:sldChg>
      <pc:sldChg chg="del">
        <pc:chgData name="Júlio César Chaves" userId="3f913fe9-3202-435d-b9f5-b2fca763184f" providerId="ADAL" clId="{9A9B35E0-E840-4440-A111-79935F741DA6}" dt="2022-02-01T23:43:17.279" v="72" actId="2696"/>
        <pc:sldMkLst>
          <pc:docMk/>
          <pc:sldMk cId="3898828060" sldId="326"/>
        </pc:sldMkLst>
      </pc:sldChg>
      <pc:sldChg chg="add del">
        <pc:chgData name="Júlio César Chaves" userId="3f913fe9-3202-435d-b9f5-b2fca763184f" providerId="ADAL" clId="{9A9B35E0-E840-4440-A111-79935F741DA6}" dt="2022-02-03T19:23:59.847" v="4594" actId="47"/>
        <pc:sldMkLst>
          <pc:docMk/>
          <pc:sldMk cId="1906186982" sldId="327"/>
        </pc:sldMkLst>
      </pc:sldChg>
      <pc:sldChg chg="del">
        <pc:chgData name="Júlio César Chaves" userId="3f913fe9-3202-435d-b9f5-b2fca763184f" providerId="ADAL" clId="{9A9B35E0-E840-4440-A111-79935F741DA6}" dt="2022-02-01T23:43:17.279" v="72" actId="2696"/>
        <pc:sldMkLst>
          <pc:docMk/>
          <pc:sldMk cId="2818597822" sldId="327"/>
        </pc:sldMkLst>
      </pc:sldChg>
      <pc:sldChg chg="del">
        <pc:chgData name="Júlio César Chaves" userId="3f913fe9-3202-435d-b9f5-b2fca763184f" providerId="ADAL" clId="{9A9B35E0-E840-4440-A111-79935F741DA6}" dt="2022-02-01T23:43:17.279" v="72" actId="2696"/>
        <pc:sldMkLst>
          <pc:docMk/>
          <pc:sldMk cId="1296444834" sldId="328"/>
        </pc:sldMkLst>
      </pc:sldChg>
      <pc:sldChg chg="add">
        <pc:chgData name="Júlio César Chaves" userId="3f913fe9-3202-435d-b9f5-b2fca763184f" providerId="ADAL" clId="{9A9B35E0-E840-4440-A111-79935F741DA6}" dt="2022-02-01T23:43:21.675" v="73"/>
        <pc:sldMkLst>
          <pc:docMk/>
          <pc:sldMk cId="3562901703" sldId="328"/>
        </pc:sldMkLst>
      </pc:sldChg>
      <pc:sldChg chg="del">
        <pc:chgData name="Júlio César Chaves" userId="3f913fe9-3202-435d-b9f5-b2fca763184f" providerId="ADAL" clId="{9A9B35E0-E840-4440-A111-79935F741DA6}" dt="2022-02-04T16:50:09.975" v="11497" actId="47"/>
        <pc:sldMkLst>
          <pc:docMk/>
          <pc:sldMk cId="632685977" sldId="329"/>
        </pc:sldMkLst>
      </pc:sldChg>
      <pc:sldChg chg="del">
        <pc:chgData name="Júlio César Chaves" userId="3f913fe9-3202-435d-b9f5-b2fca763184f" providerId="ADAL" clId="{9A9B35E0-E840-4440-A111-79935F741DA6}" dt="2022-02-04T16:50:09.975" v="11497" actId="47"/>
        <pc:sldMkLst>
          <pc:docMk/>
          <pc:sldMk cId="1993423019" sldId="330"/>
        </pc:sldMkLst>
      </pc:sldChg>
      <pc:sldChg chg="delSp modSp add del mod">
        <pc:chgData name="Júlio César Chaves" userId="3f913fe9-3202-435d-b9f5-b2fca763184f" providerId="ADAL" clId="{9A9B35E0-E840-4440-A111-79935F741DA6}" dt="2022-02-03T19:43:59.571" v="5453" actId="2696"/>
        <pc:sldMkLst>
          <pc:docMk/>
          <pc:sldMk cId="3030721278" sldId="331"/>
        </pc:sldMkLst>
        <pc:spChg chg="mod">
          <ac:chgData name="Júlio César Chaves" userId="3f913fe9-3202-435d-b9f5-b2fca763184f" providerId="ADAL" clId="{9A9B35E0-E840-4440-A111-79935F741DA6}" dt="2022-02-02T00:21:15.184" v="421" actId="20577"/>
          <ac:spMkLst>
            <pc:docMk/>
            <pc:sldMk cId="3030721278" sldId="331"/>
            <ac:spMk id="5" creationId="{00000000-0000-0000-0000-000000000000}"/>
          </ac:spMkLst>
        </pc:spChg>
        <pc:spChg chg="del">
          <ac:chgData name="Júlio César Chaves" userId="3f913fe9-3202-435d-b9f5-b2fca763184f" providerId="ADAL" clId="{9A9B35E0-E840-4440-A111-79935F741DA6}" dt="2022-02-02T00:20:57.606" v="419" actId="478"/>
          <ac:spMkLst>
            <pc:docMk/>
            <pc:sldMk cId="3030721278" sldId="331"/>
            <ac:spMk id="7" creationId="{F84591A1-0537-4950-AABB-5E6A8B0D8E5E}"/>
          </ac:spMkLst>
        </pc:spChg>
        <pc:picChg chg="mod">
          <ac:chgData name="Júlio César Chaves" userId="3f913fe9-3202-435d-b9f5-b2fca763184f" providerId="ADAL" clId="{9A9B35E0-E840-4440-A111-79935F741DA6}" dt="2022-02-02T00:20:55.092" v="418" actId="1076"/>
          <ac:picMkLst>
            <pc:docMk/>
            <pc:sldMk cId="3030721278" sldId="331"/>
            <ac:picMk id="6" creationId="{591E8088-FBB0-4480-8A9A-AE7D718CBAE6}"/>
          </ac:picMkLst>
        </pc:picChg>
      </pc:sldChg>
      <pc:sldChg chg="add del">
        <pc:chgData name="Júlio César Chaves" userId="3f913fe9-3202-435d-b9f5-b2fca763184f" providerId="ADAL" clId="{9A9B35E0-E840-4440-A111-79935F741DA6}" dt="2022-02-03T21:32:05.540" v="5613" actId="2696"/>
        <pc:sldMkLst>
          <pc:docMk/>
          <pc:sldMk cId="3063210568" sldId="331"/>
        </pc:sldMkLst>
      </pc:sldChg>
      <pc:sldChg chg="modSp del mod">
        <pc:chgData name="Júlio César Chaves" userId="3f913fe9-3202-435d-b9f5-b2fca763184f" providerId="ADAL" clId="{9A9B35E0-E840-4440-A111-79935F741DA6}" dt="2022-02-02T00:20:39.290" v="416" actId="2696"/>
        <pc:sldMkLst>
          <pc:docMk/>
          <pc:sldMk cId="3945369851" sldId="331"/>
        </pc:sldMkLst>
        <pc:spChg chg="mod">
          <ac:chgData name="Júlio César Chaves" userId="3f913fe9-3202-435d-b9f5-b2fca763184f" providerId="ADAL" clId="{9A9B35E0-E840-4440-A111-79935F741DA6}" dt="2022-02-02T00:08:58.974" v="258" actId="108"/>
          <ac:spMkLst>
            <pc:docMk/>
            <pc:sldMk cId="3945369851" sldId="331"/>
            <ac:spMk id="2" creationId="{00000000-0000-0000-0000-000000000000}"/>
          </ac:spMkLst>
        </pc:spChg>
      </pc:sldChg>
      <pc:sldChg chg="add del">
        <pc:chgData name="Júlio César Chaves" userId="3f913fe9-3202-435d-b9f5-b2fca763184f" providerId="ADAL" clId="{9A9B35E0-E840-4440-A111-79935F741DA6}" dt="2022-02-03T21:59:46.414" v="5890" actId="47"/>
        <pc:sldMkLst>
          <pc:docMk/>
          <pc:sldMk cId="4039240893" sldId="331"/>
        </pc:sldMkLst>
      </pc:sldChg>
      <pc:sldChg chg="add del">
        <pc:chgData name="Júlio César Chaves" userId="3f913fe9-3202-435d-b9f5-b2fca763184f" providerId="ADAL" clId="{9A9B35E0-E840-4440-A111-79935F741DA6}" dt="2022-02-03T21:32:05.540" v="5613" actId="2696"/>
        <pc:sldMkLst>
          <pc:docMk/>
          <pc:sldMk cId="681479917" sldId="332"/>
        </pc:sldMkLst>
      </pc:sldChg>
      <pc:sldChg chg="modSp del mod">
        <pc:chgData name="Júlio César Chaves" userId="3f913fe9-3202-435d-b9f5-b2fca763184f" providerId="ADAL" clId="{9A9B35E0-E840-4440-A111-79935F741DA6}" dt="2022-02-02T00:22:12.779" v="469" actId="2696"/>
        <pc:sldMkLst>
          <pc:docMk/>
          <pc:sldMk cId="1614377096" sldId="332"/>
        </pc:sldMkLst>
        <pc:spChg chg="mod">
          <ac:chgData name="Júlio César Chaves" userId="3f913fe9-3202-435d-b9f5-b2fca763184f" providerId="ADAL" clId="{9A9B35E0-E840-4440-A111-79935F741DA6}" dt="2022-02-02T00:09:03.025" v="259" actId="108"/>
          <ac:spMkLst>
            <pc:docMk/>
            <pc:sldMk cId="1614377096" sldId="332"/>
            <ac:spMk id="2" creationId="{00000000-0000-0000-0000-000000000000}"/>
          </ac:spMkLst>
        </pc:spChg>
      </pc:sldChg>
      <pc:sldChg chg="add del">
        <pc:chgData name="Júlio César Chaves" userId="3f913fe9-3202-435d-b9f5-b2fca763184f" providerId="ADAL" clId="{9A9B35E0-E840-4440-A111-79935F741DA6}" dt="2022-02-03T19:43:59.571" v="5453" actId="2696"/>
        <pc:sldMkLst>
          <pc:docMk/>
          <pc:sldMk cId="2472542480" sldId="332"/>
        </pc:sldMkLst>
      </pc:sldChg>
      <pc:sldChg chg="add del">
        <pc:chgData name="Júlio César Chaves" userId="3f913fe9-3202-435d-b9f5-b2fca763184f" providerId="ADAL" clId="{9A9B35E0-E840-4440-A111-79935F741DA6}" dt="2022-02-03T21:59:46.414" v="5890" actId="47"/>
        <pc:sldMkLst>
          <pc:docMk/>
          <pc:sldMk cId="2483796298" sldId="332"/>
        </pc:sldMkLst>
      </pc:sldChg>
      <pc:sldChg chg="add del">
        <pc:chgData name="Júlio César Chaves" userId="3f913fe9-3202-435d-b9f5-b2fca763184f" providerId="ADAL" clId="{9A9B35E0-E840-4440-A111-79935F741DA6}" dt="2022-02-03T21:36:45.452" v="5883" actId="2696"/>
        <pc:sldMkLst>
          <pc:docMk/>
          <pc:sldMk cId="353917276" sldId="333"/>
        </pc:sldMkLst>
      </pc:sldChg>
      <pc:sldChg chg="modSp del mod">
        <pc:chgData name="Júlio César Chaves" userId="3f913fe9-3202-435d-b9f5-b2fca763184f" providerId="ADAL" clId="{9A9B35E0-E840-4440-A111-79935F741DA6}" dt="2022-02-02T00:22:32.658" v="471" actId="2696"/>
        <pc:sldMkLst>
          <pc:docMk/>
          <pc:sldMk cId="660959507" sldId="333"/>
        </pc:sldMkLst>
        <pc:spChg chg="mod">
          <ac:chgData name="Júlio César Chaves" userId="3f913fe9-3202-435d-b9f5-b2fca763184f" providerId="ADAL" clId="{9A9B35E0-E840-4440-A111-79935F741DA6}" dt="2022-02-02T00:09:05.442" v="260" actId="108"/>
          <ac:spMkLst>
            <pc:docMk/>
            <pc:sldMk cId="660959507" sldId="333"/>
            <ac:spMk id="2" creationId="{00000000-0000-0000-0000-000000000000}"/>
          </ac:spMkLst>
        </pc:spChg>
      </pc:sldChg>
      <pc:sldChg chg="add del">
        <pc:chgData name="Júlio César Chaves" userId="3f913fe9-3202-435d-b9f5-b2fca763184f" providerId="ADAL" clId="{9A9B35E0-E840-4440-A111-79935F741DA6}" dt="2022-02-03T21:59:46.414" v="5890" actId="47"/>
        <pc:sldMkLst>
          <pc:docMk/>
          <pc:sldMk cId="1322854909" sldId="333"/>
        </pc:sldMkLst>
      </pc:sldChg>
      <pc:sldChg chg="add del">
        <pc:chgData name="Júlio César Chaves" userId="3f913fe9-3202-435d-b9f5-b2fca763184f" providerId="ADAL" clId="{9A9B35E0-E840-4440-A111-79935F741DA6}" dt="2022-02-03T19:43:59.571" v="5453" actId="2696"/>
        <pc:sldMkLst>
          <pc:docMk/>
          <pc:sldMk cId="4243008552" sldId="333"/>
        </pc:sldMkLst>
      </pc:sldChg>
      <pc:sldChg chg="add del">
        <pc:chgData name="Júlio César Chaves" userId="3f913fe9-3202-435d-b9f5-b2fca763184f" providerId="ADAL" clId="{9A9B35E0-E840-4440-A111-79935F741DA6}" dt="2022-02-03T21:59:46.414" v="5890" actId="47"/>
        <pc:sldMkLst>
          <pc:docMk/>
          <pc:sldMk cId="50320131" sldId="334"/>
        </pc:sldMkLst>
      </pc:sldChg>
      <pc:sldChg chg="modSp del mod">
        <pc:chgData name="Júlio César Chaves" userId="3f913fe9-3202-435d-b9f5-b2fca763184f" providerId="ADAL" clId="{9A9B35E0-E840-4440-A111-79935F741DA6}" dt="2022-02-02T00:22:53.449" v="473" actId="2696"/>
        <pc:sldMkLst>
          <pc:docMk/>
          <pc:sldMk cId="1166463077" sldId="334"/>
        </pc:sldMkLst>
        <pc:spChg chg="mod">
          <ac:chgData name="Júlio César Chaves" userId="3f913fe9-3202-435d-b9f5-b2fca763184f" providerId="ADAL" clId="{9A9B35E0-E840-4440-A111-79935F741DA6}" dt="2022-02-02T00:09:07.997" v="261" actId="108"/>
          <ac:spMkLst>
            <pc:docMk/>
            <pc:sldMk cId="1166463077" sldId="334"/>
            <ac:spMk id="2" creationId="{00000000-0000-0000-0000-000000000000}"/>
          </ac:spMkLst>
        </pc:spChg>
      </pc:sldChg>
      <pc:sldChg chg="addSp delSp modSp add del mod">
        <pc:chgData name="Júlio César Chaves" userId="3f913fe9-3202-435d-b9f5-b2fca763184f" providerId="ADAL" clId="{9A9B35E0-E840-4440-A111-79935F741DA6}" dt="2022-02-03T21:37:32.571" v="5885" actId="2696"/>
        <pc:sldMkLst>
          <pc:docMk/>
          <pc:sldMk cId="1306018283" sldId="334"/>
        </pc:sldMkLst>
        <pc:spChg chg="del">
          <ac:chgData name="Júlio César Chaves" userId="3f913fe9-3202-435d-b9f5-b2fca763184f" providerId="ADAL" clId="{9A9B35E0-E840-4440-A111-79935F741DA6}" dt="2022-02-03T21:00:03.832" v="5463" actId="478"/>
          <ac:spMkLst>
            <pc:docMk/>
            <pc:sldMk cId="1306018283" sldId="334"/>
            <ac:spMk id="4" creationId="{C9695BC1-BBBD-4023-98F3-81ACF5BBFB57}"/>
          </ac:spMkLst>
        </pc:spChg>
        <pc:spChg chg="mod">
          <ac:chgData name="Júlio César Chaves" userId="3f913fe9-3202-435d-b9f5-b2fca763184f" providerId="ADAL" clId="{9A9B35E0-E840-4440-A111-79935F741DA6}" dt="2022-02-03T20:59:35.405" v="5458" actId="6549"/>
          <ac:spMkLst>
            <pc:docMk/>
            <pc:sldMk cId="1306018283" sldId="334"/>
            <ac:spMk id="5" creationId="{00000000-0000-0000-0000-000000000000}"/>
          </ac:spMkLst>
        </pc:spChg>
        <pc:spChg chg="del">
          <ac:chgData name="Júlio César Chaves" userId="3f913fe9-3202-435d-b9f5-b2fca763184f" providerId="ADAL" clId="{9A9B35E0-E840-4440-A111-79935F741DA6}" dt="2022-02-03T21:00:06.335" v="5464" actId="478"/>
          <ac:spMkLst>
            <pc:docMk/>
            <pc:sldMk cId="1306018283" sldId="334"/>
            <ac:spMk id="7" creationId="{F84591A1-0537-4950-AABB-5E6A8B0D8E5E}"/>
          </ac:spMkLst>
        </pc:spChg>
        <pc:spChg chg="add mod">
          <ac:chgData name="Júlio César Chaves" userId="3f913fe9-3202-435d-b9f5-b2fca763184f" providerId="ADAL" clId="{9A9B35E0-E840-4440-A111-79935F741DA6}" dt="2022-02-03T21:06:18.715" v="5524" actId="1076"/>
          <ac:spMkLst>
            <pc:docMk/>
            <pc:sldMk cId="1306018283" sldId="334"/>
            <ac:spMk id="15" creationId="{035AB24E-3FFA-4DE0-A748-3C20B02FF636}"/>
          </ac:spMkLst>
        </pc:spChg>
        <pc:spChg chg="add mod">
          <ac:chgData name="Júlio César Chaves" userId="3f913fe9-3202-435d-b9f5-b2fca763184f" providerId="ADAL" clId="{9A9B35E0-E840-4440-A111-79935F741DA6}" dt="2022-02-03T21:04:24.352" v="5485" actId="14100"/>
          <ac:spMkLst>
            <pc:docMk/>
            <pc:sldMk cId="1306018283" sldId="334"/>
            <ac:spMk id="16" creationId="{0A645BB2-DB55-455E-8D77-EA3C5F40600B}"/>
          </ac:spMkLst>
        </pc:spChg>
        <pc:spChg chg="add mod">
          <ac:chgData name="Júlio César Chaves" userId="3f913fe9-3202-435d-b9f5-b2fca763184f" providerId="ADAL" clId="{9A9B35E0-E840-4440-A111-79935F741DA6}" dt="2022-02-03T21:07:00.615" v="5546" actId="20577"/>
          <ac:spMkLst>
            <pc:docMk/>
            <pc:sldMk cId="1306018283" sldId="334"/>
            <ac:spMk id="17" creationId="{37ADD4E0-CF7A-4464-A97D-D3982E7710D7}"/>
          </ac:spMkLst>
        </pc:spChg>
        <pc:spChg chg="add mod">
          <ac:chgData name="Júlio César Chaves" userId="3f913fe9-3202-435d-b9f5-b2fca763184f" providerId="ADAL" clId="{9A9B35E0-E840-4440-A111-79935F741DA6}" dt="2022-02-03T21:06:57.019" v="5544" actId="20577"/>
          <ac:spMkLst>
            <pc:docMk/>
            <pc:sldMk cId="1306018283" sldId="334"/>
            <ac:spMk id="20" creationId="{0B4FE882-C3F4-4F81-82CE-EE5FE568F11F}"/>
          </ac:spMkLst>
        </pc:spChg>
        <pc:spChg chg="add mod">
          <ac:chgData name="Júlio César Chaves" userId="3f913fe9-3202-435d-b9f5-b2fca763184f" providerId="ADAL" clId="{9A9B35E0-E840-4440-A111-79935F741DA6}" dt="2022-02-03T21:07:39.339" v="5570" actId="1076"/>
          <ac:spMkLst>
            <pc:docMk/>
            <pc:sldMk cId="1306018283" sldId="334"/>
            <ac:spMk id="21" creationId="{30400FB8-198B-4E32-99A8-A40439239F49}"/>
          </ac:spMkLst>
        </pc:spChg>
        <pc:picChg chg="del">
          <ac:chgData name="Júlio César Chaves" userId="3f913fe9-3202-435d-b9f5-b2fca763184f" providerId="ADAL" clId="{9A9B35E0-E840-4440-A111-79935F741DA6}" dt="2022-02-03T20:59:28.536" v="5457" actId="478"/>
          <ac:picMkLst>
            <pc:docMk/>
            <pc:sldMk cId="1306018283" sldId="334"/>
            <ac:picMk id="3" creationId="{472D9332-9056-442D-9096-6C6D23C38F1E}"/>
          </ac:picMkLst>
        </pc:picChg>
        <pc:picChg chg="add del mod">
          <ac:chgData name="Júlio César Chaves" userId="3f913fe9-3202-435d-b9f5-b2fca763184f" providerId="ADAL" clId="{9A9B35E0-E840-4440-A111-79935F741DA6}" dt="2022-02-03T21:06:02.805" v="5521" actId="478"/>
          <ac:picMkLst>
            <pc:docMk/>
            <pc:sldMk cId="1306018283" sldId="334"/>
            <ac:picMk id="8" creationId="{425FA9AA-3EF2-4084-A313-ED313A76A851}"/>
          </ac:picMkLst>
        </pc:picChg>
        <pc:picChg chg="add mod">
          <ac:chgData name="Júlio César Chaves" userId="3f913fe9-3202-435d-b9f5-b2fca763184f" providerId="ADAL" clId="{9A9B35E0-E840-4440-A111-79935F741DA6}" dt="2022-02-03T21:11:21.081" v="5612" actId="1076"/>
          <ac:picMkLst>
            <pc:docMk/>
            <pc:sldMk cId="1306018283" sldId="334"/>
            <ac:picMk id="10" creationId="{5C245A9D-DA48-41FE-996A-FD71CF70520D}"/>
          </ac:picMkLst>
        </pc:picChg>
        <pc:picChg chg="add mod">
          <ac:chgData name="Júlio César Chaves" userId="3f913fe9-3202-435d-b9f5-b2fca763184f" providerId="ADAL" clId="{9A9B35E0-E840-4440-A111-79935F741DA6}" dt="2022-02-03T21:03:51.067" v="5472" actId="1076"/>
          <ac:picMkLst>
            <pc:docMk/>
            <pc:sldMk cId="1306018283" sldId="334"/>
            <ac:picMk id="12" creationId="{584B223F-8F1E-46D6-ABD4-2661F069EF9B}"/>
          </ac:picMkLst>
        </pc:picChg>
        <pc:picChg chg="add mod">
          <ac:chgData name="Júlio César Chaves" userId="3f913fe9-3202-435d-b9f5-b2fca763184f" providerId="ADAL" clId="{9A9B35E0-E840-4440-A111-79935F741DA6}" dt="2022-02-03T21:06:18.715" v="5524" actId="1076"/>
          <ac:picMkLst>
            <pc:docMk/>
            <pc:sldMk cId="1306018283" sldId="334"/>
            <ac:picMk id="14" creationId="{14646114-B6C6-4A41-8798-BC576C002BC1}"/>
          </ac:picMkLst>
        </pc:picChg>
        <pc:picChg chg="add mod">
          <ac:chgData name="Júlio César Chaves" userId="3f913fe9-3202-435d-b9f5-b2fca763184f" providerId="ADAL" clId="{9A9B35E0-E840-4440-A111-79935F741DA6}" dt="2022-02-03T21:06:11.996" v="5523" actId="1076"/>
          <ac:picMkLst>
            <pc:docMk/>
            <pc:sldMk cId="1306018283" sldId="334"/>
            <ac:picMk id="19" creationId="{DEB4162C-21E4-4BD3-99E2-B5DA924F9313}"/>
          </ac:picMkLst>
        </pc:picChg>
        <pc:cxnChg chg="add mod">
          <ac:chgData name="Júlio César Chaves" userId="3f913fe9-3202-435d-b9f5-b2fca763184f" providerId="ADAL" clId="{9A9B35E0-E840-4440-A111-79935F741DA6}" dt="2022-02-03T21:07:54.742" v="5572" actId="13822"/>
          <ac:cxnSpMkLst>
            <pc:docMk/>
            <pc:sldMk cId="1306018283" sldId="334"/>
            <ac:cxnSpMk id="23" creationId="{A6A2577E-EC40-452A-ACCB-EA972D372A04}"/>
          </ac:cxnSpMkLst>
        </pc:cxnChg>
        <pc:cxnChg chg="add mod">
          <ac:chgData name="Júlio César Chaves" userId="3f913fe9-3202-435d-b9f5-b2fca763184f" providerId="ADAL" clId="{9A9B35E0-E840-4440-A111-79935F741DA6}" dt="2022-02-03T21:08:04.231" v="5575" actId="14100"/>
          <ac:cxnSpMkLst>
            <pc:docMk/>
            <pc:sldMk cId="1306018283" sldId="334"/>
            <ac:cxnSpMk id="24" creationId="{8CE9E64E-0956-479F-96F5-2F0053CB4D42}"/>
          </ac:cxnSpMkLst>
        </pc:cxnChg>
        <pc:cxnChg chg="add mod">
          <ac:chgData name="Júlio César Chaves" userId="3f913fe9-3202-435d-b9f5-b2fca763184f" providerId="ADAL" clId="{9A9B35E0-E840-4440-A111-79935F741DA6}" dt="2022-02-03T21:08:11.138" v="5578" actId="14100"/>
          <ac:cxnSpMkLst>
            <pc:docMk/>
            <pc:sldMk cId="1306018283" sldId="334"/>
            <ac:cxnSpMk id="26" creationId="{B1483963-708D-4425-ACCC-85D21394089C}"/>
          </ac:cxnSpMkLst>
        </pc:cxnChg>
        <pc:cxnChg chg="add mod">
          <ac:chgData name="Júlio César Chaves" userId="3f913fe9-3202-435d-b9f5-b2fca763184f" providerId="ADAL" clId="{9A9B35E0-E840-4440-A111-79935F741DA6}" dt="2022-02-03T21:08:24.955" v="5582" actId="14100"/>
          <ac:cxnSpMkLst>
            <pc:docMk/>
            <pc:sldMk cId="1306018283" sldId="334"/>
            <ac:cxnSpMk id="29" creationId="{F0139D88-83C1-4186-B5C9-EF405BD561B5}"/>
          </ac:cxnSpMkLst>
        </pc:cxnChg>
        <pc:cxnChg chg="add mod">
          <ac:chgData name="Júlio César Chaves" userId="3f913fe9-3202-435d-b9f5-b2fca763184f" providerId="ADAL" clId="{9A9B35E0-E840-4440-A111-79935F741DA6}" dt="2022-02-03T21:08:59.802" v="5596" actId="14100"/>
          <ac:cxnSpMkLst>
            <pc:docMk/>
            <pc:sldMk cId="1306018283" sldId="334"/>
            <ac:cxnSpMk id="32" creationId="{D71F200C-DD9E-477E-905A-2DFE0064D33D}"/>
          </ac:cxnSpMkLst>
        </pc:cxnChg>
        <pc:cxnChg chg="add mod">
          <ac:chgData name="Júlio César Chaves" userId="3f913fe9-3202-435d-b9f5-b2fca763184f" providerId="ADAL" clId="{9A9B35E0-E840-4440-A111-79935F741DA6}" dt="2022-02-03T21:08:43.563" v="5589" actId="14100"/>
          <ac:cxnSpMkLst>
            <pc:docMk/>
            <pc:sldMk cId="1306018283" sldId="334"/>
            <ac:cxnSpMk id="35" creationId="{749F875C-669D-4577-8276-962536994B20}"/>
          </ac:cxnSpMkLst>
        </pc:cxnChg>
        <pc:cxnChg chg="add mod">
          <ac:chgData name="Júlio César Chaves" userId="3f913fe9-3202-435d-b9f5-b2fca763184f" providerId="ADAL" clId="{9A9B35E0-E840-4440-A111-79935F741DA6}" dt="2022-02-03T21:08:50.119" v="5592" actId="14100"/>
          <ac:cxnSpMkLst>
            <pc:docMk/>
            <pc:sldMk cId="1306018283" sldId="334"/>
            <ac:cxnSpMk id="38" creationId="{BDAED3D1-C592-42C5-8C0B-9CEB15402B01}"/>
          </ac:cxnSpMkLst>
        </pc:cxnChg>
        <pc:cxnChg chg="add mod">
          <ac:chgData name="Júlio César Chaves" userId="3f913fe9-3202-435d-b9f5-b2fca763184f" providerId="ADAL" clId="{9A9B35E0-E840-4440-A111-79935F741DA6}" dt="2022-02-03T21:08:55.960" v="5595" actId="14100"/>
          <ac:cxnSpMkLst>
            <pc:docMk/>
            <pc:sldMk cId="1306018283" sldId="334"/>
            <ac:cxnSpMk id="41" creationId="{26432AD9-66FF-40F1-B680-D7424225623E}"/>
          </ac:cxnSpMkLst>
        </pc:cxnChg>
      </pc:sldChg>
      <pc:sldChg chg="add del">
        <pc:chgData name="Júlio César Chaves" userId="3f913fe9-3202-435d-b9f5-b2fca763184f" providerId="ADAL" clId="{9A9B35E0-E840-4440-A111-79935F741DA6}" dt="2022-02-03T19:43:59.571" v="5453" actId="2696"/>
        <pc:sldMkLst>
          <pc:docMk/>
          <pc:sldMk cId="4077859107" sldId="334"/>
        </pc:sldMkLst>
      </pc:sldChg>
      <pc:sldChg chg="modSp del mod">
        <pc:chgData name="Júlio César Chaves" userId="3f913fe9-3202-435d-b9f5-b2fca763184f" providerId="ADAL" clId="{9A9B35E0-E840-4440-A111-79935F741DA6}" dt="2022-02-03T19:43:59.571" v="5453" actId="2696"/>
        <pc:sldMkLst>
          <pc:docMk/>
          <pc:sldMk cId="879659702" sldId="335"/>
        </pc:sldMkLst>
        <pc:spChg chg="mod">
          <ac:chgData name="Júlio César Chaves" userId="3f913fe9-3202-435d-b9f5-b2fca763184f" providerId="ADAL" clId="{9A9B35E0-E840-4440-A111-79935F741DA6}" dt="2022-02-02T00:09:11.076" v="262" actId="108"/>
          <ac:spMkLst>
            <pc:docMk/>
            <pc:sldMk cId="879659702" sldId="335"/>
            <ac:spMk id="2" creationId="{00000000-0000-0000-0000-000000000000}"/>
          </ac:spMkLst>
        </pc:spChg>
        <pc:picChg chg="mod">
          <ac:chgData name="Júlio César Chaves" userId="3f913fe9-3202-435d-b9f5-b2fca763184f" providerId="ADAL" clId="{9A9B35E0-E840-4440-A111-79935F741DA6}" dt="2022-02-02T00:26:10.617" v="475" actId="1076"/>
          <ac:picMkLst>
            <pc:docMk/>
            <pc:sldMk cId="879659702" sldId="335"/>
            <ac:picMk id="3" creationId="{3D2DF9CB-1C8E-46B1-B268-76FBAFD1A85A}"/>
          </ac:picMkLst>
        </pc:picChg>
      </pc:sldChg>
      <pc:sldChg chg="add del">
        <pc:chgData name="Júlio César Chaves" userId="3f913fe9-3202-435d-b9f5-b2fca763184f" providerId="ADAL" clId="{9A9B35E0-E840-4440-A111-79935F741DA6}" dt="2022-02-03T21:59:46.414" v="5890" actId="47"/>
        <pc:sldMkLst>
          <pc:docMk/>
          <pc:sldMk cId="1514918282" sldId="335"/>
        </pc:sldMkLst>
      </pc:sldChg>
      <pc:sldChg chg="del">
        <pc:chgData name="Júlio César Chaves" userId="3f913fe9-3202-435d-b9f5-b2fca763184f" providerId="ADAL" clId="{9A9B35E0-E840-4440-A111-79935F741DA6}" dt="2022-02-04T16:50:09.975" v="11497" actId="47"/>
        <pc:sldMkLst>
          <pc:docMk/>
          <pc:sldMk cId="1867717464" sldId="338"/>
        </pc:sldMkLst>
      </pc:sldChg>
      <pc:sldChg chg="del">
        <pc:chgData name="Júlio César Chaves" userId="3f913fe9-3202-435d-b9f5-b2fca763184f" providerId="ADAL" clId="{9A9B35E0-E840-4440-A111-79935F741DA6}" dt="2022-02-04T16:50:09.975" v="11497" actId="47"/>
        <pc:sldMkLst>
          <pc:docMk/>
          <pc:sldMk cId="754747553" sldId="339"/>
        </pc:sldMkLst>
      </pc:sldChg>
      <pc:sldChg chg="del">
        <pc:chgData name="Júlio César Chaves" userId="3f913fe9-3202-435d-b9f5-b2fca763184f" providerId="ADAL" clId="{9A9B35E0-E840-4440-A111-79935F741DA6}" dt="2022-02-04T16:50:09.975" v="11497" actId="47"/>
        <pc:sldMkLst>
          <pc:docMk/>
          <pc:sldMk cId="2347751309" sldId="342"/>
        </pc:sldMkLst>
      </pc:sldChg>
      <pc:sldChg chg="del">
        <pc:chgData name="Júlio César Chaves" userId="3f913fe9-3202-435d-b9f5-b2fca763184f" providerId="ADAL" clId="{9A9B35E0-E840-4440-A111-79935F741DA6}" dt="2022-02-04T16:50:09.975" v="11497" actId="47"/>
        <pc:sldMkLst>
          <pc:docMk/>
          <pc:sldMk cId="3242401903" sldId="343"/>
        </pc:sldMkLst>
      </pc:sldChg>
      <pc:sldChg chg="del">
        <pc:chgData name="Júlio César Chaves" userId="3f913fe9-3202-435d-b9f5-b2fca763184f" providerId="ADAL" clId="{9A9B35E0-E840-4440-A111-79935F741DA6}" dt="2022-02-04T16:50:09.975" v="11497" actId="47"/>
        <pc:sldMkLst>
          <pc:docMk/>
          <pc:sldMk cId="4049056882" sldId="344"/>
        </pc:sldMkLst>
      </pc:sldChg>
      <pc:sldChg chg="del">
        <pc:chgData name="Júlio César Chaves" userId="3f913fe9-3202-435d-b9f5-b2fca763184f" providerId="ADAL" clId="{9A9B35E0-E840-4440-A111-79935F741DA6}" dt="2022-02-04T16:50:09.975" v="11497" actId="47"/>
        <pc:sldMkLst>
          <pc:docMk/>
          <pc:sldMk cId="1492947153" sldId="345"/>
        </pc:sldMkLst>
      </pc:sldChg>
      <pc:sldChg chg="modSp mod">
        <pc:chgData name="Júlio César Chaves" userId="3f913fe9-3202-435d-b9f5-b2fca763184f" providerId="ADAL" clId="{9A9B35E0-E840-4440-A111-79935F741DA6}" dt="2022-02-04T17:04:29.265" v="11819" actId="1076"/>
        <pc:sldMkLst>
          <pc:docMk/>
          <pc:sldMk cId="3001598186" sldId="346"/>
        </pc:sldMkLst>
        <pc:spChg chg="mod">
          <ac:chgData name="Júlio César Chaves" userId="3f913fe9-3202-435d-b9f5-b2fca763184f" providerId="ADAL" clId="{9A9B35E0-E840-4440-A111-79935F741DA6}" dt="2022-02-04T17:04:29.265" v="11819" actId="1076"/>
          <ac:spMkLst>
            <pc:docMk/>
            <pc:sldMk cId="3001598186" sldId="346"/>
            <ac:spMk id="24" creationId="{11EA67E0-DC44-4426-B11B-A327DE8860B1}"/>
          </ac:spMkLst>
        </pc:spChg>
      </pc:sldChg>
      <pc:sldChg chg="addSp delSp modSp new del mod">
        <pc:chgData name="Júlio César Chaves" userId="3f913fe9-3202-435d-b9f5-b2fca763184f" providerId="ADAL" clId="{9A9B35E0-E840-4440-A111-79935F741DA6}" dt="2022-02-01T23:43:17.279" v="72" actId="2696"/>
        <pc:sldMkLst>
          <pc:docMk/>
          <pc:sldMk cId="1093585818" sldId="347"/>
        </pc:sldMkLst>
        <pc:spChg chg="mod">
          <ac:chgData name="Júlio César Chaves" userId="3f913fe9-3202-435d-b9f5-b2fca763184f" providerId="ADAL" clId="{9A9B35E0-E840-4440-A111-79935F741DA6}" dt="2022-02-01T23:31:58.030" v="60" actId="20577"/>
          <ac:spMkLst>
            <pc:docMk/>
            <pc:sldMk cId="1093585818" sldId="347"/>
            <ac:spMk id="2" creationId="{020A5CE2-5F38-4796-AC87-904F0FE3E530}"/>
          </ac:spMkLst>
        </pc:spChg>
        <pc:spChg chg="del">
          <ac:chgData name="Júlio César Chaves" userId="3f913fe9-3202-435d-b9f5-b2fca763184f" providerId="ADAL" clId="{9A9B35E0-E840-4440-A111-79935F741DA6}" dt="2022-02-01T23:30:59.088" v="52" actId="478"/>
          <ac:spMkLst>
            <pc:docMk/>
            <pc:sldMk cId="1093585818" sldId="347"/>
            <ac:spMk id="3" creationId="{A50ACEE4-8071-422E-BDCA-235B4F91FB66}"/>
          </ac:spMkLst>
        </pc:spChg>
        <pc:spChg chg="mod">
          <ac:chgData name="Júlio César Chaves" userId="3f913fe9-3202-435d-b9f5-b2fca763184f" providerId="ADAL" clId="{9A9B35E0-E840-4440-A111-79935F741DA6}" dt="2022-02-01T23:31:42.824" v="55" actId="20577"/>
          <ac:spMkLst>
            <pc:docMk/>
            <pc:sldMk cId="1093585818" sldId="347"/>
            <ac:spMk id="4" creationId="{6739BDAE-B39B-4935-8F9A-64DF4DC63472}"/>
          </ac:spMkLst>
        </pc:spChg>
        <pc:picChg chg="add mod">
          <ac:chgData name="Júlio César Chaves" userId="3f913fe9-3202-435d-b9f5-b2fca763184f" providerId="ADAL" clId="{9A9B35E0-E840-4440-A111-79935F741DA6}" dt="2022-02-01T23:31:04.305" v="53" actId="1076"/>
          <ac:picMkLst>
            <pc:docMk/>
            <pc:sldMk cId="1093585818" sldId="347"/>
            <ac:picMk id="6" creationId="{06E640DA-38B3-4208-9564-E28F3CBB1020}"/>
          </ac:picMkLst>
        </pc:picChg>
        <pc:picChg chg="add mod">
          <ac:chgData name="Júlio César Chaves" userId="3f913fe9-3202-435d-b9f5-b2fca763184f" providerId="ADAL" clId="{9A9B35E0-E840-4440-A111-79935F741DA6}" dt="2022-02-01T23:30:52.407" v="51" actId="1076"/>
          <ac:picMkLst>
            <pc:docMk/>
            <pc:sldMk cId="1093585818" sldId="347"/>
            <ac:picMk id="8" creationId="{622D90D6-B546-4DD2-86AE-F243F7EACCBE}"/>
          </ac:picMkLst>
        </pc:picChg>
      </pc:sldChg>
      <pc:sldChg chg="add modNotesTx">
        <pc:chgData name="Júlio César Chaves" userId="3f913fe9-3202-435d-b9f5-b2fca763184f" providerId="ADAL" clId="{9A9B35E0-E840-4440-A111-79935F741DA6}" dt="2022-02-01T23:44:31.098" v="135" actId="20577"/>
        <pc:sldMkLst>
          <pc:docMk/>
          <pc:sldMk cId="2790062921" sldId="347"/>
        </pc:sldMkLst>
      </pc:sldChg>
      <pc:sldChg chg="add del">
        <pc:chgData name="Júlio César Chaves" userId="3f913fe9-3202-435d-b9f5-b2fca763184f" providerId="ADAL" clId="{9A9B35E0-E840-4440-A111-79935F741DA6}" dt="2022-02-03T21:59:46.414" v="5890" actId="47"/>
        <pc:sldMkLst>
          <pc:docMk/>
          <pc:sldMk cId="2756960" sldId="348"/>
        </pc:sldMkLst>
      </pc:sldChg>
      <pc:sldChg chg="add del">
        <pc:chgData name="Júlio César Chaves" userId="3f913fe9-3202-435d-b9f5-b2fca763184f" providerId="ADAL" clId="{9A9B35E0-E840-4440-A111-79935F741DA6}" dt="2022-02-03T19:43:59.571" v="5453" actId="2696"/>
        <pc:sldMkLst>
          <pc:docMk/>
          <pc:sldMk cId="3262909294" sldId="348"/>
        </pc:sldMkLst>
      </pc:sldChg>
      <pc:sldChg chg="addSp delSp modSp del mod ord chgLayout">
        <pc:chgData name="Júlio César Chaves" userId="3f913fe9-3202-435d-b9f5-b2fca763184f" providerId="ADAL" clId="{9A9B35E0-E840-4440-A111-79935F741DA6}" dt="2022-02-02T00:12:24.583" v="308" actId="47"/>
        <pc:sldMkLst>
          <pc:docMk/>
          <pc:sldMk cId="1879114160" sldId="349"/>
        </pc:sldMkLst>
        <pc:spChg chg="mod ord">
          <ac:chgData name="Júlio César Chaves" userId="3f913fe9-3202-435d-b9f5-b2fca763184f" providerId="ADAL" clId="{9A9B35E0-E840-4440-A111-79935F741DA6}" dt="2022-02-02T00:08:41.357" v="256" actId="108"/>
          <ac:spMkLst>
            <pc:docMk/>
            <pc:sldMk cId="1879114160" sldId="349"/>
            <ac:spMk id="2" creationId="{00000000-0000-0000-0000-000000000000}"/>
          </ac:spMkLst>
        </pc:spChg>
        <pc:spChg chg="add mod ord">
          <ac:chgData name="Júlio César Chaves" userId="3f913fe9-3202-435d-b9f5-b2fca763184f" providerId="ADAL" clId="{9A9B35E0-E840-4440-A111-79935F741DA6}" dt="2022-02-02T00:08:27.836" v="255" actId="700"/>
          <ac:spMkLst>
            <pc:docMk/>
            <pc:sldMk cId="1879114160" sldId="349"/>
            <ac:spMk id="4" creationId="{ECD43348-0FD3-4918-B929-C0A1E3F81F98}"/>
          </ac:spMkLst>
        </pc:spChg>
        <pc:spChg chg="mod ord">
          <ac:chgData name="Júlio César Chaves" userId="3f913fe9-3202-435d-b9f5-b2fca763184f" providerId="ADAL" clId="{9A9B35E0-E840-4440-A111-79935F741DA6}" dt="2022-02-02T00:11:52.404" v="284" actId="20577"/>
          <ac:spMkLst>
            <pc:docMk/>
            <pc:sldMk cId="1879114160" sldId="349"/>
            <ac:spMk id="5" creationId="{00000000-0000-0000-0000-000000000000}"/>
          </ac:spMkLst>
        </pc:spChg>
        <pc:spChg chg="add mod ord">
          <ac:chgData name="Júlio César Chaves" userId="3f913fe9-3202-435d-b9f5-b2fca763184f" providerId="ADAL" clId="{9A9B35E0-E840-4440-A111-79935F741DA6}" dt="2022-02-02T00:08:27.836" v="255" actId="700"/>
          <ac:spMkLst>
            <pc:docMk/>
            <pc:sldMk cId="1879114160" sldId="349"/>
            <ac:spMk id="6" creationId="{EF813E86-AEB3-4CBC-9E9C-055751640D3E}"/>
          </ac:spMkLst>
        </pc:spChg>
        <pc:spChg chg="del">
          <ac:chgData name="Júlio César Chaves" userId="3f913fe9-3202-435d-b9f5-b2fca763184f" providerId="ADAL" clId="{9A9B35E0-E840-4440-A111-79935F741DA6}" dt="2022-02-02T00:08:27.836" v="255" actId="700"/>
          <ac:spMkLst>
            <pc:docMk/>
            <pc:sldMk cId="1879114160" sldId="349"/>
            <ac:spMk id="7" creationId="{F84591A1-0537-4950-AABB-5E6A8B0D8E5E}"/>
          </ac:spMkLst>
        </pc:spChg>
        <pc:spChg chg="del">
          <ac:chgData name="Júlio César Chaves" userId="3f913fe9-3202-435d-b9f5-b2fca763184f" providerId="ADAL" clId="{9A9B35E0-E840-4440-A111-79935F741DA6}" dt="2022-02-02T00:08:27.836" v="255" actId="700"/>
          <ac:spMkLst>
            <pc:docMk/>
            <pc:sldMk cId="1879114160" sldId="349"/>
            <ac:spMk id="9" creationId="{F7F1DDA4-A70D-4685-B74C-C4F4282A398A}"/>
          </ac:spMkLst>
        </pc:spChg>
        <pc:picChg chg="del mod">
          <ac:chgData name="Júlio César Chaves" userId="3f913fe9-3202-435d-b9f5-b2fca763184f" providerId="ADAL" clId="{9A9B35E0-E840-4440-A111-79935F741DA6}" dt="2022-02-02T00:12:20.992" v="306" actId="21"/>
          <ac:picMkLst>
            <pc:docMk/>
            <pc:sldMk cId="1879114160" sldId="349"/>
            <ac:picMk id="3" creationId="{B273919B-D3EF-4120-A074-E7C4F76EB02B}"/>
          </ac:picMkLst>
        </pc:picChg>
      </pc:sldChg>
      <pc:sldChg chg="add del">
        <pc:chgData name="Júlio César Chaves" userId="3f913fe9-3202-435d-b9f5-b2fca763184f" providerId="ADAL" clId="{9A9B35E0-E840-4440-A111-79935F741DA6}" dt="2022-02-03T21:59:46.414" v="5890" actId="47"/>
        <pc:sldMkLst>
          <pc:docMk/>
          <pc:sldMk cId="1038437347" sldId="350"/>
        </pc:sldMkLst>
      </pc:sldChg>
      <pc:sldChg chg="modSp del mod">
        <pc:chgData name="Júlio César Chaves" userId="3f913fe9-3202-435d-b9f5-b2fca763184f" providerId="ADAL" clId="{9A9B35E0-E840-4440-A111-79935F741DA6}" dt="2022-02-03T19:43:59.571" v="5453" actId="2696"/>
        <pc:sldMkLst>
          <pc:docMk/>
          <pc:sldMk cId="4005531493" sldId="350"/>
        </pc:sldMkLst>
        <pc:spChg chg="mod">
          <ac:chgData name="Júlio César Chaves" userId="3f913fe9-3202-435d-b9f5-b2fca763184f" providerId="ADAL" clId="{9A9B35E0-E840-4440-A111-79935F741DA6}" dt="2022-02-02T00:08:55.934" v="257" actId="108"/>
          <ac:spMkLst>
            <pc:docMk/>
            <pc:sldMk cId="4005531493" sldId="350"/>
            <ac:spMk id="2" creationId="{00000000-0000-0000-0000-000000000000}"/>
          </ac:spMkLst>
        </pc:spChg>
        <pc:spChg chg="mod">
          <ac:chgData name="Júlio César Chaves" userId="3f913fe9-3202-435d-b9f5-b2fca763184f" providerId="ADAL" clId="{9A9B35E0-E840-4440-A111-79935F741DA6}" dt="2022-02-02T00:12:07.489" v="304" actId="20577"/>
          <ac:spMkLst>
            <pc:docMk/>
            <pc:sldMk cId="4005531493" sldId="350"/>
            <ac:spMk id="5" creationId="{00000000-0000-0000-0000-000000000000}"/>
          </ac:spMkLst>
        </pc:spChg>
      </pc:sldChg>
      <pc:sldChg chg="addSp delSp modSp add del mod">
        <pc:chgData name="Júlio César Chaves" userId="3f913fe9-3202-435d-b9f5-b2fca763184f" providerId="ADAL" clId="{9A9B35E0-E840-4440-A111-79935F741DA6}" dt="2022-02-02T00:27:25.127" v="476" actId="47"/>
        <pc:sldMkLst>
          <pc:docMk/>
          <pc:sldMk cId="3013264298" sldId="351"/>
        </pc:sldMkLst>
        <pc:spChg chg="del">
          <ac:chgData name="Júlio César Chaves" userId="3f913fe9-3202-435d-b9f5-b2fca763184f" providerId="ADAL" clId="{9A9B35E0-E840-4440-A111-79935F741DA6}" dt="2022-02-02T00:11:34.233" v="273" actId="478"/>
          <ac:spMkLst>
            <pc:docMk/>
            <pc:sldMk cId="3013264298" sldId="351"/>
            <ac:spMk id="4" creationId="{ECD43348-0FD3-4918-B929-C0A1E3F81F98}"/>
          </ac:spMkLst>
        </pc:spChg>
        <pc:spChg chg="mod">
          <ac:chgData name="Júlio César Chaves" userId="3f913fe9-3202-435d-b9f5-b2fca763184f" providerId="ADAL" clId="{9A9B35E0-E840-4440-A111-79935F741DA6}" dt="2022-02-02T00:12:01.333" v="294" actId="20577"/>
          <ac:spMkLst>
            <pc:docMk/>
            <pc:sldMk cId="3013264298" sldId="351"/>
            <ac:spMk id="5" creationId="{00000000-0000-0000-0000-000000000000}"/>
          </ac:spMkLst>
        </pc:spChg>
        <pc:spChg chg="del">
          <ac:chgData name="Júlio César Chaves" userId="3f913fe9-3202-435d-b9f5-b2fca763184f" providerId="ADAL" clId="{9A9B35E0-E840-4440-A111-79935F741DA6}" dt="2022-02-02T00:11:35.639" v="274" actId="478"/>
          <ac:spMkLst>
            <pc:docMk/>
            <pc:sldMk cId="3013264298" sldId="351"/>
            <ac:spMk id="6" creationId="{EF813E86-AEB3-4CBC-9E9C-055751640D3E}"/>
          </ac:spMkLst>
        </pc:spChg>
        <pc:picChg chg="del">
          <ac:chgData name="Júlio César Chaves" userId="3f913fe9-3202-435d-b9f5-b2fca763184f" providerId="ADAL" clId="{9A9B35E0-E840-4440-A111-79935F741DA6}" dt="2022-02-02T00:11:29.720" v="272" actId="478"/>
          <ac:picMkLst>
            <pc:docMk/>
            <pc:sldMk cId="3013264298" sldId="351"/>
            <ac:picMk id="3" creationId="{B273919B-D3EF-4120-A074-E7C4F76EB02B}"/>
          </ac:picMkLst>
        </pc:picChg>
        <pc:picChg chg="add mod">
          <ac:chgData name="Júlio César Chaves" userId="3f913fe9-3202-435d-b9f5-b2fca763184f" providerId="ADAL" clId="{9A9B35E0-E840-4440-A111-79935F741DA6}" dt="2022-02-02T00:12:22.574" v="307"/>
          <ac:picMkLst>
            <pc:docMk/>
            <pc:sldMk cId="3013264298" sldId="351"/>
            <ac:picMk id="7" creationId="{CCCD3D29-5753-4DE3-AA6E-A002F5C5FCE3}"/>
          </ac:picMkLst>
        </pc:picChg>
      </pc:sldChg>
      <pc:sldChg chg="addSp modSp add del mod">
        <pc:chgData name="Júlio César Chaves" userId="3f913fe9-3202-435d-b9f5-b2fca763184f" providerId="ADAL" clId="{9A9B35E0-E840-4440-A111-79935F741DA6}" dt="2022-02-03T19:43:59.571" v="5453" actId="2696"/>
        <pc:sldMkLst>
          <pc:docMk/>
          <pc:sldMk cId="1939800470" sldId="352"/>
        </pc:sldMkLst>
        <pc:picChg chg="add mod">
          <ac:chgData name="Júlio César Chaves" userId="3f913fe9-3202-435d-b9f5-b2fca763184f" providerId="ADAL" clId="{9A9B35E0-E840-4440-A111-79935F741DA6}" dt="2022-02-02T00:13:04.748" v="314" actId="1076"/>
          <ac:picMkLst>
            <pc:docMk/>
            <pc:sldMk cId="1939800470" sldId="352"/>
            <ac:picMk id="4" creationId="{AC0B5EE1-42AF-4AD3-B44D-1B70FAB83C53}"/>
          </ac:picMkLst>
        </pc:picChg>
        <pc:picChg chg="add mod">
          <ac:chgData name="Júlio César Chaves" userId="3f913fe9-3202-435d-b9f5-b2fca763184f" providerId="ADAL" clId="{9A9B35E0-E840-4440-A111-79935F741DA6}" dt="2022-02-02T00:13:54.496" v="322" actId="1076"/>
          <ac:picMkLst>
            <pc:docMk/>
            <pc:sldMk cId="1939800470" sldId="352"/>
            <ac:picMk id="7" creationId="{DD8D1DDE-FCA0-47DA-80FD-68302E04107E}"/>
          </ac:picMkLst>
        </pc:picChg>
        <pc:picChg chg="add mod">
          <ac:chgData name="Júlio César Chaves" userId="3f913fe9-3202-435d-b9f5-b2fca763184f" providerId="ADAL" clId="{9A9B35E0-E840-4440-A111-79935F741DA6}" dt="2022-02-02T00:13:48.757" v="321" actId="1076"/>
          <ac:picMkLst>
            <pc:docMk/>
            <pc:sldMk cId="1939800470" sldId="352"/>
            <ac:picMk id="9" creationId="{DCD4EC4B-F4C2-4F8A-8660-2031F7702336}"/>
          </ac:picMkLst>
        </pc:picChg>
      </pc:sldChg>
      <pc:sldChg chg="add del">
        <pc:chgData name="Júlio César Chaves" userId="3f913fe9-3202-435d-b9f5-b2fca763184f" providerId="ADAL" clId="{9A9B35E0-E840-4440-A111-79935F741DA6}" dt="2022-02-03T21:59:35.453" v="5889" actId="47"/>
        <pc:sldMkLst>
          <pc:docMk/>
          <pc:sldMk cId="2503420465" sldId="352"/>
        </pc:sldMkLst>
      </pc:sldChg>
      <pc:sldChg chg="add del">
        <pc:chgData name="Júlio César Chaves" userId="3f913fe9-3202-435d-b9f5-b2fca763184f" providerId="ADAL" clId="{9A9B35E0-E840-4440-A111-79935F741DA6}" dt="2022-02-03T21:59:35.453" v="5889" actId="47"/>
        <pc:sldMkLst>
          <pc:docMk/>
          <pc:sldMk cId="747850826" sldId="353"/>
        </pc:sldMkLst>
      </pc:sldChg>
      <pc:sldChg chg="addSp delSp modSp add del mod">
        <pc:chgData name="Júlio César Chaves" userId="3f913fe9-3202-435d-b9f5-b2fca763184f" providerId="ADAL" clId="{9A9B35E0-E840-4440-A111-79935F741DA6}" dt="2022-02-03T19:43:59.571" v="5453" actId="2696"/>
        <pc:sldMkLst>
          <pc:docMk/>
          <pc:sldMk cId="2616212160" sldId="353"/>
        </pc:sldMkLst>
        <pc:picChg chg="del">
          <ac:chgData name="Júlio César Chaves" userId="3f913fe9-3202-435d-b9f5-b2fca763184f" providerId="ADAL" clId="{9A9B35E0-E840-4440-A111-79935F741DA6}" dt="2022-02-02T00:13:14.384" v="316" actId="478"/>
          <ac:picMkLst>
            <pc:docMk/>
            <pc:sldMk cId="2616212160" sldId="353"/>
            <ac:picMk id="4" creationId="{AC0B5EE1-42AF-4AD3-B44D-1B70FAB83C53}"/>
          </ac:picMkLst>
        </pc:picChg>
        <pc:picChg chg="add mod">
          <ac:chgData name="Júlio César Chaves" userId="3f913fe9-3202-435d-b9f5-b2fca763184f" providerId="ADAL" clId="{9A9B35E0-E840-4440-A111-79935F741DA6}" dt="2022-02-02T00:14:47.601" v="324" actId="1076"/>
          <ac:picMkLst>
            <pc:docMk/>
            <pc:sldMk cId="2616212160" sldId="353"/>
            <ac:picMk id="6" creationId="{35593CA5-E012-4F78-AEB6-E2CE3F4418F7}"/>
          </ac:picMkLst>
        </pc:picChg>
        <pc:picChg chg="del">
          <ac:chgData name="Júlio César Chaves" userId="3f913fe9-3202-435d-b9f5-b2fca763184f" providerId="ADAL" clId="{9A9B35E0-E840-4440-A111-79935F741DA6}" dt="2022-02-02T00:13:14.384" v="316" actId="478"/>
          <ac:picMkLst>
            <pc:docMk/>
            <pc:sldMk cId="2616212160" sldId="353"/>
            <ac:picMk id="7" creationId="{DD8D1DDE-FCA0-47DA-80FD-68302E04107E}"/>
          </ac:picMkLst>
        </pc:picChg>
        <pc:picChg chg="add mod">
          <ac:chgData name="Júlio César Chaves" userId="3f913fe9-3202-435d-b9f5-b2fca763184f" providerId="ADAL" clId="{9A9B35E0-E840-4440-A111-79935F741DA6}" dt="2022-02-02T00:15:00.381" v="327" actId="1076"/>
          <ac:picMkLst>
            <pc:docMk/>
            <pc:sldMk cId="2616212160" sldId="353"/>
            <ac:picMk id="9" creationId="{B1E509F4-47D3-4AC3-BAE2-214605EB6C75}"/>
          </ac:picMkLst>
        </pc:picChg>
      </pc:sldChg>
      <pc:sldChg chg="addSp modSp add del mod">
        <pc:chgData name="Júlio César Chaves" userId="3f913fe9-3202-435d-b9f5-b2fca763184f" providerId="ADAL" clId="{9A9B35E0-E840-4440-A111-79935F741DA6}" dt="2022-02-03T19:43:59.571" v="5453" actId="2696"/>
        <pc:sldMkLst>
          <pc:docMk/>
          <pc:sldMk cId="439571991" sldId="354"/>
        </pc:sldMkLst>
        <pc:picChg chg="add mod">
          <ac:chgData name="Júlio César Chaves" userId="3f913fe9-3202-435d-b9f5-b2fca763184f" providerId="ADAL" clId="{9A9B35E0-E840-4440-A111-79935F741DA6}" dt="2022-02-02T00:16:31.777" v="330" actId="1076"/>
          <ac:picMkLst>
            <pc:docMk/>
            <pc:sldMk cId="439571991" sldId="354"/>
            <ac:picMk id="4" creationId="{6765D041-1AE5-4856-99B1-CB7772487F2D}"/>
          </ac:picMkLst>
        </pc:picChg>
        <pc:picChg chg="add mod">
          <ac:chgData name="Júlio César Chaves" userId="3f913fe9-3202-435d-b9f5-b2fca763184f" providerId="ADAL" clId="{9A9B35E0-E840-4440-A111-79935F741DA6}" dt="2022-02-02T00:16:45.009" v="334" actId="1076"/>
          <ac:picMkLst>
            <pc:docMk/>
            <pc:sldMk cId="439571991" sldId="354"/>
            <ac:picMk id="7" creationId="{0A9D4771-4FEC-4A46-9CA1-4FB1A33F5364}"/>
          </ac:picMkLst>
        </pc:picChg>
      </pc:sldChg>
      <pc:sldChg chg="add del">
        <pc:chgData name="Júlio César Chaves" userId="3f913fe9-3202-435d-b9f5-b2fca763184f" providerId="ADAL" clId="{9A9B35E0-E840-4440-A111-79935F741DA6}" dt="2022-02-03T21:59:35.453" v="5889" actId="47"/>
        <pc:sldMkLst>
          <pc:docMk/>
          <pc:sldMk cId="2499485727" sldId="354"/>
        </pc:sldMkLst>
      </pc:sldChg>
      <pc:sldChg chg="add del">
        <pc:chgData name="Júlio César Chaves" userId="3f913fe9-3202-435d-b9f5-b2fca763184f" providerId="ADAL" clId="{9A9B35E0-E840-4440-A111-79935F741DA6}" dt="2022-02-03T21:59:35.453" v="5889" actId="47"/>
        <pc:sldMkLst>
          <pc:docMk/>
          <pc:sldMk cId="22396089" sldId="355"/>
        </pc:sldMkLst>
      </pc:sldChg>
      <pc:sldChg chg="addSp modSp add del mod">
        <pc:chgData name="Júlio César Chaves" userId="3f913fe9-3202-435d-b9f5-b2fca763184f" providerId="ADAL" clId="{9A9B35E0-E840-4440-A111-79935F741DA6}" dt="2022-02-03T19:43:59.571" v="5453" actId="2696"/>
        <pc:sldMkLst>
          <pc:docMk/>
          <pc:sldMk cId="4012619678" sldId="355"/>
        </pc:sldMkLst>
        <pc:picChg chg="add mod">
          <ac:chgData name="Júlio César Chaves" userId="3f913fe9-3202-435d-b9f5-b2fca763184f" providerId="ADAL" clId="{9A9B35E0-E840-4440-A111-79935F741DA6}" dt="2022-02-02T00:17:45.699" v="336" actId="1076"/>
          <ac:picMkLst>
            <pc:docMk/>
            <pc:sldMk cId="4012619678" sldId="355"/>
            <ac:picMk id="4" creationId="{5ABB572A-DFD7-4F28-89A4-2DB06C76B2DE}"/>
          </ac:picMkLst>
        </pc:picChg>
        <pc:picChg chg="add mod">
          <ac:chgData name="Júlio César Chaves" userId="3f913fe9-3202-435d-b9f5-b2fca763184f" providerId="ADAL" clId="{9A9B35E0-E840-4440-A111-79935F741DA6}" dt="2022-02-02T00:17:59.893" v="341" actId="1076"/>
          <ac:picMkLst>
            <pc:docMk/>
            <pc:sldMk cId="4012619678" sldId="355"/>
            <ac:picMk id="7" creationId="{9E60E5E1-E26A-41F6-9032-5FB469D99551}"/>
          </ac:picMkLst>
        </pc:picChg>
      </pc:sldChg>
      <pc:sldChg chg="add del">
        <pc:chgData name="Júlio César Chaves" userId="3f913fe9-3202-435d-b9f5-b2fca763184f" providerId="ADAL" clId="{9A9B35E0-E840-4440-A111-79935F741DA6}" dt="2022-02-03T21:59:35.453" v="5889" actId="47"/>
        <pc:sldMkLst>
          <pc:docMk/>
          <pc:sldMk cId="1092453112" sldId="356"/>
        </pc:sldMkLst>
      </pc:sldChg>
      <pc:sldChg chg="addSp delSp modSp add del mod modNotesTx">
        <pc:chgData name="Júlio César Chaves" userId="3f913fe9-3202-435d-b9f5-b2fca763184f" providerId="ADAL" clId="{9A9B35E0-E840-4440-A111-79935F741DA6}" dt="2022-02-03T19:43:59.571" v="5453" actId="2696"/>
        <pc:sldMkLst>
          <pc:docMk/>
          <pc:sldMk cId="4227717832" sldId="356"/>
        </pc:sldMkLst>
        <pc:picChg chg="add mod">
          <ac:chgData name="Júlio César Chaves" userId="3f913fe9-3202-435d-b9f5-b2fca763184f" providerId="ADAL" clId="{9A9B35E0-E840-4440-A111-79935F741DA6}" dt="2022-02-02T00:18:43.632" v="343" actId="1076"/>
          <ac:picMkLst>
            <pc:docMk/>
            <pc:sldMk cId="4227717832" sldId="356"/>
            <ac:picMk id="4" creationId="{91E100CB-980D-4450-B17D-AC444B8C820B}"/>
          </ac:picMkLst>
        </pc:picChg>
        <pc:picChg chg="add del mod">
          <ac:chgData name="Júlio César Chaves" userId="3f913fe9-3202-435d-b9f5-b2fca763184f" providerId="ADAL" clId="{9A9B35E0-E840-4440-A111-79935F741DA6}" dt="2022-02-02T00:19:55.073" v="410" actId="478"/>
          <ac:picMkLst>
            <pc:docMk/>
            <pc:sldMk cId="4227717832" sldId="356"/>
            <ac:picMk id="7" creationId="{7C7756B4-620A-44E1-9CC7-83056808B735}"/>
          </ac:picMkLst>
        </pc:picChg>
        <pc:picChg chg="add mod">
          <ac:chgData name="Júlio César Chaves" userId="3f913fe9-3202-435d-b9f5-b2fca763184f" providerId="ADAL" clId="{9A9B35E0-E840-4440-A111-79935F741DA6}" dt="2022-02-02T00:20:01.457" v="414" actId="1076"/>
          <ac:picMkLst>
            <pc:docMk/>
            <pc:sldMk cId="4227717832" sldId="356"/>
            <ac:picMk id="9" creationId="{97143D08-3071-4852-86BF-2E84A2DB7F32}"/>
          </ac:picMkLst>
        </pc:picChg>
      </pc:sldChg>
      <pc:sldChg chg="add del">
        <pc:chgData name="Júlio César Chaves" userId="3f913fe9-3202-435d-b9f5-b2fca763184f" providerId="ADAL" clId="{9A9B35E0-E840-4440-A111-79935F741DA6}" dt="2022-02-02T00:20:19.256" v="415" actId="47"/>
        <pc:sldMkLst>
          <pc:docMk/>
          <pc:sldMk cId="452238500" sldId="357"/>
        </pc:sldMkLst>
      </pc:sldChg>
      <pc:sldChg chg="addSp delSp modSp new mod modNotesTx">
        <pc:chgData name="Júlio César Chaves" userId="3f913fe9-3202-435d-b9f5-b2fca763184f" providerId="ADAL" clId="{9A9B35E0-E840-4440-A111-79935F741DA6}" dt="2022-02-04T14:07:08.054" v="7574" actId="20577"/>
        <pc:sldMkLst>
          <pc:docMk/>
          <pc:sldMk cId="2261464086" sldId="357"/>
        </pc:sldMkLst>
        <pc:spChg chg="mod">
          <ac:chgData name="Júlio César Chaves" userId="3f913fe9-3202-435d-b9f5-b2fca763184f" providerId="ADAL" clId="{9A9B35E0-E840-4440-A111-79935F741DA6}" dt="2022-02-04T14:07:08.054" v="7574" actId="20577"/>
          <ac:spMkLst>
            <pc:docMk/>
            <pc:sldMk cId="2261464086" sldId="357"/>
            <ac:spMk id="2" creationId="{70D4DF7B-97BC-4694-BAC1-D71870955158}"/>
          </ac:spMkLst>
        </pc:spChg>
        <pc:spChg chg="mod">
          <ac:chgData name="Júlio César Chaves" userId="3f913fe9-3202-435d-b9f5-b2fca763184f" providerId="ADAL" clId="{9A9B35E0-E840-4440-A111-79935F741DA6}" dt="2022-02-02T16:28:02.361" v="1945" actId="20577"/>
          <ac:spMkLst>
            <pc:docMk/>
            <pc:sldMk cId="2261464086" sldId="357"/>
            <ac:spMk id="3" creationId="{CA3C6E5B-AE0D-42D4-9C11-7D267F39EAD7}"/>
          </ac:spMkLst>
        </pc:spChg>
        <pc:spChg chg="mod">
          <ac:chgData name="Júlio César Chaves" userId="3f913fe9-3202-435d-b9f5-b2fca763184f" providerId="ADAL" clId="{9A9B35E0-E840-4440-A111-79935F741DA6}" dt="2022-02-02T16:28:11.911" v="1946" actId="6549"/>
          <ac:spMkLst>
            <pc:docMk/>
            <pc:sldMk cId="2261464086" sldId="357"/>
            <ac:spMk id="4" creationId="{46F3F8BC-83BF-4AEA-AC82-90293D776427}"/>
          </ac:spMkLst>
        </pc:spChg>
        <pc:graphicFrameChg chg="add mod modGraphic">
          <ac:chgData name="Júlio César Chaves" userId="3f913fe9-3202-435d-b9f5-b2fca763184f" providerId="ADAL" clId="{9A9B35E0-E840-4440-A111-79935F741DA6}" dt="2022-02-02T16:17:52.497" v="1370" actId="1076"/>
          <ac:graphicFrameMkLst>
            <pc:docMk/>
            <pc:sldMk cId="2261464086" sldId="357"/>
            <ac:graphicFrameMk id="7" creationId="{09CF4B41-D9E8-4949-B44B-B3018DAB9446}"/>
          </ac:graphicFrameMkLst>
        </pc:graphicFrameChg>
        <pc:graphicFrameChg chg="add mod modGraphic">
          <ac:chgData name="Júlio César Chaves" userId="3f913fe9-3202-435d-b9f5-b2fca763184f" providerId="ADAL" clId="{9A9B35E0-E840-4440-A111-79935F741DA6}" dt="2022-02-02T16:43:33.925" v="2188" actId="20577"/>
          <ac:graphicFrameMkLst>
            <pc:docMk/>
            <pc:sldMk cId="2261464086" sldId="357"/>
            <ac:graphicFrameMk id="8" creationId="{9A087A41-0DE3-4EED-A6B1-9DCC002F7DCE}"/>
          </ac:graphicFrameMkLst>
        </pc:graphicFrameChg>
        <pc:graphicFrameChg chg="add mod modGraphic">
          <ac:chgData name="Júlio César Chaves" userId="3f913fe9-3202-435d-b9f5-b2fca763184f" providerId="ADAL" clId="{9A9B35E0-E840-4440-A111-79935F741DA6}" dt="2022-02-02T16:22:19.169" v="1640" actId="20577"/>
          <ac:graphicFrameMkLst>
            <pc:docMk/>
            <pc:sldMk cId="2261464086" sldId="357"/>
            <ac:graphicFrameMk id="9" creationId="{791231F8-2CD0-4714-B444-45DC19AB4714}"/>
          </ac:graphicFrameMkLst>
        </pc:graphicFrameChg>
        <pc:picChg chg="add del mod">
          <ac:chgData name="Júlio César Chaves" userId="3f913fe9-3202-435d-b9f5-b2fca763184f" providerId="ADAL" clId="{9A9B35E0-E840-4440-A111-79935F741DA6}" dt="2022-02-02T15:57:39.131" v="924" actId="478"/>
          <ac:picMkLst>
            <pc:docMk/>
            <pc:sldMk cId="2261464086" sldId="357"/>
            <ac:picMk id="6" creationId="{8FE5A6C5-9898-4CA2-BE0F-585C80F3813E}"/>
          </ac:picMkLst>
        </pc:picChg>
      </pc:sldChg>
      <pc:sldChg chg="addSp delSp modSp new mod modNotesTx">
        <pc:chgData name="Júlio César Chaves" userId="3f913fe9-3202-435d-b9f5-b2fca763184f" providerId="ADAL" clId="{9A9B35E0-E840-4440-A111-79935F741DA6}" dt="2022-02-04T14:18:55.882" v="8401" actId="20577"/>
        <pc:sldMkLst>
          <pc:docMk/>
          <pc:sldMk cId="478000668" sldId="358"/>
        </pc:sldMkLst>
        <pc:spChg chg="mod">
          <ac:chgData name="Júlio César Chaves" userId="3f913fe9-3202-435d-b9f5-b2fca763184f" providerId="ADAL" clId="{9A9B35E0-E840-4440-A111-79935F741DA6}" dt="2022-02-02T00:29:59.119" v="562" actId="20577"/>
          <ac:spMkLst>
            <pc:docMk/>
            <pc:sldMk cId="478000668" sldId="358"/>
            <ac:spMk id="2" creationId="{B94CA87E-DCF5-4AFB-8C3A-CA2991781821}"/>
          </ac:spMkLst>
        </pc:spChg>
        <pc:spChg chg="mod">
          <ac:chgData name="Júlio César Chaves" userId="3f913fe9-3202-435d-b9f5-b2fca763184f" providerId="ADAL" clId="{9A9B35E0-E840-4440-A111-79935F741DA6}" dt="2022-02-02T16:32:01.756" v="2098" actId="20577"/>
          <ac:spMkLst>
            <pc:docMk/>
            <pc:sldMk cId="478000668" sldId="358"/>
            <ac:spMk id="3" creationId="{86518FC0-9700-4257-92EF-DFAFE2D6389A}"/>
          </ac:spMkLst>
        </pc:spChg>
        <pc:picChg chg="add del">
          <ac:chgData name="Júlio César Chaves" userId="3f913fe9-3202-435d-b9f5-b2fca763184f" providerId="ADAL" clId="{9A9B35E0-E840-4440-A111-79935F741DA6}" dt="2022-02-02T16:32:07.180" v="2099" actId="478"/>
          <ac:picMkLst>
            <pc:docMk/>
            <pc:sldMk cId="478000668" sldId="358"/>
            <ac:picMk id="6" creationId="{35825B2D-75B7-4017-B19E-917C3BAB7E11}"/>
          </ac:picMkLst>
        </pc:picChg>
        <pc:picChg chg="add del mod">
          <ac:chgData name="Júlio César Chaves" userId="3f913fe9-3202-435d-b9f5-b2fca763184f" providerId="ADAL" clId="{9A9B35E0-E840-4440-A111-79935F741DA6}" dt="2022-02-02T16:33:08.920" v="2109" actId="478"/>
          <ac:picMkLst>
            <pc:docMk/>
            <pc:sldMk cId="478000668" sldId="358"/>
            <ac:picMk id="7" creationId="{5C1B66C5-EED6-4C4F-9C41-53FD241345FC}"/>
          </ac:picMkLst>
        </pc:picChg>
        <pc:picChg chg="add mod">
          <ac:chgData name="Júlio César Chaves" userId="3f913fe9-3202-435d-b9f5-b2fca763184f" providerId="ADAL" clId="{9A9B35E0-E840-4440-A111-79935F741DA6}" dt="2022-02-02T16:33:21.979" v="2115" actId="1076"/>
          <ac:picMkLst>
            <pc:docMk/>
            <pc:sldMk cId="478000668" sldId="358"/>
            <ac:picMk id="9" creationId="{E4D6F427-35AF-4BA3-B9D0-8EA8AAF228A0}"/>
          </ac:picMkLst>
        </pc:picChg>
        <pc:picChg chg="add del mod">
          <ac:chgData name="Júlio César Chaves" userId="3f913fe9-3202-435d-b9f5-b2fca763184f" providerId="ADAL" clId="{9A9B35E0-E840-4440-A111-79935F741DA6}" dt="2022-02-02T16:45:37.896" v="2222" actId="478"/>
          <ac:picMkLst>
            <pc:docMk/>
            <pc:sldMk cId="478000668" sldId="358"/>
            <ac:picMk id="11" creationId="{84FC132E-2050-49A2-B5EF-4D93BCAE4E82}"/>
          </ac:picMkLst>
        </pc:picChg>
        <pc:picChg chg="add mod">
          <ac:chgData name="Júlio César Chaves" userId="3f913fe9-3202-435d-b9f5-b2fca763184f" providerId="ADAL" clId="{9A9B35E0-E840-4440-A111-79935F741DA6}" dt="2022-02-02T16:45:41.910" v="2225" actId="1076"/>
          <ac:picMkLst>
            <pc:docMk/>
            <pc:sldMk cId="478000668" sldId="358"/>
            <ac:picMk id="13" creationId="{DD1A08E1-698C-40D1-889C-296341A590B0}"/>
          </ac:picMkLst>
        </pc:picChg>
      </pc:sldChg>
      <pc:sldChg chg="addSp delSp modSp new mod modNotesTx">
        <pc:chgData name="Júlio César Chaves" userId="3f913fe9-3202-435d-b9f5-b2fca763184f" providerId="ADAL" clId="{9A9B35E0-E840-4440-A111-79935F741DA6}" dt="2022-02-04T14:25:24.014" v="8831" actId="20577"/>
        <pc:sldMkLst>
          <pc:docMk/>
          <pc:sldMk cId="3236552162" sldId="359"/>
        </pc:sldMkLst>
        <pc:spChg chg="mod">
          <ac:chgData name="Júlio César Chaves" userId="3f913fe9-3202-435d-b9f5-b2fca763184f" providerId="ADAL" clId="{9A9B35E0-E840-4440-A111-79935F741DA6}" dt="2022-02-02T00:30:22.751" v="583" actId="20577"/>
          <ac:spMkLst>
            <pc:docMk/>
            <pc:sldMk cId="3236552162" sldId="359"/>
            <ac:spMk id="2" creationId="{13A53780-5F67-4AB9-8C4A-114D988D33AE}"/>
          </ac:spMkLst>
        </pc:spChg>
        <pc:spChg chg="del">
          <ac:chgData name="Júlio César Chaves" userId="3f913fe9-3202-435d-b9f5-b2fca763184f" providerId="ADAL" clId="{9A9B35E0-E840-4440-A111-79935F741DA6}" dt="2022-02-02T16:36:00.484" v="2167" actId="478"/>
          <ac:spMkLst>
            <pc:docMk/>
            <pc:sldMk cId="3236552162" sldId="359"/>
            <ac:spMk id="3" creationId="{79AF0EEC-3D74-4ED5-8B47-94C0365BB642}"/>
          </ac:spMkLst>
        </pc:spChg>
        <pc:picChg chg="add del">
          <ac:chgData name="Júlio César Chaves" userId="3f913fe9-3202-435d-b9f5-b2fca763184f" providerId="ADAL" clId="{9A9B35E0-E840-4440-A111-79935F741DA6}" dt="2022-02-02T16:35:40.304" v="2163" actId="478"/>
          <ac:picMkLst>
            <pc:docMk/>
            <pc:sldMk cId="3236552162" sldId="359"/>
            <ac:picMk id="6" creationId="{3E54D23D-610D-4502-A63B-912FF6A7F70A}"/>
          </ac:picMkLst>
        </pc:picChg>
        <pc:picChg chg="add mod">
          <ac:chgData name="Júlio César Chaves" userId="3f913fe9-3202-435d-b9f5-b2fca763184f" providerId="ADAL" clId="{9A9B35E0-E840-4440-A111-79935F741DA6}" dt="2022-02-02T16:35:38.480" v="2162" actId="1076"/>
          <ac:picMkLst>
            <pc:docMk/>
            <pc:sldMk cId="3236552162" sldId="359"/>
            <ac:picMk id="7" creationId="{70C47AA7-9FFE-40FE-B045-6F16849ED053}"/>
          </ac:picMkLst>
        </pc:picChg>
        <pc:picChg chg="add del mod">
          <ac:chgData name="Júlio César Chaves" userId="3f913fe9-3202-435d-b9f5-b2fca763184f" providerId="ADAL" clId="{9A9B35E0-E840-4440-A111-79935F741DA6}" dt="2022-02-02T16:46:37.880" v="2236" actId="478"/>
          <ac:picMkLst>
            <pc:docMk/>
            <pc:sldMk cId="3236552162" sldId="359"/>
            <ac:picMk id="9" creationId="{586624D9-5CFB-460B-9313-7C8E10823ADB}"/>
          </ac:picMkLst>
        </pc:picChg>
        <pc:picChg chg="add del mod">
          <ac:chgData name="Júlio César Chaves" userId="3f913fe9-3202-435d-b9f5-b2fca763184f" providerId="ADAL" clId="{9A9B35E0-E840-4440-A111-79935F741DA6}" dt="2022-02-02T19:41:59.262" v="2282" actId="478"/>
          <ac:picMkLst>
            <pc:docMk/>
            <pc:sldMk cId="3236552162" sldId="359"/>
            <ac:picMk id="11" creationId="{F8CA3227-0163-4BB3-B5C9-A714482DD4F8}"/>
          </ac:picMkLst>
        </pc:picChg>
        <pc:picChg chg="add mod">
          <ac:chgData name="Júlio César Chaves" userId="3f913fe9-3202-435d-b9f5-b2fca763184f" providerId="ADAL" clId="{9A9B35E0-E840-4440-A111-79935F741DA6}" dt="2022-02-02T19:42:20.275" v="2285" actId="14100"/>
          <ac:picMkLst>
            <pc:docMk/>
            <pc:sldMk cId="3236552162" sldId="359"/>
            <ac:picMk id="13" creationId="{ABAD328E-80EA-4C36-8CEE-5177C6FF0E1A}"/>
          </ac:picMkLst>
        </pc:picChg>
      </pc:sldChg>
      <pc:sldChg chg="addSp delSp modSp new mod modNotesTx">
        <pc:chgData name="Júlio César Chaves" userId="3f913fe9-3202-435d-b9f5-b2fca763184f" providerId="ADAL" clId="{9A9B35E0-E840-4440-A111-79935F741DA6}" dt="2022-02-04T14:38:29.923" v="9321" actId="20577"/>
        <pc:sldMkLst>
          <pc:docMk/>
          <pc:sldMk cId="1531970424" sldId="360"/>
        </pc:sldMkLst>
        <pc:spChg chg="mod">
          <ac:chgData name="Júlio César Chaves" userId="3f913fe9-3202-435d-b9f5-b2fca763184f" providerId="ADAL" clId="{9A9B35E0-E840-4440-A111-79935F741DA6}" dt="2022-02-02T16:43:09.063" v="2179" actId="14100"/>
          <ac:spMkLst>
            <pc:docMk/>
            <pc:sldMk cId="1531970424" sldId="360"/>
            <ac:spMk id="2" creationId="{A4804B4D-4D7A-447D-9E72-65F230BB7756}"/>
          </ac:spMkLst>
        </pc:spChg>
        <pc:spChg chg="del">
          <ac:chgData name="Júlio César Chaves" userId="3f913fe9-3202-435d-b9f5-b2fca763184f" providerId="ADAL" clId="{9A9B35E0-E840-4440-A111-79935F741DA6}" dt="2022-02-02T16:42:40.803" v="2173" actId="478"/>
          <ac:spMkLst>
            <pc:docMk/>
            <pc:sldMk cId="1531970424" sldId="360"/>
            <ac:spMk id="3" creationId="{00920CFA-9403-4206-AF0A-8CE5C7BF7690}"/>
          </ac:spMkLst>
        </pc:spChg>
        <pc:picChg chg="add del mod">
          <ac:chgData name="Júlio César Chaves" userId="3f913fe9-3202-435d-b9f5-b2fca763184f" providerId="ADAL" clId="{9A9B35E0-E840-4440-A111-79935F741DA6}" dt="2022-02-02T16:42:37.439" v="2172" actId="478"/>
          <ac:picMkLst>
            <pc:docMk/>
            <pc:sldMk cId="1531970424" sldId="360"/>
            <ac:picMk id="6" creationId="{B2A92D74-6391-44A6-911D-0562B23F9FC5}"/>
          </ac:picMkLst>
        </pc:picChg>
        <pc:picChg chg="add mod">
          <ac:chgData name="Júlio César Chaves" userId="3f913fe9-3202-435d-b9f5-b2fca763184f" providerId="ADAL" clId="{9A9B35E0-E840-4440-A111-79935F741DA6}" dt="2022-02-02T16:43:14.876" v="2180" actId="1076"/>
          <ac:picMkLst>
            <pc:docMk/>
            <pc:sldMk cId="1531970424" sldId="360"/>
            <ac:picMk id="7" creationId="{DABB6C8C-2D4D-4578-8ABF-CC5238761513}"/>
          </ac:picMkLst>
        </pc:picChg>
      </pc:sldChg>
      <pc:sldChg chg="addSp modSp new mod">
        <pc:chgData name="Júlio César Chaves" userId="3f913fe9-3202-435d-b9f5-b2fca763184f" providerId="ADAL" clId="{9A9B35E0-E840-4440-A111-79935F741DA6}" dt="2022-02-04T14:39:53.592" v="9326" actId="1076"/>
        <pc:sldMkLst>
          <pc:docMk/>
          <pc:sldMk cId="3256100758" sldId="361"/>
        </pc:sldMkLst>
        <pc:spChg chg="mod">
          <ac:chgData name="Júlio César Chaves" userId="3f913fe9-3202-435d-b9f5-b2fca763184f" providerId="ADAL" clId="{9A9B35E0-E840-4440-A111-79935F741DA6}" dt="2022-02-02T16:37:05.609" v="2171" actId="20577"/>
          <ac:spMkLst>
            <pc:docMk/>
            <pc:sldMk cId="3256100758" sldId="361"/>
            <ac:spMk id="2" creationId="{738E7EC0-F1BA-4DBC-97F7-3C51B3DD1D9F}"/>
          </ac:spMkLst>
        </pc:spChg>
        <pc:spChg chg="mod">
          <ac:chgData name="Júlio César Chaves" userId="3f913fe9-3202-435d-b9f5-b2fca763184f" providerId="ADAL" clId="{9A9B35E0-E840-4440-A111-79935F741DA6}" dt="2022-02-04T14:39:49.672" v="9325" actId="14100"/>
          <ac:spMkLst>
            <pc:docMk/>
            <pc:sldMk cId="3256100758" sldId="361"/>
            <ac:spMk id="3" creationId="{EB0D49BD-3CBC-4175-8EFF-CE4C2CA73570}"/>
          </ac:spMkLst>
        </pc:spChg>
        <pc:picChg chg="add mod">
          <ac:chgData name="Júlio César Chaves" userId="3f913fe9-3202-435d-b9f5-b2fca763184f" providerId="ADAL" clId="{9A9B35E0-E840-4440-A111-79935F741DA6}" dt="2022-02-04T14:39:53.592" v="9326" actId="1076"/>
          <ac:picMkLst>
            <pc:docMk/>
            <pc:sldMk cId="3256100758" sldId="361"/>
            <ac:picMk id="6" creationId="{C940D6F3-43FE-45B0-B817-9026576E530E}"/>
          </ac:picMkLst>
        </pc:picChg>
      </pc:sldChg>
      <pc:sldChg chg="addSp delSp modSp new mod modNotesTx">
        <pc:chgData name="Júlio César Chaves" userId="3f913fe9-3202-435d-b9f5-b2fca763184f" providerId="ADAL" clId="{9A9B35E0-E840-4440-A111-79935F741DA6}" dt="2022-02-04T14:41:08.480" v="9414" actId="20577"/>
        <pc:sldMkLst>
          <pc:docMk/>
          <pc:sldMk cId="4114291996" sldId="362"/>
        </pc:sldMkLst>
        <pc:spChg chg="mod">
          <ac:chgData name="Júlio César Chaves" userId="3f913fe9-3202-435d-b9f5-b2fca763184f" providerId="ADAL" clId="{9A9B35E0-E840-4440-A111-79935F741DA6}" dt="2022-02-02T00:31:34.169" v="653" actId="20577"/>
          <ac:spMkLst>
            <pc:docMk/>
            <pc:sldMk cId="4114291996" sldId="362"/>
            <ac:spMk id="2" creationId="{448D20B5-28D5-467D-9826-01368AF0E5DF}"/>
          </ac:spMkLst>
        </pc:spChg>
        <pc:spChg chg="del">
          <ac:chgData name="Júlio César Chaves" userId="3f913fe9-3202-435d-b9f5-b2fca763184f" providerId="ADAL" clId="{9A9B35E0-E840-4440-A111-79935F741DA6}" dt="2022-02-02T19:48:06.118" v="2292" actId="478"/>
          <ac:spMkLst>
            <pc:docMk/>
            <pc:sldMk cId="4114291996" sldId="362"/>
            <ac:spMk id="3" creationId="{FA2DACE9-CE48-48BC-B043-E2335EEB2BE8}"/>
          </ac:spMkLst>
        </pc:spChg>
        <pc:picChg chg="add del">
          <ac:chgData name="Júlio César Chaves" userId="3f913fe9-3202-435d-b9f5-b2fca763184f" providerId="ADAL" clId="{9A9B35E0-E840-4440-A111-79935F741DA6}" dt="2022-02-02T19:48:03.080" v="2291" actId="478"/>
          <ac:picMkLst>
            <pc:docMk/>
            <pc:sldMk cId="4114291996" sldId="362"/>
            <ac:picMk id="6" creationId="{D15A7A6B-1C04-4BBF-862F-4E54F379F645}"/>
          </ac:picMkLst>
        </pc:picChg>
        <pc:picChg chg="add mod">
          <ac:chgData name="Júlio César Chaves" userId="3f913fe9-3202-435d-b9f5-b2fca763184f" providerId="ADAL" clId="{9A9B35E0-E840-4440-A111-79935F741DA6}" dt="2022-02-02T20:04:36.698" v="2421" actId="14100"/>
          <ac:picMkLst>
            <pc:docMk/>
            <pc:sldMk cId="4114291996" sldId="362"/>
            <ac:picMk id="7" creationId="{0A561513-891B-42E4-BFEE-F9BE316999DD}"/>
          </ac:picMkLst>
        </pc:picChg>
        <pc:picChg chg="add mod">
          <ac:chgData name="Júlio César Chaves" userId="3f913fe9-3202-435d-b9f5-b2fca763184f" providerId="ADAL" clId="{9A9B35E0-E840-4440-A111-79935F741DA6}" dt="2022-02-02T19:49:02.540" v="2306" actId="1076"/>
          <ac:picMkLst>
            <pc:docMk/>
            <pc:sldMk cId="4114291996" sldId="362"/>
            <ac:picMk id="9" creationId="{0783DACA-35DF-4032-9849-205E9DFC486D}"/>
          </ac:picMkLst>
        </pc:picChg>
        <pc:picChg chg="add mod">
          <ac:chgData name="Júlio César Chaves" userId="3f913fe9-3202-435d-b9f5-b2fca763184f" providerId="ADAL" clId="{9A9B35E0-E840-4440-A111-79935F741DA6}" dt="2022-02-02T20:04:42.285" v="2422" actId="14100"/>
          <ac:picMkLst>
            <pc:docMk/>
            <pc:sldMk cId="4114291996" sldId="362"/>
            <ac:picMk id="10" creationId="{41BBB9FF-E578-4EBF-A909-6A93134E3256}"/>
          </ac:picMkLst>
        </pc:picChg>
        <pc:picChg chg="add mod">
          <ac:chgData name="Júlio César Chaves" userId="3f913fe9-3202-435d-b9f5-b2fca763184f" providerId="ADAL" clId="{9A9B35E0-E840-4440-A111-79935F741DA6}" dt="2022-02-02T20:04:48.651" v="2424" actId="14100"/>
          <ac:picMkLst>
            <pc:docMk/>
            <pc:sldMk cId="4114291996" sldId="362"/>
            <ac:picMk id="11" creationId="{EB65AC82-CE83-4591-9450-AAFBCDC3B92A}"/>
          </ac:picMkLst>
        </pc:picChg>
      </pc:sldChg>
      <pc:sldChg chg="modSp new mod">
        <pc:chgData name="Júlio César Chaves" userId="3f913fe9-3202-435d-b9f5-b2fca763184f" providerId="ADAL" clId="{9A9B35E0-E840-4440-A111-79935F741DA6}" dt="2022-02-04T17:44:12.674" v="12256" actId="6549"/>
        <pc:sldMkLst>
          <pc:docMk/>
          <pc:sldMk cId="1929273627" sldId="363"/>
        </pc:sldMkLst>
        <pc:spChg chg="mod">
          <ac:chgData name="Júlio César Chaves" userId="3f913fe9-3202-435d-b9f5-b2fca763184f" providerId="ADAL" clId="{9A9B35E0-E840-4440-A111-79935F741DA6}" dt="2022-02-02T20:06:13.197" v="2465" actId="20577"/>
          <ac:spMkLst>
            <pc:docMk/>
            <pc:sldMk cId="1929273627" sldId="363"/>
            <ac:spMk id="2" creationId="{541F7594-F78A-4840-909D-DE5373DAF385}"/>
          </ac:spMkLst>
        </pc:spChg>
        <pc:spChg chg="mod">
          <ac:chgData name="Júlio César Chaves" userId="3f913fe9-3202-435d-b9f5-b2fca763184f" providerId="ADAL" clId="{9A9B35E0-E840-4440-A111-79935F741DA6}" dt="2022-02-04T17:44:12.674" v="12256" actId="6549"/>
          <ac:spMkLst>
            <pc:docMk/>
            <pc:sldMk cId="1929273627" sldId="363"/>
            <ac:spMk id="3" creationId="{55912D75-DB47-4A20-848E-4B12942C4EBA}"/>
          </ac:spMkLst>
        </pc:spChg>
      </pc:sldChg>
      <pc:sldChg chg="modSp new mod">
        <pc:chgData name="Júlio César Chaves" userId="3f913fe9-3202-435d-b9f5-b2fca763184f" providerId="ADAL" clId="{9A9B35E0-E840-4440-A111-79935F741DA6}" dt="2022-02-04T14:45:18.888" v="9416" actId="20577"/>
        <pc:sldMkLst>
          <pc:docMk/>
          <pc:sldMk cId="4231301607" sldId="364"/>
        </pc:sldMkLst>
        <pc:spChg chg="mod">
          <ac:chgData name="Júlio César Chaves" userId="3f913fe9-3202-435d-b9f5-b2fca763184f" providerId="ADAL" clId="{9A9B35E0-E840-4440-A111-79935F741DA6}" dt="2022-02-02T00:32:48.312" v="703" actId="20577"/>
          <ac:spMkLst>
            <pc:docMk/>
            <pc:sldMk cId="4231301607" sldId="364"/>
            <ac:spMk id="2" creationId="{CC7282A3-3D80-4353-9FCB-767110DC3692}"/>
          </ac:spMkLst>
        </pc:spChg>
        <pc:spChg chg="mod">
          <ac:chgData name="Júlio César Chaves" userId="3f913fe9-3202-435d-b9f5-b2fca763184f" providerId="ADAL" clId="{9A9B35E0-E840-4440-A111-79935F741DA6}" dt="2022-02-04T14:45:18.888" v="9416" actId="20577"/>
          <ac:spMkLst>
            <pc:docMk/>
            <pc:sldMk cId="4231301607" sldId="364"/>
            <ac:spMk id="3" creationId="{0DB813DB-D1FE-4EEF-A58F-D4E5A0E31EB1}"/>
          </ac:spMkLst>
        </pc:spChg>
      </pc:sldChg>
      <pc:sldChg chg="addSp delSp modSp add mod modNotesTx">
        <pc:chgData name="Júlio César Chaves" userId="3f913fe9-3202-435d-b9f5-b2fca763184f" providerId="ADAL" clId="{9A9B35E0-E840-4440-A111-79935F741DA6}" dt="2022-02-04T14:15:10.246" v="8082" actId="20577"/>
        <pc:sldMkLst>
          <pc:docMk/>
          <pc:sldMk cId="2828557075" sldId="365"/>
        </pc:sldMkLst>
        <pc:spChg chg="mod">
          <ac:chgData name="Júlio César Chaves" userId="3f913fe9-3202-435d-b9f5-b2fca763184f" providerId="ADAL" clId="{9A9B35E0-E840-4440-A111-79935F741DA6}" dt="2022-02-04T14:09:24.688" v="7632" actId="14100"/>
          <ac:spMkLst>
            <pc:docMk/>
            <pc:sldMk cId="2828557075" sldId="365"/>
            <ac:spMk id="2" creationId="{70D4DF7B-97BC-4694-BAC1-D71870955158}"/>
          </ac:spMkLst>
        </pc:spChg>
        <pc:spChg chg="mod">
          <ac:chgData name="Júlio César Chaves" userId="3f913fe9-3202-435d-b9f5-b2fca763184f" providerId="ADAL" clId="{9A9B35E0-E840-4440-A111-79935F741DA6}" dt="2022-02-02T15:57:00.794" v="921" actId="20577"/>
          <ac:spMkLst>
            <pc:docMk/>
            <pc:sldMk cId="2828557075" sldId="365"/>
            <ac:spMk id="3" creationId="{CA3C6E5B-AE0D-42D4-9C11-7D267F39EAD7}"/>
          </ac:spMkLst>
        </pc:spChg>
        <pc:spChg chg="mod">
          <ac:chgData name="Júlio César Chaves" userId="3f913fe9-3202-435d-b9f5-b2fca763184f" providerId="ADAL" clId="{9A9B35E0-E840-4440-A111-79935F741DA6}" dt="2022-02-02T15:57:28.448" v="923"/>
          <ac:spMkLst>
            <pc:docMk/>
            <pc:sldMk cId="2828557075" sldId="365"/>
            <ac:spMk id="4" creationId="{46F3F8BC-83BF-4AEA-AC82-90293D776427}"/>
          </ac:spMkLst>
        </pc:spChg>
        <pc:picChg chg="del">
          <ac:chgData name="Júlio César Chaves" userId="3f913fe9-3202-435d-b9f5-b2fca763184f" providerId="ADAL" clId="{9A9B35E0-E840-4440-A111-79935F741DA6}" dt="2022-02-02T15:51:04.265" v="708" actId="478"/>
          <ac:picMkLst>
            <pc:docMk/>
            <pc:sldMk cId="2828557075" sldId="365"/>
            <ac:picMk id="6" creationId="{8FE5A6C5-9898-4CA2-BE0F-585C80F3813E}"/>
          </ac:picMkLst>
        </pc:picChg>
        <pc:picChg chg="add del mod">
          <ac:chgData name="Júlio César Chaves" userId="3f913fe9-3202-435d-b9f5-b2fca763184f" providerId="ADAL" clId="{9A9B35E0-E840-4440-A111-79935F741DA6}" dt="2022-02-02T16:45:50.877" v="2226" actId="478"/>
          <ac:picMkLst>
            <pc:docMk/>
            <pc:sldMk cId="2828557075" sldId="365"/>
            <ac:picMk id="7" creationId="{25ADCFE8-6D7B-4B3A-9131-87239DC997B3}"/>
          </ac:picMkLst>
        </pc:picChg>
        <pc:picChg chg="add mod">
          <ac:chgData name="Júlio César Chaves" userId="3f913fe9-3202-435d-b9f5-b2fca763184f" providerId="ADAL" clId="{9A9B35E0-E840-4440-A111-79935F741DA6}" dt="2022-02-02T16:45:57.303" v="2231" actId="1076"/>
          <ac:picMkLst>
            <pc:docMk/>
            <pc:sldMk cId="2828557075" sldId="365"/>
            <ac:picMk id="9" creationId="{95D77DAF-ECDB-4731-85C5-814920821A64}"/>
          </ac:picMkLst>
        </pc:picChg>
      </pc:sldChg>
      <pc:sldChg chg="addSp delSp modSp add mod">
        <pc:chgData name="Júlio César Chaves" userId="3f913fe9-3202-435d-b9f5-b2fca763184f" providerId="ADAL" clId="{9A9B35E0-E840-4440-A111-79935F741DA6}" dt="2022-02-04T14:08:16.848" v="7586" actId="6549"/>
        <pc:sldMkLst>
          <pc:docMk/>
          <pc:sldMk cId="583659545" sldId="366"/>
        </pc:sldMkLst>
        <pc:spChg chg="mod">
          <ac:chgData name="Júlio César Chaves" userId="3f913fe9-3202-435d-b9f5-b2fca763184f" providerId="ADAL" clId="{9A9B35E0-E840-4440-A111-79935F741DA6}" dt="2022-02-04T14:08:15.186" v="7585" actId="14100"/>
          <ac:spMkLst>
            <pc:docMk/>
            <pc:sldMk cId="583659545" sldId="366"/>
            <ac:spMk id="2" creationId="{70D4DF7B-97BC-4694-BAC1-D71870955158}"/>
          </ac:spMkLst>
        </pc:spChg>
        <pc:spChg chg="mod">
          <ac:chgData name="Júlio César Chaves" userId="3f913fe9-3202-435d-b9f5-b2fca763184f" providerId="ADAL" clId="{9A9B35E0-E840-4440-A111-79935F741DA6}" dt="2022-02-04T14:08:16.848" v="7586" actId="6549"/>
          <ac:spMkLst>
            <pc:docMk/>
            <pc:sldMk cId="583659545" sldId="366"/>
            <ac:spMk id="3" creationId="{CA3C6E5B-AE0D-42D4-9C11-7D267F39EAD7}"/>
          </ac:spMkLst>
        </pc:spChg>
        <pc:graphicFrameChg chg="add del mod modGraphic">
          <ac:chgData name="Júlio César Chaves" userId="3f913fe9-3202-435d-b9f5-b2fca763184f" providerId="ADAL" clId="{9A9B35E0-E840-4440-A111-79935F741DA6}" dt="2022-02-02T16:22:27.573" v="1641" actId="478"/>
          <ac:graphicFrameMkLst>
            <pc:docMk/>
            <pc:sldMk cId="583659545" sldId="366"/>
            <ac:graphicFrameMk id="6" creationId="{4D11DFD9-8C8F-4C4C-89BD-F4C5E27E29E7}"/>
          </ac:graphicFrameMkLst>
        </pc:graphicFrameChg>
        <pc:graphicFrameChg chg="del">
          <ac:chgData name="Júlio César Chaves" userId="3f913fe9-3202-435d-b9f5-b2fca763184f" providerId="ADAL" clId="{9A9B35E0-E840-4440-A111-79935F741DA6}" dt="2022-02-02T16:06:59.598" v="1004" actId="478"/>
          <ac:graphicFrameMkLst>
            <pc:docMk/>
            <pc:sldMk cId="583659545" sldId="366"/>
            <ac:graphicFrameMk id="7" creationId="{09CF4B41-D9E8-4949-B44B-B3018DAB9446}"/>
          </ac:graphicFrameMkLst>
        </pc:graphicFrameChg>
        <pc:graphicFrameChg chg="add mod modGraphic">
          <ac:chgData name="Júlio César Chaves" userId="3f913fe9-3202-435d-b9f5-b2fca763184f" providerId="ADAL" clId="{9A9B35E0-E840-4440-A111-79935F741DA6}" dt="2022-02-02T16:44:06.913" v="2221" actId="20577"/>
          <ac:graphicFrameMkLst>
            <pc:docMk/>
            <pc:sldMk cId="583659545" sldId="366"/>
            <ac:graphicFrameMk id="8" creationId="{ED4B909E-226C-433D-B5F7-9533B1C200E4}"/>
          </ac:graphicFrameMkLst>
        </pc:graphicFrameChg>
        <pc:graphicFrameChg chg="add mod modGraphic">
          <ac:chgData name="Júlio César Chaves" userId="3f913fe9-3202-435d-b9f5-b2fca763184f" providerId="ADAL" clId="{9A9B35E0-E840-4440-A111-79935F741DA6}" dt="2022-02-02T16:26:56.902" v="1879" actId="20577"/>
          <ac:graphicFrameMkLst>
            <pc:docMk/>
            <pc:sldMk cId="583659545" sldId="366"/>
            <ac:graphicFrameMk id="9" creationId="{2B26FF5E-E887-405F-9DDA-D54E3314556C}"/>
          </ac:graphicFrameMkLst>
        </pc:graphicFrameChg>
      </pc:sldChg>
      <pc:sldChg chg="addSp delSp modSp add mod modNotesTx">
        <pc:chgData name="Júlio César Chaves" userId="3f913fe9-3202-435d-b9f5-b2fca763184f" providerId="ADAL" clId="{9A9B35E0-E840-4440-A111-79935F741DA6}" dt="2022-02-04T14:21:38.358" v="8723" actId="20577"/>
        <pc:sldMkLst>
          <pc:docMk/>
          <pc:sldMk cId="3868939593" sldId="367"/>
        </pc:sldMkLst>
        <pc:spChg chg="mod">
          <ac:chgData name="Júlio César Chaves" userId="3f913fe9-3202-435d-b9f5-b2fca763184f" providerId="ADAL" clId="{9A9B35E0-E840-4440-A111-79935F741DA6}" dt="2022-02-02T16:34:43.427" v="2156" actId="20577"/>
          <ac:spMkLst>
            <pc:docMk/>
            <pc:sldMk cId="3868939593" sldId="367"/>
            <ac:spMk id="3" creationId="{86518FC0-9700-4257-92EF-DFAFE2D6389A}"/>
          </ac:spMkLst>
        </pc:spChg>
        <pc:picChg chg="add del mod">
          <ac:chgData name="Júlio César Chaves" userId="3f913fe9-3202-435d-b9f5-b2fca763184f" providerId="ADAL" clId="{9A9B35E0-E840-4440-A111-79935F741DA6}" dt="2022-02-02T19:41:27.001" v="2275" actId="478"/>
          <ac:picMkLst>
            <pc:docMk/>
            <pc:sldMk cId="3868939593" sldId="367"/>
            <ac:picMk id="6" creationId="{090E83D3-CDE6-4317-8193-24539FBD7CD9}"/>
          </ac:picMkLst>
        </pc:picChg>
        <pc:picChg chg="add del mod">
          <ac:chgData name="Júlio César Chaves" userId="3f913fe9-3202-435d-b9f5-b2fca763184f" providerId="ADAL" clId="{9A9B35E0-E840-4440-A111-79935F741DA6}" dt="2022-02-02T16:46:15.890" v="2232" actId="478"/>
          <ac:picMkLst>
            <pc:docMk/>
            <pc:sldMk cId="3868939593" sldId="367"/>
            <ac:picMk id="8" creationId="{FDD1AA75-0F87-4DB6-A41C-FB44785BC4E7}"/>
          </ac:picMkLst>
        </pc:picChg>
        <pc:picChg chg="del">
          <ac:chgData name="Júlio César Chaves" userId="3f913fe9-3202-435d-b9f5-b2fca763184f" providerId="ADAL" clId="{9A9B35E0-E840-4440-A111-79935F741DA6}" dt="2022-02-02T16:33:44.536" v="2117" actId="478"/>
          <ac:picMkLst>
            <pc:docMk/>
            <pc:sldMk cId="3868939593" sldId="367"/>
            <ac:picMk id="9" creationId="{E4D6F427-35AF-4BA3-B9D0-8EA8AAF228A0}"/>
          </ac:picMkLst>
        </pc:picChg>
        <pc:picChg chg="del">
          <ac:chgData name="Júlio César Chaves" userId="3f913fe9-3202-435d-b9f5-b2fca763184f" providerId="ADAL" clId="{9A9B35E0-E840-4440-A111-79935F741DA6}" dt="2022-02-02T16:33:46.295" v="2118" actId="478"/>
          <ac:picMkLst>
            <pc:docMk/>
            <pc:sldMk cId="3868939593" sldId="367"/>
            <ac:picMk id="11" creationId="{84FC132E-2050-49A2-B5EF-4D93BCAE4E82}"/>
          </ac:picMkLst>
        </pc:picChg>
        <pc:picChg chg="add del mod">
          <ac:chgData name="Júlio César Chaves" userId="3f913fe9-3202-435d-b9f5-b2fca763184f" providerId="ADAL" clId="{9A9B35E0-E840-4440-A111-79935F741DA6}" dt="2022-02-02T19:41:45.927" v="2278" actId="478"/>
          <ac:picMkLst>
            <pc:docMk/>
            <pc:sldMk cId="3868939593" sldId="367"/>
            <ac:picMk id="12" creationId="{AFEEC176-0170-4485-B912-8FC9EAFE18E3}"/>
          </ac:picMkLst>
        </pc:picChg>
        <pc:picChg chg="add mod">
          <ac:chgData name="Júlio César Chaves" userId="3f913fe9-3202-435d-b9f5-b2fca763184f" providerId="ADAL" clId="{9A9B35E0-E840-4440-A111-79935F741DA6}" dt="2022-02-02T19:41:29.320" v="2277" actId="1076"/>
          <ac:picMkLst>
            <pc:docMk/>
            <pc:sldMk cId="3868939593" sldId="367"/>
            <ac:picMk id="14" creationId="{32EA7A19-6749-4221-89C3-B82978836B17}"/>
          </ac:picMkLst>
        </pc:picChg>
        <pc:picChg chg="add mod">
          <ac:chgData name="Júlio César Chaves" userId="3f913fe9-3202-435d-b9f5-b2fca763184f" providerId="ADAL" clId="{9A9B35E0-E840-4440-A111-79935F741DA6}" dt="2022-02-02T19:41:51.444" v="2281" actId="1076"/>
          <ac:picMkLst>
            <pc:docMk/>
            <pc:sldMk cId="3868939593" sldId="367"/>
            <ac:picMk id="16" creationId="{871E8D51-A152-4F60-9C61-591E8E70F0F8}"/>
          </ac:picMkLst>
        </pc:picChg>
      </pc:sldChg>
      <pc:sldChg chg="modSp add mod">
        <pc:chgData name="Júlio César Chaves" userId="3f913fe9-3202-435d-b9f5-b2fca763184f" providerId="ADAL" clId="{9A9B35E0-E840-4440-A111-79935F741DA6}" dt="2022-02-04T14:46:21.441" v="9445" actId="20577"/>
        <pc:sldMkLst>
          <pc:docMk/>
          <pc:sldMk cId="608840821" sldId="368"/>
        </pc:sldMkLst>
        <pc:spChg chg="mod">
          <ac:chgData name="Júlio César Chaves" userId="3f913fe9-3202-435d-b9f5-b2fca763184f" providerId="ADAL" clId="{9A9B35E0-E840-4440-A111-79935F741DA6}" dt="2022-02-04T14:45:54.989" v="9425" actId="6549"/>
          <ac:spMkLst>
            <pc:docMk/>
            <pc:sldMk cId="608840821" sldId="368"/>
            <ac:spMk id="2" creationId="{CC7282A3-3D80-4353-9FCB-767110DC3692}"/>
          </ac:spMkLst>
        </pc:spChg>
        <pc:spChg chg="mod">
          <ac:chgData name="Júlio César Chaves" userId="3f913fe9-3202-435d-b9f5-b2fca763184f" providerId="ADAL" clId="{9A9B35E0-E840-4440-A111-79935F741DA6}" dt="2022-02-04T14:46:21.441" v="9445" actId="20577"/>
          <ac:spMkLst>
            <pc:docMk/>
            <pc:sldMk cId="608840821" sldId="368"/>
            <ac:spMk id="3" creationId="{0DB813DB-D1FE-4EEF-A58F-D4E5A0E31EB1}"/>
          </ac:spMkLst>
        </pc:spChg>
      </pc:sldChg>
      <pc:sldChg chg="addSp delSp modSp add del mod ord">
        <pc:chgData name="Júlio César Chaves" userId="3f913fe9-3202-435d-b9f5-b2fca763184f" providerId="ADAL" clId="{9A9B35E0-E840-4440-A111-79935F741DA6}" dt="2022-02-02T19:48:49.684" v="2300" actId="47"/>
        <pc:sldMkLst>
          <pc:docMk/>
          <pc:sldMk cId="3906216962" sldId="368"/>
        </pc:sldMkLst>
        <pc:picChg chg="add del mod">
          <ac:chgData name="Júlio César Chaves" userId="3f913fe9-3202-435d-b9f5-b2fca763184f" providerId="ADAL" clId="{9A9B35E0-E840-4440-A111-79935F741DA6}" dt="2022-02-02T19:48:45.343" v="2298" actId="21"/>
          <ac:picMkLst>
            <pc:docMk/>
            <pc:sldMk cId="3906216962" sldId="368"/>
            <ac:picMk id="5" creationId="{3BD24B41-907B-4DC9-9D23-21713C948090}"/>
          </ac:picMkLst>
        </pc:picChg>
        <pc:picChg chg="del">
          <ac:chgData name="Júlio César Chaves" userId="3f913fe9-3202-435d-b9f5-b2fca763184f" providerId="ADAL" clId="{9A9B35E0-E840-4440-A111-79935F741DA6}" dt="2022-02-02T19:38:52.115" v="2265" actId="478"/>
          <ac:picMkLst>
            <pc:docMk/>
            <pc:sldMk cId="3906216962" sldId="368"/>
            <ac:picMk id="7" creationId="{70C47AA7-9FFE-40FE-B045-6F16849ED053}"/>
          </ac:picMkLst>
        </pc:picChg>
        <pc:picChg chg="add del mod">
          <ac:chgData name="Júlio César Chaves" userId="3f913fe9-3202-435d-b9f5-b2fca763184f" providerId="ADAL" clId="{9A9B35E0-E840-4440-A111-79935F741DA6}" dt="2022-02-02T19:48:45.343" v="2298" actId="21"/>
          <ac:picMkLst>
            <pc:docMk/>
            <pc:sldMk cId="3906216962" sldId="368"/>
            <ac:picMk id="8" creationId="{6415DE18-43AE-4BAE-85DD-E33A3A3A2362}"/>
          </ac:picMkLst>
        </pc:picChg>
        <pc:picChg chg="del">
          <ac:chgData name="Júlio César Chaves" userId="3f913fe9-3202-435d-b9f5-b2fca763184f" providerId="ADAL" clId="{9A9B35E0-E840-4440-A111-79935F741DA6}" dt="2022-02-02T19:38:54.133" v="2266" actId="478"/>
          <ac:picMkLst>
            <pc:docMk/>
            <pc:sldMk cId="3906216962" sldId="368"/>
            <ac:picMk id="11" creationId="{F8CA3227-0163-4BB3-B5C9-A714482DD4F8}"/>
          </ac:picMkLst>
        </pc:picChg>
      </pc:sldChg>
      <pc:sldChg chg="addSp delSp modSp new mod modClrScheme chgLayout">
        <pc:chgData name="Júlio César Chaves" userId="3f913fe9-3202-435d-b9f5-b2fca763184f" providerId="ADAL" clId="{9A9B35E0-E840-4440-A111-79935F741DA6}" dt="2022-02-03T19:12:37.968" v="4098" actId="1076"/>
        <pc:sldMkLst>
          <pc:docMk/>
          <pc:sldMk cId="3952324206" sldId="369"/>
        </pc:sldMkLst>
        <pc:spChg chg="mod ord">
          <ac:chgData name="Júlio César Chaves" userId="3f913fe9-3202-435d-b9f5-b2fca763184f" providerId="ADAL" clId="{9A9B35E0-E840-4440-A111-79935F741DA6}" dt="2022-02-03T19:08:06.101" v="3932" actId="700"/>
          <ac:spMkLst>
            <pc:docMk/>
            <pc:sldMk cId="3952324206" sldId="369"/>
            <ac:spMk id="2" creationId="{1EE557F0-50AA-40D8-9328-821EDFCC9A1D}"/>
          </ac:spMkLst>
        </pc:spChg>
        <pc:spChg chg="del mod ord">
          <ac:chgData name="Júlio César Chaves" userId="3f913fe9-3202-435d-b9f5-b2fca763184f" providerId="ADAL" clId="{9A9B35E0-E840-4440-A111-79935F741DA6}" dt="2022-02-03T19:08:06.101" v="3932" actId="700"/>
          <ac:spMkLst>
            <pc:docMk/>
            <pc:sldMk cId="3952324206" sldId="369"/>
            <ac:spMk id="3" creationId="{987EA7C1-C956-4F0D-B1C7-C52F3A0DDB61}"/>
          </ac:spMkLst>
        </pc:spChg>
        <pc:spChg chg="del">
          <ac:chgData name="Júlio César Chaves" userId="3f913fe9-3202-435d-b9f5-b2fca763184f" providerId="ADAL" clId="{9A9B35E0-E840-4440-A111-79935F741DA6}" dt="2022-02-03T19:08:06.101" v="3932" actId="700"/>
          <ac:spMkLst>
            <pc:docMk/>
            <pc:sldMk cId="3952324206" sldId="369"/>
            <ac:spMk id="4" creationId="{E40916E2-4166-4545-BD28-0538AA884867}"/>
          </ac:spMkLst>
        </pc:spChg>
        <pc:spChg chg="del">
          <ac:chgData name="Júlio César Chaves" userId="3f913fe9-3202-435d-b9f5-b2fca763184f" providerId="ADAL" clId="{9A9B35E0-E840-4440-A111-79935F741DA6}" dt="2022-02-03T19:08:06.101" v="3932" actId="700"/>
          <ac:spMkLst>
            <pc:docMk/>
            <pc:sldMk cId="3952324206" sldId="369"/>
            <ac:spMk id="5" creationId="{CA938D8D-9E36-4D0B-B34D-CBCF57438BB9}"/>
          </ac:spMkLst>
        </pc:spChg>
        <pc:spChg chg="del mod ord">
          <ac:chgData name="Júlio César Chaves" userId="3f913fe9-3202-435d-b9f5-b2fca763184f" providerId="ADAL" clId="{9A9B35E0-E840-4440-A111-79935F741DA6}" dt="2022-02-03T19:08:06.101" v="3932" actId="700"/>
          <ac:spMkLst>
            <pc:docMk/>
            <pc:sldMk cId="3952324206" sldId="369"/>
            <ac:spMk id="6" creationId="{DADF4930-3E94-4308-AA99-7351D8803EAA}"/>
          </ac:spMkLst>
        </pc:spChg>
        <pc:spChg chg="add mod ord">
          <ac:chgData name="Júlio César Chaves" userId="3f913fe9-3202-435d-b9f5-b2fca763184f" providerId="ADAL" clId="{9A9B35E0-E840-4440-A111-79935F741DA6}" dt="2022-02-03T19:12:08.112" v="4096" actId="20577"/>
          <ac:spMkLst>
            <pc:docMk/>
            <pc:sldMk cId="3952324206" sldId="369"/>
            <ac:spMk id="7" creationId="{3E639D28-E782-427A-B6FA-51F71DFFE2DC}"/>
          </ac:spMkLst>
        </pc:spChg>
        <pc:spChg chg="add mod ord">
          <ac:chgData name="Júlio César Chaves" userId="3f913fe9-3202-435d-b9f5-b2fca763184f" providerId="ADAL" clId="{9A9B35E0-E840-4440-A111-79935F741DA6}" dt="2022-02-03T19:08:06.101" v="3932" actId="700"/>
          <ac:spMkLst>
            <pc:docMk/>
            <pc:sldMk cId="3952324206" sldId="369"/>
            <ac:spMk id="8" creationId="{9D73899E-3646-443E-9580-701C06516303}"/>
          </ac:spMkLst>
        </pc:spChg>
        <pc:picChg chg="add mod">
          <ac:chgData name="Júlio César Chaves" userId="3f913fe9-3202-435d-b9f5-b2fca763184f" providerId="ADAL" clId="{9A9B35E0-E840-4440-A111-79935F741DA6}" dt="2022-02-03T19:12:37.968" v="4098" actId="1076"/>
          <ac:picMkLst>
            <pc:docMk/>
            <pc:sldMk cId="3952324206" sldId="369"/>
            <ac:picMk id="9" creationId="{35CBDE00-CFDB-4110-8903-38EE9F6C4719}"/>
          </ac:picMkLst>
        </pc:picChg>
      </pc:sldChg>
      <pc:sldChg chg="addSp modSp new mod">
        <pc:chgData name="Júlio César Chaves" userId="3f913fe9-3202-435d-b9f5-b2fca763184f" providerId="ADAL" clId="{9A9B35E0-E840-4440-A111-79935F741DA6}" dt="2022-02-04T15:19:10.751" v="10007"/>
        <pc:sldMkLst>
          <pc:docMk/>
          <pc:sldMk cId="232465950" sldId="370"/>
        </pc:sldMkLst>
        <pc:spChg chg="mod">
          <ac:chgData name="Júlio César Chaves" userId="3f913fe9-3202-435d-b9f5-b2fca763184f" providerId="ADAL" clId="{9A9B35E0-E840-4440-A111-79935F741DA6}" dt="2022-02-03T22:01:13.767" v="5898" actId="20577"/>
          <ac:spMkLst>
            <pc:docMk/>
            <pc:sldMk cId="232465950" sldId="370"/>
            <ac:spMk id="2" creationId="{029F5758-5C7C-4FB1-96B6-58D7B2ADAF5F}"/>
          </ac:spMkLst>
        </pc:spChg>
        <pc:spChg chg="mod">
          <ac:chgData name="Júlio César Chaves" userId="3f913fe9-3202-435d-b9f5-b2fca763184f" providerId="ADAL" clId="{9A9B35E0-E840-4440-A111-79935F741DA6}" dt="2022-02-03T19:39:00.006" v="5246" actId="115"/>
          <ac:spMkLst>
            <pc:docMk/>
            <pc:sldMk cId="232465950" sldId="370"/>
            <ac:spMk id="3" creationId="{CF0D9838-F2CF-4F62-BB3A-104609D40138}"/>
          </ac:spMkLst>
        </pc:spChg>
        <pc:spChg chg="mod">
          <ac:chgData name="Júlio César Chaves" userId="3f913fe9-3202-435d-b9f5-b2fca763184f" providerId="ADAL" clId="{9A9B35E0-E840-4440-A111-79935F741DA6}" dt="2022-02-03T19:28:07.393" v="4905" actId="20577"/>
          <ac:spMkLst>
            <pc:docMk/>
            <pc:sldMk cId="232465950" sldId="370"/>
            <ac:spMk id="4" creationId="{BC03FD52-6CB7-4E97-B6D5-A704BF45920A}"/>
          </ac:spMkLst>
        </pc:spChg>
        <pc:spChg chg="mod">
          <ac:chgData name="Júlio César Chaves" userId="3f913fe9-3202-435d-b9f5-b2fca763184f" providerId="ADAL" clId="{9A9B35E0-E840-4440-A111-79935F741DA6}" dt="2022-02-03T19:18:18.168" v="4483" actId="20577"/>
          <ac:spMkLst>
            <pc:docMk/>
            <pc:sldMk cId="232465950" sldId="370"/>
            <ac:spMk id="5" creationId="{5982846B-FE36-46D2-87BA-331E45FC7594}"/>
          </ac:spMkLst>
        </pc:spChg>
        <pc:spChg chg="mod">
          <ac:chgData name="Júlio César Chaves" userId="3f913fe9-3202-435d-b9f5-b2fca763184f" providerId="ADAL" clId="{9A9B35E0-E840-4440-A111-79935F741DA6}" dt="2022-02-04T15:19:10.751" v="10007"/>
          <ac:spMkLst>
            <pc:docMk/>
            <pc:sldMk cId="232465950" sldId="370"/>
            <ac:spMk id="6" creationId="{6B43292C-9DFB-4903-8032-52D526962409}"/>
          </ac:spMkLst>
        </pc:spChg>
        <pc:spChg chg="add mod">
          <ac:chgData name="Júlio César Chaves" userId="3f913fe9-3202-435d-b9f5-b2fca763184f" providerId="ADAL" clId="{9A9B35E0-E840-4440-A111-79935F741DA6}" dt="2022-02-03T19:32:37.901" v="5046" actId="1076"/>
          <ac:spMkLst>
            <pc:docMk/>
            <pc:sldMk cId="232465950" sldId="370"/>
            <ac:spMk id="7" creationId="{B330A6E7-CDE4-45CA-815F-44AFBD1E4BE8}"/>
          </ac:spMkLst>
        </pc:spChg>
      </pc:sldChg>
      <pc:sldChg chg="modSp new mod modNotesTx">
        <pc:chgData name="Júlio César Chaves" userId="3f913fe9-3202-435d-b9f5-b2fca763184f" providerId="ADAL" clId="{9A9B35E0-E840-4440-A111-79935F741DA6}" dt="2022-02-04T15:19:13.338" v="10008"/>
        <pc:sldMkLst>
          <pc:docMk/>
          <pc:sldMk cId="1113478531" sldId="371"/>
        </pc:sldMkLst>
        <pc:spChg chg="mod">
          <ac:chgData name="Júlio César Chaves" userId="3f913fe9-3202-435d-b9f5-b2fca763184f" providerId="ADAL" clId="{9A9B35E0-E840-4440-A111-79935F741DA6}" dt="2022-02-03T19:39:54.315" v="5268" actId="20577"/>
          <ac:spMkLst>
            <pc:docMk/>
            <pc:sldMk cId="1113478531" sldId="371"/>
            <ac:spMk id="2" creationId="{60CF9A12-67A0-425A-B002-29E3A2E24C12}"/>
          </ac:spMkLst>
        </pc:spChg>
        <pc:spChg chg="mod">
          <ac:chgData name="Júlio César Chaves" userId="3f913fe9-3202-435d-b9f5-b2fca763184f" providerId="ADAL" clId="{9A9B35E0-E840-4440-A111-79935F741DA6}" dt="2022-02-03T22:11:17.140" v="6232" actId="20577"/>
          <ac:spMkLst>
            <pc:docMk/>
            <pc:sldMk cId="1113478531" sldId="371"/>
            <ac:spMk id="3" creationId="{F3775062-D2AD-4EDD-9AB9-75C4CDB73DCF}"/>
          </ac:spMkLst>
        </pc:spChg>
        <pc:spChg chg="mod">
          <ac:chgData name="Júlio César Chaves" userId="3f913fe9-3202-435d-b9f5-b2fca763184f" providerId="ADAL" clId="{9A9B35E0-E840-4440-A111-79935F741DA6}" dt="2022-02-03T22:20:53.725" v="6556" actId="20577"/>
          <ac:spMkLst>
            <pc:docMk/>
            <pc:sldMk cId="1113478531" sldId="371"/>
            <ac:spMk id="4" creationId="{D0D1C9AA-5F6D-41C3-82B8-03D96A73EB81}"/>
          </ac:spMkLst>
        </pc:spChg>
        <pc:spChg chg="mod">
          <ac:chgData name="Júlio César Chaves" userId="3f913fe9-3202-435d-b9f5-b2fca763184f" providerId="ADAL" clId="{9A9B35E0-E840-4440-A111-79935F741DA6}" dt="2022-02-03T22:07:24.212" v="5986" actId="20577"/>
          <ac:spMkLst>
            <pc:docMk/>
            <pc:sldMk cId="1113478531" sldId="371"/>
            <ac:spMk id="5" creationId="{D9223CBB-AB1D-450A-93ED-24DE45026B2A}"/>
          </ac:spMkLst>
        </pc:spChg>
        <pc:spChg chg="mod">
          <ac:chgData name="Júlio César Chaves" userId="3f913fe9-3202-435d-b9f5-b2fca763184f" providerId="ADAL" clId="{9A9B35E0-E840-4440-A111-79935F741DA6}" dt="2022-02-04T15:19:13.338" v="10008"/>
          <ac:spMkLst>
            <pc:docMk/>
            <pc:sldMk cId="1113478531" sldId="371"/>
            <ac:spMk id="6" creationId="{3D6D044D-3106-494A-B26E-D17771B23616}"/>
          </ac:spMkLst>
        </pc:spChg>
      </pc:sldChg>
      <pc:sldChg chg="addSp modSp new mod modNotesTx">
        <pc:chgData name="Júlio César Chaves" userId="3f913fe9-3202-435d-b9f5-b2fca763184f" providerId="ADAL" clId="{9A9B35E0-E840-4440-A111-79935F741DA6}" dt="2022-02-04T15:24:28.274" v="10275" actId="20577"/>
        <pc:sldMkLst>
          <pc:docMk/>
          <pc:sldMk cId="408399476" sldId="372"/>
        </pc:sldMkLst>
        <pc:spChg chg="mod">
          <ac:chgData name="Júlio César Chaves" userId="3f913fe9-3202-435d-b9f5-b2fca763184f" providerId="ADAL" clId="{9A9B35E0-E840-4440-A111-79935F741DA6}" dt="2022-02-03T22:21:35.126" v="6586" actId="20577"/>
          <ac:spMkLst>
            <pc:docMk/>
            <pc:sldMk cId="408399476" sldId="372"/>
            <ac:spMk id="2" creationId="{8409404B-75C6-4C4C-9071-55FC484C1D96}"/>
          </ac:spMkLst>
        </pc:spChg>
        <pc:spChg chg="mod">
          <ac:chgData name="Júlio César Chaves" userId="3f913fe9-3202-435d-b9f5-b2fca763184f" providerId="ADAL" clId="{9A9B35E0-E840-4440-A111-79935F741DA6}" dt="2022-02-04T15:17:53.786" v="9951" actId="20577"/>
          <ac:spMkLst>
            <pc:docMk/>
            <pc:sldMk cId="408399476" sldId="372"/>
            <ac:spMk id="3" creationId="{FF1AB093-156A-477B-82E8-CC988ED32104}"/>
          </ac:spMkLst>
        </pc:spChg>
        <pc:spChg chg="mod">
          <ac:chgData name="Júlio César Chaves" userId="3f913fe9-3202-435d-b9f5-b2fca763184f" providerId="ADAL" clId="{9A9B35E0-E840-4440-A111-79935F741DA6}" dt="2022-02-04T15:24:28.274" v="10275" actId="20577"/>
          <ac:spMkLst>
            <pc:docMk/>
            <pc:sldMk cId="408399476" sldId="372"/>
            <ac:spMk id="4" creationId="{71318D25-5437-49C0-B88A-8B48FF2D5B4B}"/>
          </ac:spMkLst>
        </pc:spChg>
        <pc:spChg chg="mod">
          <ac:chgData name="Júlio César Chaves" userId="3f913fe9-3202-435d-b9f5-b2fca763184f" providerId="ADAL" clId="{9A9B35E0-E840-4440-A111-79935F741DA6}" dt="2022-02-04T15:13:12.059" v="9630"/>
          <ac:spMkLst>
            <pc:docMk/>
            <pc:sldMk cId="408399476" sldId="372"/>
            <ac:spMk id="5" creationId="{FD18809A-0411-4881-B32E-D9F900FF62F9}"/>
          </ac:spMkLst>
        </pc:spChg>
        <pc:spChg chg="mod">
          <ac:chgData name="Júlio César Chaves" userId="3f913fe9-3202-435d-b9f5-b2fca763184f" providerId="ADAL" clId="{9A9B35E0-E840-4440-A111-79935F741DA6}" dt="2022-02-04T15:19:16.411" v="10009"/>
          <ac:spMkLst>
            <pc:docMk/>
            <pc:sldMk cId="408399476" sldId="372"/>
            <ac:spMk id="6" creationId="{E0D9432B-B37E-4D5A-B2D2-3466094FF1DC}"/>
          </ac:spMkLst>
        </pc:spChg>
        <pc:picChg chg="add mod">
          <ac:chgData name="Júlio César Chaves" userId="3f913fe9-3202-435d-b9f5-b2fca763184f" providerId="ADAL" clId="{9A9B35E0-E840-4440-A111-79935F741DA6}" dt="2022-02-04T15:13:56.301" v="9634" actId="1076"/>
          <ac:picMkLst>
            <pc:docMk/>
            <pc:sldMk cId="408399476" sldId="372"/>
            <ac:picMk id="8" creationId="{CB7D2684-00AC-4DCF-B714-701E2A9A9B1E}"/>
          </ac:picMkLst>
        </pc:picChg>
      </pc:sldChg>
      <pc:sldChg chg="addSp modSp add mod">
        <pc:chgData name="Júlio César Chaves" userId="3f913fe9-3202-435d-b9f5-b2fca763184f" providerId="ADAL" clId="{9A9B35E0-E840-4440-A111-79935F741DA6}" dt="2022-02-04T15:49:23.576" v="11116" actId="1076"/>
        <pc:sldMkLst>
          <pc:docMk/>
          <pc:sldMk cId="179258125" sldId="373"/>
        </pc:sldMkLst>
        <pc:spChg chg="mod">
          <ac:chgData name="Júlio César Chaves" userId="3f913fe9-3202-435d-b9f5-b2fca763184f" providerId="ADAL" clId="{9A9B35E0-E840-4440-A111-79935F741DA6}" dt="2022-02-04T15:26:25.774" v="10300" actId="20577"/>
          <ac:spMkLst>
            <pc:docMk/>
            <pc:sldMk cId="179258125" sldId="373"/>
            <ac:spMk id="2" creationId="{8409404B-75C6-4C4C-9071-55FC484C1D96}"/>
          </ac:spMkLst>
        </pc:spChg>
        <pc:spChg chg="mod">
          <ac:chgData name="Júlio César Chaves" userId="3f913fe9-3202-435d-b9f5-b2fca763184f" providerId="ADAL" clId="{9A9B35E0-E840-4440-A111-79935F741DA6}" dt="2022-02-04T15:42:41.202" v="10779" actId="13926"/>
          <ac:spMkLst>
            <pc:docMk/>
            <pc:sldMk cId="179258125" sldId="373"/>
            <ac:spMk id="3" creationId="{FF1AB093-156A-477B-82E8-CC988ED32104}"/>
          </ac:spMkLst>
        </pc:spChg>
        <pc:spChg chg="mod">
          <ac:chgData name="Júlio César Chaves" userId="3f913fe9-3202-435d-b9f5-b2fca763184f" providerId="ADAL" clId="{9A9B35E0-E840-4440-A111-79935F741DA6}" dt="2022-02-04T15:47:59.490" v="11113" actId="20577"/>
          <ac:spMkLst>
            <pc:docMk/>
            <pc:sldMk cId="179258125" sldId="373"/>
            <ac:spMk id="4" creationId="{71318D25-5437-49C0-B88A-8B48FF2D5B4B}"/>
          </ac:spMkLst>
        </pc:spChg>
        <pc:spChg chg="mod">
          <ac:chgData name="Júlio César Chaves" userId="3f913fe9-3202-435d-b9f5-b2fca763184f" providerId="ADAL" clId="{9A9B35E0-E840-4440-A111-79935F741DA6}" dt="2022-02-04T15:31:44.640" v="10596" actId="313"/>
          <ac:spMkLst>
            <pc:docMk/>
            <pc:sldMk cId="179258125" sldId="373"/>
            <ac:spMk id="5" creationId="{FD18809A-0411-4881-B32E-D9F900FF62F9}"/>
          </ac:spMkLst>
        </pc:spChg>
        <pc:spChg chg="mod">
          <ac:chgData name="Júlio César Chaves" userId="3f913fe9-3202-435d-b9f5-b2fca763184f" providerId="ADAL" clId="{9A9B35E0-E840-4440-A111-79935F741DA6}" dt="2022-02-04T15:19:18.800" v="10010"/>
          <ac:spMkLst>
            <pc:docMk/>
            <pc:sldMk cId="179258125" sldId="373"/>
            <ac:spMk id="6" creationId="{E0D9432B-B37E-4D5A-B2D2-3466094FF1DC}"/>
          </ac:spMkLst>
        </pc:spChg>
        <pc:picChg chg="add mod">
          <ac:chgData name="Júlio César Chaves" userId="3f913fe9-3202-435d-b9f5-b2fca763184f" providerId="ADAL" clId="{9A9B35E0-E840-4440-A111-79935F741DA6}" dt="2022-02-04T15:49:23.576" v="11116" actId="1076"/>
          <ac:picMkLst>
            <pc:docMk/>
            <pc:sldMk cId="179258125" sldId="373"/>
            <ac:picMk id="8" creationId="{AC156404-33AE-4EFE-A8A1-A5096D7579EF}"/>
          </ac:picMkLst>
        </pc:picChg>
      </pc:sldChg>
      <pc:sldChg chg="modSp new add del mod">
        <pc:chgData name="Júlio César Chaves" userId="3f913fe9-3202-435d-b9f5-b2fca763184f" providerId="ADAL" clId="{9A9B35E0-E840-4440-A111-79935F741DA6}" dt="2022-02-03T21:59:35.453" v="5889" actId="47"/>
        <pc:sldMkLst>
          <pc:docMk/>
          <pc:sldMk cId="2049573388" sldId="373"/>
        </pc:sldMkLst>
        <pc:spChg chg="mod">
          <ac:chgData name="Júlio César Chaves" userId="3f913fe9-3202-435d-b9f5-b2fca763184f" providerId="ADAL" clId="{9A9B35E0-E840-4440-A111-79935F741DA6}" dt="2022-02-03T21:10:55.028" v="5611" actId="20577"/>
          <ac:spMkLst>
            <pc:docMk/>
            <pc:sldMk cId="2049573388" sldId="373"/>
            <ac:spMk id="2" creationId="{B6373169-E7BA-420A-B942-FAB3CA0C7BF9}"/>
          </ac:spMkLst>
        </pc:spChg>
      </pc:sldChg>
      <pc:sldChg chg="add del">
        <pc:chgData name="Júlio César Chaves" userId="3f913fe9-3202-435d-b9f5-b2fca763184f" providerId="ADAL" clId="{9A9B35E0-E840-4440-A111-79935F741DA6}" dt="2022-02-03T21:09:32.205" v="5597" actId="47"/>
        <pc:sldMkLst>
          <pc:docMk/>
          <pc:sldMk cId="3040152991" sldId="373"/>
        </pc:sldMkLst>
      </pc:sldChg>
      <pc:sldChg chg="addSp modSp new del mod modNotesTx">
        <pc:chgData name="Júlio César Chaves" userId="3f913fe9-3202-435d-b9f5-b2fca763184f" providerId="ADAL" clId="{9A9B35E0-E840-4440-A111-79935F741DA6}" dt="2022-02-03T21:59:35.453" v="5889" actId="47"/>
        <pc:sldMkLst>
          <pc:docMk/>
          <pc:sldMk cId="692028003" sldId="374"/>
        </pc:sldMkLst>
        <pc:spChg chg="mod">
          <ac:chgData name="Júlio César Chaves" userId="3f913fe9-3202-435d-b9f5-b2fca763184f" providerId="ADAL" clId="{9A9B35E0-E840-4440-A111-79935F741DA6}" dt="2022-02-03T21:34:19.774" v="5665" actId="20577"/>
          <ac:spMkLst>
            <pc:docMk/>
            <pc:sldMk cId="692028003" sldId="374"/>
            <ac:spMk id="2" creationId="{82715D56-3EB7-4B30-A296-CB9F62E00DE0}"/>
          </ac:spMkLst>
        </pc:spChg>
        <pc:picChg chg="add mod">
          <ac:chgData name="Júlio César Chaves" userId="3f913fe9-3202-435d-b9f5-b2fca763184f" providerId="ADAL" clId="{9A9B35E0-E840-4440-A111-79935F741DA6}" dt="2022-02-03T21:33:06.445" v="5640" actId="1076"/>
          <ac:picMkLst>
            <pc:docMk/>
            <pc:sldMk cId="692028003" sldId="374"/>
            <ac:picMk id="5" creationId="{80E952D9-B31F-4C9A-8E16-3BCAF5A5AD98}"/>
          </ac:picMkLst>
        </pc:picChg>
        <pc:picChg chg="add mod">
          <ac:chgData name="Júlio César Chaves" userId="3f913fe9-3202-435d-b9f5-b2fca763184f" providerId="ADAL" clId="{9A9B35E0-E840-4440-A111-79935F741DA6}" dt="2022-02-03T21:34:03.852" v="5642" actId="1076"/>
          <ac:picMkLst>
            <pc:docMk/>
            <pc:sldMk cId="692028003" sldId="374"/>
            <ac:picMk id="7" creationId="{0184555F-C161-4458-9FC6-A1AB6CCABA0D}"/>
          </ac:picMkLst>
        </pc:picChg>
      </pc:sldChg>
      <pc:sldChg chg="addSp delSp modSp add mod modNotesTx">
        <pc:chgData name="Júlio César Chaves" userId="3f913fe9-3202-435d-b9f5-b2fca763184f" providerId="ADAL" clId="{9A9B35E0-E840-4440-A111-79935F741DA6}" dt="2022-02-04T16:57:38.118" v="11815" actId="20577"/>
        <pc:sldMkLst>
          <pc:docMk/>
          <pc:sldMk cId="3672788716" sldId="374"/>
        </pc:sldMkLst>
        <pc:spChg chg="mod">
          <ac:chgData name="Júlio César Chaves" userId="3f913fe9-3202-435d-b9f5-b2fca763184f" providerId="ADAL" clId="{9A9B35E0-E840-4440-A111-79935F741DA6}" dt="2022-02-03T22:22:23.272" v="6636" actId="20577"/>
          <ac:spMkLst>
            <pc:docMk/>
            <pc:sldMk cId="3672788716" sldId="374"/>
            <ac:spMk id="2" creationId="{8409404B-75C6-4C4C-9071-55FC484C1D96}"/>
          </ac:spMkLst>
        </pc:spChg>
        <pc:spChg chg="del">
          <ac:chgData name="Júlio César Chaves" userId="3f913fe9-3202-435d-b9f5-b2fca763184f" providerId="ADAL" clId="{9A9B35E0-E840-4440-A111-79935F741DA6}" dt="2022-02-04T16:31:55.507" v="11339" actId="478"/>
          <ac:spMkLst>
            <pc:docMk/>
            <pc:sldMk cId="3672788716" sldId="374"/>
            <ac:spMk id="3" creationId="{FF1AB093-156A-477B-82E8-CC988ED32104}"/>
          </ac:spMkLst>
        </pc:spChg>
        <pc:spChg chg="del">
          <ac:chgData name="Júlio César Chaves" userId="3f913fe9-3202-435d-b9f5-b2fca763184f" providerId="ADAL" clId="{9A9B35E0-E840-4440-A111-79935F741DA6}" dt="2022-02-04T16:31:55.507" v="11339" actId="478"/>
          <ac:spMkLst>
            <pc:docMk/>
            <pc:sldMk cId="3672788716" sldId="374"/>
            <ac:spMk id="4" creationId="{71318D25-5437-49C0-B88A-8B48FF2D5B4B}"/>
          </ac:spMkLst>
        </pc:spChg>
        <pc:spChg chg="mod">
          <ac:chgData name="Júlio César Chaves" userId="3f913fe9-3202-435d-b9f5-b2fca763184f" providerId="ADAL" clId="{9A9B35E0-E840-4440-A111-79935F741DA6}" dt="2022-02-04T16:52:16.695" v="11498" actId="1076"/>
          <ac:spMkLst>
            <pc:docMk/>
            <pc:sldMk cId="3672788716" sldId="374"/>
            <ac:spMk id="5" creationId="{FD18809A-0411-4881-B32E-D9F900FF62F9}"/>
          </ac:spMkLst>
        </pc:spChg>
        <pc:spChg chg="mod">
          <ac:chgData name="Júlio César Chaves" userId="3f913fe9-3202-435d-b9f5-b2fca763184f" providerId="ADAL" clId="{9A9B35E0-E840-4440-A111-79935F741DA6}" dt="2022-02-04T15:19:21.407" v="10011"/>
          <ac:spMkLst>
            <pc:docMk/>
            <pc:sldMk cId="3672788716" sldId="374"/>
            <ac:spMk id="6" creationId="{E0D9432B-B37E-4D5A-B2D2-3466094FF1DC}"/>
          </ac:spMkLst>
        </pc:spChg>
        <pc:spChg chg="add del mod">
          <ac:chgData name="Júlio César Chaves" userId="3f913fe9-3202-435d-b9f5-b2fca763184f" providerId="ADAL" clId="{9A9B35E0-E840-4440-A111-79935F741DA6}" dt="2022-02-04T16:31:57.362" v="11340" actId="478"/>
          <ac:spMkLst>
            <pc:docMk/>
            <pc:sldMk cId="3672788716" sldId="374"/>
            <ac:spMk id="10" creationId="{F160A6D4-A5AD-4056-A7AD-A8F938B9F0E8}"/>
          </ac:spMkLst>
        </pc:spChg>
        <pc:spChg chg="add del mod">
          <ac:chgData name="Júlio César Chaves" userId="3f913fe9-3202-435d-b9f5-b2fca763184f" providerId="ADAL" clId="{9A9B35E0-E840-4440-A111-79935F741DA6}" dt="2022-02-04T16:31:57.362" v="11340" actId="478"/>
          <ac:spMkLst>
            <pc:docMk/>
            <pc:sldMk cId="3672788716" sldId="374"/>
            <ac:spMk id="12" creationId="{28BBBB72-C7DE-4360-A3A2-46A88722959A}"/>
          </ac:spMkLst>
        </pc:spChg>
        <pc:spChg chg="add del mod">
          <ac:chgData name="Júlio César Chaves" userId="3f913fe9-3202-435d-b9f5-b2fca763184f" providerId="ADAL" clId="{9A9B35E0-E840-4440-A111-79935F741DA6}" dt="2022-02-04T16:32:36.971" v="11347" actId="21"/>
          <ac:spMkLst>
            <pc:docMk/>
            <pc:sldMk cId="3672788716" sldId="374"/>
            <ac:spMk id="14" creationId="{66D6206A-ECA6-4B29-BA63-07307E0B19EE}"/>
          </ac:spMkLst>
        </pc:spChg>
        <pc:spChg chg="add del mod">
          <ac:chgData name="Júlio César Chaves" userId="3f913fe9-3202-435d-b9f5-b2fca763184f" providerId="ADAL" clId="{9A9B35E0-E840-4440-A111-79935F741DA6}" dt="2022-02-04T16:32:36.971" v="11347" actId="21"/>
          <ac:spMkLst>
            <pc:docMk/>
            <pc:sldMk cId="3672788716" sldId="374"/>
            <ac:spMk id="16" creationId="{8759D591-D7F2-45C4-9992-530839CD47CF}"/>
          </ac:spMkLst>
        </pc:spChg>
        <pc:spChg chg="add del mod">
          <ac:chgData name="Júlio César Chaves" userId="3f913fe9-3202-435d-b9f5-b2fca763184f" providerId="ADAL" clId="{9A9B35E0-E840-4440-A111-79935F741DA6}" dt="2022-02-04T16:32:36.971" v="11347" actId="21"/>
          <ac:spMkLst>
            <pc:docMk/>
            <pc:sldMk cId="3672788716" sldId="374"/>
            <ac:spMk id="17" creationId="{EB5019DA-AEC7-4847-B5E0-7CC0F2B9B5DA}"/>
          </ac:spMkLst>
        </pc:spChg>
        <pc:picChg chg="add mod">
          <ac:chgData name="Júlio César Chaves" userId="3f913fe9-3202-435d-b9f5-b2fca763184f" providerId="ADAL" clId="{9A9B35E0-E840-4440-A111-79935F741DA6}" dt="2022-02-04T16:30:44.147" v="11338" actId="1076"/>
          <ac:picMkLst>
            <pc:docMk/>
            <pc:sldMk cId="3672788716" sldId="374"/>
            <ac:picMk id="8" creationId="{B9BED951-1477-4A23-9FE1-21A0A5F37B51}"/>
          </ac:picMkLst>
        </pc:picChg>
        <pc:picChg chg="add del mod">
          <ac:chgData name="Júlio César Chaves" userId="3f913fe9-3202-435d-b9f5-b2fca763184f" providerId="ADAL" clId="{9A9B35E0-E840-4440-A111-79935F741DA6}" dt="2022-02-04T16:32:36.971" v="11347" actId="21"/>
          <ac:picMkLst>
            <pc:docMk/>
            <pc:sldMk cId="3672788716" sldId="374"/>
            <ac:picMk id="13" creationId="{B620AC45-D956-4BE1-92AA-A32CC99A1AC8}"/>
          </ac:picMkLst>
        </pc:picChg>
        <pc:picChg chg="add del mod">
          <ac:chgData name="Júlio César Chaves" userId="3f913fe9-3202-435d-b9f5-b2fca763184f" providerId="ADAL" clId="{9A9B35E0-E840-4440-A111-79935F741DA6}" dt="2022-02-04T16:32:36.971" v="11347" actId="21"/>
          <ac:picMkLst>
            <pc:docMk/>
            <pc:sldMk cId="3672788716" sldId="374"/>
            <ac:picMk id="15" creationId="{80176109-FAD6-4361-B350-8826D5B3D048}"/>
          </ac:picMkLst>
        </pc:picChg>
        <pc:picChg chg="add del mod">
          <ac:chgData name="Júlio César Chaves" userId="3f913fe9-3202-435d-b9f5-b2fca763184f" providerId="ADAL" clId="{9A9B35E0-E840-4440-A111-79935F741DA6}" dt="2022-02-04T16:32:36.971" v="11347" actId="21"/>
          <ac:picMkLst>
            <pc:docMk/>
            <pc:sldMk cId="3672788716" sldId="374"/>
            <ac:picMk id="18" creationId="{C413DA6C-B907-49C1-ACC4-98148DC63D57}"/>
          </ac:picMkLst>
        </pc:picChg>
      </pc:sldChg>
      <pc:sldChg chg="modSp new del mod">
        <pc:chgData name="Júlio César Chaves" userId="3f913fe9-3202-435d-b9f5-b2fca763184f" providerId="ADAL" clId="{9A9B35E0-E840-4440-A111-79935F741DA6}" dt="2022-02-04T15:49:39.307" v="11117" actId="47"/>
        <pc:sldMkLst>
          <pc:docMk/>
          <pc:sldMk cId="3277342368" sldId="375"/>
        </pc:sldMkLst>
        <pc:spChg chg="mod">
          <ac:chgData name="Júlio César Chaves" userId="3f913fe9-3202-435d-b9f5-b2fca763184f" providerId="ADAL" clId="{9A9B35E0-E840-4440-A111-79935F741DA6}" dt="2022-02-03T22:22:55.231" v="6673" actId="20577"/>
          <ac:spMkLst>
            <pc:docMk/>
            <pc:sldMk cId="3277342368" sldId="375"/>
            <ac:spMk id="2" creationId="{AD6274F5-872C-4905-B2DF-97EAA67CEB60}"/>
          </ac:spMkLst>
        </pc:spChg>
        <pc:spChg chg="mod">
          <ac:chgData name="Júlio César Chaves" userId="3f913fe9-3202-435d-b9f5-b2fca763184f" providerId="ADAL" clId="{9A9B35E0-E840-4440-A111-79935F741DA6}" dt="2022-02-04T15:19:23.685" v="10012"/>
          <ac:spMkLst>
            <pc:docMk/>
            <pc:sldMk cId="3277342368" sldId="375"/>
            <ac:spMk id="4" creationId="{A0683C72-3F0F-4A84-B214-65F76098B29A}"/>
          </ac:spMkLst>
        </pc:spChg>
      </pc:sldChg>
      <pc:sldChg chg="addSp delSp modSp new mod modNotesTx">
        <pc:chgData name="Júlio César Chaves" userId="3f913fe9-3202-435d-b9f5-b2fca763184f" providerId="ADAL" clId="{9A9B35E0-E840-4440-A111-79935F741DA6}" dt="2022-02-04T16:35:55.870" v="11406"/>
        <pc:sldMkLst>
          <pc:docMk/>
          <pc:sldMk cId="2665008781" sldId="376"/>
        </pc:sldMkLst>
        <pc:spChg chg="mod">
          <ac:chgData name="Júlio César Chaves" userId="3f913fe9-3202-435d-b9f5-b2fca763184f" providerId="ADAL" clId="{9A9B35E0-E840-4440-A111-79935F741DA6}" dt="2022-02-03T22:24:01.960" v="6731" actId="14100"/>
          <ac:spMkLst>
            <pc:docMk/>
            <pc:sldMk cId="2665008781" sldId="376"/>
            <ac:spMk id="2" creationId="{D804DDBC-60D4-4152-8243-E33604CCE85A}"/>
          </ac:spMkLst>
        </pc:spChg>
        <pc:spChg chg="del">
          <ac:chgData name="Júlio César Chaves" userId="3f913fe9-3202-435d-b9f5-b2fca763184f" providerId="ADAL" clId="{9A9B35E0-E840-4440-A111-79935F741DA6}" dt="2022-02-04T16:32:43.242" v="11348" actId="478"/>
          <ac:spMkLst>
            <pc:docMk/>
            <pc:sldMk cId="2665008781" sldId="376"/>
            <ac:spMk id="3" creationId="{A733CD3B-176A-43C4-8285-50CBFDAB05E7}"/>
          </ac:spMkLst>
        </pc:spChg>
        <pc:spChg chg="mod">
          <ac:chgData name="Júlio César Chaves" userId="3f913fe9-3202-435d-b9f5-b2fca763184f" providerId="ADAL" clId="{9A9B35E0-E840-4440-A111-79935F741DA6}" dt="2022-02-04T15:19:26.066" v="10013"/>
          <ac:spMkLst>
            <pc:docMk/>
            <pc:sldMk cId="2665008781" sldId="376"/>
            <ac:spMk id="4" creationId="{0B00AE07-D361-4340-951C-39CC6ACA2172}"/>
          </ac:spMkLst>
        </pc:spChg>
        <pc:spChg chg="add mod">
          <ac:chgData name="Júlio César Chaves" userId="3f913fe9-3202-435d-b9f5-b2fca763184f" providerId="ADAL" clId="{9A9B35E0-E840-4440-A111-79935F741DA6}" dt="2022-02-04T16:32:47.912" v="11350" actId="1076"/>
          <ac:spMkLst>
            <pc:docMk/>
            <pc:sldMk cId="2665008781" sldId="376"/>
            <ac:spMk id="6" creationId="{ED2E506A-A427-4D36-9CDC-ED0DAF6ADC56}"/>
          </ac:spMkLst>
        </pc:spChg>
        <pc:spChg chg="add mod">
          <ac:chgData name="Júlio César Chaves" userId="3f913fe9-3202-435d-b9f5-b2fca763184f" providerId="ADAL" clId="{9A9B35E0-E840-4440-A111-79935F741DA6}" dt="2022-02-04T16:32:47.912" v="11350" actId="1076"/>
          <ac:spMkLst>
            <pc:docMk/>
            <pc:sldMk cId="2665008781" sldId="376"/>
            <ac:spMk id="8" creationId="{E50D0E6A-B0D2-42B4-91B5-0FD48FB76A60}"/>
          </ac:spMkLst>
        </pc:spChg>
        <pc:spChg chg="add mod">
          <ac:chgData name="Júlio César Chaves" userId="3f913fe9-3202-435d-b9f5-b2fca763184f" providerId="ADAL" clId="{9A9B35E0-E840-4440-A111-79935F741DA6}" dt="2022-02-04T16:32:47.912" v="11350" actId="1076"/>
          <ac:spMkLst>
            <pc:docMk/>
            <pc:sldMk cId="2665008781" sldId="376"/>
            <ac:spMk id="9" creationId="{6DF99E61-F0B2-437D-BFB1-42878CF64630}"/>
          </ac:spMkLst>
        </pc:spChg>
        <pc:spChg chg="add del mod">
          <ac:chgData name="Júlio César Chaves" userId="3f913fe9-3202-435d-b9f5-b2fca763184f" providerId="ADAL" clId="{9A9B35E0-E840-4440-A111-79935F741DA6}" dt="2022-02-04T16:34:31.375" v="11354"/>
          <ac:spMkLst>
            <pc:docMk/>
            <pc:sldMk cId="2665008781" sldId="376"/>
            <ac:spMk id="11" creationId="{E5532D0B-E8F5-47B1-97B7-C5E71ACF312B}"/>
          </ac:spMkLst>
        </pc:spChg>
        <pc:spChg chg="add mod">
          <ac:chgData name="Júlio César Chaves" userId="3f913fe9-3202-435d-b9f5-b2fca763184f" providerId="ADAL" clId="{9A9B35E0-E840-4440-A111-79935F741DA6}" dt="2022-02-04T16:35:21.714" v="11405" actId="1076"/>
          <ac:spMkLst>
            <pc:docMk/>
            <pc:sldMk cId="2665008781" sldId="376"/>
            <ac:spMk id="12" creationId="{6B15801C-F8D7-4E56-BE87-E3732C6DEE4E}"/>
          </ac:spMkLst>
        </pc:spChg>
        <pc:picChg chg="add mod">
          <ac:chgData name="Júlio César Chaves" userId="3f913fe9-3202-435d-b9f5-b2fca763184f" providerId="ADAL" clId="{9A9B35E0-E840-4440-A111-79935F741DA6}" dt="2022-02-04T16:32:47.912" v="11350" actId="1076"/>
          <ac:picMkLst>
            <pc:docMk/>
            <pc:sldMk cId="2665008781" sldId="376"/>
            <ac:picMk id="5" creationId="{61B16A34-A6A8-42C7-ACEF-DC3523F0C1FA}"/>
          </ac:picMkLst>
        </pc:picChg>
        <pc:picChg chg="add mod">
          <ac:chgData name="Júlio César Chaves" userId="3f913fe9-3202-435d-b9f5-b2fca763184f" providerId="ADAL" clId="{9A9B35E0-E840-4440-A111-79935F741DA6}" dt="2022-02-04T16:32:47.912" v="11350" actId="1076"/>
          <ac:picMkLst>
            <pc:docMk/>
            <pc:sldMk cId="2665008781" sldId="376"/>
            <ac:picMk id="7" creationId="{788F1358-80EB-453B-ACD0-E0958E85BB65}"/>
          </ac:picMkLst>
        </pc:picChg>
        <pc:picChg chg="add mod">
          <ac:chgData name="Júlio César Chaves" userId="3f913fe9-3202-435d-b9f5-b2fca763184f" providerId="ADAL" clId="{9A9B35E0-E840-4440-A111-79935F741DA6}" dt="2022-02-04T16:32:47.912" v="11350" actId="1076"/>
          <ac:picMkLst>
            <pc:docMk/>
            <pc:sldMk cId="2665008781" sldId="376"/>
            <ac:picMk id="10" creationId="{52774B85-3E0C-4135-A330-573237B6438D}"/>
          </ac:picMkLst>
        </pc:picChg>
      </pc:sldChg>
      <pc:sldChg chg="addSp modSp new mod modNotesTx">
        <pc:chgData name="Júlio César Chaves" userId="3f913fe9-3202-435d-b9f5-b2fca763184f" providerId="ADAL" clId="{9A9B35E0-E840-4440-A111-79935F741DA6}" dt="2022-02-04T14:10:56.131" v="7734" actId="20577"/>
        <pc:sldMkLst>
          <pc:docMk/>
          <pc:sldMk cId="1342878562" sldId="377"/>
        </pc:sldMkLst>
        <pc:spChg chg="mod">
          <ac:chgData name="Júlio César Chaves" userId="3f913fe9-3202-435d-b9f5-b2fca763184f" providerId="ADAL" clId="{9A9B35E0-E840-4440-A111-79935F741DA6}" dt="2022-02-04T13:58:48.977" v="6942" actId="20577"/>
          <ac:spMkLst>
            <pc:docMk/>
            <pc:sldMk cId="1342878562" sldId="377"/>
            <ac:spMk id="2" creationId="{A4ECCE2A-3143-47D0-A80E-732ED84192E2}"/>
          </ac:spMkLst>
        </pc:spChg>
        <pc:spChg chg="mod">
          <ac:chgData name="Júlio César Chaves" userId="3f913fe9-3202-435d-b9f5-b2fca763184f" providerId="ADAL" clId="{9A9B35E0-E840-4440-A111-79935F741DA6}" dt="2022-02-04T14:10:56.131" v="7734" actId="20577"/>
          <ac:spMkLst>
            <pc:docMk/>
            <pc:sldMk cId="1342878562" sldId="377"/>
            <ac:spMk id="3" creationId="{A51A31DE-3146-4367-BF81-88781FA2194D}"/>
          </ac:spMkLst>
        </pc:spChg>
        <pc:picChg chg="add mod">
          <ac:chgData name="Júlio César Chaves" userId="3f913fe9-3202-435d-b9f5-b2fca763184f" providerId="ADAL" clId="{9A9B35E0-E840-4440-A111-79935F741DA6}" dt="2022-02-04T13:57:02.916" v="6857" actId="1076"/>
          <ac:picMkLst>
            <pc:docMk/>
            <pc:sldMk cId="1342878562" sldId="377"/>
            <ac:picMk id="6" creationId="{F4858317-97F4-431E-B74C-B36ECEA5619A}"/>
          </ac:picMkLst>
        </pc:picChg>
      </pc:sldChg>
      <pc:sldChg chg="addSp modSp new mod">
        <pc:chgData name="Júlio César Chaves" userId="3f913fe9-3202-435d-b9f5-b2fca763184f" providerId="ADAL" clId="{9A9B35E0-E840-4440-A111-79935F741DA6}" dt="2022-02-04T14:36:24.658" v="9249" actId="1076"/>
        <pc:sldMkLst>
          <pc:docMk/>
          <pc:sldMk cId="1878272189" sldId="378"/>
        </pc:sldMkLst>
        <pc:spChg chg="mod">
          <ac:chgData name="Júlio César Chaves" userId="3f913fe9-3202-435d-b9f5-b2fca763184f" providerId="ADAL" clId="{9A9B35E0-E840-4440-A111-79935F741DA6}" dt="2022-02-04T14:25:52.371" v="8857" actId="20577"/>
          <ac:spMkLst>
            <pc:docMk/>
            <pc:sldMk cId="1878272189" sldId="378"/>
            <ac:spMk id="2" creationId="{5F8D599B-62F1-49F7-B070-D83F6A88FCCB}"/>
          </ac:spMkLst>
        </pc:spChg>
        <pc:spChg chg="mod">
          <ac:chgData name="Júlio César Chaves" userId="3f913fe9-3202-435d-b9f5-b2fca763184f" providerId="ADAL" clId="{9A9B35E0-E840-4440-A111-79935F741DA6}" dt="2022-02-04T14:35:40.261" v="9240" actId="20577"/>
          <ac:spMkLst>
            <pc:docMk/>
            <pc:sldMk cId="1878272189" sldId="378"/>
            <ac:spMk id="3" creationId="{8A48105C-6F3C-467A-B9B5-0D10FC87AB79}"/>
          </ac:spMkLst>
        </pc:spChg>
        <pc:spChg chg="add mod">
          <ac:chgData name="Júlio César Chaves" userId="3f913fe9-3202-435d-b9f5-b2fca763184f" providerId="ADAL" clId="{9A9B35E0-E840-4440-A111-79935F741DA6}" dt="2022-02-04T14:31:56.467" v="9073" actId="14100"/>
          <ac:spMkLst>
            <pc:docMk/>
            <pc:sldMk cId="1878272189" sldId="378"/>
            <ac:spMk id="11" creationId="{A547F06C-708B-477D-B601-2EB1499ACF0B}"/>
          </ac:spMkLst>
        </pc:spChg>
        <pc:spChg chg="add mod">
          <ac:chgData name="Júlio César Chaves" userId="3f913fe9-3202-435d-b9f5-b2fca763184f" providerId="ADAL" clId="{9A9B35E0-E840-4440-A111-79935F741DA6}" dt="2022-02-04T14:32:04.318" v="9077" actId="1076"/>
          <ac:spMkLst>
            <pc:docMk/>
            <pc:sldMk cId="1878272189" sldId="378"/>
            <ac:spMk id="12" creationId="{A6BB5B53-DC30-4168-B0BE-5E9A1F8971D1}"/>
          </ac:spMkLst>
        </pc:spChg>
        <pc:spChg chg="add mod">
          <ac:chgData name="Júlio César Chaves" userId="3f913fe9-3202-435d-b9f5-b2fca763184f" providerId="ADAL" clId="{9A9B35E0-E840-4440-A111-79935F741DA6}" dt="2022-02-04T14:36:24.658" v="9249" actId="1076"/>
          <ac:spMkLst>
            <pc:docMk/>
            <pc:sldMk cId="1878272189" sldId="378"/>
            <ac:spMk id="15" creationId="{D726877D-76EA-49B9-A660-7B5A50D45076}"/>
          </ac:spMkLst>
        </pc:spChg>
        <pc:picChg chg="add mod">
          <ac:chgData name="Júlio César Chaves" userId="3f913fe9-3202-435d-b9f5-b2fca763184f" providerId="ADAL" clId="{9A9B35E0-E840-4440-A111-79935F741DA6}" dt="2022-02-04T14:28:44.906" v="9006" actId="1076"/>
          <ac:picMkLst>
            <pc:docMk/>
            <pc:sldMk cId="1878272189" sldId="378"/>
            <ac:picMk id="6" creationId="{3FC55135-292C-4974-B481-3822FA2A82BF}"/>
          </ac:picMkLst>
        </pc:picChg>
        <pc:picChg chg="add mod">
          <ac:chgData name="Júlio César Chaves" userId="3f913fe9-3202-435d-b9f5-b2fca763184f" providerId="ADAL" clId="{9A9B35E0-E840-4440-A111-79935F741DA6}" dt="2022-02-04T14:31:36.323" v="9067" actId="1076"/>
          <ac:picMkLst>
            <pc:docMk/>
            <pc:sldMk cId="1878272189" sldId="378"/>
            <ac:picMk id="8" creationId="{3172DA21-2F61-4E1A-86ED-1656B63E10B6}"/>
          </ac:picMkLst>
        </pc:picChg>
        <pc:picChg chg="add mod">
          <ac:chgData name="Júlio César Chaves" userId="3f913fe9-3202-435d-b9f5-b2fca763184f" providerId="ADAL" clId="{9A9B35E0-E840-4440-A111-79935F741DA6}" dt="2022-02-04T14:32:02.180" v="9076" actId="1076"/>
          <ac:picMkLst>
            <pc:docMk/>
            <pc:sldMk cId="1878272189" sldId="378"/>
            <ac:picMk id="10" creationId="{A7DD94A8-7A91-4268-ABBD-C15ABC04EC44}"/>
          </ac:picMkLst>
        </pc:picChg>
        <pc:picChg chg="add mod">
          <ac:chgData name="Júlio César Chaves" userId="3f913fe9-3202-435d-b9f5-b2fca763184f" providerId="ADAL" clId="{9A9B35E0-E840-4440-A111-79935F741DA6}" dt="2022-02-04T14:35:47.379" v="9244" actId="1076"/>
          <ac:picMkLst>
            <pc:docMk/>
            <pc:sldMk cId="1878272189" sldId="378"/>
            <ac:picMk id="14" creationId="{7937268D-FD10-4459-B72C-8793735EB85D}"/>
          </ac:picMkLst>
        </pc:picChg>
      </pc:sldChg>
      <pc:sldChg chg="addSp delSp modSp add mod modNotesTx">
        <pc:chgData name="Júlio César Chaves" userId="3f913fe9-3202-435d-b9f5-b2fca763184f" providerId="ADAL" clId="{9A9B35E0-E840-4440-A111-79935F741DA6}" dt="2022-02-04T16:39:45.483" v="11408" actId="20577"/>
        <pc:sldMkLst>
          <pc:docMk/>
          <pc:sldMk cId="2535109849" sldId="379"/>
        </pc:sldMkLst>
        <pc:spChg chg="mod">
          <ac:chgData name="Júlio César Chaves" userId="3f913fe9-3202-435d-b9f5-b2fca763184f" providerId="ADAL" clId="{9A9B35E0-E840-4440-A111-79935F741DA6}" dt="2022-02-04T15:30:30.206" v="10533" actId="6549"/>
          <ac:spMkLst>
            <pc:docMk/>
            <pc:sldMk cId="2535109849" sldId="379"/>
            <ac:spMk id="3" creationId="{FF1AB093-156A-477B-82E8-CC988ED32104}"/>
          </ac:spMkLst>
        </pc:spChg>
        <pc:spChg chg="del">
          <ac:chgData name="Júlio César Chaves" userId="3f913fe9-3202-435d-b9f5-b2fca763184f" providerId="ADAL" clId="{9A9B35E0-E840-4440-A111-79935F741DA6}" dt="2022-02-04T15:29:56.964" v="10500" actId="478"/>
          <ac:spMkLst>
            <pc:docMk/>
            <pc:sldMk cId="2535109849" sldId="379"/>
            <ac:spMk id="4" creationId="{71318D25-5437-49C0-B88A-8B48FF2D5B4B}"/>
          </ac:spMkLst>
        </pc:spChg>
        <pc:spChg chg="del">
          <ac:chgData name="Júlio César Chaves" userId="3f913fe9-3202-435d-b9f5-b2fca763184f" providerId="ADAL" clId="{9A9B35E0-E840-4440-A111-79935F741DA6}" dt="2022-02-04T15:30:02.243" v="10502" actId="478"/>
          <ac:spMkLst>
            <pc:docMk/>
            <pc:sldMk cId="2535109849" sldId="379"/>
            <ac:spMk id="5" creationId="{FD18809A-0411-4881-B32E-D9F900FF62F9}"/>
          </ac:spMkLst>
        </pc:spChg>
        <pc:spChg chg="add del mod">
          <ac:chgData name="Júlio César Chaves" userId="3f913fe9-3202-435d-b9f5-b2fca763184f" providerId="ADAL" clId="{9A9B35E0-E840-4440-A111-79935F741DA6}" dt="2022-02-04T15:29:59.810" v="10501" actId="478"/>
          <ac:spMkLst>
            <pc:docMk/>
            <pc:sldMk cId="2535109849" sldId="379"/>
            <ac:spMk id="10" creationId="{2AF82C17-2C97-4FEC-8C5A-310B7F691CA4}"/>
          </ac:spMkLst>
        </pc:spChg>
        <pc:spChg chg="add del mod">
          <ac:chgData name="Júlio César Chaves" userId="3f913fe9-3202-435d-b9f5-b2fca763184f" providerId="ADAL" clId="{9A9B35E0-E840-4440-A111-79935F741DA6}" dt="2022-02-04T15:30:05.802" v="10503" actId="478"/>
          <ac:spMkLst>
            <pc:docMk/>
            <pc:sldMk cId="2535109849" sldId="379"/>
            <ac:spMk id="12" creationId="{E47FF0F7-23D8-4855-890E-BF9F3D3B0D06}"/>
          </ac:spMkLst>
        </pc:spChg>
        <pc:graphicFrameChg chg="add mod">
          <ac:chgData name="Júlio César Chaves" userId="3f913fe9-3202-435d-b9f5-b2fca763184f" providerId="ADAL" clId="{9A9B35E0-E840-4440-A111-79935F741DA6}" dt="2022-02-04T15:30:34.875" v="10534" actId="1076"/>
          <ac:graphicFrameMkLst>
            <pc:docMk/>
            <pc:sldMk cId="2535109849" sldId="379"/>
            <ac:graphicFrameMk id="9" creationId="{7986886B-298A-43C4-A3B8-654C94F385EA}"/>
          </ac:graphicFrameMkLst>
        </pc:graphicFrameChg>
        <pc:picChg chg="del">
          <ac:chgData name="Júlio César Chaves" userId="3f913fe9-3202-435d-b9f5-b2fca763184f" providerId="ADAL" clId="{9A9B35E0-E840-4440-A111-79935F741DA6}" dt="2022-02-04T15:29:42.795" v="10497" actId="478"/>
          <ac:picMkLst>
            <pc:docMk/>
            <pc:sldMk cId="2535109849" sldId="379"/>
            <ac:picMk id="8" creationId="{CB7D2684-00AC-4DCF-B714-701E2A9A9B1E}"/>
          </ac:picMkLst>
        </pc:picChg>
      </pc:sldChg>
      <pc:sldChg chg="addSp delSp modSp add mod modNotesTx">
        <pc:chgData name="Júlio César Chaves" userId="3f913fe9-3202-435d-b9f5-b2fca763184f" providerId="ADAL" clId="{9A9B35E0-E840-4440-A111-79935F741DA6}" dt="2022-02-04T16:40:54.492" v="11433" actId="20577"/>
        <pc:sldMkLst>
          <pc:docMk/>
          <pc:sldMk cId="3733880613" sldId="380"/>
        </pc:sldMkLst>
        <pc:spChg chg="mod">
          <ac:chgData name="Júlio César Chaves" userId="3f913fe9-3202-435d-b9f5-b2fca763184f" providerId="ADAL" clId="{9A9B35E0-E840-4440-A111-79935F741DA6}" dt="2022-02-04T15:43:40.086" v="10787" actId="20577"/>
          <ac:spMkLst>
            <pc:docMk/>
            <pc:sldMk cId="3733880613" sldId="380"/>
            <ac:spMk id="2" creationId="{8409404B-75C6-4C4C-9071-55FC484C1D96}"/>
          </ac:spMkLst>
        </pc:spChg>
        <pc:spChg chg="del">
          <ac:chgData name="Júlio César Chaves" userId="3f913fe9-3202-435d-b9f5-b2fca763184f" providerId="ADAL" clId="{9A9B35E0-E840-4440-A111-79935F741DA6}" dt="2022-02-04T15:43:46.182" v="10788" actId="478"/>
          <ac:spMkLst>
            <pc:docMk/>
            <pc:sldMk cId="3733880613" sldId="380"/>
            <ac:spMk id="3" creationId="{FF1AB093-156A-477B-82E8-CC988ED32104}"/>
          </ac:spMkLst>
        </pc:spChg>
        <pc:spChg chg="del">
          <ac:chgData name="Júlio César Chaves" userId="3f913fe9-3202-435d-b9f5-b2fca763184f" providerId="ADAL" clId="{9A9B35E0-E840-4440-A111-79935F741DA6}" dt="2022-02-04T15:43:46.182" v="10788" actId="478"/>
          <ac:spMkLst>
            <pc:docMk/>
            <pc:sldMk cId="3733880613" sldId="380"/>
            <ac:spMk id="4" creationId="{71318D25-5437-49C0-B88A-8B48FF2D5B4B}"/>
          </ac:spMkLst>
        </pc:spChg>
        <pc:spChg chg="del">
          <ac:chgData name="Júlio César Chaves" userId="3f913fe9-3202-435d-b9f5-b2fca763184f" providerId="ADAL" clId="{9A9B35E0-E840-4440-A111-79935F741DA6}" dt="2022-02-04T15:43:46.182" v="10788" actId="478"/>
          <ac:spMkLst>
            <pc:docMk/>
            <pc:sldMk cId="3733880613" sldId="380"/>
            <ac:spMk id="5" creationId="{FD18809A-0411-4881-B32E-D9F900FF62F9}"/>
          </ac:spMkLst>
        </pc:spChg>
        <pc:spChg chg="add del mod">
          <ac:chgData name="Júlio César Chaves" userId="3f913fe9-3202-435d-b9f5-b2fca763184f" providerId="ADAL" clId="{9A9B35E0-E840-4440-A111-79935F741DA6}" dt="2022-02-04T15:43:48.708" v="10789" actId="478"/>
          <ac:spMkLst>
            <pc:docMk/>
            <pc:sldMk cId="3733880613" sldId="380"/>
            <ac:spMk id="8" creationId="{68831FB8-9CEC-44FB-A10E-78E051D624A9}"/>
          </ac:spMkLst>
        </pc:spChg>
        <pc:spChg chg="add del mod">
          <ac:chgData name="Júlio César Chaves" userId="3f913fe9-3202-435d-b9f5-b2fca763184f" providerId="ADAL" clId="{9A9B35E0-E840-4440-A111-79935F741DA6}" dt="2022-02-04T15:43:48.708" v="10789" actId="478"/>
          <ac:spMkLst>
            <pc:docMk/>
            <pc:sldMk cId="3733880613" sldId="380"/>
            <ac:spMk id="10" creationId="{CF8E6B45-3876-435D-9905-6249CE4E61FD}"/>
          </ac:spMkLst>
        </pc:spChg>
        <pc:spChg chg="add del mod">
          <ac:chgData name="Júlio César Chaves" userId="3f913fe9-3202-435d-b9f5-b2fca763184f" providerId="ADAL" clId="{9A9B35E0-E840-4440-A111-79935F741DA6}" dt="2022-02-04T15:43:48.708" v="10789" actId="478"/>
          <ac:spMkLst>
            <pc:docMk/>
            <pc:sldMk cId="3733880613" sldId="380"/>
            <ac:spMk id="12" creationId="{BBAFACCE-A29B-4D96-BBF7-A615081240B5}"/>
          </ac:spMkLst>
        </pc:spChg>
        <pc:graphicFrameChg chg="add mod">
          <ac:chgData name="Júlio César Chaves" userId="3f913fe9-3202-435d-b9f5-b2fca763184f" providerId="ADAL" clId="{9A9B35E0-E840-4440-A111-79935F741DA6}" dt="2022-02-04T15:44:01.473" v="10791" actId="1076"/>
          <ac:graphicFrameMkLst>
            <pc:docMk/>
            <pc:sldMk cId="3733880613" sldId="380"/>
            <ac:graphicFrameMk id="13" creationId="{92BA7992-4077-491E-97FF-F90151DF7243}"/>
          </ac:graphicFrameMkLst>
        </pc:graphicFrameChg>
        <pc:graphicFrameChg chg="add mod">
          <ac:chgData name="Júlio César Chaves" userId="3f913fe9-3202-435d-b9f5-b2fca763184f" providerId="ADAL" clId="{9A9B35E0-E840-4440-A111-79935F741DA6}" dt="2022-02-04T15:44:01.473" v="10791" actId="1076"/>
          <ac:graphicFrameMkLst>
            <pc:docMk/>
            <pc:sldMk cId="3733880613" sldId="380"/>
            <ac:graphicFrameMk id="14" creationId="{4DA11E10-6EAC-4CDA-BE5E-C00B6B5C5A67}"/>
          </ac:graphicFrameMkLst>
        </pc:graphicFrameChg>
      </pc:sldChg>
      <pc:sldChg chg="addSp delSp modSp add mod modNotesTx">
        <pc:chgData name="Júlio César Chaves" userId="3f913fe9-3202-435d-b9f5-b2fca763184f" providerId="ADAL" clId="{9A9B35E0-E840-4440-A111-79935F741DA6}" dt="2022-02-04T16:41:39.048" v="11436"/>
        <pc:sldMkLst>
          <pc:docMk/>
          <pc:sldMk cId="57097283" sldId="381"/>
        </pc:sldMkLst>
        <pc:graphicFrameChg chg="add mod">
          <ac:chgData name="Júlio César Chaves" userId="3f913fe9-3202-435d-b9f5-b2fca763184f" providerId="ADAL" clId="{9A9B35E0-E840-4440-A111-79935F741DA6}" dt="2022-02-04T15:45:07.296" v="10856" actId="1076"/>
          <ac:graphicFrameMkLst>
            <pc:docMk/>
            <pc:sldMk cId="57097283" sldId="381"/>
            <ac:graphicFrameMk id="7" creationId="{F6D93A00-9A0D-4023-8EE1-E81B895E48D9}"/>
          </ac:graphicFrameMkLst>
        </pc:graphicFrameChg>
        <pc:graphicFrameChg chg="del">
          <ac:chgData name="Júlio César Chaves" userId="3f913fe9-3202-435d-b9f5-b2fca763184f" providerId="ADAL" clId="{9A9B35E0-E840-4440-A111-79935F741DA6}" dt="2022-02-04T15:44:33.709" v="10821" actId="478"/>
          <ac:graphicFrameMkLst>
            <pc:docMk/>
            <pc:sldMk cId="57097283" sldId="381"/>
            <ac:graphicFrameMk id="13" creationId="{92BA7992-4077-491E-97FF-F90151DF7243}"/>
          </ac:graphicFrameMkLst>
        </pc:graphicFrameChg>
        <pc:graphicFrameChg chg="del">
          <ac:chgData name="Júlio César Chaves" userId="3f913fe9-3202-435d-b9f5-b2fca763184f" providerId="ADAL" clId="{9A9B35E0-E840-4440-A111-79935F741DA6}" dt="2022-02-04T15:44:33.709" v="10821" actId="478"/>
          <ac:graphicFrameMkLst>
            <pc:docMk/>
            <pc:sldMk cId="57097283" sldId="381"/>
            <ac:graphicFrameMk id="14" creationId="{4DA11E10-6EAC-4CDA-BE5E-C00B6B5C5A67}"/>
          </ac:graphicFrameMkLst>
        </pc:graphicFrameChg>
      </pc:sldChg>
      <pc:sldChg chg="addSp modSp new mod modNotesTx">
        <pc:chgData name="Júlio César Chaves" userId="3f913fe9-3202-435d-b9f5-b2fca763184f" providerId="ADAL" clId="{9A9B35E0-E840-4440-A111-79935F741DA6}" dt="2022-02-04T16:43:19.577" v="11464" actId="20577"/>
        <pc:sldMkLst>
          <pc:docMk/>
          <pc:sldMk cId="678271451" sldId="382"/>
        </pc:sldMkLst>
        <pc:spChg chg="mod">
          <ac:chgData name="Júlio César Chaves" userId="3f913fe9-3202-435d-b9f5-b2fca763184f" providerId="ADAL" clId="{9A9B35E0-E840-4440-A111-79935F741DA6}" dt="2022-02-04T16:43:19.577" v="11464" actId="20577"/>
          <ac:spMkLst>
            <pc:docMk/>
            <pc:sldMk cId="678271451" sldId="382"/>
            <ac:spMk id="2" creationId="{7A3A7D55-3869-45CC-A63A-BB65764B805E}"/>
          </ac:spMkLst>
        </pc:spChg>
        <pc:picChg chg="add mod">
          <ac:chgData name="Júlio César Chaves" userId="3f913fe9-3202-435d-b9f5-b2fca763184f" providerId="ADAL" clId="{9A9B35E0-E840-4440-A111-79935F741DA6}" dt="2022-02-04T16:42:39.694" v="11439" actId="1076"/>
          <ac:picMkLst>
            <pc:docMk/>
            <pc:sldMk cId="678271451" sldId="382"/>
            <ac:picMk id="4" creationId="{254CD566-55D2-49F1-8EF1-713242DB15DA}"/>
          </ac:picMkLst>
        </pc:picChg>
      </pc:sldChg>
    </pc:docChg>
  </pc:docChgLst>
  <pc:docChgLst>
    <pc:chgData name="Júlio César Chaves" userId="S::julio.chaves@fgv.br::3f913fe9-3202-435d-b9f5-b2fca763184f" providerId="AD" clId="Web-{B7CCBC97-2058-D0DA-64A1-6F4E53A35DFC}"/>
    <pc:docChg chg="modSld">
      <pc:chgData name="Júlio César Chaves" userId="S::julio.chaves@fgv.br::3f913fe9-3202-435d-b9f5-b2fca763184f" providerId="AD" clId="Web-{B7CCBC97-2058-D0DA-64A1-6F4E53A35DFC}" dt="2021-07-17T12:12:28.079" v="21" actId="1076"/>
      <pc:docMkLst>
        <pc:docMk/>
      </pc:docMkLst>
      <pc:sldChg chg="addSp modSp">
        <pc:chgData name="Júlio César Chaves" userId="S::julio.chaves@fgv.br::3f913fe9-3202-435d-b9f5-b2fca763184f" providerId="AD" clId="Web-{B7CCBC97-2058-D0DA-64A1-6F4E53A35DFC}" dt="2021-07-17T12:12:28.079" v="21" actId="1076"/>
        <pc:sldMkLst>
          <pc:docMk/>
          <pc:sldMk cId="2904025016" sldId="282"/>
        </pc:sldMkLst>
        <pc:spChg chg="add mod">
          <ac:chgData name="Júlio César Chaves" userId="S::julio.chaves@fgv.br::3f913fe9-3202-435d-b9f5-b2fca763184f" providerId="AD" clId="Web-{B7CCBC97-2058-D0DA-64A1-6F4E53A35DFC}" dt="2021-07-17T12:12:28.079" v="21" actId="1076"/>
          <ac:spMkLst>
            <pc:docMk/>
            <pc:sldMk cId="2904025016" sldId="282"/>
            <ac:spMk id="4" creationId="{50FF90E7-E4B9-46FD-BBA0-36C1B67BE9C9}"/>
          </ac:spMkLst>
        </pc:spChg>
      </pc:sldChg>
    </pc:docChg>
  </pc:docChgLst>
  <pc:docChgLst>
    <pc:chgData name="Júlio César Chaves" userId="3f913fe9-3202-435d-b9f5-b2fca763184f" providerId="ADAL" clId="{AD463D72-04BF-4311-B65C-A851D1117437}"/>
    <pc:docChg chg="addSld delSld modSld modSection">
      <pc:chgData name="Júlio César Chaves" userId="3f913fe9-3202-435d-b9f5-b2fca763184f" providerId="ADAL" clId="{AD463D72-04BF-4311-B65C-A851D1117437}" dt="2021-07-20T13:55:17.281" v="7" actId="47"/>
      <pc:docMkLst>
        <pc:docMk/>
      </pc:docMkLst>
      <pc:sldChg chg="modSp mod modNotesTx">
        <pc:chgData name="Júlio César Chaves" userId="3f913fe9-3202-435d-b9f5-b2fca763184f" providerId="ADAL" clId="{AD463D72-04BF-4311-B65C-A851D1117437}" dt="2021-07-19T21:24:26.359" v="4" actId="6549"/>
        <pc:sldMkLst>
          <pc:docMk/>
          <pc:sldMk cId="1907083369" sldId="259"/>
        </pc:sldMkLst>
        <pc:spChg chg="mod">
          <ac:chgData name="Júlio César Chaves" userId="3f913fe9-3202-435d-b9f5-b2fca763184f" providerId="ADAL" clId="{AD463D72-04BF-4311-B65C-A851D1117437}" dt="2021-07-19T19:41:53.312" v="1" actId="20577"/>
          <ac:spMkLst>
            <pc:docMk/>
            <pc:sldMk cId="1907083369" sldId="259"/>
            <ac:spMk id="2" creationId="{CE784A9F-2F14-47A1-9BDA-D2347E4C0043}"/>
          </ac:spMkLst>
        </pc:spChg>
      </pc:sldChg>
      <pc:sldChg chg="del">
        <pc:chgData name="Júlio César Chaves" userId="3f913fe9-3202-435d-b9f5-b2fca763184f" providerId="ADAL" clId="{AD463D72-04BF-4311-B65C-A851D1117437}" dt="2021-07-19T19:42:18.576" v="3" actId="47"/>
        <pc:sldMkLst>
          <pc:docMk/>
          <pc:sldMk cId="3243391703" sldId="275"/>
        </pc:sldMkLst>
      </pc:sldChg>
      <pc:sldChg chg="del">
        <pc:chgData name="Júlio César Chaves" userId="3f913fe9-3202-435d-b9f5-b2fca763184f" providerId="ADAL" clId="{AD463D72-04BF-4311-B65C-A851D1117437}" dt="2021-07-20T13:55:06.287" v="6" actId="47"/>
        <pc:sldMkLst>
          <pc:docMk/>
          <pc:sldMk cId="1673362298" sldId="277"/>
        </pc:sldMkLst>
      </pc:sldChg>
      <pc:sldChg chg="del">
        <pc:chgData name="Júlio César Chaves" userId="3f913fe9-3202-435d-b9f5-b2fca763184f" providerId="ADAL" clId="{AD463D72-04BF-4311-B65C-A851D1117437}" dt="2021-07-19T19:41:59.857" v="2" actId="47"/>
        <pc:sldMkLst>
          <pc:docMk/>
          <pc:sldMk cId="1720987464" sldId="279"/>
        </pc:sldMkLst>
      </pc:sldChg>
      <pc:sldChg chg="del">
        <pc:chgData name="Júlio César Chaves" userId="3f913fe9-3202-435d-b9f5-b2fca763184f" providerId="ADAL" clId="{AD463D72-04BF-4311-B65C-A851D1117437}" dt="2021-07-19T19:42:18.576" v="3" actId="47"/>
        <pc:sldMkLst>
          <pc:docMk/>
          <pc:sldMk cId="1211216815" sldId="280"/>
        </pc:sldMkLst>
      </pc:sldChg>
      <pc:sldChg chg="del">
        <pc:chgData name="Júlio César Chaves" userId="3f913fe9-3202-435d-b9f5-b2fca763184f" providerId="ADAL" clId="{AD463D72-04BF-4311-B65C-A851D1117437}" dt="2021-07-19T19:42:18.576" v="3" actId="47"/>
        <pc:sldMkLst>
          <pc:docMk/>
          <pc:sldMk cId="1370089053" sldId="281"/>
        </pc:sldMkLst>
      </pc:sldChg>
      <pc:sldChg chg="del">
        <pc:chgData name="Júlio César Chaves" userId="3f913fe9-3202-435d-b9f5-b2fca763184f" providerId="ADAL" clId="{AD463D72-04BF-4311-B65C-A851D1117437}" dt="2021-07-19T19:42:18.576" v="3" actId="47"/>
        <pc:sldMkLst>
          <pc:docMk/>
          <pc:sldMk cId="2904025016" sldId="282"/>
        </pc:sldMkLst>
      </pc:sldChg>
      <pc:sldChg chg="del">
        <pc:chgData name="Júlio César Chaves" userId="3f913fe9-3202-435d-b9f5-b2fca763184f" providerId="ADAL" clId="{AD463D72-04BF-4311-B65C-A851D1117437}" dt="2021-07-19T19:42:18.576" v="3" actId="47"/>
        <pc:sldMkLst>
          <pc:docMk/>
          <pc:sldMk cId="3684121646" sldId="283"/>
        </pc:sldMkLst>
      </pc:sldChg>
      <pc:sldChg chg="del">
        <pc:chgData name="Júlio César Chaves" userId="3f913fe9-3202-435d-b9f5-b2fca763184f" providerId="ADAL" clId="{AD463D72-04BF-4311-B65C-A851D1117437}" dt="2021-07-19T19:42:18.576" v="3" actId="47"/>
        <pc:sldMkLst>
          <pc:docMk/>
          <pc:sldMk cId="2900355344" sldId="284"/>
        </pc:sldMkLst>
      </pc:sldChg>
      <pc:sldChg chg="del">
        <pc:chgData name="Júlio César Chaves" userId="3f913fe9-3202-435d-b9f5-b2fca763184f" providerId="ADAL" clId="{AD463D72-04BF-4311-B65C-A851D1117437}" dt="2021-07-19T19:42:18.576" v="3" actId="47"/>
        <pc:sldMkLst>
          <pc:docMk/>
          <pc:sldMk cId="1157621993" sldId="285"/>
        </pc:sldMkLst>
      </pc:sldChg>
      <pc:sldChg chg="del">
        <pc:chgData name="Júlio César Chaves" userId="3f913fe9-3202-435d-b9f5-b2fca763184f" providerId="ADAL" clId="{AD463D72-04BF-4311-B65C-A851D1117437}" dt="2021-07-19T19:42:18.576" v="3" actId="47"/>
        <pc:sldMkLst>
          <pc:docMk/>
          <pc:sldMk cId="4075409558" sldId="286"/>
        </pc:sldMkLst>
      </pc:sldChg>
      <pc:sldChg chg="del">
        <pc:chgData name="Júlio César Chaves" userId="3f913fe9-3202-435d-b9f5-b2fca763184f" providerId="ADAL" clId="{AD463D72-04BF-4311-B65C-A851D1117437}" dt="2021-07-19T19:42:18.576" v="3" actId="47"/>
        <pc:sldMkLst>
          <pc:docMk/>
          <pc:sldMk cId="1037032549" sldId="287"/>
        </pc:sldMkLst>
      </pc:sldChg>
      <pc:sldChg chg="del">
        <pc:chgData name="Júlio César Chaves" userId="3f913fe9-3202-435d-b9f5-b2fca763184f" providerId="ADAL" clId="{AD463D72-04BF-4311-B65C-A851D1117437}" dt="2021-07-19T19:42:18.576" v="3" actId="47"/>
        <pc:sldMkLst>
          <pc:docMk/>
          <pc:sldMk cId="3181144257" sldId="288"/>
        </pc:sldMkLst>
      </pc:sldChg>
      <pc:sldChg chg="del">
        <pc:chgData name="Júlio César Chaves" userId="3f913fe9-3202-435d-b9f5-b2fca763184f" providerId="ADAL" clId="{AD463D72-04BF-4311-B65C-A851D1117437}" dt="2021-07-19T19:42:18.576" v="3" actId="47"/>
        <pc:sldMkLst>
          <pc:docMk/>
          <pc:sldMk cId="3899965431" sldId="289"/>
        </pc:sldMkLst>
      </pc:sldChg>
      <pc:sldChg chg="del">
        <pc:chgData name="Júlio César Chaves" userId="3f913fe9-3202-435d-b9f5-b2fca763184f" providerId="ADAL" clId="{AD463D72-04BF-4311-B65C-A851D1117437}" dt="2021-07-19T19:42:18.576" v="3" actId="47"/>
        <pc:sldMkLst>
          <pc:docMk/>
          <pc:sldMk cId="2260026576" sldId="290"/>
        </pc:sldMkLst>
      </pc:sldChg>
      <pc:sldChg chg="del">
        <pc:chgData name="Júlio César Chaves" userId="3f913fe9-3202-435d-b9f5-b2fca763184f" providerId="ADAL" clId="{AD463D72-04BF-4311-B65C-A851D1117437}" dt="2021-07-19T19:42:18.576" v="3" actId="47"/>
        <pc:sldMkLst>
          <pc:docMk/>
          <pc:sldMk cId="3691660659" sldId="291"/>
        </pc:sldMkLst>
      </pc:sldChg>
      <pc:sldChg chg="del">
        <pc:chgData name="Júlio César Chaves" userId="3f913fe9-3202-435d-b9f5-b2fca763184f" providerId="ADAL" clId="{AD463D72-04BF-4311-B65C-A851D1117437}" dt="2021-07-19T19:42:18.576" v="3" actId="47"/>
        <pc:sldMkLst>
          <pc:docMk/>
          <pc:sldMk cId="4137787894" sldId="292"/>
        </pc:sldMkLst>
      </pc:sldChg>
      <pc:sldChg chg="del">
        <pc:chgData name="Júlio César Chaves" userId="3f913fe9-3202-435d-b9f5-b2fca763184f" providerId="ADAL" clId="{AD463D72-04BF-4311-B65C-A851D1117437}" dt="2021-07-20T13:55:17.281" v="7" actId="47"/>
        <pc:sldMkLst>
          <pc:docMk/>
          <pc:sldMk cId="0" sldId="305"/>
        </pc:sldMkLst>
      </pc:sldChg>
      <pc:sldChg chg="del">
        <pc:chgData name="Júlio César Chaves" userId="3f913fe9-3202-435d-b9f5-b2fca763184f" providerId="ADAL" clId="{AD463D72-04BF-4311-B65C-A851D1117437}" dt="2021-07-19T19:42:18.576" v="3" actId="47"/>
        <pc:sldMkLst>
          <pc:docMk/>
          <pc:sldMk cId="4217619675" sldId="311"/>
        </pc:sldMkLst>
      </pc:sldChg>
      <pc:sldChg chg="del">
        <pc:chgData name="Júlio César Chaves" userId="3f913fe9-3202-435d-b9f5-b2fca763184f" providerId="ADAL" clId="{AD463D72-04BF-4311-B65C-A851D1117437}" dt="2021-07-19T19:42:18.576" v="3" actId="47"/>
        <pc:sldMkLst>
          <pc:docMk/>
          <pc:sldMk cId="3276498098" sldId="316"/>
        </pc:sldMkLst>
      </pc:sldChg>
      <pc:sldChg chg="del">
        <pc:chgData name="Júlio César Chaves" userId="3f913fe9-3202-435d-b9f5-b2fca763184f" providerId="ADAL" clId="{AD463D72-04BF-4311-B65C-A851D1117437}" dt="2021-07-19T19:42:18.576" v="3" actId="47"/>
        <pc:sldMkLst>
          <pc:docMk/>
          <pc:sldMk cId="808032551" sldId="323"/>
        </pc:sldMkLst>
      </pc:sldChg>
      <pc:sldChg chg="del">
        <pc:chgData name="Júlio César Chaves" userId="3f913fe9-3202-435d-b9f5-b2fca763184f" providerId="ADAL" clId="{AD463D72-04BF-4311-B65C-A851D1117437}" dt="2021-07-19T19:42:18.576" v="3" actId="47"/>
        <pc:sldMkLst>
          <pc:docMk/>
          <pc:sldMk cId="1045669170" sldId="362"/>
        </pc:sldMkLst>
      </pc:sldChg>
      <pc:sldChg chg="new">
        <pc:chgData name="Júlio César Chaves" userId="3f913fe9-3202-435d-b9f5-b2fca763184f" providerId="ADAL" clId="{AD463D72-04BF-4311-B65C-A851D1117437}" dt="2021-07-19T21:36:25.806" v="5" actId="680"/>
        <pc:sldMkLst>
          <pc:docMk/>
          <pc:sldMk cId="4237168810" sldId="362"/>
        </pc:sldMkLst>
      </pc:sldChg>
      <pc:sldChg chg="del">
        <pc:chgData name="Júlio César Chaves" userId="3f913fe9-3202-435d-b9f5-b2fca763184f" providerId="ADAL" clId="{AD463D72-04BF-4311-B65C-A851D1117437}" dt="2021-07-19T19:42:18.576" v="3" actId="47"/>
        <pc:sldMkLst>
          <pc:docMk/>
          <pc:sldMk cId="1798468208" sldId="364"/>
        </pc:sldMkLst>
      </pc:sldChg>
      <pc:sldChg chg="del">
        <pc:chgData name="Júlio César Chaves" userId="3f913fe9-3202-435d-b9f5-b2fca763184f" providerId="ADAL" clId="{AD463D72-04BF-4311-B65C-A851D1117437}" dt="2021-07-19T19:42:18.576" v="3" actId="47"/>
        <pc:sldMkLst>
          <pc:docMk/>
          <pc:sldMk cId="2883109771" sldId="365"/>
        </pc:sldMkLst>
      </pc:sldChg>
      <pc:sldChg chg="del">
        <pc:chgData name="Júlio César Chaves" userId="3f913fe9-3202-435d-b9f5-b2fca763184f" providerId="ADAL" clId="{AD463D72-04BF-4311-B65C-A851D1117437}" dt="2021-07-19T19:42:18.576" v="3" actId="47"/>
        <pc:sldMkLst>
          <pc:docMk/>
          <pc:sldMk cId="535472864" sldId="366"/>
        </pc:sldMkLst>
      </pc:sldChg>
      <pc:sldChg chg="del">
        <pc:chgData name="Júlio César Chaves" userId="3f913fe9-3202-435d-b9f5-b2fca763184f" providerId="ADAL" clId="{AD463D72-04BF-4311-B65C-A851D1117437}" dt="2021-07-19T19:42:18.576" v="3" actId="47"/>
        <pc:sldMkLst>
          <pc:docMk/>
          <pc:sldMk cId="965893609" sldId="367"/>
        </pc:sldMkLst>
      </pc:sldChg>
      <pc:sldChg chg="del">
        <pc:chgData name="Júlio César Chaves" userId="3f913fe9-3202-435d-b9f5-b2fca763184f" providerId="ADAL" clId="{AD463D72-04BF-4311-B65C-A851D1117437}" dt="2021-07-19T19:42:18.576" v="3" actId="47"/>
        <pc:sldMkLst>
          <pc:docMk/>
          <pc:sldMk cId="82503280" sldId="368"/>
        </pc:sldMkLst>
      </pc:sldChg>
      <pc:sldChg chg="del">
        <pc:chgData name="Júlio César Chaves" userId="3f913fe9-3202-435d-b9f5-b2fca763184f" providerId="ADAL" clId="{AD463D72-04BF-4311-B65C-A851D1117437}" dt="2021-07-19T19:42:18.576" v="3" actId="47"/>
        <pc:sldMkLst>
          <pc:docMk/>
          <pc:sldMk cId="3245609721" sldId="369"/>
        </pc:sldMkLst>
      </pc:sldChg>
      <pc:sldChg chg="del">
        <pc:chgData name="Júlio César Chaves" userId="3f913fe9-3202-435d-b9f5-b2fca763184f" providerId="ADAL" clId="{AD463D72-04BF-4311-B65C-A851D1117437}" dt="2021-07-19T19:42:18.576" v="3" actId="47"/>
        <pc:sldMkLst>
          <pc:docMk/>
          <pc:sldMk cId="804575485" sldId="370"/>
        </pc:sldMkLst>
      </pc:sldChg>
      <pc:sldChg chg="del">
        <pc:chgData name="Júlio César Chaves" userId="3f913fe9-3202-435d-b9f5-b2fca763184f" providerId="ADAL" clId="{AD463D72-04BF-4311-B65C-A851D1117437}" dt="2021-07-19T19:42:18.576" v="3" actId="47"/>
        <pc:sldMkLst>
          <pc:docMk/>
          <pc:sldMk cId="2959543982" sldId="371"/>
        </pc:sldMkLst>
      </pc:sldChg>
      <pc:sldChg chg="del">
        <pc:chgData name="Júlio César Chaves" userId="3f913fe9-3202-435d-b9f5-b2fca763184f" providerId="ADAL" clId="{AD463D72-04BF-4311-B65C-A851D1117437}" dt="2021-07-19T19:42:18.576" v="3" actId="47"/>
        <pc:sldMkLst>
          <pc:docMk/>
          <pc:sldMk cId="871739062" sldId="372"/>
        </pc:sldMkLst>
      </pc:sldChg>
      <pc:sldChg chg="del">
        <pc:chgData name="Júlio César Chaves" userId="3f913fe9-3202-435d-b9f5-b2fca763184f" providerId="ADAL" clId="{AD463D72-04BF-4311-B65C-A851D1117437}" dt="2021-07-19T19:42:18.576" v="3" actId="47"/>
        <pc:sldMkLst>
          <pc:docMk/>
          <pc:sldMk cId="1597630539" sldId="373"/>
        </pc:sldMkLst>
      </pc:sldChg>
      <pc:sldChg chg="del">
        <pc:chgData name="Júlio César Chaves" userId="3f913fe9-3202-435d-b9f5-b2fca763184f" providerId="ADAL" clId="{AD463D72-04BF-4311-B65C-A851D1117437}" dt="2021-07-19T19:42:18.576" v="3" actId="47"/>
        <pc:sldMkLst>
          <pc:docMk/>
          <pc:sldMk cId="2793274366" sldId="374"/>
        </pc:sldMkLst>
      </pc:sldChg>
      <pc:sldChg chg="del">
        <pc:chgData name="Júlio César Chaves" userId="3f913fe9-3202-435d-b9f5-b2fca763184f" providerId="ADAL" clId="{AD463D72-04BF-4311-B65C-A851D1117437}" dt="2021-07-19T19:42:18.576" v="3" actId="47"/>
        <pc:sldMkLst>
          <pc:docMk/>
          <pc:sldMk cId="4244821324" sldId="376"/>
        </pc:sldMkLst>
      </pc:sldChg>
      <pc:sldChg chg="del">
        <pc:chgData name="Júlio César Chaves" userId="3f913fe9-3202-435d-b9f5-b2fca763184f" providerId="ADAL" clId="{AD463D72-04BF-4311-B65C-A851D1117437}" dt="2021-07-19T19:42:18.576" v="3" actId="47"/>
        <pc:sldMkLst>
          <pc:docMk/>
          <pc:sldMk cId="1480385169" sldId="377"/>
        </pc:sldMkLst>
      </pc:sldChg>
      <pc:sldChg chg="del">
        <pc:chgData name="Júlio César Chaves" userId="3f913fe9-3202-435d-b9f5-b2fca763184f" providerId="ADAL" clId="{AD463D72-04BF-4311-B65C-A851D1117437}" dt="2021-07-19T19:42:18.576" v="3" actId="47"/>
        <pc:sldMkLst>
          <pc:docMk/>
          <pc:sldMk cId="1959266465" sldId="37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5659" cy="496332"/>
          </a:xfrm>
          <a:prstGeom prst="rect">
            <a:avLst/>
          </a:prstGeom>
        </p:spPr>
        <p:txBody>
          <a:bodyPr vert="horz" lIns="91432" tIns="45716" rIns="91432" bIns="45716" rtlCol="0"/>
          <a:lstStyle>
            <a:lvl1pPr algn="l">
              <a:defRPr sz="1200"/>
            </a:lvl1pPr>
          </a:lstStyle>
          <a:p>
            <a:endParaRPr lang="en-US"/>
          </a:p>
        </p:txBody>
      </p:sp>
      <p:sp>
        <p:nvSpPr>
          <p:cNvPr id="3" name="Date Placeholder 2"/>
          <p:cNvSpPr>
            <a:spLocks noGrp="1"/>
          </p:cNvSpPr>
          <p:nvPr>
            <p:ph type="dt" sz="quarter" idx="1"/>
          </p:nvPr>
        </p:nvSpPr>
        <p:spPr>
          <a:xfrm>
            <a:off x="3850444" y="1"/>
            <a:ext cx="2945659" cy="496332"/>
          </a:xfrm>
          <a:prstGeom prst="rect">
            <a:avLst/>
          </a:prstGeom>
        </p:spPr>
        <p:txBody>
          <a:bodyPr vert="horz" lIns="91432" tIns="45716" rIns="91432" bIns="45716" rtlCol="0"/>
          <a:lstStyle>
            <a:lvl1pPr algn="r">
              <a:defRPr sz="1200"/>
            </a:lvl1pPr>
          </a:lstStyle>
          <a:p>
            <a:fld id="{58B8EB65-FCB1-492D-96F1-1EEFDB36395A}" type="datetimeFigureOut">
              <a:rPr lang="en-US" smtClean="0"/>
              <a:t>2/21/2023</a:t>
            </a:fld>
            <a:endParaRPr lang="en-US"/>
          </a:p>
        </p:txBody>
      </p:sp>
      <p:sp>
        <p:nvSpPr>
          <p:cNvPr id="4" name="Footer Placeholder 3"/>
          <p:cNvSpPr>
            <a:spLocks noGrp="1"/>
          </p:cNvSpPr>
          <p:nvPr>
            <p:ph type="ftr" sz="quarter" idx="2"/>
          </p:nvPr>
        </p:nvSpPr>
        <p:spPr>
          <a:xfrm>
            <a:off x="1" y="9428584"/>
            <a:ext cx="2945659" cy="496332"/>
          </a:xfrm>
          <a:prstGeom prst="rect">
            <a:avLst/>
          </a:prstGeom>
        </p:spPr>
        <p:txBody>
          <a:bodyPr vert="horz" lIns="91432" tIns="45716" rIns="91432" bIns="45716" rtlCol="0" anchor="b"/>
          <a:lstStyle>
            <a:lvl1pPr algn="l">
              <a:defRPr sz="1200"/>
            </a:lvl1pPr>
          </a:lstStyle>
          <a:p>
            <a:endParaRPr lang="en-US"/>
          </a:p>
        </p:txBody>
      </p:sp>
      <p:sp>
        <p:nvSpPr>
          <p:cNvPr id="5" name="Slide Number Placeholder 4"/>
          <p:cNvSpPr>
            <a:spLocks noGrp="1"/>
          </p:cNvSpPr>
          <p:nvPr>
            <p:ph type="sldNum" sz="quarter" idx="3"/>
          </p:nvPr>
        </p:nvSpPr>
        <p:spPr>
          <a:xfrm>
            <a:off x="3850444" y="9428584"/>
            <a:ext cx="2945659" cy="496332"/>
          </a:xfrm>
          <a:prstGeom prst="rect">
            <a:avLst/>
          </a:prstGeom>
        </p:spPr>
        <p:txBody>
          <a:bodyPr vert="horz" lIns="91432" tIns="45716" rIns="91432" bIns="45716" rtlCol="0" anchor="b"/>
          <a:lstStyle>
            <a:lvl1pPr algn="r">
              <a:defRPr sz="1200"/>
            </a:lvl1pPr>
          </a:lstStyle>
          <a:p>
            <a:fld id="{628B7C37-3688-416D-8869-513F3AB67DF6}" type="slidenum">
              <a:rPr lang="en-US" smtClean="0"/>
              <a:t>‹nº›</a:t>
            </a:fld>
            <a:endParaRPr lang="en-US"/>
          </a:p>
        </p:txBody>
      </p:sp>
    </p:spTree>
    <p:extLst>
      <p:ext uri="{BB962C8B-B14F-4D97-AF65-F5344CB8AC3E}">
        <p14:creationId xmlns:p14="http://schemas.microsoft.com/office/powerpoint/2010/main" val="26792278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5659" cy="496332"/>
          </a:xfrm>
          <a:prstGeom prst="rect">
            <a:avLst/>
          </a:prstGeom>
        </p:spPr>
        <p:txBody>
          <a:bodyPr vert="horz" lIns="91432" tIns="45716" rIns="91432" bIns="45716" rtlCol="0"/>
          <a:lstStyle>
            <a:lvl1pPr algn="l">
              <a:defRPr sz="1200"/>
            </a:lvl1pPr>
          </a:lstStyle>
          <a:p>
            <a:endParaRPr lang="en-US"/>
          </a:p>
        </p:txBody>
      </p:sp>
      <p:sp>
        <p:nvSpPr>
          <p:cNvPr id="3" name="Date Placeholder 2"/>
          <p:cNvSpPr>
            <a:spLocks noGrp="1"/>
          </p:cNvSpPr>
          <p:nvPr>
            <p:ph type="dt" idx="1"/>
          </p:nvPr>
        </p:nvSpPr>
        <p:spPr>
          <a:xfrm>
            <a:off x="3850444" y="1"/>
            <a:ext cx="2945659" cy="496332"/>
          </a:xfrm>
          <a:prstGeom prst="rect">
            <a:avLst/>
          </a:prstGeom>
        </p:spPr>
        <p:txBody>
          <a:bodyPr vert="horz" lIns="91432" tIns="45716" rIns="91432" bIns="45716" rtlCol="0"/>
          <a:lstStyle>
            <a:lvl1pPr algn="r">
              <a:defRPr sz="1200"/>
            </a:lvl1pPr>
          </a:lstStyle>
          <a:p>
            <a:fld id="{8272A57C-5FAA-4E66-BDD9-A79C3D547D7C}" type="datetimeFigureOut">
              <a:rPr lang="en-US" smtClean="0"/>
              <a:t>2/21/2023</a:t>
            </a:fld>
            <a:endParaRPr lang="en-US"/>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32" tIns="45716" rIns="91432" bIns="45716" rtlCol="0" anchor="ctr"/>
          <a:lstStyle/>
          <a:p>
            <a:endParaRPr lang="en-US"/>
          </a:p>
        </p:txBody>
      </p:sp>
      <p:sp>
        <p:nvSpPr>
          <p:cNvPr id="5" name="Notes Placeholder 4"/>
          <p:cNvSpPr>
            <a:spLocks noGrp="1"/>
          </p:cNvSpPr>
          <p:nvPr>
            <p:ph type="body" sz="quarter" idx="3"/>
          </p:nvPr>
        </p:nvSpPr>
        <p:spPr>
          <a:xfrm>
            <a:off x="679768" y="4715154"/>
            <a:ext cx="5438140" cy="4466987"/>
          </a:xfrm>
          <a:prstGeom prst="rect">
            <a:avLst/>
          </a:prstGeom>
        </p:spPr>
        <p:txBody>
          <a:bodyPr vert="horz" lIns="91432" tIns="45716" rIns="91432" bIns="4571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9428584"/>
            <a:ext cx="2945659" cy="496332"/>
          </a:xfrm>
          <a:prstGeom prst="rect">
            <a:avLst/>
          </a:prstGeom>
        </p:spPr>
        <p:txBody>
          <a:bodyPr vert="horz" lIns="91432" tIns="45716" rIns="91432" bIns="45716" rtlCol="0" anchor="b"/>
          <a:lstStyle>
            <a:lvl1pPr algn="l">
              <a:defRPr sz="1200"/>
            </a:lvl1pPr>
          </a:lstStyle>
          <a:p>
            <a:endParaRPr lang="en-US"/>
          </a:p>
        </p:txBody>
      </p:sp>
      <p:sp>
        <p:nvSpPr>
          <p:cNvPr id="7" name="Slide Number Placeholder 6"/>
          <p:cNvSpPr>
            <a:spLocks noGrp="1"/>
          </p:cNvSpPr>
          <p:nvPr>
            <p:ph type="sldNum" sz="quarter" idx="5"/>
          </p:nvPr>
        </p:nvSpPr>
        <p:spPr>
          <a:xfrm>
            <a:off x="3850444" y="9428584"/>
            <a:ext cx="2945659" cy="496332"/>
          </a:xfrm>
          <a:prstGeom prst="rect">
            <a:avLst/>
          </a:prstGeom>
        </p:spPr>
        <p:txBody>
          <a:bodyPr vert="horz" lIns="91432" tIns="45716" rIns="91432" bIns="45716" rtlCol="0" anchor="b"/>
          <a:lstStyle>
            <a:lvl1pPr algn="r">
              <a:defRPr sz="1200"/>
            </a:lvl1pPr>
          </a:lstStyle>
          <a:p>
            <a:fld id="{F19303DE-3E45-4DD3-9505-92EF4803EF97}" type="slidenum">
              <a:rPr lang="en-US" smtClean="0"/>
              <a:t>‹nº›</a:t>
            </a:fld>
            <a:endParaRPr lang="en-US"/>
          </a:p>
        </p:txBody>
      </p:sp>
    </p:spTree>
    <p:extLst>
      <p:ext uri="{BB962C8B-B14F-4D97-AF65-F5344CB8AC3E}">
        <p14:creationId xmlns:p14="http://schemas.microsoft.com/office/powerpoint/2010/main" val="587102967"/>
      </p:ext>
    </p:extLst>
  </p:cSld>
  <p:clrMap bg1="lt1" tx1="dk1" bg2="lt2" tx2="dk2" accent1="accent1" accent2="accent2" accent3="accent3" accent4="accent4" accent5="accent5" accent6="accent6" hlink="hlink" folHlink="folHlink"/>
  <p:notesStyle>
    <a:lvl1pPr marL="114300" indent="-114300" algn="l" defTabSz="914400" rtl="0" eaLnBrk="1" latinLnBrk="0" hangingPunct="1">
      <a:lnSpc>
        <a:spcPct val="110000"/>
      </a:lnSpc>
      <a:spcBef>
        <a:spcPts val="300"/>
      </a:spcBef>
      <a:buFont typeface="Arial" panose="020B0604020202020204" pitchFamily="34" charset="0"/>
      <a:buChar char="•"/>
      <a:defRPr sz="1200" kern="1200">
        <a:solidFill>
          <a:schemeClr val="tx1"/>
        </a:solidFill>
        <a:latin typeface="+mn-lt"/>
        <a:ea typeface="+mn-ea"/>
        <a:cs typeface="+mn-cs"/>
      </a:defRPr>
    </a:lvl1pPr>
    <a:lvl2pPr marL="228600" indent="-114300" algn="l" defTabSz="914400" rtl="0" eaLnBrk="1" latinLnBrk="0" hangingPunct="1">
      <a:lnSpc>
        <a:spcPct val="100000"/>
      </a:lnSpc>
      <a:spcBef>
        <a:spcPts val="300"/>
      </a:spcBef>
      <a:buFont typeface="Arial" panose="020B0604020202020204" pitchFamily="34" charset="0"/>
      <a:buChar char="•"/>
      <a:defRPr sz="1100" kern="1200">
        <a:solidFill>
          <a:schemeClr val="tx1"/>
        </a:solidFill>
        <a:latin typeface="+mn-lt"/>
        <a:ea typeface="+mn-ea"/>
        <a:cs typeface="+mn-cs"/>
      </a:defRPr>
    </a:lvl2pPr>
    <a:lvl3pPr marL="342900" indent="-114300" algn="l" defTabSz="914400" rtl="0" eaLnBrk="1" latinLnBrk="0" hangingPunct="1">
      <a:lnSpc>
        <a:spcPct val="95000"/>
      </a:lnSpc>
      <a:spcBef>
        <a:spcPts val="300"/>
      </a:spcBef>
      <a:buFont typeface="Arial" panose="020B0604020202020204" pitchFamily="34" charset="0"/>
      <a:buChar char="•"/>
      <a:defRPr sz="1100" kern="1200">
        <a:solidFill>
          <a:schemeClr val="tx1"/>
        </a:solidFill>
        <a:latin typeface="+mn-lt"/>
        <a:ea typeface="+mn-ea"/>
        <a:cs typeface="+mn-cs"/>
      </a:defRPr>
    </a:lvl3pPr>
    <a:lvl4pPr marL="457200" indent="-114300" algn="l" defTabSz="914400" rtl="0" eaLnBrk="1" latinLnBrk="0" hangingPunct="1">
      <a:lnSpc>
        <a:spcPct val="95000"/>
      </a:lnSpc>
      <a:spcBef>
        <a:spcPts val="300"/>
      </a:spcBef>
      <a:buFont typeface="Arial" panose="020B0604020202020204" pitchFamily="34" charset="0"/>
      <a:buChar char="•"/>
      <a:defRPr sz="1100" kern="1200">
        <a:solidFill>
          <a:schemeClr val="tx1"/>
        </a:solidFill>
        <a:latin typeface="+mn-lt"/>
        <a:ea typeface="+mn-ea"/>
        <a:cs typeface="+mn-cs"/>
      </a:defRPr>
    </a:lvl4pPr>
    <a:lvl5pPr marL="571500" indent="-114300" algn="l" defTabSz="914400" rtl="0" eaLnBrk="1" latinLnBrk="0" hangingPunct="1">
      <a:lnSpc>
        <a:spcPct val="95000"/>
      </a:lnSpc>
      <a:spcBef>
        <a:spcPts val="300"/>
      </a:spcBef>
      <a:buFont typeface="Arial" panose="020B0604020202020204" pitchFamily="34" charset="0"/>
      <a:buChar char="•"/>
      <a:defRPr sz="11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sz="1100"/>
          </a:p>
        </p:txBody>
      </p:sp>
      <p:sp>
        <p:nvSpPr>
          <p:cNvPr id="4" name="Slide Number Placeholder 3"/>
          <p:cNvSpPr>
            <a:spLocks noGrp="1"/>
          </p:cNvSpPr>
          <p:nvPr>
            <p:ph type="sldNum" sz="quarter" idx="5"/>
          </p:nvPr>
        </p:nvSpPr>
        <p:spPr/>
        <p:txBody>
          <a:bodyPr/>
          <a:lstStyle/>
          <a:p>
            <a:fld id="{F19303DE-3E45-4DD3-9505-92EF4803EF97}" type="slidenum">
              <a:rPr lang="en-US" smtClean="0"/>
              <a:t>1</a:t>
            </a:fld>
            <a:endParaRPr lang="en-US"/>
          </a:p>
        </p:txBody>
      </p:sp>
    </p:spTree>
    <p:extLst>
      <p:ext uri="{BB962C8B-B14F-4D97-AF65-F5344CB8AC3E}">
        <p14:creationId xmlns:p14="http://schemas.microsoft.com/office/powerpoint/2010/main" val="1598225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7200" y="358924"/>
            <a:ext cx="4866908" cy="2742289"/>
          </a:xfrm>
        </p:spPr>
        <p:txBody>
          <a:bodyPr/>
          <a:lstStyle>
            <a:lvl1pPr>
              <a:lnSpc>
                <a:spcPct val="90000"/>
              </a:lnSpc>
              <a:defRPr sz="6600" kern="100" cap="all" spc="-200" baseline="0">
                <a:solidFill>
                  <a:schemeClr val="bg1">
                    <a:lumMod val="50000"/>
                  </a:schemeClr>
                </a:solidFill>
              </a:defRPr>
            </a:lvl1pPr>
          </a:lstStyle>
          <a:p>
            <a:r>
              <a:rPr lang="en-US"/>
              <a:t>add </a:t>
            </a:r>
            <a:r>
              <a:rPr lang="en-US" err="1"/>
              <a:t>slidedoc</a:t>
            </a:r>
            <a:r>
              <a:rPr lang="en-US"/>
              <a:t> title</a:t>
            </a:r>
          </a:p>
        </p:txBody>
      </p:sp>
      <p:sp>
        <p:nvSpPr>
          <p:cNvPr id="60" name="Text Placeholder 59"/>
          <p:cNvSpPr>
            <a:spLocks noGrp="1"/>
          </p:cNvSpPr>
          <p:nvPr>
            <p:ph type="body" sz="quarter" idx="10"/>
          </p:nvPr>
        </p:nvSpPr>
        <p:spPr>
          <a:xfrm>
            <a:off x="457200" y="4469450"/>
            <a:ext cx="1497013" cy="1623702"/>
          </a:xfrm>
        </p:spPr>
        <p:txBody>
          <a:bodyPr anchor="b"/>
          <a:lstStyle>
            <a:lvl1pPr>
              <a:lnSpc>
                <a:spcPct val="100000"/>
              </a:lnSpc>
              <a:defRPr sz="1300">
                <a:solidFill>
                  <a:schemeClr val="tx2"/>
                </a:solidFill>
              </a:defRPr>
            </a:lvl1pPr>
            <a:lvl2pPr>
              <a:defRPr b="1"/>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2" name="Straight Connector 61"/>
          <p:cNvCxnSpPr/>
          <p:nvPr userDrawn="1"/>
        </p:nvCxnSpPr>
        <p:spPr>
          <a:xfrm>
            <a:off x="457200" y="6178550"/>
            <a:ext cx="149719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3" name="Text Placeholder 59"/>
          <p:cNvSpPr>
            <a:spLocks noGrp="1"/>
          </p:cNvSpPr>
          <p:nvPr>
            <p:ph type="body" sz="quarter" idx="11"/>
          </p:nvPr>
        </p:nvSpPr>
        <p:spPr>
          <a:xfrm>
            <a:off x="5509344" y="5181598"/>
            <a:ext cx="1497013" cy="1022351"/>
          </a:xfrm>
        </p:spPr>
        <p:txBody>
          <a:bodyPr anchor="b"/>
          <a:lstStyle>
            <a:lvl1pPr algn="r">
              <a:lnSpc>
                <a:spcPct val="100000"/>
              </a:lnSpc>
              <a:defRPr sz="1300" b="1">
                <a:solidFill>
                  <a:schemeClr val="bg1">
                    <a:lumMod val="50000"/>
                  </a:schemeClr>
                </a:solidFill>
              </a:defRPr>
            </a:lvl1pPr>
            <a:lvl2pPr>
              <a:defRPr b="1"/>
            </a:lvl2pPr>
          </a:lstStyle>
          <a:p>
            <a:pPr lvl="0"/>
            <a:r>
              <a:rPr lang="en-US"/>
              <a:t>Click to edit Master text styles</a:t>
            </a:r>
          </a:p>
        </p:txBody>
      </p:sp>
      <p:sp>
        <p:nvSpPr>
          <p:cNvPr id="64" name="Text Placeholder 59"/>
          <p:cNvSpPr>
            <a:spLocks noGrp="1"/>
          </p:cNvSpPr>
          <p:nvPr>
            <p:ph type="body" sz="quarter" idx="12"/>
          </p:nvPr>
        </p:nvSpPr>
        <p:spPr>
          <a:xfrm>
            <a:off x="7189787" y="5181598"/>
            <a:ext cx="1497013" cy="1022351"/>
          </a:xfrm>
        </p:spPr>
        <p:txBody>
          <a:bodyPr anchor="b"/>
          <a:lstStyle>
            <a:lvl1pPr algn="r">
              <a:lnSpc>
                <a:spcPct val="100000"/>
              </a:lnSpc>
              <a:defRPr sz="1300" b="1">
                <a:solidFill>
                  <a:schemeClr val="bg1">
                    <a:lumMod val="50000"/>
                  </a:schemeClr>
                </a:solidFill>
              </a:defRPr>
            </a:lvl1pPr>
            <a:lvl2pPr>
              <a:defRPr b="1"/>
            </a:lvl2pPr>
          </a:lstStyle>
          <a:p>
            <a:pPr lvl="0"/>
            <a:r>
              <a:rPr lang="en-US"/>
              <a:t>Click to edit Master text styles</a:t>
            </a:r>
          </a:p>
        </p:txBody>
      </p:sp>
      <p:pic>
        <p:nvPicPr>
          <p:cNvPr id="6" name="Picture 5">
            <a:extLst>
              <a:ext uri="{FF2B5EF4-FFF2-40B4-BE49-F238E27FC236}">
                <a16:creationId xmlns:a16="http://schemas.microsoft.com/office/drawing/2014/main" id="{387E2699-6A33-4922-AB3B-542C88E544A1}"/>
              </a:ext>
            </a:extLst>
          </p:cNvPr>
          <p:cNvPicPr>
            <a:picLocks noChangeAspect="1"/>
          </p:cNvPicPr>
          <p:nvPr userDrawn="1"/>
        </p:nvPicPr>
        <p:blipFill>
          <a:blip r:embed="rId3"/>
          <a:stretch>
            <a:fillRect/>
          </a:stretch>
        </p:blipFill>
        <p:spPr>
          <a:xfrm>
            <a:off x="4473471" y="4025705"/>
            <a:ext cx="1706993" cy="537282"/>
          </a:xfrm>
          <a:prstGeom prst="rect">
            <a:avLst/>
          </a:prstGeom>
        </p:spPr>
      </p:pic>
    </p:spTree>
    <p:extLst>
      <p:ext uri="{BB962C8B-B14F-4D97-AF65-F5344CB8AC3E}">
        <p14:creationId xmlns:p14="http://schemas.microsoft.com/office/powerpoint/2010/main" val="3368647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3182052" cy="1228028"/>
          </a:xfrm>
        </p:spPr>
        <p:txBody>
          <a:bodyPr/>
          <a:lstStyle/>
          <a:p>
            <a:r>
              <a:rPr lang="en-US"/>
              <a:t>Click to edit Master title style</a:t>
            </a:r>
          </a:p>
        </p:txBody>
      </p:sp>
      <p:sp>
        <p:nvSpPr>
          <p:cNvPr id="34" name="Text Placeholder 33"/>
          <p:cNvSpPr>
            <a:spLocks noGrp="1"/>
          </p:cNvSpPr>
          <p:nvPr>
            <p:ph type="body" sz="quarter" idx="10" hasCustomPrompt="1"/>
          </p:nvPr>
        </p:nvSpPr>
        <p:spPr>
          <a:xfrm>
            <a:off x="457200" y="2319870"/>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37" name="Text Placeholder 36"/>
          <p:cNvSpPr>
            <a:spLocks noGrp="1"/>
          </p:cNvSpPr>
          <p:nvPr>
            <p:ph type="body" sz="quarter" idx="11"/>
          </p:nvPr>
        </p:nvSpPr>
        <p:spPr>
          <a:xfrm>
            <a:off x="3829050" y="685800"/>
            <a:ext cx="4857750" cy="12280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Text Placeholder 33"/>
          <p:cNvSpPr>
            <a:spLocks noGrp="1"/>
          </p:cNvSpPr>
          <p:nvPr>
            <p:ph type="body" sz="quarter" idx="12" hasCustomPrompt="1"/>
          </p:nvPr>
        </p:nvSpPr>
        <p:spPr>
          <a:xfrm>
            <a:off x="2140347" y="2319870"/>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40" name="Text Placeholder 33"/>
          <p:cNvSpPr>
            <a:spLocks noGrp="1"/>
          </p:cNvSpPr>
          <p:nvPr>
            <p:ph type="body" sz="quarter" idx="13" hasCustomPrompt="1"/>
          </p:nvPr>
        </p:nvSpPr>
        <p:spPr>
          <a:xfrm>
            <a:off x="3823494" y="2319870"/>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42" name="Text Placeholder 33"/>
          <p:cNvSpPr>
            <a:spLocks noGrp="1"/>
          </p:cNvSpPr>
          <p:nvPr>
            <p:ph type="body" sz="quarter" idx="14" hasCustomPrompt="1"/>
          </p:nvPr>
        </p:nvSpPr>
        <p:spPr>
          <a:xfrm>
            <a:off x="5506641" y="2319870"/>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44" name="Text Placeholder 33"/>
          <p:cNvSpPr>
            <a:spLocks noGrp="1"/>
          </p:cNvSpPr>
          <p:nvPr>
            <p:ph type="body" sz="quarter" idx="15" hasCustomPrompt="1"/>
          </p:nvPr>
        </p:nvSpPr>
        <p:spPr>
          <a:xfrm>
            <a:off x="7189787" y="2319870"/>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25" name="Text Placeholder 33"/>
          <p:cNvSpPr>
            <a:spLocks noGrp="1"/>
          </p:cNvSpPr>
          <p:nvPr>
            <p:ph type="body" sz="quarter" idx="21" hasCustomPrompt="1"/>
          </p:nvPr>
        </p:nvSpPr>
        <p:spPr>
          <a:xfrm>
            <a:off x="457200" y="2228136"/>
            <a:ext cx="1497013" cy="295466"/>
          </a:xfrm>
        </p:spPr>
        <p:txBody>
          <a:bodyPr anchor="b">
            <a:noAutofit/>
          </a:bodyPr>
          <a:lstStyle>
            <a:lvl1pPr>
              <a:buNone/>
              <a:defRPr sz="1600" b="0" i="1" spc="0">
                <a:solidFill>
                  <a:schemeClr val="bg2"/>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26" name="Text Placeholder 33"/>
          <p:cNvSpPr>
            <a:spLocks noGrp="1"/>
          </p:cNvSpPr>
          <p:nvPr>
            <p:ph type="body" sz="quarter" idx="22" hasCustomPrompt="1"/>
          </p:nvPr>
        </p:nvSpPr>
        <p:spPr>
          <a:xfrm>
            <a:off x="2140347" y="2228136"/>
            <a:ext cx="1497013" cy="295466"/>
          </a:xfrm>
        </p:spPr>
        <p:txBody>
          <a:bodyPr anchor="b">
            <a:noAutofit/>
          </a:bodyPr>
          <a:lstStyle>
            <a:lvl1pPr>
              <a:buNone/>
              <a:defRPr sz="1600" b="0" i="1" spc="0">
                <a:solidFill>
                  <a:schemeClr val="bg2"/>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27" name="Text Placeholder 33"/>
          <p:cNvSpPr>
            <a:spLocks noGrp="1"/>
          </p:cNvSpPr>
          <p:nvPr>
            <p:ph type="body" sz="quarter" idx="23" hasCustomPrompt="1"/>
          </p:nvPr>
        </p:nvSpPr>
        <p:spPr>
          <a:xfrm>
            <a:off x="3823494" y="2228136"/>
            <a:ext cx="1497013" cy="295466"/>
          </a:xfrm>
        </p:spPr>
        <p:txBody>
          <a:bodyPr anchor="b">
            <a:noAutofit/>
          </a:bodyPr>
          <a:lstStyle>
            <a:lvl1pPr>
              <a:buNone/>
              <a:defRPr sz="1600" b="0" i="1" spc="0">
                <a:solidFill>
                  <a:schemeClr val="bg2"/>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28" name="Text Placeholder 33"/>
          <p:cNvSpPr>
            <a:spLocks noGrp="1"/>
          </p:cNvSpPr>
          <p:nvPr>
            <p:ph type="body" sz="quarter" idx="24" hasCustomPrompt="1"/>
          </p:nvPr>
        </p:nvSpPr>
        <p:spPr>
          <a:xfrm>
            <a:off x="5506641" y="2228136"/>
            <a:ext cx="1497013" cy="295466"/>
          </a:xfrm>
        </p:spPr>
        <p:txBody>
          <a:bodyPr anchor="b">
            <a:noAutofit/>
          </a:bodyPr>
          <a:lstStyle>
            <a:lvl1pPr>
              <a:buNone/>
              <a:defRPr sz="1600" b="0" i="1" spc="0">
                <a:solidFill>
                  <a:schemeClr val="bg2"/>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29" name="Text Placeholder 33"/>
          <p:cNvSpPr>
            <a:spLocks noGrp="1"/>
          </p:cNvSpPr>
          <p:nvPr>
            <p:ph type="body" sz="quarter" idx="25" hasCustomPrompt="1"/>
          </p:nvPr>
        </p:nvSpPr>
        <p:spPr>
          <a:xfrm>
            <a:off x="7189787" y="2228136"/>
            <a:ext cx="1497013" cy="295466"/>
          </a:xfrm>
        </p:spPr>
        <p:txBody>
          <a:bodyPr anchor="b">
            <a:noAutofit/>
          </a:bodyPr>
          <a:lstStyle>
            <a:lvl1pPr>
              <a:buNone/>
              <a:defRPr sz="1600" b="0" i="1" spc="0">
                <a:solidFill>
                  <a:schemeClr val="bg2"/>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71" name="Text Placeholder 33"/>
          <p:cNvSpPr>
            <a:spLocks noGrp="1"/>
          </p:cNvSpPr>
          <p:nvPr>
            <p:ph type="body" sz="quarter" idx="31" hasCustomPrompt="1"/>
          </p:nvPr>
        </p:nvSpPr>
        <p:spPr>
          <a:xfrm>
            <a:off x="457200" y="4428069"/>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72" name="Text Placeholder 33"/>
          <p:cNvSpPr>
            <a:spLocks noGrp="1"/>
          </p:cNvSpPr>
          <p:nvPr>
            <p:ph type="body" sz="quarter" idx="32" hasCustomPrompt="1"/>
          </p:nvPr>
        </p:nvSpPr>
        <p:spPr>
          <a:xfrm>
            <a:off x="2140347" y="4428069"/>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73" name="Text Placeholder 33"/>
          <p:cNvSpPr>
            <a:spLocks noGrp="1"/>
          </p:cNvSpPr>
          <p:nvPr>
            <p:ph type="body" sz="quarter" idx="33" hasCustomPrompt="1"/>
          </p:nvPr>
        </p:nvSpPr>
        <p:spPr>
          <a:xfrm>
            <a:off x="3823494" y="4428069"/>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74" name="Text Placeholder 33"/>
          <p:cNvSpPr>
            <a:spLocks noGrp="1"/>
          </p:cNvSpPr>
          <p:nvPr>
            <p:ph type="body" sz="quarter" idx="34" hasCustomPrompt="1"/>
          </p:nvPr>
        </p:nvSpPr>
        <p:spPr>
          <a:xfrm>
            <a:off x="5506641" y="4428069"/>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75" name="Text Placeholder 33"/>
          <p:cNvSpPr>
            <a:spLocks noGrp="1"/>
          </p:cNvSpPr>
          <p:nvPr>
            <p:ph type="body" sz="quarter" idx="35" hasCustomPrompt="1"/>
          </p:nvPr>
        </p:nvSpPr>
        <p:spPr>
          <a:xfrm>
            <a:off x="7189787" y="4428069"/>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76" name="Text Placeholder 33"/>
          <p:cNvSpPr>
            <a:spLocks noGrp="1"/>
          </p:cNvSpPr>
          <p:nvPr>
            <p:ph type="body" sz="quarter" idx="36" hasCustomPrompt="1"/>
          </p:nvPr>
        </p:nvSpPr>
        <p:spPr>
          <a:xfrm>
            <a:off x="457200" y="4336335"/>
            <a:ext cx="1497013" cy="295466"/>
          </a:xfrm>
        </p:spPr>
        <p:txBody>
          <a:bodyPr anchor="b">
            <a:noAutofit/>
          </a:bodyPr>
          <a:lstStyle>
            <a:lvl1pPr>
              <a:buNone/>
              <a:defRPr sz="1600" b="0" i="1" spc="0">
                <a:solidFill>
                  <a:schemeClr val="bg2"/>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77" name="Text Placeholder 33"/>
          <p:cNvSpPr>
            <a:spLocks noGrp="1"/>
          </p:cNvSpPr>
          <p:nvPr>
            <p:ph type="body" sz="quarter" idx="37" hasCustomPrompt="1"/>
          </p:nvPr>
        </p:nvSpPr>
        <p:spPr>
          <a:xfrm>
            <a:off x="2140347" y="4336335"/>
            <a:ext cx="1497013" cy="295466"/>
          </a:xfrm>
        </p:spPr>
        <p:txBody>
          <a:bodyPr anchor="b">
            <a:noAutofit/>
          </a:bodyPr>
          <a:lstStyle>
            <a:lvl1pPr>
              <a:buNone/>
              <a:defRPr sz="1600" b="0" i="1" spc="0">
                <a:solidFill>
                  <a:schemeClr val="bg2"/>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78" name="Text Placeholder 33"/>
          <p:cNvSpPr>
            <a:spLocks noGrp="1"/>
          </p:cNvSpPr>
          <p:nvPr>
            <p:ph type="body" sz="quarter" idx="38" hasCustomPrompt="1"/>
          </p:nvPr>
        </p:nvSpPr>
        <p:spPr>
          <a:xfrm>
            <a:off x="3823494" y="4336335"/>
            <a:ext cx="1497013" cy="295466"/>
          </a:xfrm>
        </p:spPr>
        <p:txBody>
          <a:bodyPr anchor="b">
            <a:noAutofit/>
          </a:bodyPr>
          <a:lstStyle>
            <a:lvl1pPr>
              <a:buNone/>
              <a:defRPr sz="1600" b="0" i="1" spc="0">
                <a:solidFill>
                  <a:schemeClr val="bg2"/>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79" name="Text Placeholder 33"/>
          <p:cNvSpPr>
            <a:spLocks noGrp="1"/>
          </p:cNvSpPr>
          <p:nvPr>
            <p:ph type="body" sz="quarter" idx="39" hasCustomPrompt="1"/>
          </p:nvPr>
        </p:nvSpPr>
        <p:spPr>
          <a:xfrm>
            <a:off x="5506641" y="4336335"/>
            <a:ext cx="1497013" cy="295466"/>
          </a:xfrm>
        </p:spPr>
        <p:txBody>
          <a:bodyPr anchor="b">
            <a:noAutofit/>
          </a:bodyPr>
          <a:lstStyle>
            <a:lvl1pPr>
              <a:buNone/>
              <a:defRPr sz="1600" b="0" i="1" spc="0">
                <a:solidFill>
                  <a:schemeClr val="bg2"/>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80" name="Text Placeholder 33"/>
          <p:cNvSpPr>
            <a:spLocks noGrp="1"/>
          </p:cNvSpPr>
          <p:nvPr>
            <p:ph type="body" sz="quarter" idx="40" hasCustomPrompt="1"/>
          </p:nvPr>
        </p:nvSpPr>
        <p:spPr>
          <a:xfrm>
            <a:off x="7189787" y="4336335"/>
            <a:ext cx="1497013" cy="295466"/>
          </a:xfrm>
        </p:spPr>
        <p:txBody>
          <a:bodyPr anchor="b">
            <a:noAutofit/>
          </a:bodyPr>
          <a:lstStyle>
            <a:lvl1pPr>
              <a:buNone/>
              <a:defRPr sz="1600" b="0" i="1" spc="0">
                <a:solidFill>
                  <a:schemeClr val="bg2"/>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Tree>
    <p:extLst>
      <p:ext uri="{BB962C8B-B14F-4D97-AF65-F5344CB8AC3E}">
        <p14:creationId xmlns:p14="http://schemas.microsoft.com/office/powerpoint/2010/main" val="1419773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p:cNvSpPr>
            <a:spLocks noGrp="1"/>
          </p:cNvSpPr>
          <p:nvPr>
            <p:ph type="body" sz="quarter" idx="10" hasCustomPrompt="1"/>
          </p:nvPr>
        </p:nvSpPr>
        <p:spPr>
          <a:xfrm>
            <a:off x="1301262" y="6407150"/>
            <a:ext cx="6738787"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Tree>
    <p:extLst>
      <p:ext uri="{BB962C8B-B14F-4D97-AF65-F5344CB8AC3E}">
        <p14:creationId xmlns:p14="http://schemas.microsoft.com/office/powerpoint/2010/main" val="3033233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 half">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2"/>
          <p:cNvSpPr>
            <a:spLocks noGrp="1"/>
          </p:cNvSpPr>
          <p:nvPr>
            <p:ph idx="13"/>
          </p:nvPr>
        </p:nvSpPr>
        <p:spPr>
          <a:xfrm>
            <a:off x="1301262" y="3429000"/>
            <a:ext cx="2321755" cy="2749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p:cNvSpPr>
            <a:spLocks noGrp="1"/>
          </p:cNvSpPr>
          <p:nvPr>
            <p:ph type="body" sz="quarter" idx="10" hasCustomPrompt="1"/>
          </p:nvPr>
        </p:nvSpPr>
        <p:spPr>
          <a:xfrm>
            <a:off x="1301262" y="6407150"/>
            <a:ext cx="6738787"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Tree>
    <p:extLst>
      <p:ext uri="{BB962C8B-B14F-4D97-AF65-F5344CB8AC3E}">
        <p14:creationId xmlns:p14="http://schemas.microsoft.com/office/powerpoint/2010/main" val="3928062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 Half">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827585" y="3429000"/>
            <a:ext cx="4859215" cy="2749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p:cNvSpPr>
            <a:spLocks noGrp="1"/>
          </p:cNvSpPr>
          <p:nvPr>
            <p:ph type="body" sz="quarter" idx="10" hasCustomPrompt="1"/>
          </p:nvPr>
        </p:nvSpPr>
        <p:spPr>
          <a:xfrm>
            <a:off x="1301262" y="6407150"/>
            <a:ext cx="6738787"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Tree>
    <p:extLst>
      <p:ext uri="{BB962C8B-B14F-4D97-AF65-F5344CB8AC3E}">
        <p14:creationId xmlns:p14="http://schemas.microsoft.com/office/powerpoint/2010/main" val="837757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827585" y="685800"/>
            <a:ext cx="2321755" cy="5492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6" name="Content Placeholder 2"/>
          <p:cNvSpPr>
            <a:spLocks noGrp="1"/>
          </p:cNvSpPr>
          <p:nvPr>
            <p:ph idx="10"/>
          </p:nvPr>
        </p:nvSpPr>
        <p:spPr>
          <a:xfrm>
            <a:off x="6353908" y="685800"/>
            <a:ext cx="2332892" cy="5492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2"/>
          <p:cNvSpPr>
            <a:spLocks noGrp="1"/>
          </p:cNvSpPr>
          <p:nvPr>
            <p:ph type="body" sz="quarter" idx="11" hasCustomPrompt="1"/>
          </p:nvPr>
        </p:nvSpPr>
        <p:spPr>
          <a:xfrm>
            <a:off x="1301262" y="6407150"/>
            <a:ext cx="6738787"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Tree>
    <p:extLst>
      <p:ext uri="{BB962C8B-B14F-4D97-AF65-F5344CB8AC3E}">
        <p14:creationId xmlns:p14="http://schemas.microsoft.com/office/powerpoint/2010/main" val="2737492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Half">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2"/>
          <p:cNvSpPr>
            <a:spLocks noGrp="1"/>
          </p:cNvSpPr>
          <p:nvPr>
            <p:ph idx="1"/>
          </p:nvPr>
        </p:nvSpPr>
        <p:spPr>
          <a:xfrm>
            <a:off x="3827585" y="3429000"/>
            <a:ext cx="2321755" cy="2749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p:cNvSpPr>
            <a:spLocks noGrp="1"/>
          </p:cNvSpPr>
          <p:nvPr>
            <p:ph idx="10"/>
          </p:nvPr>
        </p:nvSpPr>
        <p:spPr>
          <a:xfrm>
            <a:off x="6353908" y="3429000"/>
            <a:ext cx="2332892" cy="2749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p:cNvSpPr>
            <a:spLocks noGrp="1"/>
          </p:cNvSpPr>
          <p:nvPr>
            <p:ph type="body" sz="quarter" idx="11" hasCustomPrompt="1"/>
          </p:nvPr>
        </p:nvSpPr>
        <p:spPr>
          <a:xfrm>
            <a:off x="1301262" y="6407150"/>
            <a:ext cx="6738787"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Tree>
    <p:extLst>
      <p:ext uri="{BB962C8B-B14F-4D97-AF65-F5344CB8AC3E}">
        <p14:creationId xmlns:p14="http://schemas.microsoft.com/office/powerpoint/2010/main" val="1811932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Half">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3827585" y="3429000"/>
            <a:ext cx="2321755" cy="2749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p:cNvSpPr>
            <a:spLocks noGrp="1"/>
          </p:cNvSpPr>
          <p:nvPr>
            <p:ph idx="10"/>
          </p:nvPr>
        </p:nvSpPr>
        <p:spPr>
          <a:xfrm>
            <a:off x="6353908" y="3429000"/>
            <a:ext cx="2332892" cy="2749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p:cNvSpPr>
            <a:spLocks noGrp="1"/>
          </p:cNvSpPr>
          <p:nvPr>
            <p:ph idx="11"/>
          </p:nvPr>
        </p:nvSpPr>
        <p:spPr>
          <a:xfrm>
            <a:off x="1301262" y="3429000"/>
            <a:ext cx="2321755" cy="2749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2"/>
          <p:cNvSpPr>
            <a:spLocks noGrp="1"/>
          </p:cNvSpPr>
          <p:nvPr>
            <p:ph type="body" sz="quarter" idx="12" hasCustomPrompt="1"/>
          </p:nvPr>
        </p:nvSpPr>
        <p:spPr>
          <a:xfrm>
            <a:off x="1301262" y="6407150"/>
            <a:ext cx="6738787"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Tree>
    <p:extLst>
      <p:ext uri="{BB962C8B-B14F-4D97-AF65-F5344CB8AC3E}">
        <p14:creationId xmlns:p14="http://schemas.microsoft.com/office/powerpoint/2010/main" val="3327924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hasCustomPrompt="1"/>
          </p:nvPr>
        </p:nvSpPr>
        <p:spPr>
          <a:xfrm>
            <a:off x="457200" y="6407150"/>
            <a:ext cx="7582849"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Tree>
    <p:extLst>
      <p:ext uri="{BB962C8B-B14F-4D97-AF65-F5344CB8AC3E}">
        <p14:creationId xmlns:p14="http://schemas.microsoft.com/office/powerpoint/2010/main" val="3748903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hapter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3848100"/>
            <a:ext cx="4229100" cy="2543773"/>
          </a:xfrm>
        </p:spPr>
        <p:txBody>
          <a:bodyPr>
            <a:spAutoFit/>
          </a:bodyPr>
          <a:lstStyle>
            <a:lvl1pPr>
              <a:defRPr sz="5800" kern="100" spc="-200" baseline="0">
                <a:solidFill>
                  <a:schemeClr val="bg1"/>
                </a:solidFill>
              </a:defRPr>
            </a:lvl1pPr>
          </a:lstStyle>
          <a:p>
            <a:r>
              <a:rPr lang="en-US"/>
              <a:t>Click to edit Master title style</a:t>
            </a:r>
          </a:p>
        </p:txBody>
      </p:sp>
    </p:spTree>
    <p:extLst>
      <p:ext uri="{BB962C8B-B14F-4D97-AF65-F5344CB8AC3E}">
        <p14:creationId xmlns:p14="http://schemas.microsoft.com/office/powerpoint/2010/main" val="3072106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rid">
    <p:spTree>
      <p:nvGrpSpPr>
        <p:cNvPr id="1" name=""/>
        <p:cNvGrpSpPr/>
        <p:nvPr/>
      </p:nvGrpSpPr>
      <p:grpSpPr>
        <a:xfrm>
          <a:off x="0" y="0"/>
          <a:ext cx="0" cy="0"/>
          <a:chOff x="0" y="0"/>
          <a:chExt cx="0" cy="0"/>
        </a:xfrm>
      </p:grpSpPr>
      <p:grpSp>
        <p:nvGrpSpPr>
          <p:cNvPr id="4" name="Group 3"/>
          <p:cNvGrpSpPr/>
          <p:nvPr userDrawn="1"/>
        </p:nvGrpSpPr>
        <p:grpSpPr>
          <a:xfrm>
            <a:off x="0" y="0"/>
            <a:ext cx="9144000" cy="6858000"/>
            <a:chOff x="0" y="0"/>
            <a:chExt cx="9144000" cy="6858000"/>
          </a:xfrm>
        </p:grpSpPr>
        <p:cxnSp>
          <p:nvCxnSpPr>
            <p:cNvPr id="49" name="Straight Connector 48"/>
            <p:cNvCxnSpPr/>
            <p:nvPr userDrawn="1"/>
          </p:nvCxnSpPr>
          <p:spPr>
            <a:xfrm>
              <a:off x="457200"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userDrawn="1"/>
          </p:nvCxnSpPr>
          <p:spPr>
            <a:xfrm>
              <a:off x="8686800"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userDrawn="1"/>
          </p:nvCxnSpPr>
          <p:spPr>
            <a:xfrm>
              <a:off x="1113726"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userDrawn="1"/>
          </p:nvCxnSpPr>
          <p:spPr>
            <a:xfrm>
              <a:off x="1300622"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userDrawn="1"/>
          </p:nvCxnSpPr>
          <p:spPr>
            <a:xfrm>
              <a:off x="1954396"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userDrawn="1"/>
          </p:nvCxnSpPr>
          <p:spPr>
            <a:xfrm>
              <a:off x="2143050"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userDrawn="1"/>
          </p:nvCxnSpPr>
          <p:spPr>
            <a:xfrm>
              <a:off x="2796824"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userDrawn="1"/>
          </p:nvCxnSpPr>
          <p:spPr>
            <a:xfrm>
              <a:off x="2990753"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userDrawn="1"/>
          </p:nvCxnSpPr>
          <p:spPr>
            <a:xfrm>
              <a:off x="3639252"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userDrawn="1"/>
          </p:nvCxnSpPr>
          <p:spPr>
            <a:xfrm>
              <a:off x="3829078"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userDrawn="1"/>
          </p:nvCxnSpPr>
          <p:spPr>
            <a:xfrm>
              <a:off x="4478749"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userDrawn="1"/>
          </p:nvCxnSpPr>
          <p:spPr>
            <a:xfrm>
              <a:off x="4670334"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userDrawn="1"/>
          </p:nvCxnSpPr>
          <p:spPr>
            <a:xfrm>
              <a:off x="5324108"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userDrawn="1"/>
          </p:nvCxnSpPr>
          <p:spPr>
            <a:xfrm>
              <a:off x="5512762"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userDrawn="1"/>
          </p:nvCxnSpPr>
          <p:spPr>
            <a:xfrm>
              <a:off x="6166536"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userDrawn="1"/>
          </p:nvCxnSpPr>
          <p:spPr>
            <a:xfrm>
              <a:off x="6355190"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userDrawn="1"/>
          </p:nvCxnSpPr>
          <p:spPr>
            <a:xfrm>
              <a:off x="7008964"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userDrawn="1"/>
          </p:nvCxnSpPr>
          <p:spPr>
            <a:xfrm>
              <a:off x="7197618"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userDrawn="1"/>
          </p:nvCxnSpPr>
          <p:spPr>
            <a:xfrm>
              <a:off x="7851392"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userDrawn="1"/>
          </p:nvCxnSpPr>
          <p:spPr>
            <a:xfrm>
              <a:off x="8040049"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userDrawn="1"/>
          </p:nvCxnSpPr>
          <p:spPr>
            <a:xfrm>
              <a:off x="0" y="457200"/>
              <a:ext cx="9144000" cy="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userDrawn="1"/>
          </p:nvCxnSpPr>
          <p:spPr>
            <a:xfrm>
              <a:off x="0" y="685800"/>
              <a:ext cx="9144000" cy="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userDrawn="1"/>
          </p:nvCxnSpPr>
          <p:spPr>
            <a:xfrm>
              <a:off x="0" y="6178550"/>
              <a:ext cx="9144000" cy="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userDrawn="1"/>
          </p:nvCxnSpPr>
          <p:spPr>
            <a:xfrm>
              <a:off x="0" y="6407150"/>
              <a:ext cx="9144000" cy="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userDrawn="1"/>
          </p:nvCxnSpPr>
          <p:spPr>
            <a:xfrm flipH="1">
              <a:off x="0" y="3429000"/>
              <a:ext cx="9144000" cy="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649215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2" name="Title 21"/>
          <p:cNvSpPr>
            <a:spLocks noGrp="1"/>
          </p:cNvSpPr>
          <p:nvPr>
            <p:ph type="title"/>
          </p:nvPr>
        </p:nvSpPr>
        <p:spPr>
          <a:xfrm>
            <a:off x="457200" y="497672"/>
            <a:ext cx="8229600" cy="747233"/>
          </a:xfrm>
        </p:spPr>
        <p:txBody>
          <a:bodyPr/>
          <a:lstStyle>
            <a:lvl1pPr>
              <a:defRPr kumimoji="0" lang="en-US" sz="3200" kern="1200" cap="all" baseline="0" dirty="0" smtClean="0">
                <a:solidFill>
                  <a:schemeClr val="tx2"/>
                </a:solidFill>
                <a:effectLst/>
                <a:latin typeface="+mj-lt"/>
                <a:ea typeface="+mj-ea"/>
                <a:cs typeface="+mj-cs"/>
              </a:defRPr>
            </a:lvl1pPr>
          </a:lstStyle>
          <a:p>
            <a:r>
              <a:rPr lang="en-US"/>
              <a:t>Click to edit Master title style</a:t>
            </a:r>
          </a:p>
        </p:txBody>
      </p:sp>
      <p:sp>
        <p:nvSpPr>
          <p:cNvPr id="27" name="Content Placeholder 26"/>
          <p:cNvSpPr>
            <a:spLocks noGrp="1"/>
          </p:cNvSpPr>
          <p:nvPr>
            <p:ph idx="1"/>
          </p:nvPr>
        </p:nvSpPr>
        <p:spPr>
          <a:xfrm>
            <a:off x="457200" y="1410159"/>
            <a:ext cx="8229600" cy="4768391"/>
          </a:xfrm>
        </p:spPr>
        <p:txBody>
          <a:bodyPr>
            <a:normAutofit/>
          </a:bodyPr>
          <a:lstStyle>
            <a:lvl1pPr marL="342900" indent="-342900">
              <a:buClrTx/>
              <a:buSzPct val="90000"/>
              <a:buFont typeface="Wingdings" pitchFamily="2" charset="2"/>
              <a:buChar char="§"/>
              <a:defRPr sz="2400"/>
            </a:lvl1pPr>
            <a:lvl2pPr marL="742950" indent="-285750">
              <a:buClrTx/>
              <a:buSzPct val="90000"/>
              <a:buFont typeface="Arial" pitchFamily="34" charset="0"/>
              <a:buChar char="•"/>
              <a:defRPr sz="2000"/>
            </a:lvl2pPr>
            <a:lvl3pPr marL="1143000" indent="-228600">
              <a:buClrTx/>
              <a:buSzPct val="60000"/>
              <a:buFont typeface="Courier New" pitchFamily="49" charset="0"/>
              <a:buChar char="o"/>
              <a:defRPr sz="1800"/>
            </a:lvl3pPr>
            <a:lvl4pPr>
              <a:buClrTx/>
              <a:buSzPct val="50000"/>
              <a:defRPr sz="1600"/>
            </a:lvl4pPr>
            <a:lvl5pPr marL="2057400" indent="-228600">
              <a:buClrTx/>
              <a:buSzPct val="40000"/>
              <a:buFont typeface="Wingdings" pitchFamily="2" charset="2"/>
              <a:buChar char="v"/>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15">
            <a:extLst>
              <a:ext uri="{FF2B5EF4-FFF2-40B4-BE49-F238E27FC236}">
                <a16:creationId xmlns:a16="http://schemas.microsoft.com/office/drawing/2014/main" id="{9E624EB5-C5D7-42D4-B8C8-B4E09DB1FD30}"/>
              </a:ext>
            </a:extLst>
          </p:cNvPr>
          <p:cNvSpPr>
            <a:spLocks noGrp="1"/>
          </p:cNvSpPr>
          <p:nvPr>
            <p:ph type="sldNum" sz="quarter" idx="10"/>
          </p:nvPr>
        </p:nvSpPr>
        <p:spPr/>
        <p:txBody>
          <a:bodyPr/>
          <a:lstStyle>
            <a:lvl1pPr>
              <a:defRPr/>
            </a:lvl1pPr>
          </a:lstStyle>
          <a:p>
            <a:pPr>
              <a:defRPr/>
            </a:pPr>
            <a:endParaRPr lang="en-US" altLang="en-US" b="1"/>
          </a:p>
        </p:txBody>
      </p:sp>
      <p:sp>
        <p:nvSpPr>
          <p:cNvPr id="5" name="Footer Placeholder 18">
            <a:extLst>
              <a:ext uri="{FF2B5EF4-FFF2-40B4-BE49-F238E27FC236}">
                <a16:creationId xmlns:a16="http://schemas.microsoft.com/office/drawing/2014/main" id="{A020E031-F269-43F6-A25B-162873BA7594}"/>
              </a:ext>
            </a:extLst>
          </p:cNvPr>
          <p:cNvSpPr>
            <a:spLocks noGrp="1"/>
          </p:cNvSpPr>
          <p:nvPr>
            <p:ph type="ftr" sz="quarter" idx="11"/>
          </p:nvPr>
        </p:nvSpPr>
        <p:spPr>
          <a:xfrm>
            <a:off x="0" y="6629400"/>
            <a:ext cx="3276600" cy="228600"/>
          </a:xfrm>
        </p:spPr>
        <p:txBody>
          <a:bodyPr/>
          <a:lstStyle>
            <a:lvl1pPr eaLnBrk="1" hangingPunct="1">
              <a:defRPr sz="900" i="1" baseline="0">
                <a:latin typeface="Franklin Gothic Book" pitchFamily="34" charset="0"/>
              </a:defRPr>
            </a:lvl1pPr>
          </a:lstStyle>
          <a:p>
            <a:pPr>
              <a:defRPr/>
            </a:pPr>
            <a:endParaRPr lang="en-US"/>
          </a:p>
        </p:txBody>
      </p:sp>
    </p:spTree>
    <p:extLst>
      <p:ext uri="{BB962C8B-B14F-4D97-AF65-F5344CB8AC3E}">
        <p14:creationId xmlns:p14="http://schemas.microsoft.com/office/powerpoint/2010/main" val="4066139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85800"/>
            <a:ext cx="3182052" cy="1228028"/>
          </a:xfrm>
          <a:prstGeom prst="rect">
            <a:avLst/>
          </a:prstGeom>
        </p:spPr>
        <p:txBody>
          <a:bodyPr vert="horz" wrap="square" lIns="0" tIns="0" rIns="0" bIns="0" rtlCol="0" anchor="t">
            <a:noAutofit/>
          </a:bodyPr>
          <a:lstStyle/>
          <a:p>
            <a:r>
              <a:rPr lang="en-US"/>
              <a:t>All Click To Edit Master Title </a:t>
            </a:r>
            <a:br>
              <a:rPr lang="en-US"/>
            </a:br>
            <a:r>
              <a:rPr lang="en-US"/>
              <a:t>Style</a:t>
            </a:r>
          </a:p>
        </p:txBody>
      </p:sp>
      <p:sp>
        <p:nvSpPr>
          <p:cNvPr id="3" name="Text Placeholder 2"/>
          <p:cNvSpPr>
            <a:spLocks noGrp="1"/>
          </p:cNvSpPr>
          <p:nvPr>
            <p:ph type="body" idx="1"/>
          </p:nvPr>
        </p:nvSpPr>
        <p:spPr>
          <a:xfrm>
            <a:off x="3829078" y="685800"/>
            <a:ext cx="4857722" cy="549275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More</a:t>
            </a:r>
          </a:p>
          <a:p>
            <a:pPr lvl="8"/>
            <a:r>
              <a:rPr lang="en-US"/>
              <a:t>More</a:t>
            </a:r>
          </a:p>
        </p:txBody>
      </p:sp>
      <p:cxnSp>
        <p:nvCxnSpPr>
          <p:cNvPr id="69" name="Straight Connector 68"/>
          <p:cNvCxnSpPr/>
          <p:nvPr userDrawn="1"/>
        </p:nvCxnSpPr>
        <p:spPr>
          <a:xfrm>
            <a:off x="457200" y="460057"/>
            <a:ext cx="3182052" cy="0"/>
          </a:xfrm>
          <a:prstGeom prst="line">
            <a:avLst/>
          </a:prstGeom>
          <a:ln w="12700">
            <a:solidFill>
              <a:schemeClr val="tx2"/>
            </a:solidFill>
            <a:beve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userDrawn="1"/>
        </p:nvCxnSpPr>
        <p:spPr>
          <a:xfrm>
            <a:off x="3829078" y="460057"/>
            <a:ext cx="4857722" cy="0"/>
          </a:xfrm>
          <a:prstGeom prst="line">
            <a:avLst/>
          </a:prstGeom>
          <a:ln w="12700">
            <a:solidFill>
              <a:schemeClr val="tx2"/>
            </a:solidFill>
            <a:bevel/>
          </a:ln>
        </p:spPr>
        <p:style>
          <a:lnRef idx="1">
            <a:schemeClr val="accent1"/>
          </a:lnRef>
          <a:fillRef idx="0">
            <a:schemeClr val="accent1"/>
          </a:fillRef>
          <a:effectRef idx="0">
            <a:schemeClr val="accent1"/>
          </a:effectRef>
          <a:fontRef idx="minor">
            <a:schemeClr val="tx1"/>
          </a:fontRef>
        </p:style>
      </p:cxnSp>
      <p:sp>
        <p:nvSpPr>
          <p:cNvPr id="76" name="TextBox 75"/>
          <p:cNvSpPr txBox="1"/>
          <p:nvPr userDrawn="1"/>
        </p:nvSpPr>
        <p:spPr>
          <a:xfrm>
            <a:off x="8561766" y="6397715"/>
            <a:ext cx="125034" cy="123111"/>
          </a:xfrm>
          <a:prstGeom prst="rect">
            <a:avLst/>
          </a:prstGeom>
          <a:noFill/>
        </p:spPr>
        <p:txBody>
          <a:bodyPr wrap="none" lIns="0" tIns="0" rIns="0" bIns="0" rtlCol="0">
            <a:spAutoFit/>
          </a:bodyPr>
          <a:lstStyle/>
          <a:p>
            <a:pPr algn="r"/>
            <a:fld id="{2385CB4A-7E96-44CA-B116-B71B544B697D}" type="slidenum">
              <a:rPr lang="en-US" sz="800" smtClean="0">
                <a:solidFill>
                  <a:schemeClr val="bg2"/>
                </a:solidFill>
              </a:rPr>
              <a:pPr algn="r"/>
              <a:t>‹nº›</a:t>
            </a:fld>
            <a:endParaRPr lang="en-US" sz="800">
              <a:solidFill>
                <a:schemeClr val="bg2"/>
              </a:solidFill>
            </a:endParaRPr>
          </a:p>
        </p:txBody>
      </p:sp>
      <p:sp>
        <p:nvSpPr>
          <p:cNvPr id="117" name="TextBox 116"/>
          <p:cNvSpPr txBox="1"/>
          <p:nvPr userDrawn="1"/>
        </p:nvSpPr>
        <p:spPr>
          <a:xfrm>
            <a:off x="8331889" y="6397715"/>
            <a:ext cx="24045" cy="123111"/>
          </a:xfrm>
          <a:prstGeom prst="rect">
            <a:avLst/>
          </a:prstGeom>
          <a:noFill/>
        </p:spPr>
        <p:txBody>
          <a:bodyPr wrap="none" lIns="0" tIns="0" rIns="0" bIns="0" rtlCol="0">
            <a:spAutoFit/>
          </a:bodyPr>
          <a:lstStyle/>
          <a:p>
            <a:pPr algn="r"/>
            <a:r>
              <a:rPr lang="en-US" sz="800">
                <a:solidFill>
                  <a:schemeClr val="bg2"/>
                </a:solidFill>
              </a:rPr>
              <a:t>|</a:t>
            </a:r>
          </a:p>
        </p:txBody>
      </p:sp>
    </p:spTree>
    <p:extLst>
      <p:ext uri="{BB962C8B-B14F-4D97-AF65-F5344CB8AC3E}">
        <p14:creationId xmlns:p14="http://schemas.microsoft.com/office/powerpoint/2010/main" val="3728137087"/>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3" r:id="rId3"/>
    <p:sldLayoutId id="2147483656" r:id="rId4"/>
    <p:sldLayoutId id="2147483658" r:id="rId5"/>
    <p:sldLayoutId id="2147483650" r:id="rId6"/>
    <p:sldLayoutId id="2147483657" r:id="rId7"/>
    <p:sldLayoutId id="2147483659" r:id="rId8"/>
    <p:sldLayoutId id="2147483654" r:id="rId9"/>
    <p:sldLayoutId id="2147483660" r:id="rId10"/>
    <p:sldLayoutId id="2147483655" r:id="rId11"/>
    <p:sldLayoutId id="2147483665" r:id="rId12"/>
  </p:sldLayoutIdLst>
  <p:txStyles>
    <p:titleStyle>
      <a:lvl1pPr algn="l" defTabSz="914400" rtl="0" eaLnBrk="1" latinLnBrk="0" hangingPunct="1">
        <a:lnSpc>
          <a:spcPct val="95000"/>
        </a:lnSpc>
        <a:spcBef>
          <a:spcPct val="0"/>
        </a:spcBef>
        <a:buNone/>
        <a:defRPr sz="2800" b="1" kern="1200" spc="-150">
          <a:solidFill>
            <a:schemeClr val="tx2"/>
          </a:solidFill>
          <a:latin typeface="+mj-lt"/>
          <a:ea typeface="+mj-ea"/>
          <a:cs typeface="+mj-cs"/>
        </a:defRPr>
      </a:lvl1pPr>
    </p:titleStyle>
    <p:bodyStyle>
      <a:lvl1pPr marL="0" indent="0" algn="l" defTabSz="914400" rtl="0" eaLnBrk="1" latinLnBrk="0" hangingPunct="1">
        <a:lnSpc>
          <a:spcPct val="120000"/>
        </a:lnSpc>
        <a:spcBef>
          <a:spcPts val="600"/>
        </a:spcBef>
        <a:spcAft>
          <a:spcPts val="1200"/>
        </a:spcAft>
        <a:buFont typeface="Arial" panose="020B0604020202020204" pitchFamily="34" charset="0"/>
        <a:buChar char="​"/>
        <a:defRPr sz="1500" b="0" i="1" kern="1200">
          <a:solidFill>
            <a:schemeClr val="accent1"/>
          </a:solidFill>
          <a:latin typeface="Corbel" panose="020B0503020204020204" pitchFamily="34" charset="0"/>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Char char="​"/>
        <a:defRPr sz="1500" i="1" kern="1200">
          <a:solidFill>
            <a:schemeClr val="tx2"/>
          </a:solidFill>
          <a:latin typeface="Corbel" panose="020B0503020204020204" pitchFamily="34" charset="0"/>
          <a:ea typeface="+mn-ea"/>
          <a:cs typeface="+mn-cs"/>
        </a:defRPr>
      </a:lvl2pPr>
      <a:lvl3pPr marL="0" indent="0" algn="l" defTabSz="914400" rtl="0" eaLnBrk="1" latinLnBrk="0" hangingPunct="1">
        <a:lnSpc>
          <a:spcPct val="110000"/>
        </a:lnSpc>
        <a:spcBef>
          <a:spcPts val="600"/>
        </a:spcBef>
        <a:spcAft>
          <a:spcPts val="0"/>
        </a:spcAft>
        <a:buFont typeface="Arial" panose="020B0604020202020204" pitchFamily="34" charset="0"/>
        <a:buChar char="​"/>
        <a:defRPr sz="1100" b="1" kern="1200">
          <a:solidFill>
            <a:schemeClr val="accent4"/>
          </a:solidFill>
          <a:latin typeface="Microsoft New Tai Lue" panose="020B0502040204020203" pitchFamily="34" charset="0"/>
          <a:ea typeface="+mn-ea"/>
          <a:cs typeface="Microsoft New Tai Lue" panose="020B0502040204020203" pitchFamily="34" charset="0"/>
        </a:defRPr>
      </a:lvl3pPr>
      <a:lvl4pPr marL="0" indent="0" algn="l" defTabSz="914400" rtl="0" eaLnBrk="1" latinLnBrk="0" hangingPunct="1">
        <a:lnSpc>
          <a:spcPct val="114000"/>
        </a:lnSpc>
        <a:spcBef>
          <a:spcPts val="600"/>
        </a:spcBef>
        <a:spcAft>
          <a:spcPts val="600"/>
        </a:spcAft>
        <a:buFont typeface="Arial" panose="020B0604020202020204" pitchFamily="34" charset="0"/>
        <a:buChar char="​"/>
        <a:defRPr sz="1100" kern="1200">
          <a:solidFill>
            <a:schemeClr val="tx2"/>
          </a:solidFill>
          <a:latin typeface="Microsoft New Tai Lue" panose="020B0502040204020203" pitchFamily="34" charset="0"/>
          <a:ea typeface="+mn-ea"/>
          <a:cs typeface="Microsoft New Tai Lue" panose="020B0502040204020203" pitchFamily="34" charset="0"/>
        </a:defRPr>
      </a:lvl4pPr>
      <a:lvl5pPr marL="171450" indent="-171450" algn="l" defTabSz="914400" rtl="0" eaLnBrk="1" latinLnBrk="0" hangingPunct="1">
        <a:lnSpc>
          <a:spcPct val="95000"/>
        </a:lnSpc>
        <a:spcBef>
          <a:spcPts val="0"/>
        </a:spcBef>
        <a:spcAft>
          <a:spcPts val="600"/>
        </a:spcAft>
        <a:buFont typeface="Arial" panose="020B0604020202020204" pitchFamily="34" charset="0"/>
        <a:buChar char="•"/>
        <a:defRPr sz="1100" kern="1200">
          <a:solidFill>
            <a:schemeClr val="tx2"/>
          </a:solidFill>
          <a:latin typeface="Microsoft New Tai Lue" panose="020B0502040204020203" pitchFamily="34" charset="0"/>
          <a:ea typeface="+mn-ea"/>
          <a:cs typeface="Microsoft New Tai Lue" panose="020B0502040204020203" pitchFamily="34" charset="0"/>
        </a:defRPr>
      </a:lvl5pPr>
      <a:lvl6pPr marL="344488" indent="-173038" algn="l" defTabSz="914400" rtl="0" eaLnBrk="1" latinLnBrk="0" hangingPunct="1">
        <a:lnSpc>
          <a:spcPct val="85000"/>
        </a:lnSpc>
        <a:spcBef>
          <a:spcPct val="20000"/>
        </a:spcBef>
        <a:spcAft>
          <a:spcPts val="600"/>
        </a:spcAft>
        <a:buFont typeface="Arial" panose="020B0604020202020204" pitchFamily="34" charset="0"/>
        <a:buChar char="•"/>
        <a:defRPr sz="1100" kern="1200" baseline="0">
          <a:solidFill>
            <a:schemeClr val="tx2"/>
          </a:solidFill>
          <a:latin typeface="+mn-lt"/>
          <a:ea typeface="+mn-ea"/>
          <a:cs typeface="+mn-cs"/>
        </a:defRPr>
      </a:lvl6pPr>
      <a:lvl7pPr marL="0" indent="0" algn="l" defTabSz="914400" rtl="0" eaLnBrk="1" latinLnBrk="0" hangingPunct="1">
        <a:spcBef>
          <a:spcPts val="600"/>
        </a:spcBef>
        <a:spcAft>
          <a:spcPts val="600"/>
        </a:spcAft>
        <a:buClr>
          <a:schemeClr val="bg2"/>
        </a:buClr>
        <a:buFont typeface="Arial" panose="020B0604020202020204" pitchFamily="34" charset="0"/>
        <a:buChar char="​"/>
        <a:defRPr sz="1500" i="1" kern="1200" baseline="0">
          <a:solidFill>
            <a:schemeClr val="bg2"/>
          </a:solidFill>
          <a:latin typeface="Corbel" panose="020B0503020204020204" pitchFamily="34" charset="0"/>
          <a:ea typeface="+mn-ea"/>
          <a:cs typeface="+mn-cs"/>
        </a:defRPr>
      </a:lvl7pPr>
      <a:lvl8pPr marL="171450" indent="-171450" algn="l" defTabSz="914400" rtl="0" eaLnBrk="1" latinLnBrk="0" hangingPunct="1">
        <a:spcBef>
          <a:spcPts val="0"/>
        </a:spcBef>
        <a:spcAft>
          <a:spcPts val="600"/>
        </a:spcAft>
        <a:buFont typeface="Arial" panose="020B0604020202020204" pitchFamily="34" charset="0"/>
        <a:buChar char="•"/>
        <a:defRPr sz="1100" kern="1200">
          <a:solidFill>
            <a:schemeClr val="bg2"/>
          </a:solidFill>
          <a:latin typeface="Corbel" panose="020B0503020204020204" pitchFamily="34" charset="0"/>
          <a:ea typeface="+mn-ea"/>
          <a:cs typeface="+mn-cs"/>
        </a:defRPr>
      </a:lvl8pPr>
      <a:lvl9pPr marL="344488" indent="-173038" algn="l" defTabSz="914400" rtl="0" eaLnBrk="1" latinLnBrk="0" hangingPunct="1">
        <a:spcBef>
          <a:spcPct val="20000"/>
        </a:spcBef>
        <a:spcAft>
          <a:spcPts val="600"/>
        </a:spcAft>
        <a:buFont typeface="Arial" panose="020B0604020202020204" pitchFamily="34" charset="0"/>
        <a:buChar char="•"/>
        <a:defRPr sz="1100" kern="1200">
          <a:solidFill>
            <a:schemeClr val="bg2"/>
          </a:solidFill>
          <a:latin typeface="Corbel" panose="020B0503020204020204" pitchFamily="34" charset="0"/>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 y="358924"/>
            <a:ext cx="7984836" cy="2742289"/>
          </a:xfrm>
        </p:spPr>
        <p:txBody>
          <a:bodyPr/>
          <a:lstStyle/>
          <a:p>
            <a:r>
              <a:rPr lang="en-US" dirty="0" err="1"/>
              <a:t>Modelagem</a:t>
            </a:r>
            <a:r>
              <a:rPr lang="en-US" dirty="0"/>
              <a:t> </a:t>
            </a:r>
            <a:r>
              <a:rPr lang="en-US" dirty="0" err="1"/>
              <a:t>informacional</a:t>
            </a:r>
            <a:endParaRPr lang="en-US" dirty="0"/>
          </a:p>
        </p:txBody>
      </p:sp>
      <p:sp>
        <p:nvSpPr>
          <p:cNvPr id="3" name="Text Placeholder 2"/>
          <p:cNvSpPr>
            <a:spLocks noGrp="1"/>
          </p:cNvSpPr>
          <p:nvPr>
            <p:ph type="body" sz="quarter" idx="10"/>
          </p:nvPr>
        </p:nvSpPr>
        <p:spPr/>
        <p:txBody>
          <a:bodyPr/>
          <a:lstStyle/>
          <a:p>
            <a:endParaRPr lang="en-US"/>
          </a:p>
        </p:txBody>
      </p:sp>
      <p:sp>
        <p:nvSpPr>
          <p:cNvPr id="4" name="Text Placeholder 3"/>
          <p:cNvSpPr>
            <a:spLocks noGrp="1"/>
          </p:cNvSpPr>
          <p:nvPr>
            <p:ph type="body" sz="quarter" idx="11"/>
          </p:nvPr>
        </p:nvSpPr>
        <p:spPr>
          <a:xfrm>
            <a:off x="3823492" y="5181597"/>
            <a:ext cx="1497013" cy="1022351"/>
          </a:xfrm>
        </p:spPr>
        <p:txBody>
          <a:bodyPr/>
          <a:lstStyle/>
          <a:p>
            <a:r>
              <a:rPr lang="en-US" dirty="0" err="1"/>
              <a:t>Fevereiro</a:t>
            </a:r>
            <a:r>
              <a:rPr lang="en-US" dirty="0"/>
              <a:t>, 2022</a:t>
            </a:r>
          </a:p>
        </p:txBody>
      </p:sp>
      <p:sp>
        <p:nvSpPr>
          <p:cNvPr id="2" name="TextBox 1">
            <a:extLst>
              <a:ext uri="{FF2B5EF4-FFF2-40B4-BE49-F238E27FC236}">
                <a16:creationId xmlns:a16="http://schemas.microsoft.com/office/drawing/2014/main" id="{CE784A9F-2F14-47A1-9BDA-D2347E4C0043}"/>
              </a:ext>
            </a:extLst>
          </p:cNvPr>
          <p:cNvSpPr txBox="1"/>
          <p:nvPr/>
        </p:nvSpPr>
        <p:spPr>
          <a:xfrm>
            <a:off x="2670703" y="2716492"/>
            <a:ext cx="4421403" cy="769441"/>
          </a:xfrm>
          <a:prstGeom prst="rect">
            <a:avLst/>
          </a:prstGeom>
          <a:noFill/>
        </p:spPr>
        <p:txBody>
          <a:bodyPr wrap="none" rtlCol="0">
            <a:spAutoFit/>
          </a:bodyPr>
          <a:lstStyle/>
          <a:p>
            <a:r>
              <a:rPr lang="pt-BR" sz="4400" b="1" dirty="0">
                <a:solidFill>
                  <a:srgbClr val="00B0F0"/>
                </a:solidFill>
              </a:rPr>
              <a:t>Minimundo EAL</a:t>
            </a:r>
          </a:p>
        </p:txBody>
      </p:sp>
      <p:sp>
        <p:nvSpPr>
          <p:cNvPr id="10" name="Text Placeholder 5">
            <a:extLst>
              <a:ext uri="{FF2B5EF4-FFF2-40B4-BE49-F238E27FC236}">
                <a16:creationId xmlns:a16="http://schemas.microsoft.com/office/drawing/2014/main" id="{776B9002-812A-49EF-8590-90F1D6EFBB7E}"/>
              </a:ext>
            </a:extLst>
          </p:cNvPr>
          <p:cNvSpPr>
            <a:spLocks noGrp="1"/>
          </p:cNvSpPr>
          <p:nvPr>
            <p:ph type="body" sz="quarter" idx="12"/>
          </p:nvPr>
        </p:nvSpPr>
        <p:spPr>
          <a:xfrm>
            <a:off x="6087291" y="5181598"/>
            <a:ext cx="2599509" cy="1022351"/>
          </a:xfrm>
        </p:spPr>
        <p:txBody>
          <a:bodyPr/>
          <a:lstStyle/>
          <a:p>
            <a:r>
              <a:rPr lang="en-US" dirty="0"/>
              <a:t>Júlio </a:t>
            </a:r>
            <a:r>
              <a:rPr lang="en-US"/>
              <a:t>César Chaves</a:t>
            </a:r>
          </a:p>
          <a:p>
            <a:r>
              <a:rPr lang="en-US"/>
              <a:t>julio.cesar.chaves@prof.fgv.edu.br</a:t>
            </a:r>
            <a:endParaRPr lang="en-US" dirty="0"/>
          </a:p>
        </p:txBody>
      </p:sp>
    </p:spTree>
    <p:extLst>
      <p:ext uri="{BB962C8B-B14F-4D97-AF65-F5344CB8AC3E}">
        <p14:creationId xmlns:p14="http://schemas.microsoft.com/office/powerpoint/2010/main" val="1907083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D029EC-3966-70CB-AC28-C82896931C35}"/>
              </a:ext>
            </a:extLst>
          </p:cNvPr>
          <p:cNvSpPr>
            <a:spLocks noGrp="1"/>
          </p:cNvSpPr>
          <p:nvPr>
            <p:ph type="title"/>
          </p:nvPr>
        </p:nvSpPr>
        <p:spPr/>
        <p:txBody>
          <a:bodyPr/>
          <a:lstStyle/>
          <a:p>
            <a:r>
              <a:rPr lang="pt-BR" dirty="0"/>
              <a:t>EAL Autoescola</a:t>
            </a:r>
          </a:p>
        </p:txBody>
      </p:sp>
      <p:sp>
        <p:nvSpPr>
          <p:cNvPr id="4" name="Espaço Reservado para Conteúdo 3">
            <a:extLst>
              <a:ext uri="{FF2B5EF4-FFF2-40B4-BE49-F238E27FC236}">
                <a16:creationId xmlns:a16="http://schemas.microsoft.com/office/drawing/2014/main" id="{1129C928-0FE1-8790-B7BC-7DF2A5DA59BA}"/>
              </a:ext>
            </a:extLst>
          </p:cNvPr>
          <p:cNvSpPr>
            <a:spLocks noGrp="1"/>
          </p:cNvSpPr>
          <p:nvPr>
            <p:ph idx="10"/>
          </p:nvPr>
        </p:nvSpPr>
        <p:spPr>
          <a:xfrm>
            <a:off x="6353908" y="2291379"/>
            <a:ext cx="2332892" cy="3887171"/>
          </a:xfrm>
        </p:spPr>
        <p:txBody>
          <a:bodyPr/>
          <a:lstStyle/>
          <a:p>
            <a:r>
              <a:rPr lang="pt-BR" dirty="0"/>
              <a:t>Agendamento de veículos</a:t>
            </a:r>
          </a:p>
          <a:p>
            <a:pPr lvl="2"/>
            <a:r>
              <a:rPr lang="pt-BR" dirty="0"/>
              <a:t>Sobre o agendamento para uso dos veículos, os instrutores seguem as mesmas características de agendamento da sala.</a:t>
            </a:r>
          </a:p>
          <a:p>
            <a:r>
              <a:rPr lang="pt-BR" dirty="0"/>
              <a:t>Pagamentos</a:t>
            </a:r>
          </a:p>
          <a:p>
            <a:pPr lvl="2"/>
            <a:r>
              <a:rPr lang="pt-BR" dirty="0"/>
              <a:t>A EAL exige pagamento adiantado de tudo: 1) R$ 1500 </a:t>
            </a:r>
            <a:r>
              <a:rPr lang="pt-BR" dirty="0" err="1"/>
              <a:t>ref</a:t>
            </a:r>
            <a:r>
              <a:rPr lang="pt-BR" dirty="0"/>
              <a:t> 45 aulas teóricas, 20 práticas e material didático; 2) R$ 315 </a:t>
            </a:r>
            <a:r>
              <a:rPr lang="pt-BR" dirty="0" err="1"/>
              <a:t>duda</a:t>
            </a:r>
            <a:r>
              <a:rPr lang="pt-BR" dirty="0"/>
              <a:t>; 3) R$ 230 exames.</a:t>
            </a:r>
          </a:p>
          <a:p>
            <a:pPr lvl="2"/>
            <a:r>
              <a:rPr lang="pt-BR" dirty="0"/>
              <a:t>Para repor uma aula teórica perdida, paga-se o valor extra de 50 reais, e 160 para reposição de aula prática.</a:t>
            </a:r>
          </a:p>
          <a:p>
            <a:pPr lvl="2"/>
            <a:endParaRPr lang="pt-BR" dirty="0"/>
          </a:p>
          <a:p>
            <a:pPr lvl="2"/>
            <a:endParaRPr lang="pt-BR" dirty="0"/>
          </a:p>
        </p:txBody>
      </p:sp>
      <p:sp>
        <p:nvSpPr>
          <p:cNvPr id="5" name="Espaço Reservado para Conteúdo 4">
            <a:extLst>
              <a:ext uri="{FF2B5EF4-FFF2-40B4-BE49-F238E27FC236}">
                <a16:creationId xmlns:a16="http://schemas.microsoft.com/office/drawing/2014/main" id="{97A9009A-9378-3903-BF3F-6FBD413E9572}"/>
              </a:ext>
            </a:extLst>
          </p:cNvPr>
          <p:cNvSpPr>
            <a:spLocks noGrp="1"/>
          </p:cNvSpPr>
          <p:nvPr>
            <p:ph idx="11"/>
          </p:nvPr>
        </p:nvSpPr>
        <p:spPr>
          <a:xfrm>
            <a:off x="1301262" y="2291379"/>
            <a:ext cx="2321755" cy="3887171"/>
          </a:xfrm>
        </p:spPr>
        <p:txBody>
          <a:bodyPr/>
          <a:lstStyle/>
          <a:p>
            <a:r>
              <a:rPr lang="pt-BR" dirty="0"/>
              <a:t>Três amigos...</a:t>
            </a:r>
          </a:p>
          <a:p>
            <a:pPr lvl="2"/>
            <a:r>
              <a:rPr lang="pt-BR" dirty="0"/>
              <a:t>Estevão, Amanda e Lara são donos da autoescola EAL. A EAL possui instrutores especializados em abordar diversos temas e se organiza da seguinte forma:</a:t>
            </a:r>
          </a:p>
          <a:p>
            <a:pPr lvl="2"/>
            <a:r>
              <a:rPr lang="pt-BR" dirty="0"/>
              <a:t>São 45 aulas teóricas divididas em 5 temas. A quantidade de aulas por tema é predeterminada, sendo 18 de legislação, 16 de direção defensiva, 4 de primeiros socorros, 4 de meio ambiente e 3 de mecânica.</a:t>
            </a:r>
          </a:p>
          <a:p>
            <a:pPr lvl="2"/>
            <a:r>
              <a:rPr lang="pt-BR" dirty="0"/>
              <a:t>A EAL fornece um APP onde os clientes podem autenticar-se via CPF e senha e marcar/desmarcar as próprias aulas com 24 horas de antecedência.</a:t>
            </a:r>
          </a:p>
          <a:p>
            <a:pPr lvl="2"/>
            <a:endParaRPr lang="pt-BR" dirty="0"/>
          </a:p>
        </p:txBody>
      </p:sp>
      <p:sp>
        <p:nvSpPr>
          <p:cNvPr id="6" name="Espaço Reservado para Texto 5">
            <a:extLst>
              <a:ext uri="{FF2B5EF4-FFF2-40B4-BE49-F238E27FC236}">
                <a16:creationId xmlns:a16="http://schemas.microsoft.com/office/drawing/2014/main" id="{BE0FBEA2-8799-0BE4-13E1-7E4CDE86CE3B}"/>
              </a:ext>
            </a:extLst>
          </p:cNvPr>
          <p:cNvSpPr>
            <a:spLocks noGrp="1"/>
          </p:cNvSpPr>
          <p:nvPr>
            <p:ph type="body" sz="quarter" idx="12"/>
          </p:nvPr>
        </p:nvSpPr>
        <p:spPr>
          <a:xfrm>
            <a:off x="1301262" y="6475208"/>
            <a:ext cx="6738787" cy="382792"/>
          </a:xfrm>
        </p:spPr>
        <p:txBody>
          <a:bodyPr/>
          <a:lstStyle/>
          <a:p>
            <a:r>
              <a:rPr lang="pt-BR" dirty="0"/>
              <a:t>Atualizado com a contribuição da aluna </a:t>
            </a:r>
            <a:r>
              <a:rPr lang="pt-BR" dirty="0" err="1"/>
              <a:t>Dávilla</a:t>
            </a:r>
            <a:r>
              <a:rPr lang="pt-BR" dirty="0"/>
              <a:t> Meireles.</a:t>
            </a:r>
          </a:p>
        </p:txBody>
      </p:sp>
      <p:sp>
        <p:nvSpPr>
          <p:cNvPr id="10" name="Espaço Reservado para Conteúdo 4">
            <a:extLst>
              <a:ext uri="{FF2B5EF4-FFF2-40B4-BE49-F238E27FC236}">
                <a16:creationId xmlns:a16="http://schemas.microsoft.com/office/drawing/2014/main" id="{896DA3D1-BF41-C851-9D5E-87E7FEE1F07E}"/>
              </a:ext>
            </a:extLst>
          </p:cNvPr>
          <p:cNvSpPr txBox="1">
            <a:spLocks/>
          </p:cNvSpPr>
          <p:nvPr/>
        </p:nvSpPr>
        <p:spPr>
          <a:xfrm>
            <a:off x="3827585" y="2291379"/>
            <a:ext cx="2321755" cy="3887171"/>
          </a:xfrm>
          <a:prstGeom prst="rect">
            <a:avLst/>
          </a:prstGeom>
        </p:spPr>
        <p:txBody>
          <a:bodyPr vert="horz" lIns="0" tIns="0" rIns="0" bIns="0" rtlCol="0">
            <a:noAutofit/>
          </a:bodyPr>
          <a:lstStyle>
            <a:lvl1pPr marL="0" indent="0" algn="l" defTabSz="914400" rtl="0" eaLnBrk="1" latinLnBrk="0" hangingPunct="1">
              <a:lnSpc>
                <a:spcPct val="120000"/>
              </a:lnSpc>
              <a:spcBef>
                <a:spcPts val="600"/>
              </a:spcBef>
              <a:spcAft>
                <a:spcPts val="1200"/>
              </a:spcAft>
              <a:buFont typeface="Arial" panose="020B0604020202020204" pitchFamily="34" charset="0"/>
              <a:buChar char="​"/>
              <a:defRPr sz="1500" b="0" i="1" kern="1200">
                <a:solidFill>
                  <a:schemeClr val="accent1"/>
                </a:solidFill>
                <a:latin typeface="Corbel" panose="020B0503020204020204" pitchFamily="34" charset="0"/>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Char char="​"/>
              <a:defRPr sz="1500" i="1" kern="1200">
                <a:solidFill>
                  <a:schemeClr val="tx2"/>
                </a:solidFill>
                <a:latin typeface="Corbel" panose="020B0503020204020204" pitchFamily="34" charset="0"/>
                <a:ea typeface="+mn-ea"/>
                <a:cs typeface="+mn-cs"/>
              </a:defRPr>
            </a:lvl2pPr>
            <a:lvl3pPr marL="0" indent="0" algn="l" defTabSz="914400" rtl="0" eaLnBrk="1" latinLnBrk="0" hangingPunct="1">
              <a:lnSpc>
                <a:spcPct val="110000"/>
              </a:lnSpc>
              <a:spcBef>
                <a:spcPts val="600"/>
              </a:spcBef>
              <a:spcAft>
                <a:spcPts val="0"/>
              </a:spcAft>
              <a:buFont typeface="Arial" panose="020B0604020202020204" pitchFamily="34" charset="0"/>
              <a:buChar char="​"/>
              <a:defRPr sz="1100" b="1" kern="1200">
                <a:solidFill>
                  <a:schemeClr val="accent4"/>
                </a:solidFill>
                <a:latin typeface="Microsoft New Tai Lue" panose="020B0502040204020203" pitchFamily="34" charset="0"/>
                <a:ea typeface="+mn-ea"/>
                <a:cs typeface="Microsoft New Tai Lue" panose="020B0502040204020203" pitchFamily="34" charset="0"/>
              </a:defRPr>
            </a:lvl3pPr>
            <a:lvl4pPr marL="0" indent="0" algn="l" defTabSz="914400" rtl="0" eaLnBrk="1" latinLnBrk="0" hangingPunct="1">
              <a:lnSpc>
                <a:spcPct val="114000"/>
              </a:lnSpc>
              <a:spcBef>
                <a:spcPts val="600"/>
              </a:spcBef>
              <a:spcAft>
                <a:spcPts val="600"/>
              </a:spcAft>
              <a:buFont typeface="Arial" panose="020B0604020202020204" pitchFamily="34" charset="0"/>
              <a:buChar char="​"/>
              <a:defRPr sz="1100" kern="1200">
                <a:solidFill>
                  <a:schemeClr val="tx2"/>
                </a:solidFill>
                <a:latin typeface="Microsoft New Tai Lue" panose="020B0502040204020203" pitchFamily="34" charset="0"/>
                <a:ea typeface="+mn-ea"/>
                <a:cs typeface="Microsoft New Tai Lue" panose="020B0502040204020203" pitchFamily="34" charset="0"/>
              </a:defRPr>
            </a:lvl4pPr>
            <a:lvl5pPr marL="171450" indent="-171450" algn="l" defTabSz="914400" rtl="0" eaLnBrk="1" latinLnBrk="0" hangingPunct="1">
              <a:lnSpc>
                <a:spcPct val="95000"/>
              </a:lnSpc>
              <a:spcBef>
                <a:spcPts val="0"/>
              </a:spcBef>
              <a:spcAft>
                <a:spcPts val="600"/>
              </a:spcAft>
              <a:buFont typeface="Arial" panose="020B0604020202020204" pitchFamily="34" charset="0"/>
              <a:buChar char="•"/>
              <a:defRPr sz="1100" kern="1200">
                <a:solidFill>
                  <a:schemeClr val="tx2"/>
                </a:solidFill>
                <a:latin typeface="Microsoft New Tai Lue" panose="020B0502040204020203" pitchFamily="34" charset="0"/>
                <a:ea typeface="+mn-ea"/>
                <a:cs typeface="Microsoft New Tai Lue" panose="020B0502040204020203" pitchFamily="34" charset="0"/>
              </a:defRPr>
            </a:lvl5pPr>
            <a:lvl6pPr marL="344488" indent="-173038" algn="l" defTabSz="914400" rtl="0" eaLnBrk="1" latinLnBrk="0" hangingPunct="1">
              <a:lnSpc>
                <a:spcPct val="85000"/>
              </a:lnSpc>
              <a:spcBef>
                <a:spcPct val="20000"/>
              </a:spcBef>
              <a:spcAft>
                <a:spcPts val="600"/>
              </a:spcAft>
              <a:buFont typeface="Arial" panose="020B0604020202020204" pitchFamily="34" charset="0"/>
              <a:buChar char="•"/>
              <a:defRPr sz="1100" kern="1200" baseline="0">
                <a:solidFill>
                  <a:schemeClr val="tx2"/>
                </a:solidFill>
                <a:latin typeface="+mn-lt"/>
                <a:ea typeface="+mn-ea"/>
                <a:cs typeface="+mn-cs"/>
              </a:defRPr>
            </a:lvl6pPr>
            <a:lvl7pPr marL="0" indent="0" algn="l" defTabSz="914400" rtl="0" eaLnBrk="1" latinLnBrk="0" hangingPunct="1">
              <a:spcBef>
                <a:spcPts val="600"/>
              </a:spcBef>
              <a:spcAft>
                <a:spcPts val="600"/>
              </a:spcAft>
              <a:buClr>
                <a:schemeClr val="bg2"/>
              </a:buClr>
              <a:buFont typeface="Arial" panose="020B0604020202020204" pitchFamily="34" charset="0"/>
              <a:buChar char="​"/>
              <a:defRPr sz="1500" i="1" kern="1200" baseline="0">
                <a:solidFill>
                  <a:schemeClr val="bg2"/>
                </a:solidFill>
                <a:latin typeface="Corbel" panose="020B0503020204020204" pitchFamily="34" charset="0"/>
                <a:ea typeface="+mn-ea"/>
                <a:cs typeface="+mn-cs"/>
              </a:defRPr>
            </a:lvl7pPr>
            <a:lvl8pPr marL="171450" indent="-171450" algn="l" defTabSz="914400" rtl="0" eaLnBrk="1" latinLnBrk="0" hangingPunct="1">
              <a:spcBef>
                <a:spcPts val="0"/>
              </a:spcBef>
              <a:spcAft>
                <a:spcPts val="600"/>
              </a:spcAft>
              <a:buFont typeface="Arial" panose="020B0604020202020204" pitchFamily="34" charset="0"/>
              <a:buChar char="•"/>
              <a:defRPr sz="1100" kern="1200">
                <a:solidFill>
                  <a:schemeClr val="bg2"/>
                </a:solidFill>
                <a:latin typeface="Corbel" panose="020B0503020204020204" pitchFamily="34" charset="0"/>
                <a:ea typeface="+mn-ea"/>
                <a:cs typeface="+mn-cs"/>
              </a:defRPr>
            </a:lvl8pPr>
            <a:lvl9pPr marL="344488" indent="-173038" algn="l" defTabSz="914400" rtl="0" eaLnBrk="1" latinLnBrk="0" hangingPunct="1">
              <a:spcBef>
                <a:spcPct val="20000"/>
              </a:spcBef>
              <a:spcAft>
                <a:spcPts val="600"/>
              </a:spcAft>
              <a:buFont typeface="Arial" panose="020B0604020202020204" pitchFamily="34" charset="0"/>
              <a:buChar char="•"/>
              <a:defRPr sz="1100" kern="1200">
                <a:solidFill>
                  <a:schemeClr val="bg2"/>
                </a:solidFill>
                <a:latin typeface="Corbel" panose="020B0503020204020204" pitchFamily="34" charset="0"/>
                <a:ea typeface="+mn-ea"/>
                <a:cs typeface="+mn-cs"/>
              </a:defRPr>
            </a:lvl9pPr>
          </a:lstStyle>
          <a:p>
            <a:r>
              <a:rPr lang="pt-BR" dirty="0"/>
              <a:t>Capacidade/restrições</a:t>
            </a:r>
          </a:p>
          <a:p>
            <a:pPr lvl="2"/>
            <a:r>
              <a:rPr lang="pt-BR" dirty="0"/>
              <a:t>A EAL possui 5 salas de aula com capacidade máxima para 30 alunos cada, cada sala poderá ser ocupada por um instrutor em um mesmo intervalo de tempo. Quando um instrutor for agendar uma aula, ele poderá utilizar apenas os horários livres daquela sala.</a:t>
            </a:r>
          </a:p>
          <a:p>
            <a:pPr lvl="2"/>
            <a:r>
              <a:rPr lang="pt-BR" dirty="0"/>
              <a:t>A Autoescola possui diversos veículos, dentre eles 3 veículos de passeio, 2 motos, um caminhão, um ônibus e um motorhome. </a:t>
            </a:r>
          </a:p>
          <a:p>
            <a:pPr lvl="2"/>
            <a:r>
              <a:rPr lang="pt-BR" dirty="0"/>
              <a:t>Aulas práticas só podem ser marcadas após conclusão das teóricas.</a:t>
            </a:r>
          </a:p>
        </p:txBody>
      </p:sp>
      <p:pic>
        <p:nvPicPr>
          <p:cNvPr id="1026" name="Picture 2" descr="Aulas em autoescola podem deixar de ser obrigatórias para tirar a CNH -  Notícias - R7 Brasília">
            <a:extLst>
              <a:ext uri="{FF2B5EF4-FFF2-40B4-BE49-F238E27FC236}">
                <a16:creationId xmlns:a16="http://schemas.microsoft.com/office/drawing/2014/main" id="{20A8FA4A-52B0-B6FB-37E8-F28C7DCE47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7585" y="535012"/>
            <a:ext cx="2807914" cy="1529603"/>
          </a:xfrm>
          <a:prstGeom prst="rect">
            <a:avLst/>
          </a:prstGeom>
          <a:noFill/>
          <a:extLst>
            <a:ext uri="{909E8E84-426E-40DD-AFC4-6F175D3DCCD1}">
              <a14:hiddenFill xmlns:a14="http://schemas.microsoft.com/office/drawing/2010/main">
                <a:solidFill>
                  <a:srgbClr val="FFFFFF"/>
                </a:solidFill>
              </a14:hiddenFill>
            </a:ext>
          </a:extLst>
        </p:spPr>
      </p:pic>
      <p:sp>
        <p:nvSpPr>
          <p:cNvPr id="13" name="CaixaDeTexto 12">
            <a:extLst>
              <a:ext uri="{FF2B5EF4-FFF2-40B4-BE49-F238E27FC236}">
                <a16:creationId xmlns:a16="http://schemas.microsoft.com/office/drawing/2014/main" id="{FDA92272-882A-883D-0D79-2F62AFA9CD60}"/>
              </a:ext>
            </a:extLst>
          </p:cNvPr>
          <p:cNvSpPr txBox="1"/>
          <p:nvPr/>
        </p:nvSpPr>
        <p:spPr>
          <a:xfrm>
            <a:off x="6635499" y="535012"/>
            <a:ext cx="1475354" cy="923330"/>
          </a:xfrm>
          <a:prstGeom prst="rect">
            <a:avLst/>
          </a:prstGeom>
          <a:noFill/>
        </p:spPr>
        <p:txBody>
          <a:bodyPr wrap="square">
            <a:spAutoFit/>
          </a:bodyPr>
          <a:lstStyle/>
          <a:p>
            <a:r>
              <a:rPr lang="pt-BR" sz="900" dirty="0"/>
              <a:t>https://img.r7.com/images/carros-de-autoescola-17052022175837341?dimensions=771x420&amp;&amp;resize=771x420&amp;crop=1500x817+0+73</a:t>
            </a:r>
          </a:p>
        </p:txBody>
      </p:sp>
    </p:spTree>
    <p:extLst>
      <p:ext uri="{BB962C8B-B14F-4D97-AF65-F5344CB8AC3E}">
        <p14:creationId xmlns:p14="http://schemas.microsoft.com/office/powerpoint/2010/main" val="4016053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D029EC-3966-70CB-AC28-C82896931C35}"/>
              </a:ext>
            </a:extLst>
          </p:cNvPr>
          <p:cNvSpPr>
            <a:spLocks noGrp="1"/>
          </p:cNvSpPr>
          <p:nvPr>
            <p:ph type="title"/>
          </p:nvPr>
        </p:nvSpPr>
        <p:spPr>
          <a:xfrm>
            <a:off x="451844" y="680163"/>
            <a:ext cx="3182052" cy="1228028"/>
          </a:xfrm>
        </p:spPr>
        <p:txBody>
          <a:bodyPr/>
          <a:lstStyle/>
          <a:p>
            <a:r>
              <a:rPr lang="pt-BR" dirty="0"/>
              <a:t>EAL Autoescola</a:t>
            </a:r>
          </a:p>
        </p:txBody>
      </p:sp>
      <p:sp>
        <p:nvSpPr>
          <p:cNvPr id="4" name="Espaço Reservado para Conteúdo 3">
            <a:extLst>
              <a:ext uri="{FF2B5EF4-FFF2-40B4-BE49-F238E27FC236}">
                <a16:creationId xmlns:a16="http://schemas.microsoft.com/office/drawing/2014/main" id="{1129C928-0FE1-8790-B7BC-7DF2A5DA59BA}"/>
              </a:ext>
            </a:extLst>
          </p:cNvPr>
          <p:cNvSpPr>
            <a:spLocks noGrp="1"/>
          </p:cNvSpPr>
          <p:nvPr>
            <p:ph idx="10"/>
          </p:nvPr>
        </p:nvSpPr>
        <p:spPr>
          <a:xfrm>
            <a:off x="6353908" y="2291379"/>
            <a:ext cx="2332892" cy="3887171"/>
          </a:xfrm>
        </p:spPr>
        <p:txBody>
          <a:bodyPr/>
          <a:lstStyle/>
          <a:p>
            <a:pPr lvl="2"/>
            <a:r>
              <a:rPr lang="pt-BR" dirty="0"/>
              <a:t>•A despesa (o fato) deverá conter o valor (R$) gasto em pagamento de salários e permitir as seguintes quebras:</a:t>
            </a:r>
          </a:p>
          <a:p>
            <a:pPr lvl="3"/>
            <a:r>
              <a:rPr lang="pt-BR" dirty="0"/>
              <a:t>Nome do funcionário</a:t>
            </a:r>
          </a:p>
          <a:p>
            <a:pPr lvl="3"/>
            <a:r>
              <a:rPr lang="pt-BR" dirty="0"/>
              <a:t>Cargo do funcionário</a:t>
            </a:r>
          </a:p>
          <a:p>
            <a:pPr lvl="3"/>
            <a:r>
              <a:rPr lang="pt-BR" dirty="0"/>
              <a:t>Dia (calendário) </a:t>
            </a:r>
            <a:r>
              <a:rPr lang="pt-BR" dirty="0" err="1"/>
              <a:t>datacompleta</a:t>
            </a:r>
            <a:r>
              <a:rPr lang="pt-BR" dirty="0"/>
              <a:t>, </a:t>
            </a:r>
            <a:r>
              <a:rPr lang="pt-BR" dirty="0" err="1"/>
              <a:t>diasemana</a:t>
            </a:r>
            <a:r>
              <a:rPr lang="pt-BR" dirty="0"/>
              <a:t>, dia, </a:t>
            </a:r>
            <a:r>
              <a:rPr lang="pt-BR" dirty="0" err="1"/>
              <a:t>mes</a:t>
            </a:r>
            <a:r>
              <a:rPr lang="pt-BR" dirty="0"/>
              <a:t>, trimestre, ano</a:t>
            </a:r>
          </a:p>
          <a:p>
            <a:pPr lvl="2"/>
            <a:endParaRPr lang="pt-BR" dirty="0"/>
          </a:p>
        </p:txBody>
      </p:sp>
      <p:sp>
        <p:nvSpPr>
          <p:cNvPr id="6" name="Espaço Reservado para Texto 5">
            <a:extLst>
              <a:ext uri="{FF2B5EF4-FFF2-40B4-BE49-F238E27FC236}">
                <a16:creationId xmlns:a16="http://schemas.microsoft.com/office/drawing/2014/main" id="{BE0FBEA2-8799-0BE4-13E1-7E4CDE86CE3B}"/>
              </a:ext>
            </a:extLst>
          </p:cNvPr>
          <p:cNvSpPr>
            <a:spLocks noGrp="1"/>
          </p:cNvSpPr>
          <p:nvPr>
            <p:ph type="body" sz="quarter" idx="12"/>
          </p:nvPr>
        </p:nvSpPr>
        <p:spPr>
          <a:xfrm>
            <a:off x="1301262" y="6475208"/>
            <a:ext cx="6738787" cy="382792"/>
          </a:xfrm>
        </p:spPr>
        <p:txBody>
          <a:bodyPr/>
          <a:lstStyle/>
          <a:p>
            <a:r>
              <a:rPr lang="pt-BR" dirty="0"/>
              <a:t>Atualizado com a contribuição da aluna </a:t>
            </a:r>
            <a:r>
              <a:rPr lang="pt-BR" dirty="0" err="1"/>
              <a:t>Dávilla</a:t>
            </a:r>
            <a:r>
              <a:rPr lang="pt-BR" dirty="0"/>
              <a:t> Meireles.</a:t>
            </a:r>
          </a:p>
          <a:p>
            <a:endParaRPr lang="pt-BR" dirty="0"/>
          </a:p>
        </p:txBody>
      </p:sp>
      <p:sp>
        <p:nvSpPr>
          <p:cNvPr id="10" name="Espaço Reservado para Conteúdo 4">
            <a:extLst>
              <a:ext uri="{FF2B5EF4-FFF2-40B4-BE49-F238E27FC236}">
                <a16:creationId xmlns:a16="http://schemas.microsoft.com/office/drawing/2014/main" id="{896DA3D1-BF41-C851-9D5E-87E7FEE1F07E}"/>
              </a:ext>
            </a:extLst>
          </p:cNvPr>
          <p:cNvSpPr txBox="1">
            <a:spLocks/>
          </p:cNvSpPr>
          <p:nvPr/>
        </p:nvSpPr>
        <p:spPr>
          <a:xfrm>
            <a:off x="3827585" y="2291379"/>
            <a:ext cx="2321755" cy="3887171"/>
          </a:xfrm>
          <a:prstGeom prst="rect">
            <a:avLst/>
          </a:prstGeom>
        </p:spPr>
        <p:txBody>
          <a:bodyPr vert="horz" lIns="0" tIns="0" rIns="0" bIns="0" rtlCol="0">
            <a:noAutofit/>
          </a:bodyPr>
          <a:lstStyle>
            <a:lvl1pPr marL="0" indent="0" algn="l" defTabSz="914400" rtl="0" eaLnBrk="1" latinLnBrk="0" hangingPunct="1">
              <a:lnSpc>
                <a:spcPct val="120000"/>
              </a:lnSpc>
              <a:spcBef>
                <a:spcPts val="600"/>
              </a:spcBef>
              <a:spcAft>
                <a:spcPts val="1200"/>
              </a:spcAft>
              <a:buFont typeface="Arial" panose="020B0604020202020204" pitchFamily="34" charset="0"/>
              <a:buChar char="​"/>
              <a:defRPr sz="1500" b="0" i="1" kern="1200">
                <a:solidFill>
                  <a:schemeClr val="accent1"/>
                </a:solidFill>
                <a:latin typeface="Corbel" panose="020B0503020204020204" pitchFamily="34" charset="0"/>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Char char="​"/>
              <a:defRPr sz="1500" i="1" kern="1200">
                <a:solidFill>
                  <a:schemeClr val="tx2"/>
                </a:solidFill>
                <a:latin typeface="Corbel" panose="020B0503020204020204" pitchFamily="34" charset="0"/>
                <a:ea typeface="+mn-ea"/>
                <a:cs typeface="+mn-cs"/>
              </a:defRPr>
            </a:lvl2pPr>
            <a:lvl3pPr marL="0" indent="0" algn="l" defTabSz="914400" rtl="0" eaLnBrk="1" latinLnBrk="0" hangingPunct="1">
              <a:lnSpc>
                <a:spcPct val="110000"/>
              </a:lnSpc>
              <a:spcBef>
                <a:spcPts val="600"/>
              </a:spcBef>
              <a:spcAft>
                <a:spcPts val="0"/>
              </a:spcAft>
              <a:buFont typeface="Arial" panose="020B0604020202020204" pitchFamily="34" charset="0"/>
              <a:buChar char="​"/>
              <a:defRPr sz="1100" b="1" kern="1200">
                <a:solidFill>
                  <a:schemeClr val="accent4"/>
                </a:solidFill>
                <a:latin typeface="Microsoft New Tai Lue" panose="020B0502040204020203" pitchFamily="34" charset="0"/>
                <a:ea typeface="+mn-ea"/>
                <a:cs typeface="Microsoft New Tai Lue" panose="020B0502040204020203" pitchFamily="34" charset="0"/>
              </a:defRPr>
            </a:lvl3pPr>
            <a:lvl4pPr marL="0" indent="0" algn="l" defTabSz="914400" rtl="0" eaLnBrk="1" latinLnBrk="0" hangingPunct="1">
              <a:lnSpc>
                <a:spcPct val="114000"/>
              </a:lnSpc>
              <a:spcBef>
                <a:spcPts val="600"/>
              </a:spcBef>
              <a:spcAft>
                <a:spcPts val="600"/>
              </a:spcAft>
              <a:buFont typeface="Arial" panose="020B0604020202020204" pitchFamily="34" charset="0"/>
              <a:buChar char="​"/>
              <a:defRPr sz="1100" kern="1200">
                <a:solidFill>
                  <a:schemeClr val="tx2"/>
                </a:solidFill>
                <a:latin typeface="Microsoft New Tai Lue" panose="020B0502040204020203" pitchFamily="34" charset="0"/>
                <a:ea typeface="+mn-ea"/>
                <a:cs typeface="Microsoft New Tai Lue" panose="020B0502040204020203" pitchFamily="34" charset="0"/>
              </a:defRPr>
            </a:lvl4pPr>
            <a:lvl5pPr marL="171450" indent="-171450" algn="l" defTabSz="914400" rtl="0" eaLnBrk="1" latinLnBrk="0" hangingPunct="1">
              <a:lnSpc>
                <a:spcPct val="95000"/>
              </a:lnSpc>
              <a:spcBef>
                <a:spcPts val="0"/>
              </a:spcBef>
              <a:spcAft>
                <a:spcPts val="600"/>
              </a:spcAft>
              <a:buFont typeface="Arial" panose="020B0604020202020204" pitchFamily="34" charset="0"/>
              <a:buChar char="•"/>
              <a:defRPr sz="1100" kern="1200">
                <a:solidFill>
                  <a:schemeClr val="tx2"/>
                </a:solidFill>
                <a:latin typeface="Microsoft New Tai Lue" panose="020B0502040204020203" pitchFamily="34" charset="0"/>
                <a:ea typeface="+mn-ea"/>
                <a:cs typeface="Microsoft New Tai Lue" panose="020B0502040204020203" pitchFamily="34" charset="0"/>
              </a:defRPr>
            </a:lvl5pPr>
            <a:lvl6pPr marL="344488" indent="-173038" algn="l" defTabSz="914400" rtl="0" eaLnBrk="1" latinLnBrk="0" hangingPunct="1">
              <a:lnSpc>
                <a:spcPct val="85000"/>
              </a:lnSpc>
              <a:spcBef>
                <a:spcPct val="20000"/>
              </a:spcBef>
              <a:spcAft>
                <a:spcPts val="600"/>
              </a:spcAft>
              <a:buFont typeface="Arial" panose="020B0604020202020204" pitchFamily="34" charset="0"/>
              <a:buChar char="•"/>
              <a:defRPr sz="1100" kern="1200" baseline="0">
                <a:solidFill>
                  <a:schemeClr val="tx2"/>
                </a:solidFill>
                <a:latin typeface="+mn-lt"/>
                <a:ea typeface="+mn-ea"/>
                <a:cs typeface="+mn-cs"/>
              </a:defRPr>
            </a:lvl6pPr>
            <a:lvl7pPr marL="0" indent="0" algn="l" defTabSz="914400" rtl="0" eaLnBrk="1" latinLnBrk="0" hangingPunct="1">
              <a:spcBef>
                <a:spcPts val="600"/>
              </a:spcBef>
              <a:spcAft>
                <a:spcPts val="600"/>
              </a:spcAft>
              <a:buClr>
                <a:schemeClr val="bg2"/>
              </a:buClr>
              <a:buFont typeface="Arial" panose="020B0604020202020204" pitchFamily="34" charset="0"/>
              <a:buChar char="​"/>
              <a:defRPr sz="1500" i="1" kern="1200" baseline="0">
                <a:solidFill>
                  <a:schemeClr val="bg2"/>
                </a:solidFill>
                <a:latin typeface="Corbel" panose="020B0503020204020204" pitchFamily="34" charset="0"/>
                <a:ea typeface="+mn-ea"/>
                <a:cs typeface="+mn-cs"/>
              </a:defRPr>
            </a:lvl7pPr>
            <a:lvl8pPr marL="171450" indent="-171450" algn="l" defTabSz="914400" rtl="0" eaLnBrk="1" latinLnBrk="0" hangingPunct="1">
              <a:spcBef>
                <a:spcPts val="0"/>
              </a:spcBef>
              <a:spcAft>
                <a:spcPts val="600"/>
              </a:spcAft>
              <a:buFont typeface="Arial" panose="020B0604020202020204" pitchFamily="34" charset="0"/>
              <a:buChar char="•"/>
              <a:defRPr sz="1100" kern="1200">
                <a:solidFill>
                  <a:schemeClr val="bg2"/>
                </a:solidFill>
                <a:latin typeface="Corbel" panose="020B0503020204020204" pitchFamily="34" charset="0"/>
                <a:ea typeface="+mn-ea"/>
                <a:cs typeface="+mn-cs"/>
              </a:defRPr>
            </a:lvl8pPr>
            <a:lvl9pPr marL="344488" indent="-173038" algn="l" defTabSz="914400" rtl="0" eaLnBrk="1" latinLnBrk="0" hangingPunct="1">
              <a:spcBef>
                <a:spcPct val="20000"/>
              </a:spcBef>
              <a:spcAft>
                <a:spcPts val="600"/>
              </a:spcAft>
              <a:buFont typeface="Arial" panose="020B0604020202020204" pitchFamily="34" charset="0"/>
              <a:buChar char="•"/>
              <a:defRPr sz="1100" kern="1200">
                <a:solidFill>
                  <a:schemeClr val="bg2"/>
                </a:solidFill>
                <a:latin typeface="Corbel" panose="020B0503020204020204" pitchFamily="34" charset="0"/>
                <a:ea typeface="+mn-ea"/>
                <a:cs typeface="+mn-cs"/>
              </a:defRPr>
            </a:lvl9pPr>
          </a:lstStyle>
          <a:p>
            <a:pPr lvl="2"/>
            <a:r>
              <a:rPr lang="pt-BR" dirty="0"/>
              <a:t>Elabore o modelo dimensional para análise de receitas da EAL, considerando fatos detalhados da seguinte forma:</a:t>
            </a:r>
          </a:p>
          <a:p>
            <a:pPr lvl="2"/>
            <a:r>
              <a:rPr lang="pt-BR" dirty="0"/>
              <a:t>•A receita (o fato) deverá conter o valor (R$) pago pelo aluno, o ID da transação e a hora, permitindo quebra por:</a:t>
            </a:r>
          </a:p>
          <a:p>
            <a:pPr lvl="3"/>
            <a:r>
              <a:rPr lang="pt-BR" dirty="0"/>
              <a:t>Cliente</a:t>
            </a:r>
          </a:p>
          <a:p>
            <a:pPr lvl="3"/>
            <a:r>
              <a:rPr lang="pt-BR" dirty="0"/>
              <a:t>Endereço do cliente (Nome do Logradouro, Bairro, Município e Estado)</a:t>
            </a:r>
          </a:p>
          <a:p>
            <a:pPr lvl="3"/>
            <a:r>
              <a:rPr lang="pt-BR" dirty="0"/>
              <a:t>Tema do curso</a:t>
            </a:r>
          </a:p>
          <a:p>
            <a:pPr lvl="3"/>
            <a:r>
              <a:rPr lang="pt-BR" dirty="0"/>
              <a:t>Dia (calendário) </a:t>
            </a:r>
            <a:r>
              <a:rPr lang="pt-BR" dirty="0" err="1"/>
              <a:t>datacompleta</a:t>
            </a:r>
            <a:r>
              <a:rPr lang="pt-BR" dirty="0"/>
              <a:t>, </a:t>
            </a:r>
            <a:r>
              <a:rPr lang="pt-BR" dirty="0" err="1"/>
              <a:t>diasemana</a:t>
            </a:r>
            <a:r>
              <a:rPr lang="pt-BR" dirty="0"/>
              <a:t>, dia, </a:t>
            </a:r>
            <a:r>
              <a:rPr lang="pt-BR" dirty="0" err="1"/>
              <a:t>mes</a:t>
            </a:r>
            <a:r>
              <a:rPr lang="pt-BR" dirty="0"/>
              <a:t>, trimestre, ano</a:t>
            </a:r>
          </a:p>
          <a:p>
            <a:pPr lvl="2"/>
            <a:endParaRPr lang="pt-BR" dirty="0"/>
          </a:p>
        </p:txBody>
      </p:sp>
      <p:sp>
        <p:nvSpPr>
          <p:cNvPr id="11" name="Espaço Reservado para Conteúdo 4">
            <a:extLst>
              <a:ext uri="{FF2B5EF4-FFF2-40B4-BE49-F238E27FC236}">
                <a16:creationId xmlns:a16="http://schemas.microsoft.com/office/drawing/2014/main" id="{1E06F3FA-03BF-9606-602F-B658088557EB}"/>
              </a:ext>
            </a:extLst>
          </p:cNvPr>
          <p:cNvSpPr txBox="1">
            <a:spLocks/>
          </p:cNvSpPr>
          <p:nvPr/>
        </p:nvSpPr>
        <p:spPr>
          <a:xfrm>
            <a:off x="1118451" y="1807285"/>
            <a:ext cx="2321755" cy="4364915"/>
          </a:xfrm>
          <a:prstGeom prst="rect">
            <a:avLst/>
          </a:prstGeom>
        </p:spPr>
        <p:txBody>
          <a:bodyPr vert="horz" lIns="0" tIns="0" rIns="0" bIns="0" rtlCol="0">
            <a:noAutofit/>
          </a:bodyPr>
          <a:lstStyle>
            <a:lvl1pPr marL="0" indent="0" algn="l" defTabSz="914400" rtl="0" eaLnBrk="1" latinLnBrk="0" hangingPunct="1">
              <a:lnSpc>
                <a:spcPct val="120000"/>
              </a:lnSpc>
              <a:spcBef>
                <a:spcPts val="600"/>
              </a:spcBef>
              <a:spcAft>
                <a:spcPts val="1200"/>
              </a:spcAft>
              <a:buFont typeface="Arial" panose="020B0604020202020204" pitchFamily="34" charset="0"/>
              <a:buChar char="​"/>
              <a:defRPr sz="1500" b="0" i="1" kern="1200">
                <a:solidFill>
                  <a:schemeClr val="accent1"/>
                </a:solidFill>
                <a:latin typeface="Corbel" panose="020B0503020204020204" pitchFamily="34" charset="0"/>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Char char="​"/>
              <a:defRPr sz="1500" i="1" kern="1200">
                <a:solidFill>
                  <a:schemeClr val="tx2"/>
                </a:solidFill>
                <a:latin typeface="Corbel" panose="020B0503020204020204" pitchFamily="34" charset="0"/>
                <a:ea typeface="+mn-ea"/>
                <a:cs typeface="+mn-cs"/>
              </a:defRPr>
            </a:lvl2pPr>
            <a:lvl3pPr marL="0" indent="0" algn="l" defTabSz="914400" rtl="0" eaLnBrk="1" latinLnBrk="0" hangingPunct="1">
              <a:lnSpc>
                <a:spcPct val="110000"/>
              </a:lnSpc>
              <a:spcBef>
                <a:spcPts val="600"/>
              </a:spcBef>
              <a:spcAft>
                <a:spcPts val="0"/>
              </a:spcAft>
              <a:buFont typeface="Arial" panose="020B0604020202020204" pitchFamily="34" charset="0"/>
              <a:buChar char="​"/>
              <a:defRPr sz="1100" b="1" kern="1200">
                <a:solidFill>
                  <a:schemeClr val="accent4"/>
                </a:solidFill>
                <a:latin typeface="Microsoft New Tai Lue" panose="020B0502040204020203" pitchFamily="34" charset="0"/>
                <a:ea typeface="+mn-ea"/>
                <a:cs typeface="Microsoft New Tai Lue" panose="020B0502040204020203" pitchFamily="34" charset="0"/>
              </a:defRPr>
            </a:lvl3pPr>
            <a:lvl4pPr marL="0" indent="0" algn="l" defTabSz="914400" rtl="0" eaLnBrk="1" latinLnBrk="0" hangingPunct="1">
              <a:lnSpc>
                <a:spcPct val="114000"/>
              </a:lnSpc>
              <a:spcBef>
                <a:spcPts val="600"/>
              </a:spcBef>
              <a:spcAft>
                <a:spcPts val="600"/>
              </a:spcAft>
              <a:buFont typeface="Arial" panose="020B0604020202020204" pitchFamily="34" charset="0"/>
              <a:buChar char="​"/>
              <a:defRPr sz="1100" kern="1200">
                <a:solidFill>
                  <a:schemeClr val="tx2"/>
                </a:solidFill>
                <a:latin typeface="Microsoft New Tai Lue" panose="020B0502040204020203" pitchFamily="34" charset="0"/>
                <a:ea typeface="+mn-ea"/>
                <a:cs typeface="Microsoft New Tai Lue" panose="020B0502040204020203" pitchFamily="34" charset="0"/>
              </a:defRPr>
            </a:lvl4pPr>
            <a:lvl5pPr marL="171450" indent="-171450" algn="l" defTabSz="914400" rtl="0" eaLnBrk="1" latinLnBrk="0" hangingPunct="1">
              <a:lnSpc>
                <a:spcPct val="95000"/>
              </a:lnSpc>
              <a:spcBef>
                <a:spcPts val="0"/>
              </a:spcBef>
              <a:spcAft>
                <a:spcPts val="600"/>
              </a:spcAft>
              <a:buFont typeface="Arial" panose="020B0604020202020204" pitchFamily="34" charset="0"/>
              <a:buChar char="•"/>
              <a:defRPr sz="1100" kern="1200">
                <a:solidFill>
                  <a:schemeClr val="tx2"/>
                </a:solidFill>
                <a:latin typeface="Microsoft New Tai Lue" panose="020B0502040204020203" pitchFamily="34" charset="0"/>
                <a:ea typeface="+mn-ea"/>
                <a:cs typeface="Microsoft New Tai Lue" panose="020B0502040204020203" pitchFamily="34" charset="0"/>
              </a:defRPr>
            </a:lvl5pPr>
            <a:lvl6pPr marL="344488" indent="-173038" algn="l" defTabSz="914400" rtl="0" eaLnBrk="1" latinLnBrk="0" hangingPunct="1">
              <a:lnSpc>
                <a:spcPct val="85000"/>
              </a:lnSpc>
              <a:spcBef>
                <a:spcPct val="20000"/>
              </a:spcBef>
              <a:spcAft>
                <a:spcPts val="600"/>
              </a:spcAft>
              <a:buFont typeface="Arial" panose="020B0604020202020204" pitchFamily="34" charset="0"/>
              <a:buChar char="•"/>
              <a:defRPr sz="1100" kern="1200" baseline="0">
                <a:solidFill>
                  <a:schemeClr val="tx2"/>
                </a:solidFill>
                <a:latin typeface="+mn-lt"/>
                <a:ea typeface="+mn-ea"/>
                <a:cs typeface="+mn-cs"/>
              </a:defRPr>
            </a:lvl6pPr>
            <a:lvl7pPr marL="0" indent="0" algn="l" defTabSz="914400" rtl="0" eaLnBrk="1" latinLnBrk="0" hangingPunct="1">
              <a:spcBef>
                <a:spcPts val="600"/>
              </a:spcBef>
              <a:spcAft>
                <a:spcPts val="600"/>
              </a:spcAft>
              <a:buClr>
                <a:schemeClr val="bg2"/>
              </a:buClr>
              <a:buFont typeface="Arial" panose="020B0604020202020204" pitchFamily="34" charset="0"/>
              <a:buChar char="​"/>
              <a:defRPr sz="1500" i="1" kern="1200" baseline="0">
                <a:solidFill>
                  <a:schemeClr val="bg2"/>
                </a:solidFill>
                <a:latin typeface="Corbel" panose="020B0503020204020204" pitchFamily="34" charset="0"/>
                <a:ea typeface="+mn-ea"/>
                <a:cs typeface="+mn-cs"/>
              </a:defRPr>
            </a:lvl7pPr>
            <a:lvl8pPr marL="171450" indent="-171450" algn="l" defTabSz="914400" rtl="0" eaLnBrk="1" latinLnBrk="0" hangingPunct="1">
              <a:spcBef>
                <a:spcPts val="0"/>
              </a:spcBef>
              <a:spcAft>
                <a:spcPts val="600"/>
              </a:spcAft>
              <a:buFont typeface="Arial" panose="020B0604020202020204" pitchFamily="34" charset="0"/>
              <a:buChar char="•"/>
              <a:defRPr sz="1100" kern="1200">
                <a:solidFill>
                  <a:schemeClr val="bg2"/>
                </a:solidFill>
                <a:latin typeface="Corbel" panose="020B0503020204020204" pitchFamily="34" charset="0"/>
                <a:ea typeface="+mn-ea"/>
                <a:cs typeface="+mn-cs"/>
              </a:defRPr>
            </a:lvl8pPr>
            <a:lvl9pPr marL="344488" indent="-173038" algn="l" defTabSz="914400" rtl="0" eaLnBrk="1" latinLnBrk="0" hangingPunct="1">
              <a:spcBef>
                <a:spcPct val="20000"/>
              </a:spcBef>
              <a:spcAft>
                <a:spcPts val="600"/>
              </a:spcAft>
              <a:buFont typeface="Arial" panose="020B0604020202020204" pitchFamily="34" charset="0"/>
              <a:buChar char="•"/>
              <a:defRPr sz="1100" kern="1200">
                <a:solidFill>
                  <a:schemeClr val="bg2"/>
                </a:solidFill>
                <a:latin typeface="Corbel" panose="020B0503020204020204" pitchFamily="34" charset="0"/>
                <a:ea typeface="+mn-ea"/>
                <a:cs typeface="+mn-cs"/>
              </a:defRPr>
            </a:lvl9pPr>
          </a:lstStyle>
          <a:p>
            <a:r>
              <a:rPr lang="pt-BR" dirty="0"/>
              <a:t>Reprovação</a:t>
            </a:r>
          </a:p>
          <a:p>
            <a:pPr lvl="2"/>
            <a:r>
              <a:rPr lang="pt-BR" dirty="0"/>
              <a:t>Em caso de reprovação na parte teórica, o aluno precisa estudar a parte em que foi mal e pagar taxa de R$ 100 para repetir o exame teórico.</a:t>
            </a:r>
          </a:p>
          <a:p>
            <a:pPr lvl="2"/>
            <a:r>
              <a:rPr lang="pt-BR" dirty="0"/>
              <a:t>O aluno reprovado na parte prática precisa pagar novo </a:t>
            </a:r>
            <a:r>
              <a:rPr lang="pt-BR" dirty="0" err="1"/>
              <a:t>duda</a:t>
            </a:r>
            <a:r>
              <a:rPr lang="pt-BR" dirty="0"/>
              <a:t> (R$ 315) e taxa de R$ 300 para alugar o carro e fazer a prova novamente.</a:t>
            </a:r>
          </a:p>
          <a:p>
            <a:r>
              <a:rPr lang="pt-BR" dirty="0"/>
              <a:t>Sistema de apoio à decisão</a:t>
            </a:r>
          </a:p>
          <a:p>
            <a:pPr lvl="2"/>
            <a:r>
              <a:rPr lang="pt-BR" dirty="0"/>
              <a:t>Os instrutores, e pessoal de administração são funcionários e possuem salários.</a:t>
            </a:r>
          </a:p>
          <a:p>
            <a:pPr lvl="2"/>
            <a:r>
              <a:rPr lang="pt-BR" dirty="0"/>
              <a:t>A alta administração da EAL decidiu abrir um projeto para modelar sistemas de apoio a decisão para análise de receitas e despesas.</a:t>
            </a:r>
          </a:p>
        </p:txBody>
      </p:sp>
      <p:pic>
        <p:nvPicPr>
          <p:cNvPr id="12" name="Imagem 11">
            <a:extLst>
              <a:ext uri="{FF2B5EF4-FFF2-40B4-BE49-F238E27FC236}">
                <a16:creationId xmlns:a16="http://schemas.microsoft.com/office/drawing/2014/main" id="{20AD2BE8-5F1F-F118-929C-B97156CC6D96}"/>
              </a:ext>
            </a:extLst>
          </p:cNvPr>
          <p:cNvPicPr>
            <a:picLocks noChangeAspect="1"/>
          </p:cNvPicPr>
          <p:nvPr/>
        </p:nvPicPr>
        <p:blipFill>
          <a:blip r:embed="rId2"/>
          <a:stretch>
            <a:fillRect/>
          </a:stretch>
        </p:blipFill>
        <p:spPr>
          <a:xfrm>
            <a:off x="3827585" y="601628"/>
            <a:ext cx="2137730" cy="1458067"/>
          </a:xfrm>
          <a:prstGeom prst="rect">
            <a:avLst/>
          </a:prstGeom>
        </p:spPr>
      </p:pic>
      <p:sp>
        <p:nvSpPr>
          <p:cNvPr id="14" name="CaixaDeTexto 13">
            <a:extLst>
              <a:ext uri="{FF2B5EF4-FFF2-40B4-BE49-F238E27FC236}">
                <a16:creationId xmlns:a16="http://schemas.microsoft.com/office/drawing/2014/main" id="{884F4CE4-B755-12F6-57D0-637FAB77FE7D}"/>
              </a:ext>
            </a:extLst>
          </p:cNvPr>
          <p:cNvSpPr txBox="1"/>
          <p:nvPr/>
        </p:nvSpPr>
        <p:spPr>
          <a:xfrm>
            <a:off x="5936209" y="601628"/>
            <a:ext cx="1930998" cy="861774"/>
          </a:xfrm>
          <a:prstGeom prst="rect">
            <a:avLst/>
          </a:prstGeom>
          <a:noFill/>
        </p:spPr>
        <p:txBody>
          <a:bodyPr wrap="square">
            <a:spAutoFit/>
          </a:bodyPr>
          <a:lstStyle/>
          <a:p>
            <a:r>
              <a:rPr lang="pt-BR" sz="1000" dirty="0"/>
              <a:t>https://www.tribunapr.com.br/wp-content/uploads/sites/1/2019/07/instrutor-autoescola-cnh.jpg</a:t>
            </a:r>
          </a:p>
        </p:txBody>
      </p:sp>
    </p:spTree>
    <p:extLst>
      <p:ext uri="{BB962C8B-B14F-4D97-AF65-F5344CB8AC3E}">
        <p14:creationId xmlns:p14="http://schemas.microsoft.com/office/powerpoint/2010/main" val="2761237668"/>
      </p:ext>
    </p:extLst>
  </p:cSld>
  <p:clrMapOvr>
    <a:masterClrMapping/>
  </p:clrMapOvr>
</p:sld>
</file>

<file path=ppt/theme/theme1.xml><?xml version="1.0" encoding="utf-8"?>
<a:theme xmlns:a="http://schemas.openxmlformats.org/drawingml/2006/main" name="Modern Swiss">
  <a:themeElements>
    <a:clrScheme name="Modern Swiss">
      <a:dk1>
        <a:sysClr val="windowText" lastClr="000000"/>
      </a:dk1>
      <a:lt1>
        <a:sysClr val="window" lastClr="FFFFFF"/>
      </a:lt1>
      <a:dk2>
        <a:srgbClr val="3C3D3E"/>
      </a:dk2>
      <a:lt2>
        <a:srgbClr val="999683"/>
      </a:lt2>
      <a:accent1>
        <a:srgbClr val="E34A06"/>
      </a:accent1>
      <a:accent2>
        <a:srgbClr val="31CCE8"/>
      </a:accent2>
      <a:accent3>
        <a:srgbClr val="C1C139"/>
      </a:accent3>
      <a:accent4>
        <a:srgbClr val="118E97"/>
      </a:accent4>
      <a:accent5>
        <a:srgbClr val="F9BD03"/>
      </a:accent5>
      <a:accent6>
        <a:srgbClr val="407026"/>
      </a:accent6>
      <a:hlink>
        <a:srgbClr val="3C3D3E"/>
      </a:hlink>
      <a:folHlink>
        <a:srgbClr val="999683"/>
      </a:folHlink>
    </a:clrScheme>
    <a:fontScheme name="Modern Swiss">
      <a:majorFont>
        <a:latin typeface="Arial"/>
        <a:ea typeface=""/>
        <a:cs typeface=""/>
      </a:majorFont>
      <a:minorFont>
        <a:latin typeface="Microsoft New Tai Lu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effectLst>
          <a:outerShdw dist="38100" dir="5400000" algn="t" rotWithShape="0">
            <a:schemeClr val="bg2">
              <a:alpha val="20000"/>
            </a:schemeClr>
          </a:outerShdw>
        </a:effectLst>
      </a:spPr>
      <a:bodyPr rtlCol="0" anchor="ctr"/>
      <a:lstStyle>
        <a:defPPr algn="ctr">
          <a:lnSpc>
            <a:spcPct val="95000"/>
          </a:lnSpc>
          <a:defRPr b="1" dirty="0" smtClean="0">
            <a:solidFill>
              <a:schemeClr val="tx2"/>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1">
          <a:schemeClr val="dk1"/>
        </a:lnRef>
        <a:fillRef idx="0">
          <a:schemeClr val="dk1"/>
        </a:fillRef>
        <a:effectRef idx="0">
          <a:schemeClr val="dk1"/>
        </a:effectRef>
        <a:fontRef idx="minor">
          <a:schemeClr val="tx1"/>
        </a:fontRef>
      </a:style>
    </a:lnDef>
  </a:objectDefaults>
  <a:extraClrSchemeLst/>
</a:theme>
</file>

<file path=ppt/theme/theme2.xml><?xml version="1.0" encoding="utf-8"?>
<a:theme xmlns:a="http://schemas.openxmlformats.org/drawingml/2006/main" name="Office Theme">
  <a:themeElements>
    <a:clrScheme name="Modern Swiss">
      <a:dk1>
        <a:sysClr val="windowText" lastClr="000000"/>
      </a:dk1>
      <a:lt1>
        <a:sysClr val="window" lastClr="FFFFFF"/>
      </a:lt1>
      <a:dk2>
        <a:srgbClr val="3C3D3E"/>
      </a:dk2>
      <a:lt2>
        <a:srgbClr val="999683"/>
      </a:lt2>
      <a:accent1>
        <a:srgbClr val="E34A06"/>
      </a:accent1>
      <a:accent2>
        <a:srgbClr val="31CCE8"/>
      </a:accent2>
      <a:accent3>
        <a:srgbClr val="C1C139"/>
      </a:accent3>
      <a:accent4>
        <a:srgbClr val="118E97"/>
      </a:accent4>
      <a:accent5>
        <a:srgbClr val="F9BD03"/>
      </a:accent5>
      <a:accent6>
        <a:srgbClr val="407026"/>
      </a:accent6>
      <a:hlink>
        <a:srgbClr val="3C3D3E"/>
      </a:hlink>
      <a:folHlink>
        <a:srgbClr val="999683"/>
      </a:folHlink>
    </a:clrScheme>
    <a:fontScheme name="Modern Swiss">
      <a:majorFont>
        <a:latin typeface="Arial"/>
        <a:ea typeface=""/>
        <a:cs typeface=""/>
      </a:majorFont>
      <a:minorFont>
        <a:latin typeface="Microsoft New Tai Lu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Modern Swiss">
      <a:dk1>
        <a:sysClr val="windowText" lastClr="000000"/>
      </a:dk1>
      <a:lt1>
        <a:sysClr val="window" lastClr="FFFFFF"/>
      </a:lt1>
      <a:dk2>
        <a:srgbClr val="3C3D3E"/>
      </a:dk2>
      <a:lt2>
        <a:srgbClr val="999683"/>
      </a:lt2>
      <a:accent1>
        <a:srgbClr val="E34A06"/>
      </a:accent1>
      <a:accent2>
        <a:srgbClr val="31CCE8"/>
      </a:accent2>
      <a:accent3>
        <a:srgbClr val="C1C139"/>
      </a:accent3>
      <a:accent4>
        <a:srgbClr val="118E97"/>
      </a:accent4>
      <a:accent5>
        <a:srgbClr val="F9BD03"/>
      </a:accent5>
      <a:accent6>
        <a:srgbClr val="407026"/>
      </a:accent6>
      <a:hlink>
        <a:srgbClr val="3C3D3E"/>
      </a:hlink>
      <a:folHlink>
        <a:srgbClr val="999683"/>
      </a:folHlink>
    </a:clrScheme>
    <a:fontScheme name="Modern Swiss">
      <a:majorFont>
        <a:latin typeface="Arial"/>
        <a:ea typeface=""/>
        <a:cs typeface=""/>
      </a:majorFont>
      <a:minorFont>
        <a:latin typeface="Microsoft New Tai Lu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5886</TotalTime>
  <Words>591</Words>
  <Application>Microsoft Office PowerPoint</Application>
  <PresentationFormat>Apresentação na tela (4:3)</PresentationFormat>
  <Paragraphs>41</Paragraphs>
  <Slides>3</Slides>
  <Notes>1</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3</vt:i4>
      </vt:variant>
    </vt:vector>
  </HeadingPairs>
  <TitlesOfParts>
    <vt:vector size="10" baseType="lpstr">
      <vt:lpstr>Arial</vt:lpstr>
      <vt:lpstr>Corbel</vt:lpstr>
      <vt:lpstr>Courier New</vt:lpstr>
      <vt:lpstr>Franklin Gothic Book</vt:lpstr>
      <vt:lpstr>Microsoft New Tai Lue</vt:lpstr>
      <vt:lpstr>Wingdings</vt:lpstr>
      <vt:lpstr>Modern Swiss</vt:lpstr>
      <vt:lpstr>Modelagem informacional</vt:lpstr>
      <vt:lpstr>EAL Autoescola</vt:lpstr>
      <vt:lpstr>EAL Autoescola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Duarte;Inc. 2014</dc:creator>
  <cp:lastModifiedBy>Júlio César Chaves</cp:lastModifiedBy>
  <cp:revision>6</cp:revision>
  <cp:lastPrinted>2022-02-14T11:23:02Z</cp:lastPrinted>
  <dcterms:created xsi:type="dcterms:W3CDTF">2014-02-07T03:47:22Z</dcterms:created>
  <dcterms:modified xsi:type="dcterms:W3CDTF">2023-02-21T22:33:43Z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1166664</vt:lpwstr>
  </property>
  <property fmtid="{D5CDD505-2E9C-101B-9397-08002B2CF9AE}" pid="3" name="NXPowerLiteSettings">
    <vt:lpwstr>F980073804F000</vt:lpwstr>
  </property>
  <property fmtid="{D5CDD505-2E9C-101B-9397-08002B2CF9AE}" pid="4" name="NXPowerLiteVersion">
    <vt:lpwstr>D5.0.2</vt:lpwstr>
  </property>
</Properties>
</file>